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50" r:id="rId19"/>
    <p:sldId id="551" r:id="rId20"/>
    <p:sldId id="552" r:id="rId21"/>
    <p:sldId id="554" r:id="rId22"/>
    <p:sldId id="555" r:id="rId23"/>
    <p:sldId id="556" r:id="rId24"/>
    <p:sldId id="557" r:id="rId25"/>
    <p:sldId id="558" r:id="rId26"/>
    <p:sldId id="559" r:id="rId27"/>
    <p:sldId id="564" r:id="rId28"/>
    <p:sldId id="560" r:id="rId29"/>
    <p:sldId id="561" r:id="rId30"/>
    <p:sldId id="562" r:id="rId31"/>
    <p:sldId id="563" r:id="rId32"/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  <p:sldId id="574" r:id="rId42"/>
    <p:sldId id="57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D326-2488-25F1-A787-7ADDB881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A0C76-B025-57C4-C71D-02E15D6F7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D8530-B040-ADE4-F233-58DF47E05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AE367-AF7B-F8F2-7526-4DE338654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05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29E8-8CD9-EECE-2694-A3D50F88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BB4DB-3410-F07E-D0D4-0462F2FCE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6903D-3BCF-FA3D-8F3D-E517EE448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2B1D2-A5EC-9B5E-EC65-DB66048FC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7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D94B-B53D-5921-8F74-180C33A3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AC287-22CC-DBA7-E750-DE865D8D3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6DF8-69FF-DC7E-82AA-BF3902E98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21F38-886D-082C-8300-F7B8B2FD3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9EF3-9148-C9CC-B7B1-1CFE9DEF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BB124-0995-B46F-FA19-D21FD6873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DD581-C564-9EDB-3464-6541F646E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5DAFD-0DE3-83E5-5BEB-6CE6314A5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0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F0C2-67CA-D729-9D00-B18B7DCC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A9AC8-41BD-BC8B-4D2B-51248893F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66039-A900-59B4-1849-78B98E61D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F3AD6-2B36-DF77-9E44-842330A07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9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8866-966F-0393-E17C-97C300FC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CD730-F1FF-8ABE-D449-0C197257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B3F49-2AB4-B443-A4D3-F0A62111E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54B3A-2B8F-0A52-B742-6A309EB0E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02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66D8-A4F4-D70F-0514-20A96522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5C615-B04E-B865-F67E-FDCB7EA48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C3BE-990C-A761-F851-50606D5D9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65AC8-EA31-C6EB-415D-BD9AD826A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4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5C54-77F2-37AF-FE3A-6D891CAD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E1D34-4F3D-E4A8-12CC-28F47FF80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81ABE-0EA7-31FE-F6B6-9F1084692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09825-0105-9365-6653-86AE16544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89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D2CB-F66B-6273-47FD-BB6E3575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326DA-09B7-A65C-A1DD-98750C6B6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501C6-FD27-0158-93F3-8622B5D8C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9264-D50D-054E-B81A-105C12CE4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3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C161-8479-A582-FC8A-C2C89D38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E926A-6698-5AC7-47FD-B8D1E5D0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1E132-9C43-DC91-C0D7-B1AF8AAC3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7F53B-D1E8-39A5-5969-1344A73C9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47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44EE2-AD87-1262-1B83-CCAC7332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918D5-C973-3F50-65C9-4F5BACFBD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749FE-A774-EA4E-3501-73A1026E3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44C73-3344-968C-7EDE-A80CBC33B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35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9D94E-DC3E-E2D8-F00F-DC6FD1F5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78F14-AD9E-3F47-AAB0-5CDAF9B3B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BC659-9A58-2B61-64FD-D5029E6AA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EEE98-B84D-5129-68BF-C3ED33DCF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47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875E-7961-EFB1-8B0B-DBD92912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4D815-17F7-0060-8D30-609E75FC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7A59E-1C15-8EE9-7354-E6F580E04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54C65-0744-2493-B061-780993B8D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48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0F2BE-08CF-D088-F5EF-6BA52E97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00A76-B0F9-1351-2983-A8339682A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7F3B5-B1AF-7F5F-5EB5-D7871831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C1FF8-2B7F-9F32-9679-1E523A2A2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97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3F33-C887-5531-6C0C-FFD30FFE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121C2-998A-FAAE-C016-972E892F2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39E75-13BA-38E9-1C30-7CB944B5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E9D1-C2DE-A6CC-3751-9F36AFFA5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6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500C-931B-03BB-C8C3-B237AA19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E7737-4F56-18BC-27E3-CA09E8A38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E92B8-D0A4-D888-FBD3-EF49C55A5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18F5C-2989-B273-D2C8-D44D15EDA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80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3FF37-037D-2E06-D180-A0E509C9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947CB-8DFF-B70B-D114-C4A209617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76990-7797-B731-3F9F-D15F3D382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590AA-9F14-8DE5-535C-165F1FC6F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76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C652-4370-8E81-D58E-7972E4BB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961E3-11D9-C32B-48ED-54FE545E4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B15C6-5718-8067-587C-A0BA23EEC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33A54-BA6E-A795-3D43-186C876B0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01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46EE-0D22-685A-AC2C-16B2A167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BEF65-E387-E1C8-CE7C-ED7A2C706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E54D8-5EA1-C68A-1C8C-381D508DC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2F179-DF55-F35A-AD00-C806D6F89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4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AF9F-65E6-2802-789E-9489D041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518C5-6192-27CA-7280-AC8194B5E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7C7C9-EDA0-8762-9C20-32F1E11A6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DB3D-2DD2-EF34-19CE-F57C10B5C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75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447C-B0A8-4E7A-60FD-B54A4DF8A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22CF7-AE4E-19AC-52A7-7A0689971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DAFF8-19AD-5D7A-5D55-69F18E580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33BA4-482F-D233-BB14-9CF8B4CCE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813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9950-2914-E136-9C6F-BBECAF2E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C427D-1FC8-AF1F-BCF4-A8175285B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24298-8ED5-8ECF-7C17-EDF863CDF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1673-E0EE-18D5-99F8-CCAC68DED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97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045D-DAF4-FA80-7275-72963E7B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74DDB-28C2-6FF7-B5AC-6C9AE7D8C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F4F3F-3310-274B-0B29-B8FDC9EFB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E781B-7734-BAB0-AA3E-058F3939F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4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55CB-D38E-B009-5C09-3334543E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EFADA-FC59-4A59-A683-2EDDE7B00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8EA46-9C7A-386A-88F1-F9BD8F542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0FC85-7DDE-5886-FCBF-CBC87CA9A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5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63F4-3726-5D00-FE2C-D121CFEE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58DDF-4CFF-552B-AE62-CB78FBDAD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3F9CD-7E35-E89E-2EBC-29CF243F6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2F3D-1E9C-3AE3-B4BA-F9424761C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93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7461-179B-2683-63BB-1C204F05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FD90B-F669-AA45-D154-502587A15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7CA0F-E2DC-9F03-2B7A-7B201DDA0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A6820-0958-A9AF-41FB-FB45ABAD4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34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4C0E-871B-6E86-C764-E310ED3A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BD80E-D0F8-93B3-C441-619AF7353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321F-7953-F03E-40A0-EF6FF4F1B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69F73-908B-1A22-C243-541086BC6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1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F64A-C7AC-9CA9-1E5D-F82FB9EE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92814-3C68-6D54-D795-9434254FE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4A200-5A67-8544-1C98-71DA47FDA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3F905-BE4D-56CC-ED48-6AEDD9E43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1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EC7C-4E16-0681-1911-580D3F0B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79696-FC63-4CE9-BD04-53D5FC444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B2534-936D-7E6D-6983-6AEBEC589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A7A77-3E1A-7122-D483-1D187B71B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766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DFC1-A3D6-E997-A80E-A9F3D45E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31C14-3BF2-E400-A237-E3754A8AB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955A4-304D-ECE0-DE2F-9D9E39475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F7910-56BF-C7D1-F9A4-844E94B89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72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3C77-0E17-EC6C-AC2B-049E489A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A7690-56F0-2DBF-6ABE-00C42BF89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90E57-E412-55D5-083A-56859F60F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7F09-E31A-5F62-B196-2E038C45F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941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AA32-635B-83A6-5D22-1D66F2C6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1E562-9CA9-7C4D-DE84-16FF9EDF5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3A375-BFA9-BEAD-9B3A-10B933A7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52D4E-D344-75D9-9145-983200150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863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5937B-7175-0865-E75F-5B8AEECE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A3374-037C-FACB-1B13-C5A2EBB41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EF8BD-0E32-3F10-C3C4-3D47E15BB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D338-9670-B03B-486F-7F5559E6B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03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7B2A-26B8-0EEC-B322-9DDB7601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169C5-4BA6-487B-BE26-0ACB71461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B0A0E-151F-3B92-BD37-9AC7CD65F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D6C4B-6175-7384-186D-CD1BFF771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897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DA1D-E268-B29D-CB33-EC16787A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10B67-BFA4-FFC2-BA20-A3061AE11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F0995-A8CF-FA06-870C-EC12E01E6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C826-BFDC-78B7-9FCC-27A45F409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940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4D87-9FAC-E9F2-99C2-3C3A650D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F2682-196C-6654-3F1D-E47EBE027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8831C-1998-9AFF-2670-6EC44CF8A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E07C0-B495-2F31-226B-B1FEF042C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21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48FF-62DE-41AF-F51D-0EA3D2F9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2D701-84CA-7C2D-6BE3-758F72665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2B7A2-F89B-B92A-4FF9-00CF91B47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E4577-6EB5-4EF5-310B-B8454321A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611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ED08B-259B-67DD-BDC9-B74D81AE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2510D-FA8A-86E2-11E7-2BECA72B5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063E9-CDE9-3529-3457-39FB028B3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EA465-B504-A883-F1E6-D948C7CC6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363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3BE5-4673-F438-81C1-34A3D045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52119-3FFE-0A2D-5419-389FEA6BD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37938-1A69-8D48-DE97-539721E55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C1B5-B1FE-B408-A2AD-4F7CD1B34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47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8D67-85C8-41C6-8293-A892464B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DE15B-02C2-7DCB-6E18-CEFA353BB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9E700-15FF-DF07-64C2-3A0DBCF32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728D6-AB0E-6E2E-34F6-BD4DC9224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870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1E8F-9F1A-C812-570F-B7288164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B2C12-402D-74C9-5D3F-1BE09C18E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86AF9-CB5E-6ACD-BEE5-0BCA53936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EA0D-271F-5355-359C-821230674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2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rossword puzzle with a grid&#10;&#10;AI-generated content may be incorrect.">
            <a:extLst>
              <a:ext uri="{FF2B5EF4-FFF2-40B4-BE49-F238E27FC236}">
                <a16:creationId xmlns:a16="http://schemas.microsoft.com/office/drawing/2014/main" id="{1BE40004-510C-482F-95C3-9F4EF77A4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82880"/>
            <a:ext cx="4543223" cy="51183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FCD8-CE7F-CBF8-E460-78D6FD08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BC8FF0-1473-9C04-5ADA-F7A9F3235A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Thermometers at least four long.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A46A9B-0948-86E5-1BCF-66A86186D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7510D6-664B-B2F5-061A-6CB85CF5C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018E45-58FC-21AE-AE55-96A550761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89D613-A3A7-5CEA-E52F-E56ACD1F9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C89498-D7BC-CA1B-C124-672FA8BFD7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4512C-A79D-4C91-FACC-8B4BB5CE375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BD1D6-EA86-35AC-D7E0-435DD78A28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5E1D2-FD5A-6A61-737F-793C17F9C7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C6E98-F387-93A4-A735-1EB747EFC6E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8F148-5F86-E206-5032-483AA72B3D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32F39-6A69-0370-FC97-A9CC80DE7F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AB186-613C-F1E7-B161-B57747BB0A3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9EE257-7E67-D863-8061-7A331FB1A0F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B6647D-4B1D-CA79-1685-B03A5FB0B74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0855A-2F44-4B24-796D-49BD463EAD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CA874E-85E1-C59C-1533-C4AAB0816F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0AF0B5-CCB4-4DEC-9BB8-F03C8DBC710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107C8-D042-C003-A712-9D3F0A9C625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59D75B-075B-A38A-1DC6-695A441D84D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BA1E91-8531-4F98-A26F-7AF3522690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93C12-20BF-F30A-1E41-FF573A0568D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47402D-3EFF-6544-858D-6AEB9276D3C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501823-9B64-461E-E28E-4DD31933E9A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85304B-7C6B-1C97-6421-EB481B15520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69FA60-457E-4B80-F194-D8728B01B41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2D21DF-F20C-86E6-EA87-2068F1790BC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6AE218-7A04-FCE4-28D3-D5E66B2FCF6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23E9A-4CB7-1F3A-17C4-6D71C2CBFD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14E7E-7A10-C3B1-1A2A-600E7903028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521B41-B1DE-A204-F59E-B2622BDCF67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B188AE-155C-DE79-43B3-949CCD6427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6DD301-29EF-7688-4E79-D58CC05316C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1F97EB-1666-C00A-FE99-404DF3C9E53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6D8CB9-9F21-8934-A619-5A8B40E1A9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CB2F2B-CF82-0B38-18E0-B27DA0BBFD6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ECCE4C-23CA-621D-6B90-737B0522E89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68E90-01AD-B608-3369-08810D8E149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63D1C1-9CFF-399F-098E-5854B1FDF68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C50522-6E15-96B1-6DB5-C1FCF9E070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CA1719-7329-3EC9-ED2C-F5CFDDAB238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E440C8-15E5-4C3E-4DEF-CA2E309514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322065-3FD7-97E6-BE0D-8B252334F97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E1D4B7-50BF-B61E-02E5-0BDCEA91F34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9845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BB87-C9C6-1928-1878-033403B8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A89E60-1650-91AE-C598-91D5E711BA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the 12 pairs.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265D2F-275B-65A4-9342-3A0B4568C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6456CE-318A-7260-83D7-5D1FEE31C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CC550D-78C3-0064-CB0A-CC5A274C1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560842-64D4-D1BF-F9A2-AC48017D0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781F5C-26CD-70D8-9737-F9D7D0B02C0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40954-501B-0354-B7CE-360CA3BC19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229601-C4C5-334E-1110-E90093519E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8DE01D-C5E3-4ABA-FED5-87F147CAA2E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E72EDD-B5A7-56CC-C112-69FAAB46CD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3FABE2-9B19-2626-83C3-A3DC65809E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9D0191-9BF3-3006-8B3F-93629D13D2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4177D0-5DEA-9EF8-CCDD-68560BC4C62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3A052-5409-0ABE-6E4C-0C1DAAA9E8E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BAAE74-DB9B-A6A4-3C26-CE1735779C8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B5FAC3-E901-A829-14F7-8DCD7B5F8AF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95E34D-F3ED-EBA0-7ADB-4357656B86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F93DAD-3608-5F48-3149-7048C0D892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768952-DE46-CEFB-999B-F2361E17E99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8F25AB-34AA-6C65-7475-A2ED07C6737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3BB57-DF10-6373-7792-85B97380EF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E5576-F75C-3315-6A31-19D6D4E8C04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49EE6C-D83A-34B8-19F4-3878FC096F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0CB4A3-8F7C-931B-CE8A-4880C16D1DA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829C7C-07D0-2885-3A94-2BCDB79A632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615218-367C-5D24-20ED-515E762C4A2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820524-044A-B22B-3FA3-56EBC28432A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A8512C-14EC-DA08-074F-6D35D176CB9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D36702-2039-9FFC-4175-36175DDCB42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14C4E9-29E1-308D-2A32-9508E1AA4E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AE17D2-D403-3C55-19A9-1E55815B32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32B8E9-11BF-37A5-7089-378C179B49D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6C792F-F52B-451E-6352-35DC2A9D6BA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1FCF03-D433-ABB1-75C5-96D62FC870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5435AC-E2B6-2E49-3BE3-D396DB35A90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5A3EC5-08D6-C19D-FF48-348131BE3F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EBE6CF-C0F5-7D59-3E47-62581DDFF9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C0CE25-E63D-A863-559F-C7EF85DD76F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A31B49-9B92-B07B-6D91-6F27740790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A2ED0B-DE09-017E-B3F5-35BF1621E8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458EDC-532A-696F-B7F4-A02EA6C588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9349D7-14CE-E734-AA12-D37EFF7BB39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B02830-F3A4-36BB-AD03-B2E66A84E86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7ED965-C825-4644-582E-3EC5C44F75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4884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D152-53D4-FDBA-EBAA-37DBD875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539192-2DC6-203D-11F6-3105D6DDF4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23D663-7ABB-8F22-A9AC-2B62C4A4F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97FCF8-17DE-6BDA-A52D-CFB0782D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21A011-A582-1A29-4CCA-B3AA28B8F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B279AB-7FB5-7FD2-BCC6-C9E734D06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D15414-9566-940C-1B73-34F531166B9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40AB5-B568-68C9-FD3C-424A4A8FA4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47681-389B-BC90-B47F-B8149A934EC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42C20-6500-3455-E272-3601BD1595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5A334F-9F0F-ECAC-E051-9FAF31E734A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A623CC-AC23-C23A-32C7-85E2CAC43C1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DAA34-8E66-ECDD-7E7B-678F3A20EE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1665A7-2FAD-8777-B327-541234E5EA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8167B5-6B60-C02F-59A2-F1A813D420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6076E9-8DAD-D785-297C-CD89E976021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093658-25BF-2700-6F74-881536FB95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E73E35-B155-E1B4-EFBD-F8E3151607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18FFF8-8BC8-F59D-56C3-4DBA1C4354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BAAA09-60C2-5B0F-479F-AFADC28E36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1C4166-1A98-939D-42C8-64F85C112B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525CE8-E2CC-A47A-946D-AF98750AA3E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67B78B-7979-E4DF-0B4C-AE6F1FC28C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954F2B-C7E3-7D76-C4E3-75F5CFA699A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353963-5DB6-0C31-81F2-5E5363ACD86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737D13-7AA3-AD38-3200-C26431F53ED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079B68-14FE-68DE-63D1-A44918A1E9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5B43CD-069A-32AC-A61F-51C2B0E678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1EA21F-4F97-C740-340D-B99692A8E3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DB7325-ED8F-06D4-0166-E92AA8641E6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B391D9-566D-C9C5-985D-7B3E7F526B6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E68C5E-36B8-739F-7FDD-91A0DAB896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609E41-BCFE-01BE-BA9A-A7321BFFBA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54F963-7E23-4959-1F36-4F409B67D46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4E9DC2-CBD2-4174-EA75-A07BF9600C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8E79CD-315D-9D81-08F7-4A72C71093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4B7F15-D317-71E5-1953-F8986C3DE5D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5F5C08-72C5-F3D0-D08F-E24BAE0B579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0B3EE0-23A1-6FA3-B37E-98337BEDCCF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A63CCE-02F7-BF63-2521-747A08B18D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AD4BF-0A95-D74B-B09D-378752FB7E1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2339A-A905-2291-5354-CA1BDE99AE8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29CDF-89F9-08FB-C22F-5243FC05D7D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D8647-C901-D52D-A5E0-30F15D68978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96AD5-1C93-6253-8764-989CCFCE1B5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5350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1C75-ED2B-F1E2-201B-58DCD226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F99AA3-0C3C-94BF-9B71-D611DF2C60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Then reduce again.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2887A5-329B-DB87-E4C7-80AEFAD58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1D64E9-23DF-AA11-43F5-0890F6454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1BA038-C9BD-8772-C4D4-63B3DCF8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B3EA63-ABCF-8175-B403-A317F0063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0AE425-56F9-33C9-C2B8-C5C700CD79E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CA63C-EA35-572C-B5F6-ABDC5F3600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A1EB4-0854-3748-42FC-010FC9B6C0C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A59377-82D1-E89F-EF3A-3E8BCD88C5C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C1075-FFDE-41C6-40BF-E763590D80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95C8C9-ACEE-4899-F1A4-44C3F62114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7E578-664F-7795-CB36-895D84AC9ED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72AA5-9F45-1DAC-F105-9D197DF396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02F643-01F0-3E83-40F4-97F46935E46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09CA2B-46F3-DB8A-122A-B1D17A8BD0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DFCC99-D38B-AE1C-D50E-00C0CE3F1F7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B9002E-65E1-C043-D5C7-803A10C42B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733B8E-60D1-D381-E528-6ADF3278CC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F2F804-5A29-F649-D7E9-FB7B0F7E2D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A4930D-7A1E-7DCE-8C09-98146EF52D7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63944E-BA54-BB42-B1AC-F4D613F82D1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684FAB-C796-1DFE-45DD-96837B7C037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7C25F3-FC86-CB32-23D5-5DD8F562E7F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2B0158-6FDC-99E6-396A-D44893511EB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D79D79-C34D-78AD-59E3-8AA7EF6E45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D30087-CA52-F314-478F-B0C4F41F49A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63D7CA-0126-38E2-3C73-DEFABBFA0B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7F8A6B-A3BE-42C6-CDEB-36B23EFACB5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9FD917-CAC4-9524-F16F-5CCE239859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776A85-F2BE-368D-550D-B2EA7F8600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E492E3-0DEA-9CE7-0662-7E65331A5C3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EC6E31-AA00-835B-B250-A7129B0AE9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0849CB-256F-6908-2159-77283736F05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492D45-F7BB-D71D-41E9-4FB0980EE9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0C5A11-3ACD-52D0-577F-F87230E63C0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AD164C-AA68-95D9-5E66-7C411D9E84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0B8E0E-08E4-2AD0-2F58-A33DA87467D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F937E-9299-EC5A-DE94-7CE568AE93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1F9F0-8C79-8C85-50E2-E5974A53223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D4EF9-3129-C6A5-58CA-A60DA80BAB3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A8A90-275E-6C00-73F5-D7D9A3BEB04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2B1A5-6FC4-AE18-4775-FD8E69E233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F8F10-CA4A-6904-9735-5CC7A86383F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61CE0-ED15-AC9B-03E2-B51EF66AED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143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A08D-495D-16DA-7E01-84B76C1E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26141-4E12-7EA0-B8CE-2DBA39A979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thermometer cannot contain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0E1E77-4C9D-037C-E940-4689E1962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575E8D-09FF-BC6B-16A5-594F1228C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B75133-BF9E-32A4-CF31-664A91C7D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E835E7-A475-458B-747F-4ADC8F6AA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299F4C-3FDB-5026-178D-200442CA6E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5ED86-FB37-D804-2898-E6DBE79AE26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0A56E-3E42-9A6F-20A2-F4C8168BC4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484BB-9BD2-873C-EE60-1E274B28D5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399A93-02BC-5577-B454-C29775DE19B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E8953-BCE1-94CB-DA9C-F7AA8FD31A5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4001DB-C640-B85B-6360-729677033D3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57258-A3BD-98F8-019D-9E86A5A915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27F461-DEA1-7818-4BDD-36EEB36BC32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6918D0-F36E-DEB4-C5AC-FEDF24B7AD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DB0245-61B1-8D78-5A78-BE431FCF10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65097E-404B-C02F-F492-6AC0CDD7CD0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16CFCF-A2D4-A66C-F2C9-6F9219E7E5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ACE4D0-4F49-67A0-8D17-29D887E143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9AEF5E-C21E-A204-7FB8-E04E9518CFC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5AC410-3F8C-A870-FD79-D371C164322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40CEAE-6927-615D-4E8B-8D08EDAC52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B2F84C-C85D-DA17-6C89-E1ACB34C04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E00712-523A-BCE7-9DF7-2441C5EAA8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F6D583-266C-0196-51CC-B0C7800AD97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39C5AE-C2BD-E198-E418-9775FDD7A16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F9540B-658D-7F63-DCDB-3399B391BB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82AF19-1B7E-7AFC-4D8D-E294F21E4C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8384CE-7D85-3D74-92A7-748BB66DCD9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9DAAA4-2D7F-7DDD-03EB-2ED545600CA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789AF5-7EB7-FC02-E29E-D2E19E3FED0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36CD5D-714A-17BA-79FF-1CBAECB797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2F0CE-A13C-DFC2-2DAE-193883A8B92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255267-6D63-5C2C-F1D0-69962C8AE3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6D716A-FEC3-4C61-8C6F-8422E62176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15E08C-C8D5-7E7C-33E3-B896667FBD8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8B5E04-FF74-56EB-5707-75C2508260A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35A1D-1CDB-4325-78C5-7CA7138C7CF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18A9D-0D70-0A5C-2F5D-8E64C25C45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58263-9581-E533-AB4B-094B8A04CFF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6AF67-915E-3D86-B2D6-A4E545D4BF1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81391-58B2-130D-4491-A25DD1E85E4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C8709-1139-D83E-7B49-CE69259F40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F8A44A-E1AB-BBF1-1AC0-96823198DC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996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DD03-B6A2-51DF-7363-0ADF63893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9B4B71-9721-A08E-2718-1EFCBBE4C7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(from opposite 6).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C972A8-2947-BE9A-41CE-9D7093AF2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986CAA-10C6-F033-AFB1-3D08FFB2A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9CD7D1-B8E7-7302-DBA7-187240D04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04D470-31D4-A712-ED78-CCC5FCBE0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74E871-CCAD-C0B5-4AAA-BCE2FE6D74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BADEB-DEC1-45FD-38B5-71F3A68ECE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D609BE-14EE-4A46-34BF-CB8F51CAE45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3E1A74-DA9D-7817-E1F9-B20D2FDBC5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856BF5-4F41-3833-810F-6B4BBF29B36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283B8-1BAD-F1C1-3B2C-8F7C6E7E3A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36B20-61F3-B4C8-EE92-D791544B6A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CA571E-2169-2F57-E9F4-59A3FBE59D6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76B492-B172-B31D-3C11-C9EF7C58273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723CF-83CF-FEFA-A452-A964BE39243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15A190-E2E9-8EE0-F12E-9DD034791C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B65AF-0BAC-C915-1944-BAD0F130AB9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0C7D93-DD4F-CB68-EE99-A0F4202D83E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76DA20-457E-ECE6-2D05-60E2E52EE0E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0F3618-7ECD-95A5-F7B3-90340A28E2F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25D81F-1E2E-AA86-60F5-34FD409C6D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8C7622-0479-FDC2-2AE4-3DE8C4C084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EDCF5D-273A-F52A-0E83-5E5C13EFBC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5E7D01-9EC0-F876-3343-DF410C84F9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7DF06D-D6B6-1F5D-636E-41DA2D86DBA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BD974A-BBF6-B6D6-3CFF-599E2DBAF3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505816-1FDF-8E8A-3B8F-1F903B48A31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12327F-DBC5-678E-8D6B-5196880477B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E0543F-B13E-E3DA-9200-0F6BDF6439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649C41-F7C7-287B-7C73-7E2DB194C8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F46E24-F8CB-CDB6-265E-067AB41ABFA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9286D1-9CD7-5D0F-B5F3-5DEBCC42FD2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3D33E6-5B7E-72B8-B122-7BEBCA4E74A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59077-DEF9-865B-5F47-C97502AD723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080EC-10E2-E1E8-FE16-B1EF1EF5434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49D40-6A24-01D4-2AF6-47D57748673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AF717-79D7-7061-3062-6DED0C9753C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3B02FF-E028-21FF-C882-63229A0759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D2BCB-B4D9-5335-B715-B7F18A0D31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C1B4FD-2104-A25B-3E34-F918F451AB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58022E-B7DD-8203-DB2B-587491DA8A1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D7FFF-95B7-D35C-11D7-7026D7308D2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61C57B-1466-46E6-166D-41315A215F9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875F7E-39B8-0822-4ADA-EBC408C0AAD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4213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2340-D0C8-F9D9-FD70-E6C4DF1C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90353-A421-B5D7-7686-CE6227FF89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These cannot contain 5, 6, or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960C30-154F-B146-EBE1-A65B59AF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03FF9C-D078-72BD-13C5-927FAE28B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154B75-4E7E-BC4C-58F0-05707607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6546B8-728A-040E-03F7-BFB31E8C09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775474-7C2F-6FE4-DABD-33957EFC214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3130C9-6A51-CD63-0BB9-DE0C1ABAEC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A5F2C-2829-B73D-E34B-86DB2446502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D3ADF4-3B56-8C4A-72A1-0F24F7EEC14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6B56C7-6C11-83E2-E43F-3EE9723383E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85710-9DDA-F05E-8F34-829A0AA27E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0BC0BF-5593-8BD7-A9C3-DD868CDBFB7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26A70E-2DF3-C90A-AE62-99D7891AE0F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3CB02-4516-7DC0-8C77-628A228F181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8D7959-ED0D-3ECA-0A3B-644F1F25BBC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B1CB84-0DDB-CE3C-A693-2F4011AC7D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2B5BB0-E266-3BBB-04B6-B496D6472D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BD96DE-3D56-BDF4-391B-9E90308754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F0C26A-B441-CB92-0942-CDF4B662933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793EE5-5901-2A4D-CAE3-DCA56210D4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E556BC-21D0-37CB-0BC2-3A6DB0AFE9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13C0B-78EF-98B8-643B-0725E17AD9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FAE715-501D-AF37-63C7-90032B7C21F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9C5858-91B5-790D-4ABF-AE14A10DDEA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8A97F6-45F8-868D-C446-B39C9AB0C8C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F7643-9D12-6F48-7E5D-1B3079DD86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EBDEA3-C4EC-1BF5-D616-8BD2336AB7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92A4E9-0D00-5397-8B7A-117B1969329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9E21BA-4A9E-0D6A-69AD-33AD70A7FE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4A5277-11FE-3D95-FE79-395BFA6634B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D9F7B2-63E0-D2CC-671F-F9B748273B8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ADEDB1-1440-C26C-2221-B29115C0041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C884CE-B55A-6070-7C8B-66EC5ED92E2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9EFDE-4BCE-38EB-6DBE-F460E67C55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8C283-A503-A8F9-D813-CC92F68F9B7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CE211-48D7-0BD8-025C-E0A85E0F900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45AFA-D894-82E1-4991-9DBB51B118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09376-4A7E-C1F1-1A6C-271434911C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24D09-F994-4093-03D3-973014D596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E784B-4550-5FC5-890E-3FAE86D613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DF93BE-2CAB-7AF6-16AF-C8EF8A933E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E2517-CD0E-4E4B-8D56-2E7EE7705FC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64A185-73A5-8936-A4FE-640F266EC10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ACFEBD-7258-8C6E-54D2-59005B03732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51269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D54F4-3D04-E1EE-8F48-9238DB95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928B5A-E009-AE5E-993A-96D686B2E3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10981C-469E-A888-94BE-9D1C2F6D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1085C7-8226-36F5-A153-98DD09C37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2585C7-3F7D-E7CC-C6F5-8450BB896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59B846-37D6-6D00-DEBB-9871E129E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550DF0-7DA9-9859-1073-E0CC03FE2C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38B0F1-6710-473B-8BF4-888A3E3530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8B52B6-FEDF-7DDE-8707-44B4240F2F3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BC0185-9EF6-25B9-BDE0-119E42CF4B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65D36-191C-190F-164A-8F6FC9F6676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36C451-3D0E-A66A-2BEE-C244E2580CC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43B50-2AF2-4BBD-F605-0F7AF48FFB3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1FE315-68C8-3291-1C8C-AB7A07526D3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59C917-2217-AA00-F8E5-261CF54605A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DA53BD-9460-1B25-69D4-E550AE7615F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D4E79A-4900-C935-C9B3-B3D192E2CCC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F571E1-9CF0-EEDA-85B9-0A93C137D6E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E4F256-C3D2-F290-7536-5E604710B2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45444D-B0BD-5D6C-F64B-D82272CB501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640614-4BFE-807F-CE88-41AA603141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7D4290-0FAA-3069-36CE-00EC45566B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24EF81-29BC-F918-A988-39CA7A3EF1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D9477A-AEF1-6378-5AA6-ADFF2E89C5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9C294C-8CD7-CDDD-B6D1-4FC0EAD9263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ACF997-F8C7-9C76-C0B1-F050FC3E0E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B6C672-CD3A-D07D-6736-2A724041AE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4378F2-0613-498E-0439-7CC1A83940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5304B3-332A-C307-8EBB-852E54BAD55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5943-AFA1-CCA4-E22C-D46AE441C55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0388CE-4B82-4704-5E27-D6B48A55A7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8A91A5-048F-8688-18B8-7307F29CB58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BC1BA-DF51-A092-1101-329A19B796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36380-825C-D318-5597-1359AFB93C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11D799-829E-E0F3-89B6-7670491913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F3451-822F-FE2A-2A28-5B4E4B6AF8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5AC11-6AEE-E033-B7BB-3D50D98BCC9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032C4-175C-F76F-0368-7856092391B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16623-A45D-C1BB-C0E1-8A48C877EF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77892-360E-95C3-FDB6-7F945B8295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6ABB4-B00E-B805-89AF-CF38CFBA70A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058A4-5184-6AEE-4865-689D1D1D2BA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70FA04-A0F6-74DA-60B8-4D35C2CF2B1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32D977-FA3E-5686-C7F7-DEDF45D281B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765359-6325-381C-4BB0-727567550EB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1535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AB6B-66D6-DC9E-F7C4-8CC5E991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802C9-5A96-84F4-0854-1C100A3A60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9875F1-F3A9-654C-FD91-80607503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C14154-3811-842B-0B9F-505E91A5F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3C2553-BCD9-3887-458C-ECBAF3D03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3D79C9-078D-7DA5-0E7F-EFE613FD0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F53515-0935-EF20-CC74-41B642D814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A93FCF-92E8-5A98-56D3-FFBDB58464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16DB1-54B8-9299-2A4F-2250D597B3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FCE47C-C3EB-375D-3C21-056F60A13BB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616E55-B482-E047-FC62-30379405861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5ECEAC-233A-68BF-BB42-2EEE506092E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DAEC7F-BCC4-ECDD-0CAE-98C8347EF0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8F26BB-5181-DEC7-C5DD-505D52D080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8B0B6A-ACB2-B0C4-6576-630BEA5754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2305DE-A90B-683F-4084-51EB0354DA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BA637D-9FDD-4491-AE4F-92B5C001AD3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75BF18-7072-D3B1-D071-6E2C5E5FC7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B96E90-079D-11BB-3B31-727FB936F26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FEC82A-7C16-C5D1-E604-F313CDF7911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EF1B8B-E605-53FF-EE7E-A933104A15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65E673-AEC7-35FB-22F2-2A8D314C9C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395107-93D5-2FD3-8C4D-8149D2E1772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E64C3A-2D6A-DBFD-7DB8-174E0BFB6C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9AA1D9-311E-A8CA-A1B7-48537E7A9A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5A51BE-14E7-6784-8ECE-6AE62C56C1F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9CCC19-53A6-5B73-573F-CCE18E41B8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12A8EE-2BDE-DE2B-3536-B50BE5B94B3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F05646-5C9A-2775-3615-B046488239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94AFDC-561C-A75A-7099-6BDB62BE5F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0EFE2A-BDC6-FF58-2D87-58B370FCA00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FE3688-97DA-BD61-4230-DD459EB2EF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2395D-5007-B313-EDA1-AE088C5BEA7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DF51A-FBE0-AF1D-BA9E-9CA60FE12B9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BF723-A4B6-C10D-2524-D47B4291F2F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FAA61-CE51-5B1E-337F-0EDF5E84FC1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A9A32-2F0B-479F-9261-BC8EB636A3E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272C2-5FF8-7A9C-C08B-B276EE0FDD1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9889E-E799-6C98-8401-04E8DD9FD9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6D9D2-128C-ECB5-74D8-DBD7FA1711B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E874C-0DDF-1CF0-E4A1-B2099208D41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8DB255-8F74-715A-BB13-7D827AE64B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71039-FC58-C70B-D6FB-ED71EE39D91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67272D-613F-2667-5877-9F586815946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91E33C-52E8-44F3-F63E-B77F1066431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7968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94C2-2EB6-F3C2-FD7E-A1A4D590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7AFD07-25EA-C0E7-9981-1D036BCA7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545A8D-6402-1820-B901-80C46CFCF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26C2CC-1DA4-8DE9-0FCF-C3BA38B1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0B8D82-0AB0-9C0D-7F00-34C3D861A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29AC0C-F78A-E6E5-ADF9-FAC1F48BF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4C3A7A-DD3D-7C3C-18E9-38251249E10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2EEC9-6276-1BD1-2438-7D8748FE19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9970A3-CB6C-FAE2-8D79-20119805255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09C357-0A3F-AC18-E21F-66E1FDA652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2CACAA-91C1-F487-6CD7-881047ED9FC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CD23B2-54AF-059E-8C2C-5A600D9B91A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50CF3C-68FE-40D4-3601-BEF0341C45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62BB96-7C89-2738-3760-9330C565C5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65161D-DEBB-864F-A644-F2572CAB38B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653FF7-803C-FE2D-7C16-B5E3B24DDB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2EF941-CECF-CB2A-6BE7-BA10B6F758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B0BD2C-10F7-EDA9-1E6C-D3CC42753B5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27AD32-B1C6-616C-A3D6-57BC5CE9A7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16AD68-318F-6EB4-783D-990C5429B84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69274D-F8D3-E136-A140-AFDC9DE5BE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8A8D72-BFAF-6638-1F79-2AA35F71B55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E7E4FB-599D-F37F-5298-791078680E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F1F09F-6714-4FC3-9B0C-A4720E5377E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4E0EAA-74CF-216D-837C-E0E4AEF62BF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671707-7265-F654-19D3-A0CEDB3E2B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48C10-92BA-EE0B-D98A-8AB81814979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78854-160C-3D6D-5B5D-E59C0D0C25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C9471-CFFA-5826-BA9D-E009332A802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76BA0-750C-116F-4B8D-E4A51501DDE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17655-C473-5984-D69D-2979F1A1BEE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6445D-26F4-A7FF-F144-0989201849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A70B3-1875-6B0B-6998-623A73FD461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172038-84E0-E27E-84F5-46851622574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962A4-3EF6-4A27-9C12-D6467ADAD01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BEDA6F-B91B-E4CE-52B5-61569AD91E7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1A7421-B1A7-AEC4-8602-B6E0E3333D7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FBC49-331A-83BB-C110-54AEB16FAF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14CB8-F64A-06EB-DC40-8DE3FCFD5C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75A2C-7712-75B1-D113-48FFF3B744F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C5170-EA94-B814-FE6D-DCED53A223A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B56071-7863-EBB0-247A-79D286FBDB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9F4751-B56A-652A-0370-9B0C35B2E2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70649D-EFA0-ABD0-3AE9-4E14F3EBC48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45A65A-170D-37E8-2EEE-A4F618D2129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4819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16AB-37D0-9F36-4F42-90F10B7D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454BC5-5502-A66F-0835-18DFD987AD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89 pair in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74ADB6-94AA-1D7E-D445-01C234AE4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86F6C6-8545-0B3B-1375-2BE24A5C2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B0044E-C967-1D88-085F-8E1090386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C8D256-C2D4-36A4-8072-250C42894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2C1F12-8D9E-C23E-C32E-81FAC803858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A5D681-CC45-D2A5-C160-01AB29D9492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9C0490-0FF2-9696-2B4B-0EBE6DD425F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FE5E9C-DD0F-BEA4-8AB5-17950313CE4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1E58BC-0AAC-AAAC-00D9-123D79A16E7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389C45-291F-D14D-6C4F-03705F0FFA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831368-2DD3-A431-37F2-D7D5C0A305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509B9-6CD9-F7BA-A91D-D2C19B3E5E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4AF379-3385-47A7-5134-41BC7EFD68A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309B7-144E-2047-D852-D7118FF5386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EEA043-F21D-218E-E04F-E757A3635AE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4C617C-0838-4D4E-A726-4033E62B80A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EFDD6E-B695-9A62-DA56-0790412B4F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EB6ECD-9557-9515-0AEE-E0BDA3FB727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639933-1864-2F44-C34E-1778AC68A2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9ECC03-0109-2D34-BC22-7A4E8B9C4A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0792A8-3709-3B8B-B168-E14F23ED3C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477DF5-DE46-492D-54D3-E7CECF3144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32A9D-434A-ED23-163C-9AF16F506FF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96622-5BBD-482D-1416-B7CDBC8DF61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FE480-3A84-A7BE-17FA-E94DD52213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5F8C5-8934-3610-7269-480CA46DEAC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2EC76-C8D0-A640-425A-812A60E39C9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744B3-4625-84DD-1101-3FA1A0B4522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9B01E-59B3-E3D1-D405-240550FA4CA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35AEE-8B5D-3083-489D-250960DE7D5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AEDC82-72F3-DFF4-1E14-FBEFF57D4AE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59744-E147-061D-360F-50BC333F880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12970C-CE4F-8159-EB91-773C8117395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BF8E8-66CE-2ACC-C18D-ABA54EC44A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5305E7-3005-2BC1-222E-5CD0B269A90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90F57-7CEC-7A9C-F4CA-2AAF75D77A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F4D2E-D91C-2E36-1E50-C9A29CC7A48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0D761D-66F7-9639-3AE1-264D866E1A6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D64C93-5A65-A62C-1187-4EAECDFABEF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C59C24-9E58-B1EF-74C4-10A08B6730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53C1D-F2D8-ABD6-F41C-FFE0CC901B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1AACB3-862E-A0F7-D447-B14E6D79835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E51A02-8099-62F5-F302-170A325ED3B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778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BFC13-9B76-BFA9-5105-F274F3183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899E1E-43D7-C5C9-03EF-E66E7A7B14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Thermometers of length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8116D4-BB38-3DDE-EE17-A5FC6EAD5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D40A73-F72E-52EC-E3B6-51211C1B8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86E56A-E8A5-6388-35E2-3575E7478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AA36B9-1ADD-1DE5-0453-ADBB7EBBC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1041F7-4D49-9FE6-FB50-025A58601B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8A72FA-7D3F-E781-580B-2C2E890AD6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87E56A-98C8-7F6E-7987-231EB4715D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C4750C-501C-04A5-F85E-A4CCF2C644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15EA85-E7DF-A0C5-3506-C0AA8665D23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DFDD73-271E-8460-2BF9-800085D5BE6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334950-AF6D-EE53-C15D-964CD8BF50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BF0AF3-C229-A0F4-EFE4-AF08A77B71F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B87815-23AA-397C-43A5-3CEFC0B5BD6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EC4A38-D503-181F-85AB-48C87A9D9A6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234254-6C26-7E83-1BA0-A45735DF07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58E4C5-18AB-F516-A20C-A8C8F563485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AAE77A-2CC2-F867-9619-3565BF9994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F2A64-65FE-1B83-51CD-8C86A318E68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98EFCA-86F0-9335-236B-DA044586CA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BE0466-5B10-D574-AC2F-29334F42B63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1844B4-0953-13C8-9DD8-84A8171583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063F6A-939A-6A1C-ED62-15A84E3524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BC171-E47B-87A3-73BA-602D75C716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73566-F7D8-68D9-D80D-99D42BA728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52ABB-B37F-00F9-D7B8-2010B8F9289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9BDB5-34EF-0B4F-1FAF-37DD74FD7B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84A96-478E-D9A0-44A5-D2179FFEF0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3110D-0E73-40B7-0F87-F17F366D7F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0393B-D134-F7B5-0157-6D218ABE7E4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2DB29-6469-17F9-2C27-61BA28655C8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946F4-2771-031E-C1BA-F800169A78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CEF29-905A-047A-DC1B-11D89D730DF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28CA1-DC0C-83B6-2E89-0C7D395476D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638340-544B-9A83-4F96-64BCA7DC4B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4E6EDF-5193-0E71-185D-038AD9C06C8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48E06-910A-3E63-0266-FBD5BB0B5CF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C46DEF-D305-32E3-69D9-E9475C54233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027223-5BF0-AC9A-C9B9-B9DC72EFD0E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1A5B-7142-7893-137F-08566D22E8E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796D2-6A50-DF1E-E0F1-2B7201BC59B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B2F9EC-414D-746F-E644-3425D8571B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C3B3B-E077-8218-1C30-B1A5E93A8D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E987C-63DC-DA42-B829-751D995AD55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3A2FFA-4A7D-D27E-95FE-C36C45E6706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5044F-6032-87F7-C103-C80D36C9239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6B50A1-301E-44A5-104D-515D3F54CFC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2FEB5-422E-B551-7D13-D55C134CEE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CEFD8E-9BB3-A938-7167-CE5F5C258E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D2224-C4F0-EFC8-C703-700B5AE47D6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DC38AD-7440-E4F8-CA05-8F5C59756FF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6D11F3-EBEB-CCC7-EED7-790A9FFFEE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89F8B5-8E17-2B66-1DDB-8F89D1B2BC6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70161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27357-D23E-D097-371B-E2A0B52F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082A86-F207-0F86-E4AB-00FAB3D153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4EE067-DDD8-3994-3402-6D427289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4223CD-857D-6DA2-6388-0774B523E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8894B5-75C2-B823-D589-ACA3335A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416125-14ED-1838-A284-4520359A6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B2444B-8B52-E444-D651-0C693154E9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5211C8-EA24-FC56-9CA2-2029C327D2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4ACD7A-F259-3877-A0A7-B68A67D620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F6E75D-12FA-8724-433B-EB7574A083F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0D18A6-3D65-09AB-1CC1-1CCDC47A19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B5F0E9-5424-4E10-6F4E-BAD61C15E5F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80BA35-94B9-CA99-A4CB-8B5CE09EF3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00C354-6E1A-5B68-E918-8A6488232A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ED829E-F245-007C-3C28-2998FA6D0B1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AF35E6-76FD-EB56-9A7A-C962984C72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3856A4-4FF7-8289-E6A0-BCE128290A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23481F-9B6E-1151-434D-5A6E3F73CA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0AD0A8-4B79-3EA3-5B22-A355EADFEC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9D5726-BF0B-3061-BAF0-3E3F5A36F2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6819F0-CCBE-2664-2A0B-D3D8D70026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A230E4-44D9-D3E2-470F-4CC532FEFA4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EE5E05-C820-0803-ACF3-8BFA8E39AB8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8A2ED1-F303-0F6D-927C-F5A04D50BF1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01F4D-EEE9-9D6B-52AA-C5AFCDB53B9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A8EA6-D1E1-8483-3519-34DE479F38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E8C7A-EAA1-3ED4-5D0F-19C3075C84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B6D80-541C-C0D4-AC3C-E71AA21AAD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557B5A-18CC-8DAD-B120-A41EDED8498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2DD00F-3218-75CB-D2CF-291C9805B2A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DAE77-843A-161D-86CB-DCE91E8635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44EDE3-5203-DDEA-44C6-E84F0CB06C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2E0A8-00FC-415D-BE18-F3CB77E182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64B27-E073-3D5D-9905-EBE51529BF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EBBF2D-A529-6BF4-AE2E-5E5AB50DDC1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E3D0FC-13C3-4D4E-E923-C3BE88E417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096BEB-8BC9-9A90-B20D-F0998EF830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3826AC-DA2A-A3F6-53C2-EBE66ACE35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CD3F97-6D77-8EC7-25D0-3C50FCB6891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C129C-3860-E8DC-06CD-AF619A280D3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7CCA4B-A50C-486E-6108-E2DBF7AFF44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E096AB-5BA3-6E17-9B08-C6D86ACF65B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71EB33-4D87-8C97-5164-793758D8BB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685B3-5103-C672-FE68-B4BC2F4B0B1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4CA04A-9816-151C-ECB0-A796102317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321388-B1F9-E893-939D-261710BCA7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75386-E60E-9D9E-ECF3-48D870FA715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5ABF51-F5F2-10EA-E24D-2A3AE2ED13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EB51F2-9794-BE2F-8B52-D5D8D39EFC7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AE648-7E0D-C230-F214-71D5ACCEA2C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C2DD23-5892-F60F-793F-4BE6B4D881C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A71AEC-3263-F9A8-4DB1-BB261166F02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4E7045-0515-76FC-DD7A-1E7946856B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00D82B-50C8-03A7-3C78-201CCA1CC06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805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7930-2097-EC39-7EAB-7BD076EE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9FE82A-1543-5758-86D8-4EBB20D8EF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BC144E-FA00-7599-81EB-7AFBF3AAB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FEEB3E-BA95-0430-04A4-5A3DEF6D8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D79A51-5523-745D-40BD-4880072C5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D939AD-BE7A-8BA6-D3F5-A3673BA40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A0653B-C663-3BBD-606C-77C63039B0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7DBD5A-4F0F-4E81-F4B3-71211FA860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F276D0-7583-CCE9-8838-B223B0D8768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3F8AE-C934-DD82-2579-EC806758CA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D677E7-EAFD-87A2-E6B4-8BB002DD315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A41EB2-ABBC-9037-604A-BA7F8F5AB8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563133-0BA9-3925-1BD8-C3B104F9F4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FA7A48-D2C9-E6AA-F799-5FF77CE391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5D9707-B549-7697-54C1-0CC6F16CDA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A506C0-A0D1-DCA6-7ECD-07E176AF14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63E9C8-1A71-AF9D-FFA4-C37FBD5DED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9DFB7B-0CE6-018D-A28C-D073AB5BB3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451DD8-F7D5-DCF9-66F3-F0C3B9F0C9C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A9E963-2324-55C5-A2F1-703BEEE932C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F1A97F-064E-D2F4-39AF-EFFEFC40BE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0F541-36C0-857C-0697-12FBCE0E20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F22F0-5FD4-8054-ECB1-E12B6DB9408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1AB09-A42F-166A-CF2A-8ACBD225318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B6973-C9F3-9AED-1186-06A56C4DD5D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0138D-912C-DED7-17B9-0E6452089CF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402FC-BF74-023C-54A1-3E14ADA53CE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E7601-C39C-B202-EB65-78EE0F53B2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79315-C718-16B2-6A42-13AB431C8A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7A4E5B-183A-7F61-29C1-6EC7B23BAFB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23F16-5EBE-394E-3687-4B58AC3CCC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C2884-0E99-BC4D-163A-8FBDB946BC4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D60E6F-5E2E-D37D-081D-8C3AA3A203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4D322D-145B-9AB4-4EAE-45EF25BC1B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C64E6-CEE8-4CAA-A433-8187004422B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96C565-41CB-9463-A893-77B2A0C72C6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C16159-A738-7E55-9EAF-D579825AA5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A785C5-2889-C92A-18BF-31694859172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9E29C9-0C5A-DC8C-710B-D89E289A10A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5B95DE-CA47-F3E9-2194-11DB7F881BF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7BCFA0-BF5F-5D1A-AC6B-83F090A230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4E7A25-FA8D-6D69-8EC3-8E58FCF326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3E854C-5DA4-6E90-B81B-5E16D4828EF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30517-5B7A-6C91-6154-1EFC6C6FC0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8CDED8-8FFA-0403-1FAC-3D51087FC8D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B6DC8A-AB86-F9D5-F51A-1716D2C8E1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03AD1-0B25-CF58-36D1-AB82BF4392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E3C031-367F-A76B-29D8-BBD5761F77A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4672B-CA3C-DB72-4936-0FE862FDAC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32F778-DD61-3B52-BAD0-96CA5946895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8F3797-58AD-7849-ED3A-E91E3E535D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8112B8-144D-9DB3-3F8B-228ED1821F8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3A55D3-0C3B-F353-77EE-366DE4C9C5A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964C79-7004-1959-2A98-BA47973146F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393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DBAA-B52F-F8B3-A799-8E5C8D1E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2E5ABD-8595-E42E-0C68-8020426C3A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1A8960-741E-7332-4260-23CDACCE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4D98EE-8EE4-3563-A852-B041A1727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59303B-A691-96F6-F4B3-B905F4C87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62F87C-1FC7-6940-4C87-5ED482F5F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DD78FBB-DFE3-E1F9-4A0A-2DEAB81DE61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7E82D1-F2B7-C950-8BA4-F223C5F1735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9A550-BCCF-1403-A708-D915628368F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52B585-0963-6B29-58CF-AB4509BB23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E0A2CE-E7EC-8726-93FD-3BF80E5BFF5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447445-DD4D-45BB-0F75-A14903F553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4A240C-272E-D1AC-F468-329C4E0CF4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EDACB3-7BD4-C196-003A-2220BA89E94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594FC3-75C7-0CF6-41D5-D7EC9302B9D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7D682B-8E96-5837-0D9E-30ACCB83791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F96EBB-40DA-D96B-E360-0C68B782DCA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38ED52-2466-8479-E656-FFDDCDA9A8E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5DE63D-2696-E0B4-7DC0-380C7C20B21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47CCB8-BAFC-CEDD-6A1E-D1CF667DA9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15A2E-6AD4-B07F-5C7F-DE10AA17217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2DCD7-05F2-AFC8-02AF-4B8E85A264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DE1D9-24CA-2A8C-3C1F-DE61D7CD1E4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7B36A-2AAC-8D04-6949-DF376DFA185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E0040-68B1-F7C3-3A7B-E94A206D4A2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10638-C73F-F4EF-D7B8-86481859400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83CAB8-57C1-9CEA-3F09-EEB3FA63F30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DE055F-2E8D-103D-83E3-4F3C46549D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E37A4A-0C08-D544-53BF-23E34D82829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B8EC48-C996-83D2-F87E-A14ED05900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EF8F0-C565-9E3C-A93E-47811639980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5BAA41-85D7-3D10-1004-10A1342CE8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575603-3DAE-7781-445B-014E0C7F28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DF3C5-3946-97E6-BDD2-B7D5FD48B1A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0A3242-01E8-5A92-7374-72AE3AB1448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3C6AA2-26B2-389C-FF40-1A1ED635E8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B88C05-22FC-0071-974C-9066BFF1E5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75DEA9-B83B-7152-F9EF-E84D3ECFCE7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7F5871-EC45-597B-7BA6-9E33B7FD75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BA18EB-1AE3-2AE8-EC52-C22D89471EA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4EA1D-1F49-DAD8-2D9D-3A04D55492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09A63-4B0F-9122-4CF0-EB398A6B7AA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4712CF-420C-012C-D683-C8DF38CCAAD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593F9-DE8E-DC22-A317-D28BE6F97FA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DC8381-B761-4AE4-B060-A316E40E913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9376B6-6EFE-AEF5-0F69-3E0C8215E1D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A69186-0E88-39F9-5E66-F55F0BD7D6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18DBDA-9977-2A56-5267-0F6B456DF90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DE6664-9438-3934-E0DF-C6FB51F2973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8E3394-4CD3-3ACC-3509-B89C8469BE1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23066-AF3F-56A4-87F4-045490BAB4A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585D5F-0EF4-5E44-3CEF-4DBBD4F3A1A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496C05-D610-6FDC-729C-C3908AD3B18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76F023-E0E0-70AD-EBD0-9FF0290E148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918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10C67-5D22-98FB-A0E1-A2554CFE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073C0F-C230-4FE1-3B96-18A77214B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thermometer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E44AA9-9C83-0799-3542-91C49A46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D59B14-2603-5A08-9561-3706F36D1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02DADB-632F-DEB9-E491-B004B8CC7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5C2D3B-A8BA-0697-2F4B-9F137E9B03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562134D-43F6-C3C3-746C-D42BE128577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D5BC7B-37E3-A04F-E451-C2C7141B90F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F898D9-B59A-73AC-42F2-49A084D6E7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5D89CE-143F-1C42-C100-CA9DD38FD8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781101-3111-7A92-616E-ED05890FAA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B170B9-402D-5694-3CBA-ACD7164D94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EC59A6-B96B-252A-BFE9-7DAD9431E7D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6E29FD-7E01-9B38-5410-A97CE89B92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E8E86C-166D-1EA8-D956-9F53F674A3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8BD171-513E-6C2B-BF99-6906956448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5411F2-D2C5-55D7-8733-78F0B5895D6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A690C0-A481-DF48-2923-44CEA47641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DE97F9-CA14-EECB-0120-050F62D509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5FB389-41D2-36BD-F976-02051DE4E8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83E7F-57E9-ED8A-D16C-0542455C69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CD8E2-E461-077C-5A46-67145A569E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D5E8D-BFA9-9FAF-EDB3-C5902DD6C64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E85CC-24A7-D1DA-2BCA-923C75E3DA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5F805-F408-66C8-0B34-164A9B4A710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E5B2B-23F2-95A1-6D5E-BC5517E954A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42851-97D6-EFBD-E532-0EA81AD1539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AC976-A351-F343-A7D1-B822AE67C61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DC343-4448-9C86-CB3B-A0744C57A40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073794-76BB-1D09-FD2D-9BAADBAA5E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AB396-BC9D-CC43-6D1E-1DF71AE93E2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EB4275-99BE-498E-6569-D9070A4D000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185B7F-0888-47B9-5FAB-E5B5BEF8C6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F20FB-66AA-26DF-8227-C87A2B4FBE7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D975F6-7A80-D041-D9B6-934458B449E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149934-BCF9-76BF-8000-8478227A7E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722CFD-6BB9-4E03-8EC7-A1877E01A7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28C520-9191-E328-6A6C-26AECBA1847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B9CE7E-8B7B-9A06-21F9-7EC1302110F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1A4D5E-4C92-5AB7-0756-B0FA815883C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A17055-BF55-DC3F-B02D-B084056506B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0DFEC-EB69-744F-BB4A-7B52C767E59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91F5B-B818-B958-3CD7-96EAD24A23C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2845D2-50C6-5FD5-C93A-03895536D35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9A2B6C-663C-D044-8E1B-C210B8BC561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35169E-B95E-8B39-13D7-80E3973439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56CC8B-0F03-2A37-E0B5-11401ECD54E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FEE01E-04C4-EA82-2978-F933706C1E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E547BA-916E-F2A8-20D2-5E1B895A43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FD8E0F-0AE5-5657-C2C8-46E11C22051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350470-B68A-D2EA-C539-C86411FB20C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700837-DF74-E2BD-DBB5-3BBEC2AB3CA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C1160-D753-E638-253B-57F1A1CADD1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D6EF11-072A-D0CA-6534-A0B6B642FD7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77206B-A83B-70F6-1ED6-CB65AD4C48D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0BC6F7-86A5-3CEA-4330-6ADA23DBF68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254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D20E-9EB0-6A44-BE73-4F32EE53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511C6C-61B3-73A6-0157-B0B3A449AC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9D0B47-4006-14C8-992A-DD419D300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918AE0-B17B-2F53-83A8-09843B069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84DB61-1C89-1B23-9CD6-55844A09A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7E062A-EC9C-087E-3CBB-9A424EE2A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C7DEB1B-FF7B-D6DD-D645-AD4359CD8E7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BA14E5-3E5F-4E32-0227-993C9DF640D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A471FF-0CBF-062A-FC25-242C0B9E2B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6743DC-3E31-2CE3-3C44-D793D49AE16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886B2D-57AB-5B62-86BF-0B3F77F121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2D759E-80AC-DD93-22C9-29F16D8872F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1E8716-B1FB-9C33-ED0F-93F40620383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4F674C-211B-D97D-B62C-57598449FCF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52CA3B-69C7-60CE-CCF8-389653C5551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EA9E7B-7FF6-B967-A30D-FB91261F72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02D208-BBE1-6399-D631-A458107DE57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D5D835-9209-628D-D604-B473CB929B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65D397-AABD-C79E-E706-D5D302279F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69CBAE-3862-98A0-5F4A-6E4A8064CF5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45894-BE04-FC28-320D-7830EBB486E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1B444-6DB9-5060-4C2D-898FC4F94A4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DCD24-A1F4-4EEB-6891-CF8EF889F56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C0B29-F96C-3C07-062F-B1B8BED76D2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D72CE-7DBE-BEF7-0DCD-1D683322A1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23A42-0D7A-F553-0DE2-8029E772E53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EA6A4-BF6A-18AD-DA93-963CD771305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0BE65-CF99-DC59-A88B-AD5C1E685B5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B8F13-FF05-659A-A3CF-7D62950776E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C0621-2334-9670-D883-D05FF36571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3A875-9294-84CC-39D6-2CD3F53B678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7AA856-1BBF-A377-6B1D-0936BDE6CB1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0B3A81-8A94-DED9-0CAC-633634164E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5905C-49B8-4583-9EB9-DFECCA6EFC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F9469-BEB7-B39F-1D4F-A911AE884A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22F7D7-2A33-D18E-05D4-42356EBA891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6E2FD0-B672-0E36-2989-788E87C402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F9EF3E-F3B6-875D-4A64-EF9E04D65C2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581587-B7D5-9CB9-2DFF-6A00B5CC79F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01E48-5057-34BD-F580-74B51C165D3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F6F1C6-675B-2444-AF2F-3B273C826CD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043E6-F2EB-E325-232F-5D9A0B7461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532EA-C912-7215-1818-2D59367A882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A0B8E2-72A8-E3DE-A5EC-EBCEA041B3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AFB8A-2D77-E2E2-639E-6CE25DE9ACF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8D20A4-74E7-9340-9DCD-58A6F3A1374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07689-2089-620F-094E-3C9AF834EB1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8290E1-DA64-705D-83B1-A48F7CAD43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D0AD76-79F1-5CE9-2508-400E804FDA8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D8DCFC-E54B-2AFD-86C1-5D474691587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D84893-FDBF-137B-1A31-469B5DE56B5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DC9748-B8B6-D1DF-7B72-4D22999A59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B1F55-7E13-F8F1-7B23-E4191A5CD74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99C6EE-6B50-43A3-59F9-09DF44DA58D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9B0B68-3DF2-0C33-B606-82D34D76AEF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47CBF-31FB-3E58-81C3-AC577209458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92E419-E6C6-9B30-4081-24E86B86EB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1648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D556-492F-B098-D93B-8FE67F04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A51B4-74CC-B723-E8DE-0A15158C79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E03B04-A49C-1371-2898-A6EB79B02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1968CC-4114-192C-5F0D-4BFF09E9F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592023-54C6-3AE8-5D57-A722378A0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0CAADF-74EB-2E44-D468-ECD35ED3F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469BD76-1AB0-B26A-5E43-F870DE86EC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C43270-C57B-A87D-80A1-4EE30A6BA94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D33B7-9916-0770-3E72-47B7EA7B0F4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BE8626-7551-0C9D-7B77-F4063D5225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40DE30-77D7-AC0D-1D41-E606630F13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1E06E4-4A76-277D-44A9-D9998897A19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EEBB26-2E7F-A2F8-FCD6-181384CA45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1630CA-AD7A-A8FB-40F6-4E6FEB2ED8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05BDC6-B007-B55C-8550-0697C83B13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119C68-5C0C-AD88-266B-E04571745F2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E096EA-9805-D5A1-F251-D3B4AF775C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25726C-F079-3E37-E7EF-B98CC90E4AD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732242-6F82-E779-BF2B-5792AE5F43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0AB6E2-8FB2-E655-1E28-8E48F930B3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2DB58-D745-CFDC-9230-60BA6692C1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CDD73-9FE2-F49A-061C-C27FF311C10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269D2-5840-004C-AB78-7B6032BD038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C965E-9674-D0DA-584B-E9B5E4C153B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B6922-F837-042E-7A2F-950DB2B7DD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BEC50-8ABF-DB30-5BE0-9206A78BF22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0E6AC-966E-75F2-F835-43E81C7894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7B22F-B2F6-D7F8-F965-BB012541F97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062B7-CB4F-E4BD-A0C2-A8C27191397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4D8669-AC23-6A19-8EA8-A48E2A443C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66580B-1FCC-FBCD-50B9-55BDC1D1517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FCD45-12A6-F215-6ECF-653C0AB734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A82124-25A4-E2DE-7880-AB9D8C6CAE3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FE3A5-8875-5F8E-09B5-7CA2D39ACC2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9482F-27BA-B4B2-9B62-31142B8310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7F189D-F37A-089B-0688-7B80F8D59E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B5BDA-7E9E-1774-C137-8D2A35AC83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2C4D51-5A7D-296E-3DBD-4CA85236763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214574-5272-4161-8931-E41E3D399FA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BAB834-0DE6-90F7-F667-F65B03E0AF0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686FB-3811-0F85-5A38-9CDF7D625CE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831E3-BEBE-A19F-3ECE-BB7D6454CB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2F62AA-92C7-A477-38A8-F032ED21502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BC7B1-A892-2D6C-B60E-40B08273579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10CF32-D099-FD12-794C-367CFAE8B95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D6ABAD-B589-943F-A8B6-20EC5A37B2A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377A27-4C02-D60E-A3AF-B67C5DA1311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EFEA7F-7CAD-7D7F-E742-E786367688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04FC26-A670-50E6-9367-D28FFE9E362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7C838-DCBA-4BE3-4039-019DF75799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95A625-0FC7-C890-41BE-5FED45BF39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EA3231-51FB-1506-1EAE-051A5E7590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4935A-E8F4-AF2D-73D0-E7594E35579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DB7B15-041D-27C4-B2C9-0DEBF4ECAD5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EB8908-D7FA-9F4F-9924-AC0DA2B8DAF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D91671-E406-C93D-B457-C4F404823B3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660BD5-C9CA-9214-6AE5-B7DB0265E9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85EDB6-DC87-A6E7-42B5-B5F9A7E7554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5288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8CC9-739D-7B07-09E9-98C58139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A63FC5-54F3-A0E8-A9D7-DE36AA30FD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60E666-B2D9-168D-39DD-AEA4A3C8D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B62346-AF46-5493-9D16-92878950E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375435-1CE2-76CE-B53E-9FD42EBCE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137CF0-F679-85E5-D18D-FB630A46A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4AB0130-C203-44D7-ACEA-A2A34BA004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BA9FE3-FED8-B504-1CC8-1B5318EDA9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956572-EC4A-3B2C-3F5A-583A4D6967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1D6B24-0002-C95E-BE3C-89852BC899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821FFB-B53B-C696-A5E8-F677EF97C5D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1CEF65-1F3A-EE22-743A-BB9DFED392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92E63E-B64D-7F42-4C30-B1CCAC1A93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B59AB3-F31C-32DA-2C11-B80501565F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3017C8-5D1A-1C3D-BBA9-BA32B9FAB43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A5E856-9FF1-0763-942A-993B19A879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D669A3-242C-4898-786B-678BD4A7A55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A31033-2C0C-A120-EE71-159D044E20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B09634-D013-3D7A-BE09-E958D334345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60E4FF-1FE8-747A-A66D-8DC5A979FC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FC9B0-D7C6-5F8B-D5DD-51264C7FA9B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8E5EF-5AD8-D241-13CE-8E8918AC317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B50B25-64A8-0CC4-8338-AAC106790BB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FC5C3-7856-E0AF-8F43-F5B64E39598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3A0A5-FA33-7BA0-59C4-C4F5D1BE22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FB8D2-DF30-9E19-0B29-67F02D3F14D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A08A4-CE24-69DF-4400-0EF27CB5188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F0508-2480-6F0F-F456-30B71BF98CC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AFC4B-1488-5255-5BD0-6ADFBE01C25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087D7-8DA1-D503-3650-E2ED76BC119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35EA3-CD7B-F85F-02A7-28779EC7E88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D87107-5755-B6DA-9DEE-94780483EEE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F184BC-21CF-5E87-A1C7-74186B3274E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16D93-870F-7D69-A9E6-21E57849E62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19A412-7B66-1BF6-FB33-4B2B1F858E6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7DDCF-1999-C00B-09FC-9785AB98E2C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BC3F79-0F99-CEFD-AA7A-B1B46FB123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A3B84-A6D0-09A8-B8BF-8AFFCBEE7C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FDC59D-927B-2E45-B231-5C63E393008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BB433-5975-0994-9095-D3C7756EE54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549405-5920-3AF0-F205-8225ECD6A7B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EFFC5C-3B74-7F6B-7BB5-01F4BCF9D87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389192-40F3-0180-F6BF-84F7DDA0BD3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CDBEF6-0710-1E90-50A4-B19DED849F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B3BAF-024C-AEEE-412B-12BFF60E486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EBD9BD-169A-35E1-1291-6F10F9EB642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836024-507C-1CAD-0B1E-1D11B926CD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D4E6D-12F9-79E0-6140-A6B7DB0167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6EA34-6FF9-FBC3-5DC7-1FDB9A2AE6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724BA0-AF6E-944C-2ED7-2D216267123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04D0B8-293B-6BA9-1AC3-28FD98F604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D373B-9DAB-63DF-C7E6-FC1BCDCB93F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F7818-8279-6A0D-E8B2-36691B2D69E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0BBA2D-9581-4EF2-23C8-D41D5D54709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CB93A5-E81B-2C28-76C2-73899B8CE6A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63596-D44C-ACD1-7096-2B2EC15E6F9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B69845-4C09-C0FA-DF9C-8E37C8F5F57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C22F7B-34E5-13E6-2D07-460E1064D94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5DA7A2-70DB-4548-5ECD-E2CA892C80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80831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81C5-8B03-8625-6D4A-B465F0C9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CD8FD9-509B-F004-EB37-326A58AE49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7BF67F-DA3B-9958-6C54-C964885E3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E9E98C-0FC6-CF36-BB6E-7BC97100A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69C6C4-AF88-1608-875F-AE2D04B3B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6CC959-CB07-FE9D-ED99-13E0D6674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1C575FB-C642-E8F4-901D-A532D8EBEF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041F0F-0BF4-DC23-2439-886AB612E26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8B7BDE-4912-B1C0-E25A-EC62D52833D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936B9C-1778-BB29-114E-5B9AF8B60C3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C507B7-DB24-25BD-0A59-FA87FC4D86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F0C1B7-5732-57AE-CC41-D8F037E9F19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0631C4-3838-72E7-8647-6EDBA1382E5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4FD430-DE15-8CC4-F5FE-A4961035345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49903E-662E-A96B-4BD7-E0D6F0EAE3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333F38-E09B-13BF-B17B-0B4C41F159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BE89A1-D93F-E4C4-7497-C95944EFF0C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52AC46-C851-54BF-C802-591B8A9AF4D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0DB1D0-C73B-4BD4-1C7C-50A5FC79AC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69F279-EDCA-12E5-9AE9-72F7EEB7958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BB6B-EC55-2B23-27CD-F1025E9586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B394E-E569-15D4-34DD-3C0624B18A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1BA3D-FF30-F9B8-4CBD-E0B79683FC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931AC-6979-A969-0B78-C080D98996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19AC6-25BF-AFB7-50E0-F09DB3B3F1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57E48-3F16-8F76-3E70-02C423B99A3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C9858-4FF2-BB6A-EE49-58D6377015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D65F1-8962-4946-8D85-9BE2D0B9194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E91B8-EAB6-CA92-7BCB-896A99A08E6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0E974-9CFA-5556-868C-E4122122D0A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D76C82-64F5-AC85-EFFB-0A596C05BC8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21FD56-3C0B-467F-C0A2-9B052E65C4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BA1D20-1D11-B006-F418-92028AC86E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E8F228-3C9E-D474-B576-CB1121D760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0CEDF-D69A-13A8-9508-A54D5DE3B90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D59610-3B9A-D7FF-AF83-721E1F8363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77608-601D-FBF5-0606-CC1E96E74B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B1970D-47EE-69B8-5EAE-E3EE70B2236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8D849-0B77-5262-1B99-A0EA89C80BE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A55C3-0BE4-365F-9FFA-01BB56D2DE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722DD-8C7E-ED8B-65EB-E4614F9037A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831AD-9F38-494D-87D5-1C2A1DDFAF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013CD3-D93B-1B42-5982-7BD7734BFCF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715AF7-215B-CF00-1B68-6BD7804E2BC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E924D9-9673-8688-5B3D-E670A590C5A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413CBE-825A-6DD7-4D2F-F9A432C893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BB59C2-87A0-3E31-97C7-22421FBE00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174272-0AF0-26F5-E457-C2EC0091DF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C05D01-9F43-B654-A93B-B853F1C99A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302528-065F-167C-785D-C9D799F86E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E71C5F-043B-E281-7FEA-89E6F8F889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384093-6912-B875-27C6-0F48302AAAA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47F37E-D160-C1C7-B724-BCA6EA8A843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FF4B90-600B-E6F4-0BCB-342FD6B18D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836AA3-FAE9-CA76-3B9C-00071B77719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3A7596-C786-D7D3-97E7-6166EDE278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10F7DE-DF4F-3D0B-F43C-2CC27848A58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7F6935-91E3-49E2-C578-DC3E5A6525C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43AD8-5166-92F1-BD86-1CB048D0965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D7078E-70FC-4BA2-E80A-0A3A70092EE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4010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39811-54C8-FE14-814D-076872D9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A48DD0-0DE3-0F97-B05D-898C735131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Row 3 and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E4B8E6-F8FE-981A-7FE7-45CD910D3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A26033-6B2E-6369-561A-FD6BFFD1C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8F09AA-7D47-5BBF-B544-7DC850AB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478E5A-C787-DD2B-9064-3DC6AAA68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43662B3-19C6-FE09-F437-0C9AB7BA32C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195D13-590B-9514-984B-1A20FD99FF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B5D20C-5586-6068-F9B0-2C3396FAD3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27B177-F25D-06FD-B711-CC67EB9195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A43EAA-6173-B176-C4B3-43845DE5AEC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4E5B74-8861-7717-4C5A-8916C9A58E6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4C300C-CBE1-CFA8-31F4-C58AE35B99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AFA71B-BFC0-BAB7-C7E8-55ECC5764C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D53A01-C332-FFF6-85D6-59D719C21C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ACEAFD-F843-CA45-47F1-3C6C47BC360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7F02F3-CCE5-CACB-557A-89031A80C61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652856-A3FF-081A-1240-63BF821C65D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14A180-52A0-7A18-5969-2842AC01F53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3737E2-A9C3-7B75-B71B-26BFBB56AB5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DD5EE-6B47-A4B3-50CB-943CCA4A40E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4B0F3-D96C-34AB-877F-9556B5D42D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AE443-237C-1E54-1157-DA5C15FC22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3085B-AB95-ED51-9AF3-8EF93899A3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A2040-1D7F-6EB3-6EAD-1EFCB06763B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D283C-233A-7151-A8A4-63A7AA1155F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9421B-58F6-F05B-7101-5BA109EE1C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9CBC4-D46E-7F24-729A-88D7531711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F813A-98DF-01F7-C769-994A03CCFC7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63D19-D290-FE96-75E1-BB5E5B72ACC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B43C1-749E-30C3-F49A-BBEFD06DFBD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698983-E623-11EF-1703-A82BECF111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796B69-50B9-C172-E8C8-2637DC8CF43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561A2-C184-552F-28EA-F9134C904FF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E76977-FF25-25A9-4F45-A61735670FD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14A297-8FFC-208A-DC13-FA4408A893B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97CD3-7CB6-DC35-5F95-B0027EEA772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D44C24-EB55-B1A1-4F34-88DC295FE4C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43852-4F86-64BD-8B6C-E7F59E7B103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C78B0-B7CB-D1F2-4F4B-69334407C67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86F97-FD62-6FCA-3623-1C2646496FE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3B308E-7DE6-70A7-7967-24C5828093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352418-68E2-9355-020E-414F5DCDC1B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95682E-D7FE-BDEA-E8EE-928BAF1D7FB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B2AD4A-6334-4BA8-D6EA-03E1E7BB4D9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DEE9C5-0DAE-A3C3-4DF3-FBFE8AFFEF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99116E-6664-CFA9-5A34-3C4685EB8B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0A97E5-E27F-9E52-566B-2496DBC172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5EC7B9-5D5F-D690-4958-9BD25D070E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B5C4CC-B022-FDA0-00FE-B8222E7F547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B129B1-2773-D3FF-CFA1-2200D3529F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657FCB-4327-C237-6ED2-B5D75D3569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E076D-C19D-DDA1-EA44-B8A8C6787CB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5CF719-B3C6-3886-B6BF-FB9CDB893D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06A9E2-7D81-503A-E267-FB17911712D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C2C94E-8E93-B6E8-10A6-3B4D248D31F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2F9B76-8E7A-4C9C-3B97-20A373251F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ECDBBD-9898-DCEE-14A5-3170BB3ABB5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84DD62-4ECA-9898-D7E6-536AA44E03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B16ED1-CF36-5A51-E3B1-A123CA3A233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E4BDDC-D85A-42F1-09AB-33D7FD2945D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B9E26C-FB84-66D8-2524-5689C5E9E2A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68447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E6CE-F9E8-635F-CF21-AEE8D262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DB2A3D-0633-8FAD-4B95-8867C32E4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upper left and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DB8FA2-73FF-9E58-1F55-4E3DC0D2A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F43044-C5E9-E26B-3322-0CA495761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3A6AED-0DFD-E69B-83AE-EAA930484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74AD69-5A32-1E6B-5081-63CA01291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E26EC05-7506-FA17-D4D2-F44F97D2AA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FF36BE-F3D3-86BA-6FBC-FE9D9B2396D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A0724B-ECCA-58B9-EB9A-D4EB0F673CC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E1F9C9-7B9F-2FA3-6A57-4E84A9F1C8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8F8834-695F-7FE6-E154-56CBF6CE852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8F78BB-217C-E370-5023-C2937FB44C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193DD6-00A9-26E7-70EB-D11A23DDAD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C27581-C67E-5AEA-094A-84C3414F620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DAEF1-1DFD-F84F-A0AC-5552CED444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ED4970-FF8B-796B-DB4F-D4189C1DCA2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BA5303-D3B9-EC2A-5EEB-A592DFE3D73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545637-C4D3-4D82-B2E8-0A6BBA1A69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9341D4-707A-A58C-1539-7AE9112330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782C28-459E-13FB-5CA1-E1D5420A19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89777-2B8F-46CA-DCD5-9878275DB0F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4C733-BB72-B42F-9FED-4633DB6973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08804-7CC5-D2FF-53F6-7D9A92BE77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1B5EF-89F7-E8FE-1E9A-973A3C071F7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B3E88-B0B2-DF84-0966-80768FF2FE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966804-4F00-244A-5C90-0937F6D6560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6862A-E1AB-1E9F-311E-3D08B86C34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51A08-4A46-2014-D1CB-847F604AC0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8A8AE-7D16-FFE2-C9ED-7F80AA9FE2C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F44F6-C583-F010-D341-06DE32D7319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C83E03-5EB6-1B91-267B-FD95873EEEE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F7FF1C-6415-5025-59DD-95CEFE51282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5FD451-11A6-1233-7E0D-88A0236583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56286-42C7-569F-3F4B-07AC9546439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4CA184-9E9A-A6A6-D8F5-015C448C53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4AD2CA-FFB9-FEC9-C86F-E2FE5274C58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6EF7AA-2BC1-39E8-4EB5-8DC8EDB365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F58872-D455-8BE4-BECE-A694D392B1D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277986-9D4D-3491-C84F-AB08AB02495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4C6074-5562-8181-5B2F-15E4002082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F766D7-6BA3-881C-3D91-4E7656BE67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73661-B2B9-BFB2-0D33-58F1F221D44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30A2E3-0190-82BA-544B-C3AAAD34537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FD86F6-2BB9-1532-2655-5BE2F5FDF2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471DF-1C14-8E34-51DD-0CEC27D09AC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20015-D66B-B72F-8D70-ACDFD0D5C25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7CCAA5-0AB0-9BCC-C762-F6C20B2C4B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BDAD71-E670-5C15-A67A-F91B8E9621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84E79A-7FA4-DAE0-3432-6E59B8B1BF1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B2A862-B092-F2BA-FD88-7EBEA366EA3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80B63E-9231-3A96-0277-8EB66F714C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E9839-6F86-FAD4-DD41-11A8F2623B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17A91-E4AB-555D-F6D3-F2F075F8EAC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9E8346-9078-0130-C0BB-E7C19D543E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88B893-304A-E0AF-83F8-048219D1605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09F471-9CAF-0573-C7DB-128BA3E6C8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590373-1C60-D108-456B-84BCB87EA4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5A4D33-EA8C-B0D2-0269-8E839310582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027554-D2FD-686E-0BC2-F17256893DA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A5ADE0-5553-81F8-83C6-8D51E7C9E8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FE0D67-931A-274D-B6E1-B1E5D6990D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4DCBF3-4357-4AF0-8A53-1E19B86719E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E166E2-3074-A641-BDF5-A421A24B985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39731B-EA3A-DD06-4463-E09080D37E0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4437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713F0-2E05-3992-524E-B661412C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AE3E31-9634-2240-952D-9282F1E5F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11C829-BD16-657A-1142-027A3B633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758CE9-1E53-402A-E643-13D972881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B7CE91-BF3B-175A-6D87-35D2BD755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E24656-21F5-4C5C-94B8-516339DB9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68F2D75-0EA0-8671-0E1E-135230E647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40ED6B-4E6D-D7B1-7C15-62CA02913E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C9664C-8508-5E20-1877-6DB6CC655E4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732621-1713-AC27-4C76-D0285722C0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AC0AFD-14D3-19AF-15D4-38331C3D44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61A9D-34E8-9770-FA16-671B79E0629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E95E8C-04EF-1435-2907-8D7F58EEB1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6B7E54-AF2B-96CA-CB10-473E1457BE5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5A94C0-EB85-A1BF-54C9-75F8AAFB640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4A4218-63F4-3AC7-1AC6-E100B3196C7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9D20E0-1C20-3314-A6B1-BDD0889659B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C52BB0-0E10-FC21-CBAE-2F0047F0B85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E08EB9-F939-B104-53D8-6E968EB06C4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36F9A8-2386-190A-55C0-537A79F6FAA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7CA66-A81B-67BF-F722-E30E711346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1B499-0BB7-22D4-7AF8-065E8DD13B6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55B62-49CF-4A24-14B6-340704940C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4074A-0C9D-95E0-1870-CD842DC58D3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5CA4E-C30D-9401-C1CB-DEE5381E67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68B2A-C3D7-D51C-C9D9-CE2E8B742DF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5051E-5802-7F2B-5071-1D2142C43EE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D0513-D9DB-C4E1-EE3B-4F8B27B8672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3A1EB-0A1D-6826-DD13-66F2D473624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93E065-16F2-2AF1-E783-88D9ABFDBFD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8298A2-6483-255D-B3AB-F7DAC51C37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5B9C30-6F9C-E965-98CA-46D7D71558B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3219D6-99B7-0EF6-DAF2-7869C677F18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6EFD7-AF8B-B180-0700-75D6DB926C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4CEFC0-7719-9148-112D-FC523D853ED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3D4B58-EBD2-42B9-DEF0-084452202EF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07815E-FD51-FD1E-9880-1A84FAB5FB1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80B50D-1E04-DB2F-0B1B-F6B2AAA348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74EF01-DB7A-14B8-ABE0-914DBEE5E3B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D1639-F7C7-7F95-B351-89F53A8ADFA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C8FCC5-030B-8DC9-C3B3-9A3575A623D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3E0F0D-E1DC-EBC7-6FC1-CDC2829A2B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8AB6C-73B4-940E-0F42-A2DBAE07D6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92F23E-299F-7366-A062-4964A2378F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287436-A5FE-9959-7CD5-FAD489D2544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BED841-8080-47A5-821A-7D31E7D132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8C7534-57CB-1D87-497C-4C754843162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79F424-D455-D49E-A4F1-3E7BA50C5A0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B9A5E7-48FD-B382-2A90-6758DA0AA7A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DE194B-A01E-3BB8-5BD5-F55FA70B30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9D7A5-0DD8-9F32-062B-93C2B4B99C7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9A8626-2C65-60CB-4634-5DA085145A1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2DA41-AF65-7D8B-752B-32F13529050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837ECA-A8C4-C183-1FB0-F71C57A69B1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1A427E-A3F2-865C-5668-A584B5CDD3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CB42E-20E1-725B-F9D8-00610E0164A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3B9C76-4A4D-94CA-DAD1-40BE28D3B5F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55C342-5A7C-A727-8CA2-6FB76B58359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6BDC5B-CD36-1ED8-B2AF-B1B5455D248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282BD4-EBD5-1A63-82AE-AE91A0D7CA3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77C28A-C3FC-C6BA-8A70-F09D6EA23C1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D2FCEC-38EE-5AD0-03E3-279FDFCDAE3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E0FED5-16F0-EAFD-3D50-F0D427985C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DCEE6C-4C98-CFD1-F502-74C5295F05B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92656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77FF-BBCF-FE47-1432-C369D87D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C3A663-7532-4050-06B5-28A3B5A83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and 6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380E69-446F-5704-3B21-6D66F77CC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1C8617-DC75-F8D0-D21A-E7A559E90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5A8515-2339-48F9-ED86-68E7BC547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BEAA69-058F-F80C-F62B-7231F92A9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176D252-623C-D9D4-EB7C-1D5BD821311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1E83E8-10DC-1642-357E-C6FE47B4DB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F01DFA-6133-3E41-7923-23792F12E5E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F8FCA5-A64C-7FC8-CAF5-C465E940FF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6D57E4-8DA1-4FBE-477F-EE755814DAC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1B3D1A-F1A8-7257-33DA-EE39629B08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E34698-3590-601B-282E-6A49725EA7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2BFD21-C8AA-33ED-CC41-FD1A2DD8782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2BB11D-9280-2BF7-424B-93D16E8AB3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2DF74B-1F0C-9F71-11A8-8DDB6F54511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16AF7E-F83C-AD47-21AA-253047F85B0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7B3727-3214-00E4-E9EF-8DB7A80B2A7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6BBA70-0170-CAC2-172D-E064007E31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E4EAF6-3667-670B-16F7-FFC47F4050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D455C-FA6E-DEA5-F955-B1D4C45CE0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3CC53-9728-CAF6-16DD-4F3F02A6483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9F807-AB38-1B23-2690-9F2B51D689E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FA3F1-FE72-1AF7-2008-9B2A6E70DA8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E57E0-62F5-466D-90E7-4C57008DAD9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E8095-BBD1-2C7B-FD7F-3F1A1115A12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6DF33-3EBB-CC85-A573-264D7860A6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02126-7219-138C-F5DA-9E8F9988DA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AAC787-DAA9-D522-DE98-AFEBCE2D95F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A04558-F81A-D995-ACF2-98361289D3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5D3D62-0357-D625-D8D5-1EA0750CFE8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82BF2-E4A1-4D3A-36A3-7E09C4074A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37D028-3245-4440-40B5-9EFACA5134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29DE82-AD1E-2F21-3B66-101440313EE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57D24A-F7CD-9C92-4CFD-97EB107AE3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858F7A-90BC-309B-FE74-F508EECCFB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0ED6F-6274-6200-54EE-1C652ABA77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D7CCC6-E566-A352-56C3-CE65DD4172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9E1F40-44F3-B930-0F64-F98EA9362E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16ABC-DDFE-7D64-6159-09B23D5CD6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DD7D1-131A-47C0-8FA1-316D12B58C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08D27-ECDF-31E4-5F94-A8070580C7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3A82C1-F0EC-8741-A6D8-49711EDEC0D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CEBC55-124D-2D08-4951-4351016067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C6D923-6CD3-3B34-E5C3-A6D5513E9DA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C0A1A-726A-7E35-2635-559DDF0003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0881D9-8D9A-CD70-B185-A4E89D268C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03290A-DE2F-FECF-1246-24B68F17B3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BD4808-B519-DCE8-C5A0-3330C5F8059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EAE549-693A-B723-89E5-1246D2273E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F6AA0A-1E1B-E5DE-D65D-C474BD44A2F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3D3A9-43CF-1778-6203-8B3964AC609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FCB1A8-E431-BEC1-7E9B-29CBEA2D6E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711DEF-50AA-7C40-7BC5-90A4FDA098D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D97B84-821D-49B7-2B8D-015702BE83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BB6201-08E3-D4F4-08B3-883FB7E5AF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EA3543-F854-42A7-2E56-E844C60183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2945A0-967B-11B2-4D65-8B9A0F19D00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C781E5-1BA7-AF0B-0F82-FF2A9A0C731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6B652A-D92C-34BD-F0C8-DA2BE55C37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599F66-5F53-4560-B173-D9877723591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19B5AA-FD18-CEBF-6285-914CBA22AD4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B14C37-6C13-FBF6-04F4-B1A2208589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CE1148-AD38-8E70-80D7-3C945A8DE4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CE3100-4D35-DE32-62DD-E59581D413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7024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D2A4-C148-2B4A-88BB-16FC62FE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7DCB75-3327-7C32-D19C-706D1DF1CD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6EE0D7-199D-1761-15CF-D2E3406D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8FB726-34D3-268B-3D1F-242965586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F645AD-D933-60CF-CF78-890844FE4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517AC4-754F-6D3A-8F90-6E63242DC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2B08D8C-85FD-5C34-FE0C-6F07F962D28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6DBA57-F9F6-D836-74F5-5F4DF1704A6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4C7C6-9955-6231-C881-B9FA76E73F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1B1169-29CE-176D-2AE5-2F5612DC6BD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51BD1C-8ED2-286B-5772-C9317BB389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25C259-6AA8-7689-F804-F9F0A07735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7C5387-91D7-5DDA-799F-5CA7635710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3E0F30-C01D-2F79-4275-AEE610839B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2D67CF-8E5C-8394-4621-85E9924AA2D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BE856B-630A-76F6-8BCD-2F4E264E40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9536CE-3C5B-297C-A6F9-8771B1A1F0D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3F9B13-827F-A343-0168-BD02F9ECF8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B78C90-9B5F-FA90-AC4E-D08EF875CDE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136F4-6CFB-7FDE-E9D5-D038C47DB2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613DD-FBA7-F85C-4BCE-8FD507294BA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7B3AB-BBD3-22C1-01BD-09A8868D7E3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3D273-4ECF-7939-0BF0-754D09F81B4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F0D3C-9A53-FDD3-ABA4-610579C7EF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80040-45D1-8C22-63C0-DE68D5D039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C298F-4D8E-BE17-F5CC-F69B6653DF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2D84A-DEEE-B766-1F86-208BAFC183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50314E-6E03-B6A6-38C8-67F6C2763F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98BFA-8486-9DB9-D9AC-AA0B83BEC9E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3D7875-0861-8E6C-9147-DC5C58A04C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B8C57F-49C9-EDDF-74FA-98D146C257E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8906FA-2F2E-7119-B25D-4F066D40942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BC535C-A8D9-2410-786C-562ABEFD1E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2F01F-69FC-3256-066D-6CF4C82C6A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0FA46-CBB4-D8F3-BBC7-55EE990962F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29B6D3-3996-0459-5C07-479B69F4271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EDB079-A546-E55F-7925-B2F6C3D1BA5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F06655-42DA-6660-780B-F49CFA6DF83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C3320F-7701-8CB3-078A-570CD9C192B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3AABC2-91AD-346B-2CD6-F12E5E6DC9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5A1722-41BD-D7D0-7E8A-D48CBCC33F5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308BCC-C739-7AAC-136A-389CDD6A67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4F630D-C9DD-6258-D113-B4E8B2E4014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2477D-C321-C885-10BF-281C2E9D88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C113D1-A257-4C94-FD81-E3A7B064EF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49BD8-6825-13B0-811B-958E6BD92CB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AFB1B4-DBE2-7317-9DDB-8BF195BD52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E13B73-0634-4C2A-D3C9-A1875B19550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2630BF-CE4A-D9B1-020F-E299FA16C54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81F712-FBD8-465E-F1E9-E6EFEF4A1E6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A5281B-0396-E139-B39F-7510BFBF4FE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BDA3CA-C958-112C-C372-41BEF1DEB17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DDA7BC-858A-C512-317B-A3F904D5A17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6941A0-64B5-25E5-CC85-52E4869BE9D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A7AF74-0CFD-09F2-074D-0D4B5798240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C59E9D-9F44-CF28-7321-1C3D4F7FAD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62AF44-61AD-7509-9F7E-536C0F090E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F45E1A-0198-DB92-3DB7-28D694EF679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73F9DE-7DD3-C693-13C9-B4AAB6EDCA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E6DBB-CA5D-0531-2916-DBBFB0B9B18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83A841-EC47-D32C-E0AC-3BC3A33F62F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5549B3-8741-7D68-0D3D-FFC1C011BE7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61411D-3B88-F694-14C0-AAA1872914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FAABAA-1D94-06A6-DB47-F488B8AD70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75D388-0A1E-70F0-0A5D-A613C838511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BE074-23BE-F08B-D805-450EF478D7F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142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DADF-E7C0-09AB-1A0B-4FFB3F88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DF2D53-EDC2-4C6F-4CCF-E15CBC1E5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BB3225-7CA6-766E-90BD-89174CA3E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B45483-BD6A-A0D4-597C-A95A7A781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F33A6C-D18A-E706-7535-9E3E8815A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90A233-03E0-18F8-E858-D80AF9794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4884552-D1F6-104B-57B3-D227360D45F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895409-8AF9-393E-CE51-5B9A3DB9CF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576A4C-7D47-C94A-D71A-103F7A30950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E8D8E0-F56D-0ADC-8E7B-A236C31D5AD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C55284-59A6-1E5B-3273-137DBDE17E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804BD9-130F-1636-A55D-4DB9E6C488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41F4A0-2DCB-07A2-315C-B5F50AD833C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5BB1A6-34F6-BCA4-C5BC-BC5437AB61D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D533AA-D120-09B4-5F78-E5DE3B017A5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5F12F9-440A-0F8B-E151-09C6268171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BF93F3-AF8F-C989-1DA9-E5CF06FB44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BAF6CF-808B-5605-F1AC-1A1B1A6877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6A347D-3A5C-5676-B6C7-AE6A0978DF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8FBFB1-120D-53C5-B27A-C0923B1D5D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46969-F0C2-6450-02FE-B7E53104429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3B4DE-EA38-FCDF-F8FA-ABBDA136BF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98489-31C8-8CE7-5823-C26EB853FF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E8CD9-0352-890B-807C-C800FA8F01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B6372-A66A-2377-5E53-0124D7F0DC4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BF7EE-05A8-FBC3-B48B-945F4E462EC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493FBE-CED5-C4FE-1777-CE4CE15044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F47FE-DA36-49A8-810C-FB6347963A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83CA12-CA3B-BFBE-5670-DF8C555C2DE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65E15-6635-8574-C697-7B77086D5E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99251-55FB-B91D-3BE9-15626745E80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6387CE-8CE8-988A-CDC6-A861FCC5EE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754C80-3795-84F2-C150-8D40C52BBF6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79F9E5-146A-4177-6C55-72B599F99B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54C9AF-1AAF-9472-F75E-7AD03EADFF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45DC07-2295-37FE-10B9-72038A699E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E1F297-F44B-8DFE-5BFC-8B13B718A3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5C385-FD51-3609-AA5D-42E36848BF3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0C91D3-69F7-6493-AAF4-9D0CE4CEDD9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01CC33-BE24-5CB7-7A3A-AEF4B3717EB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B2968-754A-A826-8640-92AF65E0A1E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A3425-743C-9B3E-2AC7-D739ECAB37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27A425-E1D9-F42B-D172-6E774FA668D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DEABD-81BC-964F-D276-6D98DABA58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98A04E-282C-5AA3-C302-3E2CA4D93E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4DCD54-ACBE-474D-B1AC-0963FBC29D6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E7EE74-C7D2-A141-A7EA-2BC8C5D947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277FF0-EE5E-7E01-AE4C-2DE560DB67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B25F89-3EA3-929A-F630-132AD503A0C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229B99-A351-1540-A5E3-AC857923999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FE1E15-3962-DB66-55CE-2E632636362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4CA45-83F6-1087-CD1D-314422BB1C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BC2306-76BD-A26B-884B-6687179E17A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A87574-228E-D4C9-9880-4C00038885A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E6DF0E-D2B5-5AF1-BBAF-ABB4B931B7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9B2FAD-B20E-BF61-D2B9-7A7B56C4386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E6F928-6B30-A147-9898-D75F94F7FF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5835E-8E7E-DC0C-EE2D-343E56B0F72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96DF9D-E8B8-05F9-2CB8-E746B4F5597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1773A9-5911-A188-42BD-68A2989DD6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A60BCC-7391-48B6-66A4-324917A7450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F60DBB-C924-D1C8-5435-5D4131FDA5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BC5BA8-4491-D2C5-7F43-305D6A6B09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5A4928-330A-C229-5B15-66CB9F4C5E3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7E71AE-6DD8-C7BF-11E8-48FEA88985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383961-FFBE-9215-A2C3-BCB8B55D2BE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37D30A-C8DF-8509-EB0A-A10DC943EC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0837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3DC3-BE12-2FD2-405E-1FD19D94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78F438-98AE-FFD8-E79E-FA04C4CA52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five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DA4DDB-261D-D71B-D2F5-BE20B9802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C49567-5D78-EAFF-AA3E-F89AB5669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882656-ED57-ECAA-CDB0-CE458F9E2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78C27D-3BF1-9861-60F0-B15F800B9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EF58B77-AAB0-0D29-0593-0F267146D04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4942D8-0EC2-7D41-E6EA-EBE043711D7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B162A6-837F-597A-48B5-281E5FF667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1E382-2803-CE8F-5E59-179FB56659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ABD26E-19A0-D43E-B808-B6702E14AA7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113E16-FFFC-BBC1-DA1A-DE34E320824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B4708F-1533-7929-08D5-33B8AE2AD1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A815E0-BE9E-BAE3-B06C-DAD5F56BAAC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86A698-F679-7861-E624-5930638411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76AAB2-F9F9-377E-1546-F81EEBF261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D440B4-F123-0D7E-31D3-DA2BC67E29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E185AA-1770-BE75-EB14-C804809714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7DB89E-2818-1845-DEB0-6335E20835F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4D08EA-EF59-A50E-D9CB-EF07002A6DB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ADB9B-2C77-EEAB-FAED-23484E7D2B6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EB859-C4F4-BE56-51BB-EB610B39D28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A07879-EB79-5CD4-DD54-45C7837E1B2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56E06-5218-39E9-5CF6-787351357B8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9881C-64FA-8C2E-A8E9-D517E0F24A5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D9EE2-F0FF-A8BA-1B66-183477C6E45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12611-94BA-45C1-454F-7F0B79FE50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0FCACF-20C9-D47E-D619-538B31C782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8CAB2D-8653-7D56-4E84-A5A8FA5F28C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31FB7-94F1-FC60-D4B8-E5E587A58BA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DEA5E-0B5C-A96C-EFEA-011160AF0BE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31E67E-E07F-3A2D-174F-7E2259A911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8FE519-8FBD-BE68-5330-90B78F0BEF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E0C31-4163-D49D-1D44-9E42D1FDD8A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A37B8-8098-7539-65E4-A5FDA8256F5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E4F42D-3860-A6E4-6BA9-9E181DEA561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E93C8E-4D18-F413-D49B-C5DD0DFE978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32E3EA-8946-7434-9BB6-DD9BBEF6F49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FC0090-7A4F-AD1E-0235-DDE3371BB80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A2533-DE03-3B57-C5CD-95340A2B845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E6BC0-C9FB-318E-B1E8-C97DF44264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6BDE1-B7FE-205A-9749-CDEE2F317A7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F042AB-9A71-F2C0-B8C0-67913A7C72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4B21C3-973B-FAA3-8130-CFA88281165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0B61A8-5459-3572-0F57-6923FF6FD1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3D640B-D0E9-C46C-2468-E75E7622A4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122184-0569-8450-32CC-4666CFD7ED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0234CE-CAB5-7178-AE46-04ACB1D6DE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A3BA55-A60C-0EB9-D898-AEA0514D68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8DBE41-E31F-135E-84DE-6A476C64F5B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45AE50-1DFD-2112-B6A0-3F007A023D7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8E96DC-8F08-DF20-F9C5-5FBEEEDA86D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80387A-80B5-7023-1CDB-076659E92FA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AC0B73-5E78-BCC6-C287-C282DA2B332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F0410A-F1C9-5372-4BD6-6976387F40D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10C2D0-5F5C-EDF0-56D8-E4F9B946093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A9591A-0381-EFBE-AA67-63B39A2DF3C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9C6648-4828-3255-E403-5A3992D10FE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2C3DD6-3A70-33DE-232E-4906FF0F11B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EF2AA7-CACA-D44C-DBB9-1076A9D37C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3EB080-0F47-C9B7-B9F0-B4D045A327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C2D253-4B66-5369-C7D0-879F2076B8C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E86286-8380-30B9-435E-54AC0F5D35D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32DFA2-9A89-954E-85C8-F552402BF0B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CFA7FA-698E-5D6E-64BC-27C84F2A2F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AC8F7-3397-5DB5-7FE5-2D36D1F2471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0C47B1-0A85-0525-D1C8-AA7BBDA932D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28104C-F5A7-73BD-15CE-3E5670A543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932C9F-A9A2-DEB3-E000-1F6465852E9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439D0D-0773-0742-9672-0479C97C71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D78FFD-555E-FDBE-8D7C-3B3051E93D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121B75-62BC-DB1A-28A7-E0B3D853B1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49A8CC-985F-94E2-F298-4FA5D2BD3B7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81ABA8-61F1-55B1-B23C-9485D98139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8D89BC-F7DB-E56B-2829-EEC55D55C7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6F96D8-2384-1723-3EEB-4DEC57ACB7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545A00-2BBB-DE2D-53F5-C29B7CBEEA0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F80C43-F582-4DA0-8BE6-8EAABF7A367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0C076C-ABFC-5B01-5077-489D74CE15F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D56CA2-531A-A9DD-9576-F88845F6739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29727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D258B-EA5D-A79F-6D24-E330A18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C49A34-3ACA-B698-9BEE-C6E1700296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37/347/347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17F7DD-DF5F-165A-3969-90B6B14BA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C00595-0876-C9F1-12D6-C636A8D14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72E0D6-3C4D-8FA9-FA48-217F569B1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1512AF-CD71-6CFD-6E97-739107E42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0C4D7A8-DB96-CE5D-3D4B-3DC4E331C5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C94707-A5FA-F69D-EEDB-1EC2C34B32A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5A0641-378F-AF96-2389-745BD555F69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0D1867-AF09-419B-9B07-620B188F954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3A3DB2-187F-C93D-206B-79F10170BF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7B483F-3067-0AE0-D616-FF1A1A24021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C6A7E-6D7D-2652-B2E6-D299682CECD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46C969-A75E-E653-BA7F-87CC3C5DF5B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AAB1C8-7E04-D529-8532-669B0CA093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AEDC9A-F6DB-93D0-DCEF-D2ACA6BB4A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F23234-D404-6EF8-36C5-14CD09D9C70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A84BB4-1074-A5AE-1F3E-8DC52B9CCFD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699A7B-C019-396C-C328-A9F9CC28BE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B71DDE-E8B9-F2C6-763D-76936F4761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5C449-7CA9-1219-4F28-11D45918C12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5E311-DF25-DF60-35D3-615F513D54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24920-A7BA-1B86-D4E4-58848A331EC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0944D-06FC-D739-69B8-2752DE0F719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DE618-DA09-2EB6-A366-43295CE06B0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01774-7CEF-69A1-8E6B-176B1605945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9F3D1-1908-1AA1-F900-D6248F4A153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9C9ED-EC76-336B-AC57-1E7F700A4DE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471AD-1021-A313-4F5F-BF09D3BA8C9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31A64-7991-5970-D5C8-F2FF38964E3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008EE-B45B-2EAF-3911-D9E00D8678B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F6B92-5F7F-678B-9A3E-B21E003071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89C457-033A-4EB2-80FA-FB46E40EBA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6F959C-0D68-42FA-6087-5DE3903F421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710108-7321-73D9-8ED2-F83B61E7B1B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36E8A-3D24-63AB-6FC9-ED1D6A65796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BE2C03-630E-DBAE-74F9-A99A497C40E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2F0A0-FBC5-7A95-D69D-D19BE3DF30E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E31F8E-28C2-B68A-EFFF-332759FF4F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527E5E-FEEF-B987-A9A6-3774B706D19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5A03CB-B2D2-1608-A4D2-66FF9A4D0E0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CE5D66-3145-DB3C-C9FD-9C77B99BBA9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C818C7-4343-0C98-F978-88F4148F03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CD3440-8D3C-E35D-ADE5-798B30BABE0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DB511F-E8A0-C1DF-BD64-0D5B560EB82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37541C-A81C-8051-89A8-E27E428E0D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71D067-1336-63BE-B56C-138AE39CD87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168D88-0C73-E623-2D70-7AF5EA8644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9496F-B9C3-6A09-6A95-0993D53878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31D3A-0439-476E-7804-01E4E4FEF6A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D0D960-7632-F992-A972-56E3458D88F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6694E6-832B-4731-A76E-2611071203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455755-1DF5-5FB7-C966-1D468D1B62A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1276BD-0B3D-248A-BB22-0E9D16247E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5FECEE-67BE-7CF8-381D-4041F47CEA4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F93265-B594-5AE1-B0DD-C9340E53024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367D72-B75B-4535-7193-4D208350E5D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39971A-6894-4CCD-8759-AC30EB78A9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22C36A-2AFE-B014-76BF-0E46FD7861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087869-5712-34A3-A5B9-94134F0EF4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7F11F4-4810-3927-2EEF-ACE552751D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445C00-DD4F-64D5-013F-08E37FD3E2D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287D19-8495-9FF6-DDA5-3AB924B6690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169FC7-1407-5DAC-83F6-A71EA974307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C8FCBE-AF9A-88C9-D293-87CB9F7DD12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62C94D-9AB3-3BE7-8A62-8819F6F6F62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97D346-06E4-2614-86C2-4D4F2D8FF8D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6EC6A9-3C99-D81B-A155-23C057E4D77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D88826-5B6B-0A2B-833D-9503459D29D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6A3132-FC31-F12B-67AE-DFAAD7D42F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49A6A2-F664-FF21-3B5F-05FE84566DB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F5A22E-EC8B-8A92-5A45-25B9105AF3B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0092DE-5137-462F-C655-C05B464250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280693-6C17-598F-E2A0-8483C3D0884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D56A0B-2E2E-3BA9-2845-2B98588B87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164FEA-7C96-E4AE-A28C-968457E55E1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3FBEAC-ADAD-42B9-0E7D-7EC3CBA5E6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2E5CA7-7154-4051-3CB9-95634C060BB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5AF8D7-6A86-778B-452A-6A36FEDE52E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70CA10-398B-38BA-7EB3-E85C16946A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65816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9785-78CD-A5A7-8D0C-F5A13D96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B32D2-351D-9CF7-3247-31860F6E02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512BD6-5662-DDBF-F2C6-8BB96EF9E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6E30C0-B668-ED2A-6901-E355BF098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1408A4-924C-9D77-58B4-54E4C9248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29C336-D309-315B-0C9D-34D7CE881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821F3C7-D798-0CCE-939A-FC8DBF3E823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40328-C23C-DA0F-0DCA-987AA008CD4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ADF58B-DC81-2364-5EF8-110A98DFC1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155966-F6A4-21F7-8288-59F175DCCD0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DE26A-9ABF-A174-6CFE-F3CEE33A21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443C23-AE14-28EB-112B-7C73D10CCA2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17C0D6-C0AD-AFA4-86AC-36109A5209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BB67D-6F71-0851-FC90-6C7818C25AA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9C9C20-2353-58E8-4E31-AC253D0979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2D4CE4-2FEF-1CB5-BAF8-4F75ED7BB3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4FAA0D-7624-3B07-76C2-4650905CFE6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679F37-C7FD-C635-EB32-D45395414FC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F8D26-C0ED-837A-48EE-CB1C05EF1E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A07EAE-AC19-61A8-25E0-90133B2FF48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18330-BBDB-5ECB-1AD0-6FE6C16AD3E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13D56-A207-0FD2-A758-1020C194FEB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08E20-0437-CD2D-1551-02169331B49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9DA8-8B9E-3EBD-FC39-AE412693E1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26C5B-91EC-52BE-91D5-FAB3655F6E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DE8AC4-3823-40C6-1370-F7AD5F3223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F0D5A-72E1-845F-9746-68CB032366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7D5C5-2EEB-F90B-78EB-197379FDA10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C3430-F58F-A902-9CCA-81F8594A2A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CFC31-5AB9-C566-4029-B8E3A75E00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8D001C-5DCB-1877-7AAD-F3C26878D74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A1FAB3-8B80-C999-95CE-6737B58FFC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F3762B-1947-96A5-C76A-04510177513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7B258F-0928-16EA-9115-67B15435CBE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4762BC-AA93-EBF5-1699-7471DB64C18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864CA-4911-C693-3E15-02C9510775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CCB4BB-E22B-B3D5-535F-228AEF4E22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E4A842-CA8E-23EE-EFB0-BC18060A00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7F5A07-AAF2-5098-6290-EE0E69E178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07DF87-2278-7F21-99ED-DF6EC28D18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5D3743-D923-32B9-F573-5A3EF6244D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4F594-6018-DE12-F04C-536E6039690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BBAC7B-1D94-C553-3183-15A2A154B8D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741AC8-3253-D138-5102-928317866A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DC4938-7C99-49AD-AD48-0E1A5C6169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3121B9-20DF-253F-B2FD-A8174BEB756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F46EFB-EEFC-1223-853B-620DB4F82B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A5E87B-08A6-ABAC-05FA-903505AD28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84A091-0F8E-2220-777A-CC05DCACF83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2EE74-97D7-69DD-02CD-48843FB0B4A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B3E23-5B38-57D8-7425-C445112E590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250BF8-856E-D66F-46AE-D887EA9162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AE7217-A8E1-504C-CB39-D07F57666C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DFA794-CD4E-693F-1C97-B95E36A35F7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D79C33-6761-059F-14C8-AD1E2B9705D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29229D-D3FA-CD7C-3CF6-7CFA2EA512C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0E8D4E-C457-9A7E-F584-6BDC6A88BFF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0DE7A2-9DBA-F5F2-6AAB-95984184806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B28A6F-8B84-D272-0488-ED804466D63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67B15F-F4B9-7B71-746A-2E3C3A7B50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78E619-5005-BBAC-CB84-795A4500F01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40A978-E89A-7407-E385-2EE0E2477DF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8BE93C-7834-660B-ABD4-FD14E79D36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66C10-C2E8-8CD4-5A6A-EAB1FDF519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F5375B-3356-D98E-629A-148ACD989A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2C439B-6AB9-F6F3-4288-FEEB1378A67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3E05DD-2DC2-CB40-A148-A0CC9468BF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5FD846-31CB-60CE-0532-DB0618D408E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8EE146-7C8F-0953-7F04-D09C8EA0B06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B9E2AD-14A3-EC04-514F-5B4FD492E7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636B44-32AD-9B3D-3116-30412D1AF00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1C228B-68B0-2E59-A1FE-5E5DC976178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6AA6AF-E3E8-CA2C-E032-8D71F3A217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91229E-BE09-88A6-F205-FA2E9E38D27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43E8E5-E595-7A03-13AF-D37FCF3D4A1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4ABBDE-DD0B-8E4E-8D34-E348161E7A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E979C8-F5FA-D48A-2A8B-50D7C4EB12B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905C3B-3C03-49ED-8B3C-A6DAE41342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7B593B-09A4-25CA-245F-BCA2CA030D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D6BF6-CA9D-9C3A-32C4-3FE8BD304F1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54DA19-1F19-2C7F-7803-E1EA8B3897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363D8F-97BF-FA5A-3012-3B2C54147B8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5979FF3-EDB0-AB87-D83C-3972E21AC41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18737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B094-BC78-C626-8F28-73DFA0DA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DE6C16-98B2-3A97-A4E7-C746B9DB4E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3E974D-40A1-20D2-4846-6C738C37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09EC50-5DF0-0E63-3326-36D03F076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D6345C-6EAD-26F4-1D50-B966033A4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836A71-13EE-A3AA-7F65-0EBECAB22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FBF40BA-1CE7-D1BA-56EF-271B5A038AF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96282C-EF60-2258-68D0-A2D5305609B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8EF37F-8B18-72E6-A786-2D92DB4BA4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9D52C6-8B25-CAD4-B413-176F9E9092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2FB382-0277-EB8F-698B-1F8712A673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7C7B34-7387-3F3C-F960-8AE9D119211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5BD1A7-87C3-31BE-CA76-C4948D7146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F7C49A-B58E-0C30-B64F-2AFF1BC4E7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D5ECCD-FB11-8E82-B4B7-01B485F67DF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74F1E9-09A4-8CCA-AB42-29BCBEFA378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FEED6B-4E77-D517-978F-20D46F6026F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402AEC-9BEA-7153-CE8E-E07ADD94413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1B74A7-E9E2-86CF-B847-404C27B346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F36211-02AF-882A-214E-6912758F1C2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A30C8-0826-EF1A-CD2F-538CC37F7F1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CDFA0-8DA8-F1C9-0046-129C52F053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1350F-02B9-F497-1486-E0512C1608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7A5A28-01A3-2335-A176-214D1464566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F99ED-352A-BAAB-833A-0FC75092AE5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15A92-0B0D-26A2-8529-4A3731609F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E5144B-83D9-B03E-E637-5632B108D4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D77A9-DBED-C256-A9C9-A15991EC1EF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56D5BD-D751-0D3B-5E38-A58BC347337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4B33DD-42DF-D843-D9DA-1B49C92AB00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578BE9-092D-4202-9517-2A31BE6A724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9D37A5-5285-7BD5-60BA-6C555C39F2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B3DA20-9DE9-4E75-F6DD-5492EBF412A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4C947-62AC-DA7E-D652-B9FBECACC3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4D5AC7-D423-F14D-4529-26DB978342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315F25-5368-B015-3CDB-06F6472AF7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89887C-29A4-E547-E72D-0B87173F17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9C61AE-1FF9-3146-2208-2581392787F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1CD50B-9A11-BC0A-8FA3-B3F59EE05F4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6DB166-039F-E10A-725D-7B3DC79E0BF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4A781-B245-4F45-B667-CFD207002B4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0E29C-874D-E8CA-0131-A0CC9BF48E5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C8BA2-52EE-CC95-9247-FC522390125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C02ED9-C746-566A-63BC-622A5A95020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69DD41-0C7E-897A-E7A5-02018DBFAD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EBB2F-69BE-0C44-2660-192411882AF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A502FC-2BA4-F14C-3858-9D7ACA830E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2D4199-6937-F58B-2035-58B1814B64E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82B4B3-C6B6-9A5A-A7C1-0636740A544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8D704-9FA0-7689-22E2-08110E7E767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5FF454-8445-B852-D64A-07F421BD135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EE1414-5196-43C8-3641-CA331D482B9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4B52EE-FE4C-11D8-BC7C-4173F7C0821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EBA1C1-E86B-9903-7F6D-3240BD4B14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C9CC1-740D-79D1-3763-6F59810D1C2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FDFAF1-7FB5-8E6E-A892-0B3E943E73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19B344-225E-26DF-8265-095749F35B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0EFA98-4B9B-8467-BF17-1DAA4736CF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6B0EDF-BE35-5272-4F4E-351C283FAD4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9AF3BF-97EC-A6A0-3E59-583E44C53C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67F3D1-4E44-C59E-E355-5CA8650FB9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C41BEB-8452-F32D-8311-242870AB7A8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571647-8E28-BB2A-2588-F9DF5B1DBB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03A4C6-A071-23F2-E1A3-70F7C2CCDDB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89EDA6-F2C5-EE7B-126F-3B057387C9C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E522F3-5287-DED4-62E0-10A3E49E9D2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EBA50C-2CE2-BC9A-2A1E-CD38609D077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D6DDA4-51A9-28B0-21D1-FEED2B19FD0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9FCEF4-0A55-07B5-F509-C5A983F5223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92E5DB-DB2F-0B97-E308-83E075D935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704691-7291-A433-A2FE-E3114EB221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C4A29A-FBF4-3128-153D-CA9802AA60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45FB38-5F69-FAD0-C6F8-72AFC83962D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8AF67E-2A6B-367F-72D9-0CA39BF5141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51F9B4-584A-6A11-8EC8-8CEF032B8C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B5E3A8-668B-CFF2-4C30-6C4A3013B83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09E7BE-08E8-0764-E882-F5E694D1F6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E0CEEEB-8C8A-2010-42CB-A3D67E228F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8A4D6A-AF7C-5889-A9F0-B2DE7C4D79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A7C6B-C0DC-0FEE-50F9-212F4CD221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29705-0BAD-DEA9-1976-4BB58D29CA6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E55D147-3660-2CB8-C223-26CF9338662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0925E9-35A6-441C-C88F-01DE99C877B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90117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12A1-CC24-F73E-6F42-88DB2713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365CE5-E647-2E6F-48C8-1128606A0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4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5F722A-AF52-B83C-7EF0-FFDA9C27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ECDF0D-365D-CA36-D35C-1C4C6607D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A3518A-D907-E3BF-FB5D-C53B5462F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3EDF7A-CFB6-3C14-BD98-34D4AAB83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3388ED8-D0FF-15E6-E070-4D5A3395028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CF2ABD-1328-FCE5-44EA-07DD1B945B9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36894E-8D5A-CBED-03FC-8ED27EA54DA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B08FA6-067D-A36D-38D4-5322C73A60A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F586E5-3987-8E6E-F7D9-913C3F08B54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A014C8-98E0-3D9B-3203-903282BBA3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0E6327-796E-97F2-29CC-7B6258B690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7E48DA-14EE-5220-B73A-01E8E3D614C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E528AC-A2BB-89E1-58A9-CBCC396F18E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406A8E-ED19-93E9-DF92-8BC5648C5B2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E42596-48A9-3048-4F48-C8442EE87FD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659F57-6D6A-37B6-A3E4-B5BFCF1452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DF587-AC20-D9FC-014A-FC1CD595994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3D7523-2874-19C8-1E9F-1AD6A656301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42974-866C-709C-B015-F5ABC362CB4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F0561-091A-1488-AD3C-0F75AC28D7A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38346-1F23-11D6-C709-2DB0E61F455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3B33F-0A1D-1336-BAE2-D94FFB97C69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61D85-0560-AAB7-745C-5A8CA07F573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221C4-25D9-69F4-3840-A820D0CF00F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215E0-8CEE-B8BF-1855-B7C7EA1608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786BD-A0C1-7B12-4258-E4B3C6319DA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5A6A5-0C87-B5BE-C3E5-0659B8D7963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8A4481-7B8A-DBBA-09AF-B4E5D6836F7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BF25DC-8CD1-1520-E50C-3FDEF24EF56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425500-C8B4-648F-E913-6A0FC17E6E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98A48-1038-CA6B-D538-015AF18A14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EB3BEF-41CD-7B98-98AC-0B9688B2735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128389-E66D-2200-B270-155EE00536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BCA289-1ADC-953F-54E2-B6B2D409B45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72C8B4-03C1-3180-DB9D-82E799939C2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1975B8-3A2C-CDA0-71D3-166D2298AAE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C47711-679B-F139-1610-AA79D101DE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5A62DD-37CB-4D90-1545-061762FF74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470B42-2BE0-529D-AD8C-6AE0BB3232F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C74A1-5E3B-B695-10EA-7B2BC6E5ECA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DF7957-A3B4-F33C-0FC4-88836B6966B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305006-2BC5-375A-F8E4-3B8E7D089F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B0DC2C-90C6-2F67-E49C-0869801FFF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0E4546-C43D-AA2C-8EEE-EF182CFF81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0CA335-8527-FCC7-D764-161402336B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6658B4-101B-474B-965D-AE02EC65242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D33218-01DB-8DE9-F3DF-79E8FAC62F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CC3CB0-EB0F-2BAD-CFB6-9840C3E343B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22C05-88E8-767C-99DA-C65CA0F7E2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8B9B0C-8ADE-5E0F-8A62-C639D24D3D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38DB41-332A-F072-E479-8C9AD22FDDF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3CF33E-7127-0609-228F-6918CD1EF5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442FA7-7834-A8FF-941F-BBE7724DDE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F805FA-827B-DCBD-1AE3-0C107C086AB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04B959-1CFE-521E-D59C-198CF91BAC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59CC4F-6D30-2131-06CF-DDB82EE4E8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7C1D21-DD07-7979-EE17-4FC23EDE70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CF7D04-4DB4-A8A5-A019-54B0D321A4C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8830CF-5C6E-C3A6-8B08-D63D5696D5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B52F19-E3DC-CFAB-A25D-1C824683C6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278FB9-3CA0-2176-CE42-99F8AFBC94B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9D224-2DF9-05D0-7C0E-849AA3B79B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50EA11-FF94-042E-A535-CB2D2B431C1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51F91-7DC3-98D0-BC55-5A801F95E43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97D54D-BAE3-166A-43E7-F4A9B3D80B6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660CDF-FCE2-5A63-C151-132D0CEF1A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C99999-D63F-E71D-0C4F-B25D63FF218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72301A-00DC-FF56-8BA8-7748A8E5E5C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C0C39E-06BD-8D9E-10B6-A8C108716AB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0F8443-21C5-69F7-F9F2-5D8D2D45110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87E16A-43AC-0D30-869E-AE8FBCD82DB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24C165-2460-C43F-E01B-D3617BA0EC2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04D2BDA-66D5-37A6-D779-46AF5A8B514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D2F221-C80D-B886-769D-B51CD4202F4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10A479-2781-C37C-DF0C-7991607D8BB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4A9BB8-8E43-0F47-097F-3FA789678E0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9028E7F-1AEE-DC8F-5DDE-BE32C13ADB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FAFD2-42D0-9FF2-1C3D-CF51CE03D4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FF3A20-F8D3-E7F6-71CA-E22D7C4C685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359183-46C5-F4DB-40F8-BCED69B9C2A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AB3865-1462-FB13-7391-D7F8E3E46D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733CEC-1473-64C8-AA32-1AFD4D97896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243DD4-2ADE-A7F0-179D-849C4FE2F3E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C8B4B8-65DF-CABA-6964-0421F180516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2E95B1-76C6-01E9-5F58-D295B94F108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4824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3C76-E8D3-962A-E013-5D2EFFD8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0E4EAB-590C-C13A-6141-8AF3111910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9DDED4-5A05-B06D-81DD-980961BD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0509B7-EF51-E83A-4A0B-9A799046D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66059C-2142-2479-085C-8DF9372B7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FFAA47-F50C-3860-8775-37B06C2D4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2E69E1A-EC70-2C5B-24C3-3785932415F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14E1E0-0B3E-5058-79AB-E0B946058AF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271DE1-2B33-FDE8-B001-93C0D8D2A5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53087D-271E-3DD2-8F4B-4A6E5D7BC55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E21A03-8F6F-6CAD-9172-0524E331F21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2D5AF0-AF13-D87E-F26A-CC7DBC5ED8B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7EC000-9D82-9754-E140-4E3F959988B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07433C-B068-77F7-C44D-500F13A950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C5FAF3-0F76-EC66-C213-B4C3B9B98A9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9A9D72-5481-3D2D-CCA2-4FFAF7B46E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69AB51-013B-B105-439A-55ECBED2EB8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3A35BA-BF32-6E9F-E862-7F23BFE1E17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42A563-0045-A444-7B99-FFB1EB0F866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D3D074-D8B1-49B3-2E7A-0D0BED635AF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44DE2-CAE1-1325-668E-E4160F68582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FA781-4F27-E64C-1B4D-0350830C28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D15B1-8813-912D-0B4B-92960C9C25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9C3110-028B-E06E-1BF4-DCBB05346FA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F1DF5-8998-D6ED-D1D4-239CB7A6131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27323-EB42-5B08-B852-1A822A451CA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13130D-AE21-6E7A-11DA-B1A8DD8F4EB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C71ED-12AB-482D-E498-8A2C5375534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9CAA3-C33D-B0D6-DC43-928E405A8E4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536B4-D2E6-4544-1945-E5FB4AF877E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0F63C9-A808-C164-F53B-C7A61093FDC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4FD59B-2CB2-9CEF-6780-40A0416302B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1BAA6-71A5-4B0D-BC54-9126A63DAB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10A4CB-AD8A-A030-B395-D1754B6EF7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B160E1-8FE8-A2E4-D93F-59DDC701BC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A050C9-3F64-061B-6160-71D072CB23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73E95A-0D9D-C244-C9CA-688C158160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5F863C-95C6-9833-B781-AD8909B35D2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B6D52-7077-6E87-8AAD-F13F4B21D87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1CBD36-05F4-10A4-BA31-9D089EC075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70F850-893D-6AFD-BBFF-0F55CD9A6CB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259108-B6F9-1ED4-53E2-B7EA1E30223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88AC0-3AD1-8582-AD44-9FFE37CDA40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775A9-0128-D48D-362B-3A8CB13B1F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1BDC62-6A93-01D8-13C6-279AE830D1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80FDB0-15D7-C729-D393-CB18924953C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6094B9-ECE7-CDBB-5736-96B722943B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D98816-8AA4-E7F3-02C5-25ABCA0BD5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1CA935-5F22-002E-AEC0-4991FE635A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EE55C4-6F75-BCBC-2D2F-61AD68D016F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9BD193-8D9C-6BDF-0306-CE84BB6EBCF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A3D799-1F14-3440-E112-0DFC9B3AB9C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5823FA-2AB1-C539-CB22-B2D6CB367BB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52049A-0DC3-48A9-1197-60A68FB170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90DD6A-70C3-DF38-EC2E-74145ADD59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EB57BB-C1AA-B168-E08E-F97ECD3B2E6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C9093D-238E-FAA0-F2CF-66E522E67C9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E9BDBC-B491-C854-4608-1F8ECC29CC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637C44-4611-DECA-49DE-578600557C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A1013E-94E5-FF2B-4DD6-590A5AEC94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1AED75-D0EB-6B30-05CA-DC210205E9C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F122FA-184E-FBD2-44EB-A457C624DBF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678FDB-C47F-4B14-A0D1-CE5F93BEFF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9BC79F-BAF8-6416-1B35-6C8B3BAACBF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898014-B0B4-7B91-3EA8-16498F2754F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A9A02A-55C9-1187-9E56-92CEFB16336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70C350-28A9-9715-CE2C-7966641089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273DCE-B55A-FABF-2A1E-639A06333E0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69010C-CA2E-BDB2-728D-7630C08432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B6FC1D-0F6A-8114-0200-FCF4735280E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F7CBA2-F412-265C-F5FF-0242E3F698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CB5831-9CB7-02AD-6A9F-17AC852C29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DECC30-633C-CE32-ADA7-6D666CC0FBE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7356BF-CACB-6F63-1226-6CD9B37F2F2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6C438D-FAFD-4A6E-1ADF-7B1469273E7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3935F5-38BE-F5BB-5F2F-5F740431E3E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56304B-DE8A-CB0F-1F2B-ECDE20BB7EA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4F90C8-7F57-9A18-78FC-5C2C3B7429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B2A833-9828-E40F-CEB5-912299C96E8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0D6435-BF49-5D70-FC5F-86EBD0C9B8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FD04E8-7512-59E6-48E8-067305B228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828D44-3490-E8FA-4EB4-FA9D5E08EC4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6D0D50-F918-59AD-0489-B8B8FD830D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2423BD-DBB8-86E4-57F2-23E4F7FBEBF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DC6D40-007C-0E78-9586-B1F3E9EE026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1E2F58-4A1B-3AD3-E4F7-E29E35E180F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E89273A-31F6-F503-F8CD-CAA737DB30F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26721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008B-6CFF-A80F-35AB-893EDC71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B0B339-72A8-2E56-BE38-12B1645FA4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CF3238-D17F-9D47-1967-2F500C0F3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958E74-E910-BFE0-D3E1-076C771AB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651B05-2E5D-968A-4C5E-031590981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5E94D9-A17C-F48B-F7C4-16E7F07B8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EA6769B-C78A-07E2-102B-EB4B4AAD50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930204-7D88-91B9-B6A7-75F17642A5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5B1C09-8F5D-CFB5-C066-20774889DF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60AC76-3A57-B984-213D-A33FEDFD048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49878F-D632-C71F-2486-36B53ADA455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700AF2-AF4E-0F25-4F02-D108070675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A55933-CC8D-387F-56EC-92075E9FC65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6D89B-1E30-A044-D92A-AA302BFDC5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4947F3-761E-FAAD-630E-6F0866B81FC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2DE65E-7AA6-0F72-5CAF-821AD939C0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C0E44F-D688-AEA2-EC8C-4FD40F583F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0CD9C1-8E63-A663-8C3D-7B7BE0BBEF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4513AC-2A61-040F-7076-2C3BABCAF4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89D73E-94F5-5B5D-3403-D27FFD1662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177C9-CC01-F8F3-BCDB-BE163845DE7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1F5C1-85A8-CE9C-7649-433E32EAF8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93443-9C89-E392-7FCA-ADDC7F54516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528D6-A52B-5253-CC39-7164CEFB464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458EA-AF18-F9E2-76A7-29E7E47DC9F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FDAB0-3A60-093A-4724-9CB4F7473B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FAE93D-FECF-198B-9DAD-A59FC70637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45D7B-4BD0-FC18-5E99-00543B4EC9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F6834-21D5-2582-996F-BDC4CEEAB21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EEBF58-C5A0-717F-07EA-3F39B81BD6E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27483-8CC4-7918-168B-5918EB81741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293B3C-DF2E-0748-9FFB-E250C18A54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D8B5ED-19DB-4B45-26B1-EEBE08F3352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B9DDC5-0427-6E2C-08F2-179AD0E1797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CCBFC9-CE16-46E6-597B-75C9495D309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887583-3B87-CB58-7599-038764D2023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9EF634-5D5A-AD4F-6C35-7CDE652544C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8C61F8-52F6-D817-AC0D-D09C07573ED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A7770A-84CE-CE76-45C3-8FE7D1C2F2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6DC140-57C4-CE40-DB31-C4780DA935D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BB5293-7C9C-D661-2F63-B10B18445B0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B992BA-112B-A51F-933D-D8C35F89B7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8A2C81-8831-98B5-F8E9-9027221426E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190D76-0D96-7767-10A0-C1FCA3A001C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74B12D-E371-52C0-F3FC-DE1D3C7D28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576941-E621-C06C-F55F-2077DCD4CE5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BD3605-525E-26A0-681E-EB5A2C38C69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B392FA-4707-A368-337B-31B3DC75DA1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FA612-E30E-FD20-43A6-2F4FA367EF1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F0B32-5EB9-CEDA-4EED-ED6D0A97E57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394E0B-AC30-40E1-464D-38C7ECF210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CE32E6-DE1B-B0F3-625A-853051CB58E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531203-F9DF-A441-7F6F-0FFD5EC404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33C53D-B40B-9260-D08A-8C795B634A7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3FC800-EE31-ED9A-4023-1C42093FB60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15F804-6DD9-85AF-8440-D50FA485BAB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2CDA52-00DD-3D86-288C-6E19BE77A4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862C82-8597-C7B6-9091-20B4E23E1F7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7D9788-2A3B-A234-05BA-09DB4E9FC69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2F4DED-5BFE-9BFA-FD65-365CEB1370B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307017-28A8-6D3D-6301-504A3233EB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0D1396-B236-A1D3-BA64-57C071A894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A55B97-91DE-B06B-FC26-270D3BB6BEA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D423B3-8C4D-7263-5FF1-8F809B38DBE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81E9C6-8AEE-A883-C50C-99FAB17D76E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E60E3A-E858-4C2A-B6A0-2195F8BC200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F7F7DE-F91D-81C2-74E7-A73C6E6B7F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E7E2F9-ACFE-52D3-F30A-488FDAF9919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876D58-026D-B33F-81FD-837D80CC5F2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BC21B0-9F0E-F1A2-0A39-434DD9AFE3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1B1784-01DA-F422-9FE8-FA55EB2413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58EF2F-B6F4-2DC8-AF67-D253A393D0B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A05AF3-25B6-B12B-C06F-2EF3BAEE989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D50AB6-77FB-CF71-6F0C-A346D318329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02064F-DC5D-7338-D985-278D7F3832C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7F4BA0-46A0-11F2-5BCC-29FCC232E35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E4F43E-9CAE-281C-C74D-11941F6EBB8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B2F12A-A67A-DDA1-08D7-6D341700F96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A40560-21E5-EC14-4CF2-4CDDC0C2E41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1785E2-CFA3-7235-EA60-A932D3A0383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9B392F-46FD-23D1-D516-E05110079EB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D96EF1-124D-9BCC-A030-44B81879885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6EF77B-DDA8-DAAB-D7C6-814D0BEA463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AB34124-8020-E995-0F43-0D6BCF4F140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3EAFCE-C4A0-BBA9-8BCD-4FBC9D76ADE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325D516-843B-8BFF-3632-CD4BD3E7D2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A7852F-0A7F-F3B4-D281-BF304F85C2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63763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29A8-DB6A-EA1F-5025-C671B49D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3F95AB-718F-A066-F96D-6B7C72E425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C28FFD-9D1C-DBD4-F04E-80BEAED0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01DCAE-611A-3840-C27F-95E8B1048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30896C-29DA-3451-D9AA-F26C39F38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8D67AE-2B0D-DCA2-7F74-972E443D5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9F95F5B-B21E-A49C-6F5C-9E3617887E8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189524-B101-5F3C-CCE9-6C2FDA09CB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3717B7-EF60-CCA0-13B0-D2C7A9EC12F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7C8BEF-BB01-18D6-E13D-A7010FD0E9C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012391-D20E-043E-FE3D-F1EDA5A6C8A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C9E7E3-F936-D324-D0FB-C5B66813FC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97499C-498D-A2AC-819D-5BDCEE71858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DFF941-AF14-BD3C-8FAC-AD1575F72CA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9143B3-8F0F-D11F-BF34-79E761D608C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2F36AA-632B-6867-1E47-240B97B759D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5D054B-39CC-BB9C-D258-275129A115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A20C4A-C7AE-F028-9A0B-4F85746322B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C4C7A9-E29A-3FDC-4FB7-A946FFBA8C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00A59-701F-E593-2F0D-4BD6C5F3C0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8AB3C-5CC2-3623-8AFC-7E938C8B6DB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BC306-FCE4-6C49-6B1E-7BD58D67AAE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C102A-32FF-3931-3F24-648E130732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77DF4-248F-A966-E93E-2CAC52FD9D1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CDE06-7A22-15A2-BD3B-9E26FFB9C11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56A28-C9C0-80D6-1C0C-59789DF63E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6C41AB-7EE0-2F1E-42EC-EF4499C5640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B4FCE2-861F-1414-BDCF-E67B80AF4EC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28837-A8EB-2DCF-A6AE-1FDE6780524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EB94A2-92BF-8D5B-0A01-7AD04A061CF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C456B8-4A40-ECBE-DD63-8C7A4137CE8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B1078-E0FC-60C1-EBE1-91BFB7CEC7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3727EA-46DA-FE4A-96AC-DDAD41F9A2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8B086-DDA5-5CA8-1FCF-10DB40F258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C5815-33C4-5DE3-318B-A25ACB9022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266666-1027-B4C4-7BFB-461CC697D5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E80677-0B76-EB31-01E8-19305619084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C7E032-DAC0-121D-4CAA-D11971DB173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7B1768-435E-E891-BE3F-758C178464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00C99-3E8E-6D7E-FFDB-6C6B25A58F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4720A6-6F02-7335-A676-44EBBF6CF0A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540D-8A96-49B9-E9A7-C5CF33AC7E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0612CD-2D5C-0040-D580-D8BBD1D51A4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C0453-C700-D837-BA09-5A5DEE54557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5A9C13-DB97-9222-D342-79A83A72CC9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0562FB-6708-E9E4-41E1-71F4ED6442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4804CB-F805-2E83-BA8F-58FEBABF07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4EFD9C-5EFE-23B9-D6A8-68C7172A7B4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BA746B-A74D-BD5A-4FDA-6C5DAC8F5BC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D58907-4605-F889-792B-10F81FD6515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37F6E4-F4C0-3FF2-6BFF-657741EFE18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900F49-76DC-7DC6-195F-0BB4311506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B7B93E-F2EE-2085-A654-9172015747E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4942D4-1DC5-79A2-A900-B08827BEAD5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A15675-6DB8-0870-357F-015C9142FF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076C2F-914C-FE0F-4C48-6975B7A658F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18888E-353A-B073-9717-F6ADE84BD0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767F2E-9DC0-8B71-3404-25FB7B17E9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F389E9-C451-3A27-84CF-C22FBC10123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0148B3-DE50-1659-8EE7-7DB6A85CB1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CC246E-F607-8572-9256-4A11B7E1D8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6B6AFB-DCCA-58B5-44AC-ED8AD15F4F2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197643-3015-68BB-F519-9FFD4186403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A7317A-9821-DEEC-1DF2-49B180F5C5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D1F9C-62E7-0786-B1E1-F0FD6898150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037C47-2302-C73E-D132-8EE90AAD9CE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7238EF-11DF-959B-C416-FC0A93FB126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5A83FE-BDCC-F758-2521-DB834C0841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35084D-323C-A4C7-775B-7C477F385DD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D9C58F-D45C-9501-035C-D84FF0C24B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78BF11-A1E3-30FF-6BED-3D0689D398F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6906EB-2946-2ADE-C48F-550BB6EC32C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74E5397-9273-BE0F-0B8D-D7CF9473439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1B91E8-0003-9EEA-E3B1-BFD756F7125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ACF60F-16A2-BD2F-C8D9-53AC6E6FBFF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1E0441-5A40-E018-7694-468309ED3DC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66A939-9602-91B0-E5E4-73148BB97A2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74FD84-CBF9-403C-E50E-0E02DA08810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0C976A-D99F-A1DB-B558-54D9B0AB015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982FD1-AC64-BFA6-323B-19AF733A54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8D645F-4232-208D-1C21-DD13FB5BD7E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0EF3121-5B47-A96A-23AC-7506D8889AF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D1946A-D1C7-C992-97FE-354AB3F58F6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85C20B-2721-AECB-736E-8ABBFFCAB03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33EFAB-91EB-DA10-3BD0-CC06D7578D3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E234A3-5D9A-DD8D-E382-D71AC67D2E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E0A684-D82D-E75A-C7E9-7A0B59FFA9D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38892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2293-619B-9B0F-D7A7-B977A9A2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42EEC2-8503-633A-ABE3-91367A62F7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E9F590-53F6-E1DD-C34D-3780636B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E3C026-150A-FF3D-AF64-497AF67AE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63B3DC-B8EC-DA69-65A3-E78255718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CC342F-AC7E-00F2-B706-21C198343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89A15AE-A58D-3B8C-F100-7B6A57C509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2632D9-2594-E495-E273-3F206FB3E9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4FC0C2-6496-7ECC-424B-9C246856A69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A7FA32-05E9-D31A-8348-2EC58E7330B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8BF81F-D8A4-AF10-B217-2819D649926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08CA45-0729-9609-472B-909C49EE63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878D9B-DEFB-7A62-689A-97569333830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571119-B598-3881-27F7-C5FBA3B4965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AF45D-F573-A56B-C2F7-79ED5DA391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DFEAAC-4D82-09F9-3E83-4C687E41118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1F3705-1DD7-169D-5D11-C6A494F4F81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E8BACB-079D-7A42-7E15-222DFC0627D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F42898-0F73-404E-336C-8360E384E4B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BED9CD-94E8-D1BC-6F3E-916EC00D4B5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CEB9C-E422-927C-BD45-BB12835353D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433F5-0561-8257-DADF-61AF48C793A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AF28F-1CA2-42E4-6AA2-CCD6F4B7D79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F1677-3254-9C17-9053-95B0E0B898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F67CD-7BA5-902F-F740-4B14B656B0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D4E98-FDB2-040E-733D-536285C61A1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3B59FD-A80E-13D5-6416-43384556D7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D7010-AAEB-1CD8-B73C-DAC52DA61E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8F20D5-23D2-0CD6-C119-4C4207D9A03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1A94B-24BA-C0AD-804C-5416D8A98B2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701FC5-06CD-702D-B1DA-396F92974B6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FB9440-4E03-3067-54C1-31805BAB95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518C48-1006-1171-5CDF-7BA8C3F22D3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EACAC-1449-798E-E096-2565083C814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861828-0471-64CF-0F82-1BEE703570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7A0D3D-4582-7890-036D-7408B87FBA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B43ABA-7DCC-47F5-160E-675465696D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92CB5C-1B8C-A93B-08B1-F091062C194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2F27AB-464C-6C2A-1430-12A7F787DDB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BABEE-D6E7-F64B-DD62-0625A3EE58C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9CE85-C6A5-2ADC-49FF-3F4333F20AE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EB7D0-098E-1CED-F30B-A8B0717CB3B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E53FB2-6792-A289-3878-6BAE09B42D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3927F4-9583-6B9A-D98E-283CD3286E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D60B54-EEA0-6976-9C88-227974DCA7E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F9BFE6-BE2A-1222-6A84-D927B693767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D4A78F-029F-4D01-D984-3EA0905918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B267CA-F2CC-3397-A959-E8C317AEE1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D3DC4-F07A-A917-1F8D-15CA9E80C42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55873A-BF07-BF39-2E55-875242D3FC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D021DB-01C0-2A96-E0D9-7626A9E0ED9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3EB40A-49B1-47CB-DB40-F8F6A6DF33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2ABB04-3B8A-5F9F-C377-DF856DE079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6001A8-34BB-B7FE-B53A-EA336788FF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7B4B52-563E-3D1C-CFC3-C1966E5F70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E6E0C1-0FD0-0226-6A90-47E18EF965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0AAD7C-0293-725C-63E3-DB97676FBC3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3F250B-9D8C-9042-6189-BD7F0B4BE9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BB0259-88B0-6652-C280-E52E73ED77C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E183CB-902B-A3FC-A70A-0B12678E5C8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0CC0F1-6359-A746-E08D-A7410517138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44B979-2C4D-6B63-A434-CB0EB7F195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29C7EB-200D-E233-3DE4-5D42584FAA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A4F27B-11EA-1CD2-430A-F41D85F34C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360D33-6F83-08FF-30A1-D5C52082FA0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21D070-4B92-C7F6-F1F1-E393B0CF5C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B8F0A1-AB78-D88C-A628-EC7D68A148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81249B-545F-CFDA-9658-EEC14F036C3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C7EEF3-BFA0-55D1-5F86-2E4EA7367D6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20247B-B5B2-2765-7ECD-65978F1CA73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5B5A66-D8C1-30E6-80C1-DABA77E178C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37F757-D545-EB40-4AF5-405D4C0B6DA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52EE7C-3C2B-77F8-1345-23C3BAA6A08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D15E80-28C7-6430-1E0B-A6E6D125ACD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19D33B-343C-4CAA-F4FC-418E26BD77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7D5102-7A86-79A5-E6A5-0678B687290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F26A5-BD71-24C9-C834-15827DFB287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8A0A45-B7C9-D647-EE95-99157589EE3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4B3CA9-D1C5-C226-EA36-5985086BA49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3CB804-45AB-77D3-840C-8AC1AEB2F0D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DB0BA7-54FB-4E15-B6EA-6356B990955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820287-A741-9553-7497-0BE1AF9117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28FFD5-43AA-82C9-1D20-54131F47B2C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0A3F24-8C8C-85EF-07CF-E16E59739EC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D89F3AA-5EE1-87D5-9A76-9FDB9C79609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F053AEC-1292-843A-4D23-F27EDF4AE7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622760A-069E-E568-91F4-3D86B91720E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55404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3C69-8C47-1461-6DD6-83C21067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F97546-AFC6-D105-31FB-B3D676A64A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C2C94C-6F19-1556-1B79-61B70B409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43CD64-71E0-FC66-F455-C2985549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50D282-D005-14B6-26FB-BDE65CBDC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F0728D-89EC-D153-E798-0DFCC2CE2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291AC9F-5EE0-5A59-B78C-9B8A5D7FA9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5857D0-BA38-12B2-F104-67F6FB8FB1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3E0E77-E9B6-F48E-65F8-B567F216335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271E12-E9E2-C518-2F6A-90028846EA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D4AC8B-34EF-A3AB-3C8B-B112F20EA05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F28C80-AAF2-1E98-CE05-A4A56793BB5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04EDE5-9FB7-7903-194D-D95CA81B485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D30A2B-BF92-E004-1272-CEB00A624D2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483962-5A7F-6D54-1592-D180C08A1E8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817C30-904F-AAB4-B1E9-6446C3F602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FE953D-3AE9-84E4-081A-768D78EDF9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6A856C-7946-D99C-8BF3-7FBF6D15E7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439A3E-839B-E54A-BF71-BDB78D6C6C7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83AC37-135E-048E-5ED3-865F7283766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F30B8-C24E-3EDC-5A47-9B97799163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F051F-0022-D22C-AE9A-30D9FC0191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CD640-E742-E6D5-8B74-2A97DEB241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64CAA-BD8C-F6E8-654D-DA51F31185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E015E-5936-DE4C-EE62-C2CF7273FE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79F8A-97D6-C081-2A72-DA8E6302EC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7F7927-0279-FDEA-33ED-773235FBD9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78CBC-97DB-9BF4-F7B0-E8840008206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746B9E-0429-562F-66B5-8DD6AAB6058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94C2C2-E772-A70C-4AFA-BFA0FF271C1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A1D803-8174-B1F2-E36C-0921816A16E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558201-C3E2-4707-7260-583204B77B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6CF130-E7D0-916E-617F-24AB51587C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E5605-FA6E-362D-B33E-77D7CB46B26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C9DEB-D0A9-F43F-1FD1-9E9A72643D6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4A93BC-1B0D-B3F6-84AE-352A9DC86DE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3BF01-6430-7781-67D9-2D74A0FB8F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F5632A-FE0F-D836-2D59-AB2235053D4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D3ED06-00B2-04E2-F847-F770685F7C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44AFB0-87E7-213C-981A-3B1A69BF3C5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4A51DA-CAC3-C82F-6479-97A68F3AC3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E0DE9D-50CC-050D-EA96-8139BCCBFE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E033F9-0B8B-1692-8EAA-FF4945FF384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CF2AC3-1104-9DB3-FC63-716DED3C78A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0D02C5-45A1-12A8-ADE0-B25E4D3B79C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871A8A-A422-DC19-3B2A-52848D24446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BAEBD4-8203-CFD2-28E1-11CBD0E08A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6FC41F-A37F-D06C-30E8-4E0CF365C9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2DCD08-B79D-8C81-11EB-A2F34C96591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2B7AC9-B961-9B8D-0F65-74690EA51B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9901E7-3D81-DE0F-EB48-596C54FFD5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992F1E-CE28-D94B-16B5-C5EC3176449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F30B21-F4D4-C667-2B0F-D19FF51B3A1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DB06C4-F21D-068A-42A3-8A0A20C88E4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BC91B5-8A90-5F7B-1DEA-BB48988B32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21BEA2-FB7E-CEB0-6612-02FC4A6EE14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E8A167-9255-2454-382C-D1F53B77730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90AC6B-54D8-C35F-EF5E-68CB9865B8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D509A9-0E16-31BD-AEE8-36802C2E020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4168D2-A2EA-A973-17C5-0B1770D6C04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BB0D0D-8F8C-2C93-E23A-5D3EAF92036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85DB1C-0304-DC08-7CBA-8E6657A123E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B361A3-37C8-FBE7-E4F0-FAB27AB37A9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4C5030-1DF9-ECE9-9018-502132B9639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A8CEB3-DE4D-E506-3840-45125848923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E9A4F3-DC1A-A3C2-4565-54C35E8B159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24A7CD-7A2D-8FD6-B2DB-96F4844C4C3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59DB86-68DF-FF37-5C51-E0191388EEA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4167118-FAA5-4B04-706D-3D1DDDCAD17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803819-09D6-67DE-5D48-3A54767627A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D32187-2D43-526B-2A98-688D9C3941B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99DEEB-4E7E-F8E5-515F-9BA4E3E5C6A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75575C-C9EC-A73B-704A-BBB8620B13C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46A7E9-04BE-D17E-97C1-100C622D90A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36B01-9752-EDF6-91B5-89EB768403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7515E9-1EDC-E07A-3966-73E17FAD3F3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F55C28-85BF-0629-0EB9-748595F320B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4E94C8-DD21-9205-EB1C-A01E7EF2E2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F3CFC0-EA71-FD4D-FA14-81770754F9C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B212EC-9A65-6F55-290B-637E92F922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149946-0CB4-D526-371F-9222FCE3DB1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01865-92A6-FA8C-2475-8A7337E8BF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1173F4-D017-44C6-90ED-8928557EDD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63EC68-FEDE-C574-EBC1-9FA8827D6B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B92E65-BCE7-DE9B-208D-B22F7CA6DD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D366C-FBCC-9DDC-57C1-257AD9003D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D992F9-F0BA-7D17-5F57-3C5838AC72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5686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D0EA-6017-90DA-D2DD-3EC87F70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0A06E2-EDDE-A344-65C0-5CA10F29F6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5AC90A-EF22-B9FD-E13F-FD755E9A0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2B97C5-0D37-0FC6-718D-DBF9FA63C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387759-FD4C-01CA-CC1A-08F878A5A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1930F0-D8B4-2A2F-366F-86E1BC71E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ABF5F43-2DC1-4A0B-0222-F291F8568E6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342172-9C09-FDEE-E839-52D318958F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D363D3-0853-5DBC-1C86-6CEA933ACD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A6D066-BB85-1524-C8DB-01B444BBCD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A10C57-F52E-0A9C-890A-C680C5FEC36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0AD6BC-EC87-691E-C57C-A2A1951DDB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CFECA9-E95E-13D4-F881-B3082AFFC6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E610FB-4BEC-B259-82CB-70B2FF8C83C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A96BF9-305E-C1ED-CD7D-0F0AC77777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604CB0-F84D-B895-9314-7C5DD26B888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9CDD08-7D53-EF4C-D707-C0C188CFFF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358DFE-E56E-C537-121E-B9C03DFEEF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D76FF8-815B-89FE-F304-8F8417D3699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15D3FF-84D7-7E02-A6EE-1CD4A44B723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7DD87-35F1-ED25-2F89-AB9310AD49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9E83D-7BDC-5025-98FD-9FD116D422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F6D7D-8EA1-AE5E-E45E-F0189B088F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00E4F-68BA-8E79-166D-0FD71BE2546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FA1C57-FE37-4321-E2DD-8C50A6B5026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CFE532-A52D-BCC8-AF13-7EBFCB11E5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61A9E-4D0C-BC6C-B9B4-D7BDD9FCAD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7D491-8AAE-AEA5-1CEB-2E92DB0603D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9DA2C-6070-F5BB-A9F2-6B7FF32609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B8006-BAD6-B6EB-0493-00CE5B12263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4A4EF2-D3A2-AF18-18F3-A2C7297E46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C06C5-B97E-C8B3-92C2-F2356B0210D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6280A2-A82C-FDF1-20C9-85F3F53B06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FFC566-CEB8-DDB8-2C63-0CD0274046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7C9ACE-9A64-5579-4E38-22EC3C966B1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95C8F4-4A22-4592-6FA2-8AAB265788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E87BF0-870A-D213-E828-D6D8231264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B764C-B6A0-F581-CE5E-1294B4A4CD4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D68825-F7C3-CDB6-588A-9A69360FEE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F2EF3C-0969-2BAB-91B7-2C1872FB84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5D6116-D7D3-29B2-95EE-80259216031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642A1-733F-2B9B-5345-52E89DE9E1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0E0093-A99F-88B2-7C97-9EA0E4920C7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0AE39D-92FC-A3BE-EE4C-A2C3DB863C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45E3D1-2BAF-05E3-2BDF-F39EB133D72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2E0767-DED9-89BE-93B9-77918E821A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20FD3-02E0-B512-6D04-D993B690A17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F02D57-D69B-548C-3B95-2D46714EF6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3043DF-4DD5-C665-DF8D-9F902BFAA6E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082766-4398-B592-B166-EC67FB35507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8466D2-99B7-0ECC-DA18-F091ACE247D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EBD301-92A5-DBAE-A8CE-163E527762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780987-CF44-F331-43FD-68863DF1D0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7EE5F9-264A-AE6D-58E0-D8223980AC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1D0EB9-6C96-3992-3665-4ADE528776F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0EA452-5BB7-06CA-CBBA-9246C40C4F5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3892C5-B63F-3EB9-DF9A-AA819A399E7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8956AC-6F2B-18F3-9928-BEB1D8A48F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99A77F-F912-DEBB-AC20-42CDC52330D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E1EA57-CF58-B6BC-9B9D-AB21569966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82A646-4175-9E98-3CD7-8B61C16AE94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19906B-B79D-F637-08D0-CA8B3C2DE51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309CAA-6015-2638-CABB-5FCB03D6E7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A0346E-CC73-2735-A98F-3989B7B36D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286A52-C843-DA8A-6DF2-0C07C738EF1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E76596-7886-6AF0-576E-76AC67BE4A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974ABE-A0BE-BCE1-F5CC-1FAD145E1E3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3DC0C1B-25B6-643F-A332-1B5723B784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8B1383-B1C1-94DA-8781-A119743981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3C5DF7-CB3D-3B5D-C0AD-F90B811B5E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093EF9-F31A-0B51-5044-30FD1E63D9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290D88-3B27-09FA-553D-44F20CFA35F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4ED607-1990-D9B8-E39A-F9738CA8DAC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050B5C-E3C0-0370-7EF1-3928DA270CF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8D5B05-F067-C177-7514-8706F04F046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  <a:endParaRPr lang="en-US" sz="9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85BB5E-123B-8E9E-AECE-EE809058D27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342698-9A9C-3831-9364-061432E3EA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9B40C7-BBBE-3543-27D9-C522C964BE4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E94F7E-B6DB-59D7-D1B6-1E29094A5A2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4B3202-3BBA-472B-3944-2C961766A0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CEC588-2616-FB8C-D665-065FC0972AD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B02786-30B2-0916-54F7-DFB50B44CF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291F17-E512-F6F1-E1A6-F2ABFF6AB8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17690B-4147-AAB4-0AC2-ABE8990609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BEEEC6-9C23-CD43-8790-AA13AD9E1AA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2DF5D7-BC6C-D035-9A3E-380ECACAEDC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3D6792-090B-6B8D-42F4-A5D7EEA271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7513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2907-C803-4E95-6D47-B4B7F9B8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BBF968-4247-569D-A982-1A08B5879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48EB06-C2CF-0AC0-265D-AFDE0D83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20DF2F-B595-D3A0-D6A6-EAFC29319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6D42ED-1F5B-A4E3-3A26-C1BB90AB5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E97172-5F8D-71F7-143D-B12D160E2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9314142-4B95-EFFA-0954-2DF4CD03DB6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8B1467-B370-2346-C9D4-02E7EB2921D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5D635D-E1BB-A905-AC84-A6D222E58F9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FCE24E-FB2B-5EDB-BBC1-FE715CFE17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42AEE0-824A-BF65-6E24-81EB7F75C82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BB5271-2C73-2439-AEE7-02465ABF99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084771-906A-3CB2-4155-09CBD4CD76B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724B6E-9E27-8195-B892-D1351B61CE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A56EDB-0B20-0462-9F08-C19F19CB1CF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B4406B-9835-CA71-6897-2F22111B919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5B4549-32CA-E328-75BD-812A839C1F5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3545EB-EB17-9724-E769-34E46421BE7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E55ABC-6EF0-87B2-691A-F7AA2B60F0B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2E64DF-9A50-8C13-C555-B209D91040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65B22-587B-8713-E5A6-DDB3F6832DD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875D3-0930-AC42-DDE1-BF15A33161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C54D2-D2F8-FD24-8B50-217B715F5E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4CC49-D166-0213-E7AE-CA6DD917EF1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063B47-70AE-9DD3-CD96-DD2259E8801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394DB-E703-BD24-412D-F1FA384018C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89928-AF25-639C-93F2-D2B02542C7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D5AF8-35C0-03C3-C416-CE71F1F52DB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6BD6A-1FE9-DA17-3D60-A77AC0D448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1FAF6E-84B9-4193-368E-B4749568E5F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78E54F-174F-26BF-3AC8-380BE708991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EA88B-7AF8-221E-6E43-990C8E632D0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5462EB-EDD1-E86C-99C5-207A43637D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D1E052-1B20-1DD1-3A34-8412B59F897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244D16-55BF-A0FB-3D0A-ABFB825D10A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C4CCD9-2D1A-9E47-8347-4B1B9DE764A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2B05DE-4AC3-EB9C-719E-D339541432B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C5CFB0-1AA8-B791-3BA5-F6FCAB0063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AD201B-FD27-FC45-28E3-02D986168A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87ADD-DA14-198A-538B-48F03AA0B92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8C03C-6294-8BA1-B364-5726A6758F2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04806F-83BC-B790-F4EB-0CAF126729F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DBDCCF-4023-E347-8A46-E6E958FBC4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4A26B0-FE2B-4853-CBFE-334CF3CEEA0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8D2489-4F60-0CA1-676F-05BBAE7D01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28F4E1-823C-76F6-F424-3C1EA7B6A35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55ED30-375F-EC8E-3949-714310B6876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A92C1A-1559-51C9-E7DF-EB8B4E80DED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E6896-DA0B-4E44-26EC-9C2C8457F3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445D28-2C8E-DCD0-87BA-62CCAE8E5D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C7138F-D524-2261-FC56-F3A0D8136E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346E95-8C19-6843-5EC4-E1860CD582E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BD2309-9D66-8DDC-52D7-51FFBAD6F8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FCBBA3-7C99-AEDA-DB39-54EC33CAD8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BDD7B9-B145-D9C5-1E96-EA40650F92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C4CC92-8685-B1FB-5C23-21832D533A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147BDA-E71A-542F-2A6B-6F3F59F9D01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943B8F-CA1A-6A06-CF4D-5221238E34B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A0D973-C1CA-6314-50AE-B2992C3C49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D215FD-C8E7-0044-E711-FA0918BC9A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2934CD-9EC9-591B-DC03-2B1A9E34FFE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93B5BB1-6718-A9DD-AFB9-65274337760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DCE846-EB7B-8349-F141-20CB96F89AD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5CEA02-945A-3B7A-99D4-DBA4BD748A2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8EA64E-CD3B-9593-21E4-343F1B6605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704640-E8E6-9014-0B5D-5FBF18947BF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634EFA-F2E9-AFFD-8350-5B535EB2E87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2CF3AC-3B95-CE75-FFD1-A262B36BDB9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9D89F1-154B-780D-A1C4-3756DF967B9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B53DEE-75CD-ED87-B603-0369A91E8B6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71F7EC-1995-5025-483E-5906617D1A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4FD236-1E33-198A-61C7-0DEE894C69E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1094D-F753-5783-BAC0-C1490DFE0C8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FC689A5-729E-4ADE-9F3B-B913668483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DCF265-1976-4DCA-6433-1E5E8F5BC0E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CF3207-6C52-C55B-DA59-8C2900DC2E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BAA102-C2DD-9679-8FF5-E661537656D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E2CD80-B5C9-102A-22DC-06E188E6FF9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DA944F-7BB1-E151-D2E3-7E063191C22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141E31-B288-932B-0679-25487CB21B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9CDEF6-7E9B-8314-9F2C-40834017D89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51F765-46BE-7AE3-BC20-64FD419FE6F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823D34-64D5-680D-A068-561C758A926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380F5A-2FAB-BEE8-414B-F73483067F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67ACE6-C88B-0835-8115-67C4649A24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D727-10DB-C79F-5EEC-FB1CA2437E0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4E6D5A-D903-F920-34BA-1F8C7B1D93C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06046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D064-6E05-DEE4-599D-B1962024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3343E2-D91A-F695-D6FE-949CD005AE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87B8DC-404D-A7D6-BFCD-91EB24CF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76FC0A-4159-80A2-330D-6F0836F8D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9B48A9-4B02-A832-B6D1-F145D1678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13DCD0-CACF-2478-3951-2B77B3C01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10EE845-D7A5-2362-3B5C-B353FB3880E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19D5EE-A608-8000-6151-CE9238CC8CA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FEA2B8-B9EC-0B9A-B538-A3CCD348F9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4264A3-5FAC-967A-1D8B-09AB076DB8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766AEB-65A2-80C4-BF67-34A47A382B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28B15C-BFDF-DA35-E21A-51B45C0FF2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122FA4-9115-F858-AAE6-BD4149CAB9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391404-459F-DAEE-C2E1-C2A499DBD8B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A27E69-A04A-2F03-2874-8FBD4A6D94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D47CF2-1F87-FD8B-5A7A-0FB9060C370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B0660A-8EB7-7D6F-150B-ADE23112B8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4EB47-6D6E-A281-32E0-70C9AC6A6E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15CF07-9018-E364-9BE6-779C108DF1F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2FBF66-D7D9-3A77-38D4-2750CA9E8FB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62CD9-48CC-66C6-4851-460A62F0ACA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A19B0-71AA-0E9F-A74C-91E88DCE1A7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D18D7-CC2E-B652-1334-C5E6A528DE8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2A40A-05D4-3AC8-4BC5-2D6C2057D7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57524-FEEF-B76D-D764-A045FBAE337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72425-6C69-A5D9-0763-65816ADD195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15708-BFE3-122E-5424-3FAA943F5F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84510-196D-729B-C495-991AAAFA038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2C7A7E-39C9-022A-4B76-F0431E3C04A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09E5E-A8F8-BD0C-272B-496EA22EBDC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0509D5-307B-4821-1A4D-7CFC4233405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61F661-A0BC-139B-D565-48E9194C526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9AB056-0198-6F13-0AE0-7ACB14E8AC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4F6021-C316-06D6-E0DC-810CB058B81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F3A83D-5F58-C9C6-9DAF-9FD3B8FB260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3A5A9C-5BEE-677E-983D-4F0AD3E558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1B304-D2E2-3C7B-689C-470F670F133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CFF1F1-3CA2-FC1F-5146-87102D194EB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CCEF5-6BEA-E882-B5E1-351DEF3B06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DA80E8-38C5-4C71-1587-A2C84BD1393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54C5F1-6D4C-75D8-A614-E50E86C672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D61CFC-DA94-0C62-8565-2A8B8D70340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E518B8-D027-B031-D89A-6BA567F34B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469E3E-04A9-111D-4257-C8FE7893D3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98EECB-393D-8AC8-257D-36C8317101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CE2301-C5FF-634F-5B99-DF9B2605ED0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403C46-A9FA-7992-F4E3-243D41E235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C3758F-D0A8-4C12-F362-0A87FA5243C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238393-F8B3-A6E2-9892-E80ED176117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7A0DD7-1F1C-1791-CD29-DAAE85E032A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9AB13D-F5AC-7B26-D084-E40D58AB9A9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3B10B5-F8D7-62DE-686B-67D481F59D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A4A9BE-2DF7-E7EA-9A2D-D505CBC797B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B9E478-06BD-E43F-938F-706E0B75EC4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6B90D1-946D-AC27-4936-4F86679256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C18084-168E-179B-ECE8-1B334368C43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390D04-3F56-98D4-BB81-A1246639A1F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4E5E7E-5403-3EE6-FB73-8AF5C4831D4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131D2A-1971-B7B1-1079-733C519DC4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1AB5E9-B531-39C0-426E-91775BD244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977271-5B6A-B4FD-BC98-A2FB0B032F2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E50BDD-A955-BE88-FE54-DF21B22769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6B707D-1710-AB09-1609-38614AB7C61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D81797-D746-ECD9-ECB3-BE93191B71B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19AE56-50A1-E384-FD13-E470D4A519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0A57F9-F813-1A22-7A7F-EBD63235C80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DB26A-DC9C-A686-181E-356F13E9F21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8C3180-6A70-F8BF-BB83-099B0EA7D6E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7EF2CF-038C-9CAF-F714-0DC024EB8A6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54CA01-476C-85F2-C52B-32D564B37D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A86A9-9969-4E95-6757-D5F4370890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CBA2F4-AABF-8273-BDC6-D4A91B3C112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9113503-3FA9-2945-DC4F-0B4A08DF9B9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E6783E2-E4E7-A55C-F5B2-78047C9041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72B944-853E-9264-4EFF-5DAE6E76C00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F40A89-7C48-5A32-0DDF-02DEBF94B4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3CD69-1E55-E3EE-6EE0-5C729E28E46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1A0FD1-6D87-1E37-A6FA-8CB01793AC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B1F86C-C79E-08D6-8DDC-89C269273E6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ABBFEE-BC71-6C97-C26A-77E077F0BAF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2E417E-1CD1-CBB7-8E0B-41F05FE7BF4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3F252D-BC64-C615-7949-837D4A174C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361862-D05C-08EF-C716-134995B88C2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D37F11-EF25-6AE6-150C-88F4BEB16E3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17712A2-F60C-8307-0630-43BA4AAC01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862A5E-F3E4-7BBB-F4E9-7C428FFFE0D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33B153-0261-A57C-8CDE-4EA0D818138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8986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FD43-D52D-416C-BAA1-FF2B97E5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629AA-1949-6AA1-A7AD-1641107114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4DAEB9-507C-CD63-C4B1-65E42E5E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5727B1-3DB4-364A-D1ED-7D986DA02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990AD8-7DED-91C3-2332-580C9375B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89A7CF-1705-51FE-F335-D7C6A1F68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ED06230-7836-6BB4-B55B-B119FA34363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648F68-6D72-F08D-F951-BF8F3A51ADE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B11BB6-B9D4-8053-9952-E8A72B4EB6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BB07E7-F80E-AC9D-0C29-05E216828D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5BC914-B3E1-B41F-BFC4-2A1750159A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397D43-AC97-ECC3-2782-FEE6831F79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F6ED74-1C06-040C-A340-7A6695BDE08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178EA4-9E06-4294-C26C-D0D6DBA7F57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A7222E-4FC8-D402-76C6-16868D849A6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0E6B16-8D56-721B-3296-79AE2C96E07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69489D-22C3-2F3F-740E-E88C48758B6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53FE0F-2966-CBEC-13A5-60A4660CDDB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E616E9-472F-3B7C-C3DD-117D667F7D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D43473-8145-BC36-6311-D678B785B0D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88219-758E-AC36-AAAE-219D341B348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49C38-382D-D297-EF0E-D52350AC2B7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52204-C295-5DA4-6F93-09348A2895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85026-BFAF-2BA7-CD62-E50ECAFF06D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24C9D-1252-DD62-D49F-A80690649A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A8858-3D9F-4980-3076-A1B29FB34B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C24A0-C0B1-1503-EA0F-25701C878AF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90BB3-5B9B-04A3-14E8-C87BE510DCB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15220-FB72-054C-2608-92A87CDC1C8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EFE3D-F097-386E-BD80-64ABD5CCBE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4A8790-37F6-B79F-C480-F0547224998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66DEF9-C136-6DAD-9A34-60E3743B55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08EA45-0178-EF55-3227-EB4844CD229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83104-76DD-E1F1-C644-8A7763743B6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2D6651-01E0-AF7C-9FC7-AFCA4290C2F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929C39-8255-A7CC-82F1-831232DD1C0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E85E60-2B23-403B-3918-FBFA0FF564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506E12-5CED-5FEB-22A3-C929F3A98FA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29D2D3-91BF-028F-9A3A-4E151EBE85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04B9C-F8E8-A5EB-233A-2C3C6C79D8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BAFE95-9F90-A7F8-00E4-97A862DA92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F60537-E775-FB91-D923-FA6A0E7840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1F6636-5B8F-D5D0-5622-71FA39D081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21B682-1773-4B9A-F3C2-F2F1C5110C0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33087E-2A00-BBE1-FEE3-0E823EDCF83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E875EC-4597-5637-2EF5-78644AA291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C24721-2279-A2F4-E573-80A837B8BD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E395B5-F20E-050E-E0FD-A54A4AF40F4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94ED09-9CE7-809A-461A-F3F025A73D3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2EC93E-EAB4-7991-4C01-69D8C706E04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FD5316-3857-D0F9-42A0-A51EB5E891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ED004D-14CA-CAAE-6426-62DCC0979E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16D6EE-94FF-56D6-66F3-612627ED7BB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5CA294-A9B7-7CD0-3BCB-EE5EB16A3D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422CBF-141D-9B02-2F6E-E3A908B283E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6B7408-8974-87DC-00CC-1B8C1E9AC06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E80283-45DB-7917-5BBA-83DE5F7DDCC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F39FD3-C005-F467-229D-FC17E28BD5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5C9116-8C1B-AD40-53D2-896E64BD0B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20F4A-487A-5042-52DC-0281A57828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EA5FE6-A628-3539-EE73-10BAE653616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D99159-2B21-FF7C-17C1-766C427F98A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94985A-F2F9-4817-D069-C2CD104DB13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7EB16D6-DAA7-1031-E9B4-5A10BF8E737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902380-83F6-BA32-1550-F5C5CA5FAC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FF6B97-F189-762C-717E-760295C827C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E34A1-13D7-7C90-FC5E-424B63DC4A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B60360-F131-A081-F2BE-17E90C00455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3C5BF5-9C29-25C7-3754-231FAB64E8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7B46D4-8C74-EFC2-8D38-A3BF7C4323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B07C0-282B-828F-114E-A354DDB020E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B7BC17-F629-3B4A-7E68-D7EC57470C1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0A9F1-9B10-2506-02B1-8F30605FDE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95E29F-B98B-FFD2-5A05-6B02F1B82D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D3D257-A667-4FFE-8EC4-9F3D050C3A4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31E2A6-DC5F-10F0-04BD-4C345ACCFA7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27BE69-A18C-606E-34F9-D1612F4847F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646A7F-5621-54F9-2331-31EB471727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B7F2C4-536C-B065-3A0B-C50E894199D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02D5BF-A19F-1B4F-B401-F271391CFF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CB98E01-906B-1B1E-6340-3DAB79764C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D02579-FDCB-4803-FCF6-4E7FA54C87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DF9C6D-555D-9E92-B2F6-DB5079ACF89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0D53C-2FF9-E9DD-C785-F376533EA95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077471-1740-00CD-ADBF-3D607777B4A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A3CB50-9921-EB51-A0CD-ACE134AF5E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23D0BC1-B955-79F3-5509-B241E03F79A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49875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8235-D84A-8BBE-D777-76B13155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EE49ED-C2D3-DD40-1F47-48EBB031C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B55CE2-87E7-BB72-7A69-BC3DF03B4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AB6682-A117-D280-5CF0-15A2B6BCD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7E70F9-D052-A1C5-6DBD-E59405474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346594-C9D2-6F72-E5BE-1DF78C127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69B6652-9C6F-3C5F-CA02-14ED483A8A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08A14E-95F5-EFFC-A77A-66723C6092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053AEF-8A6E-8EB6-9278-DB2F132BB51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55CE3D-2A1D-D772-F10A-D63E80552B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503773-EE05-DB8B-261C-D516D103F7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5D78C0-6775-FD78-40B1-33000186C79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4CEB9E-12AC-48D0-EBB9-B5442DC32EB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9ECFAE-B5E1-A5DD-E52A-6A2C07748CB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EC8CB3-1BAF-2DDD-6C27-857EDDC67DB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7759DB-BA7A-A408-C661-22900443B4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052ED5-04FE-B401-7973-21F37B15F85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69BFCF-9E8C-17A8-0CCE-6CE076A3E8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235400-A4CB-0550-1878-0F83ABDFD01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1DAB9A-C5DC-3B4B-4CA4-44342C26DD6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218D7-74A2-9E3E-2696-D184AFFD56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61E40-5156-2C2B-6184-7AE66B393D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71032-8EF1-A189-704C-B5E40129A7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A399D-7B67-0340-0338-DAB1EDCDC1F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5A98F-DC62-1A2F-8428-A5D0260BA5C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F181E-F975-1AA6-356E-C4DF6AAFCA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9F202-7833-649E-2952-4183FE84463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001AD4-3679-6B9F-18D9-D2BA1ED4D1A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7ED2E-BD38-9F16-C56F-B2915ED3E43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F4304-5EBE-2735-B029-8140AF4F868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70BFCD-EDA5-0C69-9E31-B82C302521E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FDD28D-DCCE-5D09-B27E-4A6DBCE117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EABBE1-F77F-8EC1-0E45-E363C13CC6D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1F50A-EB5C-EC59-17AE-33A5DFAABE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EE7A6D-BC95-6648-69FE-8B15EA7C95D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BD776D-1397-2140-83BC-330FD2F363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3FD654-E75D-5360-6CF8-323B17A494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30FC3B-1523-E467-1B25-FA95F3B759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B61912-1DFA-63D6-2F5E-D9505983F1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0280A9-84C2-C780-74DC-262DADC2BAD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CFF096-383A-E8D0-532C-2405E4E4C9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B218EC-DFF0-BCE0-13CE-32239315CAC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16F506-36F0-E8C5-638F-828795600B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2098A-16CB-78DF-507C-DD01D0C4D7D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F3BE6F-DB68-796D-4E97-1EDD1E6976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69DF68-987A-D896-EE0F-BC3B693996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30505F-5B07-0C01-2602-54BE95851C9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F08D96-029D-DB04-2CAC-2C213266C43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190853-2DCF-03EA-0839-D0972BD0856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BF36DC-9028-EB97-5EEA-725C7E04BE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F0329-1C2E-CB37-0620-7D9F4FB84B4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16AED4-B508-E057-5443-E0AF03DF5E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D73EDB-F362-E264-2122-6A82F9BDA51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710CB5-1626-0DA4-F88C-AB1B484A2C5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DE4E16-4062-82E7-ECF3-7418A6B17FD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5CE4E3-8262-90DC-A1DF-0D6B87366F9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BFD99F-5647-AB5C-19A5-2F6D8BB9612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C68B62-C161-547D-7966-BA71E8ED0C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A21D18-5D1A-F146-4920-52DF82282B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00919-3314-B403-5212-5485B77585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21F952-02A6-5A19-DF8E-1FD9F1BC0A9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462D9A-B690-25F8-B85A-35FCF8F00A0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04FCD9-8C89-857A-B9C4-3204A0AF94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3963F4-EF10-9940-E97F-E44B52EB3B4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A88A08-256D-1C57-BD16-971EE7A6D0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6ABAC6-89CE-03A6-B720-4E38E610A28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7A1312-75BA-0A9E-4ADD-4ECDF5E7162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E1AA70-9ECF-C1F5-962B-E6B09FF88A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093EF0-F81A-1B3F-3F7A-4C7F32DF16A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42171-24CF-0886-7CAB-61E28726F4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8141CC-C883-EF59-ADF4-77E703F38D3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A2B11-AA5C-315A-E994-4CCEF4292E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8DEF38-FC22-6A1E-0F3A-4190986EE05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31F8F3-734D-68E3-D17D-AA360879490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53AD02-A70A-CBF1-7388-F96D9B3EDA2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9D3813-82B0-C12B-B0E8-D7E1CA0BC0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B6D048-9FFA-CB2D-D905-8EB5398AF7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024663-3EF4-6465-9D12-2F11E551C9F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B7A22C3-C71A-5F49-7609-1677C4C6F2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1B61FE-A186-9ADF-4C9D-C5A6429C43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90ACF8-CC94-C9DF-D56E-10E334E930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77AF67-36D4-4FA1-8DD4-21C7CDB798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AA8A97-7506-86E7-F5A5-0EFDC2EC360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A4B55F-0ABD-989E-B718-632AE506A3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99D107-1B2A-A7B4-FBDE-07313F13F4D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24DC197-E985-687B-CBF1-8788C022C17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17046-C8C6-FFD4-5261-9B20C8D30FE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64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9991</TotalTime>
  <Words>2648</Words>
  <Application>Microsoft Macintosh PowerPoint</Application>
  <PresentationFormat>Widescreen</PresentationFormat>
  <Paragraphs>2510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406</cp:revision>
  <cp:lastPrinted>2025-12-02T00:08:17Z</cp:lastPrinted>
  <dcterms:created xsi:type="dcterms:W3CDTF">2024-03-19T02:13:08Z</dcterms:created>
  <dcterms:modified xsi:type="dcterms:W3CDTF">2026-03-09T22:43:44Z</dcterms:modified>
</cp:coreProperties>
</file>