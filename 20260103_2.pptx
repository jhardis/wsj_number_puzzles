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457" r:id="rId2"/>
    <p:sldId id="531" r:id="rId3"/>
    <p:sldId id="532" r:id="rId4"/>
    <p:sldId id="661" r:id="rId5"/>
    <p:sldId id="662" r:id="rId6"/>
    <p:sldId id="610" r:id="rId7"/>
    <p:sldId id="611" r:id="rId8"/>
    <p:sldId id="612" r:id="rId9"/>
    <p:sldId id="613" r:id="rId10"/>
    <p:sldId id="615" r:id="rId11"/>
    <p:sldId id="616" r:id="rId12"/>
    <p:sldId id="617" r:id="rId13"/>
    <p:sldId id="634" r:id="rId14"/>
    <p:sldId id="635" r:id="rId15"/>
    <p:sldId id="618" r:id="rId16"/>
    <p:sldId id="619" r:id="rId17"/>
    <p:sldId id="620" r:id="rId18"/>
    <p:sldId id="633" r:id="rId19"/>
    <p:sldId id="621" r:id="rId20"/>
    <p:sldId id="622" r:id="rId21"/>
    <p:sldId id="623" r:id="rId22"/>
    <p:sldId id="624" r:id="rId23"/>
    <p:sldId id="625" r:id="rId24"/>
    <p:sldId id="636" r:id="rId25"/>
    <p:sldId id="638" r:id="rId26"/>
    <p:sldId id="644" r:id="rId27"/>
    <p:sldId id="639" r:id="rId28"/>
    <p:sldId id="640" r:id="rId29"/>
    <p:sldId id="641" r:id="rId30"/>
    <p:sldId id="642" r:id="rId31"/>
    <p:sldId id="643" r:id="rId32"/>
    <p:sldId id="645" r:id="rId33"/>
    <p:sldId id="646" r:id="rId34"/>
    <p:sldId id="654" r:id="rId35"/>
    <p:sldId id="628" r:id="rId36"/>
    <p:sldId id="647" r:id="rId37"/>
    <p:sldId id="648" r:id="rId38"/>
    <p:sldId id="649" r:id="rId39"/>
    <p:sldId id="663" r:id="rId40"/>
    <p:sldId id="664" r:id="rId41"/>
    <p:sldId id="665" r:id="rId42"/>
    <p:sldId id="669" r:id="rId43"/>
    <p:sldId id="670" r:id="rId44"/>
    <p:sldId id="671" r:id="rId45"/>
    <p:sldId id="668" r:id="rId46"/>
    <p:sldId id="667" r:id="rId47"/>
    <p:sldId id="666" r:id="rId48"/>
    <p:sldId id="650" r:id="rId49"/>
    <p:sldId id="651" r:id="rId50"/>
    <p:sldId id="652" r:id="rId51"/>
    <p:sldId id="653" r:id="rId52"/>
    <p:sldId id="655" r:id="rId53"/>
    <p:sldId id="657" r:id="rId54"/>
    <p:sldId id="672" r:id="rId55"/>
    <p:sldId id="673" r:id="rId56"/>
    <p:sldId id="674" r:id="rId57"/>
    <p:sldId id="675" r:id="rId58"/>
    <p:sldId id="676" r:id="rId59"/>
    <p:sldId id="658" r:id="rId60"/>
    <p:sldId id="659" r:id="rId61"/>
    <p:sldId id="677" r:id="rId62"/>
    <p:sldId id="678" r:id="rId63"/>
    <p:sldId id="679" r:id="rId64"/>
    <p:sldId id="680" r:id="rId65"/>
    <p:sldId id="681" r:id="rId66"/>
    <p:sldId id="682" r:id="rId67"/>
    <p:sldId id="683" r:id="rId68"/>
    <p:sldId id="684" r:id="rId69"/>
    <p:sldId id="685" r:id="rId70"/>
    <p:sldId id="686" r:id="rId71"/>
    <p:sldId id="687" r:id="rId72"/>
    <p:sldId id="688" r:id="rId73"/>
    <p:sldId id="689" r:id="rId74"/>
    <p:sldId id="690" r:id="rId75"/>
    <p:sldId id="691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E1556-CA47-962E-1694-2E4559ECA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6E9D0-83E0-74BC-151E-604E3EAA7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0FE9E-574A-764B-0496-B956CDCE6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971D8-94AC-1EB7-73AB-FDD100860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2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E0ADF-FDAE-FE37-B81C-39BD260E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005E0-72FF-8A93-6F4D-804A437F5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7FF57-69F1-E39F-1993-C8A872C42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8D9C3-A2F5-2F5A-E8D6-1370922C7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4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0813-45E8-7AF5-3768-1B68DF18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225A0-B8E3-4D1F-57CB-1C46B80CB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9FAF6-A658-4612-EAD8-152BA3EEB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BEAA7-1D5D-F8EF-E45F-F8C6D0CCE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90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0C2C-ECCF-C6CB-C1B7-B0655128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6B372-7226-3E8D-8AF5-269BFF06C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70DD8-A45C-87D6-E289-B39A46A4B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7441D-F9EE-4F83-1594-115E73BB9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19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0D46-CC97-218A-E38E-7E100AF3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F5C8D-1211-96CE-F09C-80F746B09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D5A81-5CE2-E439-2B32-987B210B8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2D006-DC29-8870-A8B5-ADD6D840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74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634D-00AC-7200-AF15-02C479BE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F28BE-6002-3296-E0D5-A94316E03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A538C-AD9E-8A42-C172-02A791349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A80DC-EB30-CCC9-7181-30575BBB4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68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0A2B7-9079-D75F-B87B-A2681E8B5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2714C-1B95-B8FB-6B7D-F0C60CBF9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BAF4B-19E7-E482-5DCB-A3331A10A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E8FD9-A8B3-6537-83A6-0AE03D9BE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0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8FFC2-DB70-E76F-D7BB-7444DAF4A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76E5B-29CF-9D1F-7A0D-C1ABACFF4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B4E4A-7DAC-1EB3-89A8-98CD00182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F44A6-162C-AC7E-1BCC-62B4A2F82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57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4224-B84A-DB79-3EC9-3B045B8D1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20BAD-D795-F7A4-CCB9-6D12E353F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2F2A9-A86A-370A-B4FE-FD776D7FB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667EE-1523-D1AC-C8F2-755498D6C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29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CA221-1E45-3821-F494-63981657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8A9AC-BE36-B9EA-FED7-D1092288B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E79D7-BCB3-191C-11B2-DC3B6A83F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69956-C36B-4496-2CCF-F46DCC918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44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FE5D-8BFF-1F86-A8EA-CB3541A0A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F7967-F738-96EB-331C-2690E0E2B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76DF9-FB73-B2D3-707C-762BBD95D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C3754-6B1D-AE97-DE54-B1364D844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1654-A089-235D-AB1B-C089EE56D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2AE60-AFC7-0F99-8568-DA76D1915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89835-265C-2D9A-FA9A-D5F63EEBD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5FD0C-3A42-7DFA-5033-81F656ED9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49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528E-13F0-77C6-AA18-720D087B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F8CC1-F7F0-DD76-48B4-04E62CDA4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E7E4B-10B9-0146-E193-E9B0F3B32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5FA37-AD59-985F-FB09-BEFF4C506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05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CDC7C-518A-6728-EB68-63053E6D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C0EE4-88C5-B20C-48DB-4DDE73C80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FCC05-A973-E40F-7B20-1E149F56C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02E94-5E05-3132-11F5-49A025D74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73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B666-F2F5-4489-9B73-7090A6B2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943AC-F390-7982-EAB4-4190475AF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E2036-4CB9-2CA4-A55C-579D3B8C4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80003-9961-4B8E-A57B-FE78FDB5D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22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1AB36-8DEF-B855-5580-2BA37D3D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9B5EB-E2B6-73DB-CAF0-681203755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7D519-B150-A253-4730-B22953C1F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B3A8D-221C-5F0F-C5DA-288BBCB20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22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CADF2-E160-8F56-1144-6FFF0AA2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2F532-A250-D88B-BEE3-D48476AC2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BFCB7-9D7B-23E6-C627-4905FD074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8DE0B-D4EB-E172-14EA-3341166FD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49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73D6C-ABFF-8266-2C5E-C89CDECCE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FBE8A-9E63-49BE-262B-B2EA1D274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01CCE-32B0-A908-D7FA-D01859B9E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B0B1F-C6BD-AC31-997E-AAE195E2D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224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347C-FBF1-8752-6AF7-D5F1BBBE5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28876-C8BD-1574-2EE5-AAAB187DD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C626A-E291-46D1-78AB-F558C5943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A00FE-3DEC-E226-07A3-E0A526A7D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63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E1F1-1DE9-46D6-9E20-6FBAACFB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D0063-AD75-C73E-AF50-0A3BC8086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2B7C3-1C20-0394-5D0A-D0C5A634D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C3DE0-CD82-768B-ECD7-834083489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560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C897-0BCC-438E-F8A3-A343AE37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C6DA8-336E-4426-B910-92ECE2EDB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9EFA2-7B44-CB83-4858-65B5AE9A9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808AF-B7F5-2311-084D-DA88D65E2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195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7D54-7745-DC17-CA12-526427319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E18BE-4A96-5252-FA76-6C802F9DD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8557C-D870-BE11-C3D4-09EDE2E3A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37B1D-F759-4F86-86B0-578F2F639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374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B9686-677C-D45F-0F20-5A9048D49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9EF22-B9BE-84C9-C691-AAD461E66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6C896-35DD-AF7C-C04C-14F2D1CC3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4BF30-7A20-D455-D771-4FC6080F9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487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25E8-1A0A-1421-E529-36B9781E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14BC7-4015-71E7-3102-C1C00C8D3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1A243-90C4-B016-D33A-23893963A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814C1-E0F4-4A0F-BE83-E1D5E1978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842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7F022-76FA-CA7E-25A1-1EBB65F2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FD1CF-B51A-B7A6-C0D4-AF87A0008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F5B04-03CB-3561-3DD3-31482CDF5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EA003-515D-DFFF-F562-8F8961418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294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94E31-F894-8F37-EC50-6C0E8E02D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E1C8B8-41DA-3DBD-8C69-2CFB59E81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8AFC8-D972-6986-CBF6-D52066B29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74105-6C0F-22B9-4232-DC5C321CA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590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0E0CA-D619-859C-BAA8-4142A79F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84226-94EB-7381-7A8C-BEA5F01FE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D60D2-E071-6DB3-54E4-3D908F13D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15947-4B96-428D-5CA9-5E0430381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319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8424-5462-D748-49D2-6E9BDA76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AAC91-3741-5E44-E668-C7BA8C849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403D9-9B9B-291C-D584-559F08800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52E87-C7FE-DE10-A45F-9DEF013E7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463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8642-B7D9-125C-E8FC-3C357F11D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5C1E2-CC42-DF30-6572-3E71E826D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55352-DA88-F8B8-88AF-1ECC0E1D4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F6608-C2F6-A96C-72A7-0BF7D6E3F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868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E76E-7A78-DCF9-F730-836478E6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59153-5FD2-ABF2-F919-CA12B7445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6B24C-BEF1-D0AF-C1C5-A67F13410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0A786-FF82-B708-8289-52C1BFD3F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606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4BB1-3000-FC98-F9AA-F0842248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30323-97FA-A66F-8D2A-DF2D25881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C9868-A49E-1DA7-5EE8-E5FA5C826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A883F-0C5C-18A1-97ED-934BAE9ED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062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D506-CB1C-7425-A83D-16518132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E4920-9E6D-903D-FA6C-08759BEE3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18847-6B66-5DA6-484C-EA7BD0160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0965C-AFDF-2AAE-400E-3B373728A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729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21883-215E-0A25-E9C3-8DF0A824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E45B3-498C-E363-9471-8FBA44114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16356-7317-BB7A-086C-E69357696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373C7-626F-F2D8-AB28-AF94F5C4A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718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5BA07-5868-D96B-67EA-49C2D6CE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9DD14-38C0-BE29-6177-A8DC16B00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57522-CC5E-C9E8-A29E-5288B1E15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97A69-8407-F49A-C256-E398CCDE9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954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2F721-FAAD-A3A3-A752-23349352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68FA6-60DE-4D50-3747-F47FF153E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759A1-DC3F-2806-B04C-2E4DBD1AE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144E7-2956-572D-8CC1-0AD91617D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309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171E8-62CB-EB6E-C919-D18D977E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78A92-C3DC-1D05-0AD6-77525E851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A12AC-C65B-68A8-FA90-5F2400138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8D1EE-1933-245D-10C5-90D9ACD12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540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1DB01-83D0-67FE-B375-3D136927C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0C772-7745-FCA5-B3E9-8398FE841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9E4F1-A5B2-B409-EBEC-515DACB6B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DA89-D3B2-9F78-D7E1-188AEF7A0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914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79F-2C8A-C0AD-28B2-3B937B7D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39982-B1BB-F037-B562-77BB413D4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D1E28-E46A-B44E-E54D-EC0532EFA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875F1-CF32-B187-1C8C-11161BA44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117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543A-DE41-0FFF-E770-DD5B3F50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1E2A8-C5F9-ECD8-05E4-DC0BE9A7B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D6836-432B-1C24-D75C-551B958E2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3C651-BDA7-3DA0-479A-152EFDB28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308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3F069-09CC-C148-14FB-3DF643DDF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1C665-A823-76C4-FC8A-B7A295650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EDC03-1465-38E7-CD7C-3F7CCF39D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2015E-7F60-A77F-DA22-528699442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195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00172-3379-80C8-7FE7-12C4F169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AEB0A-E638-BEAF-2603-825CCD127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32ED3-AD48-E7AA-DE26-F0055AA71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10F28-8B5B-D191-79B9-758956EC1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081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1BE8-027F-C517-1348-74417BCB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1600B-815B-D77A-CB44-3378BB32E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78B0C-0B85-8BF5-24C4-5BCAF8EB3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68F63-6D67-30E1-E303-49367E8C6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038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00E4-0A68-AC7D-CC20-E25AA985E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C2584-F901-7E09-5021-E96A48B79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1F3DC-D0C6-CA10-6A63-20828B409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409DA-8F0A-0351-3E14-85574366C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718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19794-4446-7CBC-B8F5-032F4B186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021CD-AC4E-5A41-0432-5F4D0D6C9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6B5D8-4856-6BEE-F67D-E2657B892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5404C-31EA-5BAF-27D0-734083EA2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968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A2F7A-4A41-AA55-9262-7CA7A91A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221FE-2293-2B4B-01D7-7E55EA80E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B504A-522A-34B7-8BE4-314DC8DD1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A2915-5D60-3652-B3CF-A8AA3A01A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853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281C-07F9-4FB2-BACF-0CD879D4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7B122-EEB0-01A2-3834-E3CB6CD7B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4FF9F-7127-58C1-B50A-22D9CD4F1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BB4C4-EBEF-0516-6784-01D94D9DE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779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453EF-8FF8-C58D-E340-83B59E96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ADD9F-9832-C5C5-76CE-B489929D6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90668-E554-9C46-3F33-4BF172B7B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73085-AE17-257F-F03D-DB29DBE89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359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7F2E7-C6D8-0FC9-F973-BA70189A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70AEB-A651-1591-2823-FE358F89A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CAA8B-5138-B0C5-7FBE-77DD2FB3A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630E9-61D7-C0AA-44D6-198E2F88E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086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6ED61-3E61-3392-F5AD-3ABA03D1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A80A7-62D8-5637-2A45-1EA1E4A41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1BA99-B03F-3F78-C09D-AB6E51F9B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2D4CF-6289-EE70-1DBB-534AD910A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301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C15D-C900-72BE-DCB1-2EF372BF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7881D-446B-68A8-9EED-E4DB16A5D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4D27A-F8CA-DDA1-955C-1FD863F5A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1937-F741-4EE7-A21C-E8FFBB26D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0984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B56A-9DF4-31D2-7A24-44D0F05B4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88F41-1177-9368-76D4-DC08EA43C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695C5-6423-0F94-406E-3E58D1D42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86DE4-06A4-766E-14AA-8AFD5A9C5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510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3A251-91EA-70C2-606F-A0FEB70C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4A1D6-9D8D-4529-3EE2-00BFD0470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F0344-2DF1-6AFC-55AC-C42548B73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14CDF-80FF-25F8-C65A-AE628B20D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0266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AACAC-222A-5427-D2A8-96D2182DF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01F92-618B-36B2-9C1B-1E1F65738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66040-071F-1874-7AC2-A91CB9336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326AD-0AA6-61B6-7861-14BE08819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521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A7B0-5AA6-B95A-D2C1-6226B9E2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28CD2-C1DA-4314-995A-02CFD060E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B81A2-6305-6C94-7ABC-F0D200560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D3CB9-C2E1-6234-8BA5-D455AE86E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8860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562F-AE3B-DB74-2ABE-55B0AE3D1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0F323-1905-F8FC-93F1-7167EF5AE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BAC5D-D872-27D2-4314-22091AF41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638EA-3C5C-B18E-0D2E-C4B7044B7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2125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4B7FD-46F3-38E4-9500-50CB0D85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5F946-4334-554C-BA53-2EE85EF2B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5EBC4-A5E6-479D-077D-2886DD468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45FAE-77C1-58FE-B26D-F9D53EEA4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6050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0955-DFCC-0352-0C5D-324F743E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E9C34-08C2-06A2-E653-60CCDBBCD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24613-E002-D777-E084-570697FC3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7D26C-D552-2E76-F070-23B880596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959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84F7-EE9D-A96B-7471-AFB24D6C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0B46C-C33D-0DE0-DBC9-1B55AFF87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FD9F9-2F15-868B-031A-F4A56D0FF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D3B42-DF51-DDDB-ADED-02ED02B00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932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AFDA-F5E3-C2CE-C04D-08661133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F513F-7DB3-CF8E-6CCE-6857459E3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51DF2-C7A1-9BDD-1736-21ACA0073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EF72D-61DD-E054-A1DD-8A9843AD5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553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C73B-6743-53E1-408E-C4080C2B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BD419-C403-0DD4-1717-93C6B2CB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21C0C-0466-3539-6617-835E91E84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65303-7FF2-ED42-DF25-A369680E7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355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F786-2AD4-4F19-07ED-8D55DBA4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67D93-9223-9481-255F-1B3BE1966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D8399-7A0C-45F3-2FEF-C54038567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7790C-A9CB-78DF-4ECA-21B18A52E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0596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7112-227F-8C87-3E94-BBC5C67F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A8FA9-BE4C-12A8-F55C-1AD413DDE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71CF3-21B7-9FE4-BBCB-DF868FEF5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DE0BF-8DB0-C3EC-747E-816041381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659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6D16-6637-2652-EA69-ED18108D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7FEDD-C3B2-C76D-1007-623C91769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AF0EE-4527-F7EA-0C8A-825CD489B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069EC-AFEF-E0DC-1F8D-2CB4B97BB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8688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F71A-C876-7857-8494-ED3472B5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D438A-7137-604E-2240-9D976919F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D3436-DC3C-0958-0762-E34810D29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FD62C-2573-35FF-1AD5-9AA5AF331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5212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61E00-D794-F1F8-6D70-58D70D0E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0F318-9D3B-05B4-1C47-827024BF8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F3B77-3711-07EF-D931-5F58A32EB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11C51-5C8D-29EB-325D-F9AC44085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61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75D8B-52BA-BABE-8802-282A1C0E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A745D-101A-25B0-E695-72C2B7D72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8CE38-490C-D7B8-F0CB-0181ACFB4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C565E-A9F2-2F51-B470-13A503C71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1607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2469-DBA4-F2B0-C24D-516D142C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9CC37-FFD0-0091-7E75-2F97891C6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A42BB-2691-597C-F1A2-68C5F0DF8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4E3A5-827D-6966-D8A6-742B0839A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9171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7389-9179-09C4-0A05-006C5A7B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E155D-EB74-8CFB-1CC5-E5A6D4FEA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0819B-FCFA-F602-80CB-A4ED37199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5EF9C-38C2-014A-0F0A-072F2C42A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60728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ABCF-E05B-B84F-3B16-F64F08BA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76A1F-778E-54DD-4526-F46F509C5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5E577-7F42-FCCE-C4B2-713D73981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D254B-FAAA-C3B9-2947-339CF41B5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937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C3513-5909-8B9F-A119-466318885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FB592-CC67-6C24-EAEF-06F653AA6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F52BA-3E77-9B67-7EA7-6BBCB9DF3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758F9-9DD1-C083-4FFB-17391E5D1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0017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7AA6-06CD-361E-2C71-A99386D9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33DEB-31EC-401D-E4D1-FBF4E37AA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7DF78-4BA0-8BCE-0818-C9B041D89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431CC-7898-79FB-C8AE-2E8857299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1459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4D775-A765-7405-F238-CB143E5E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EB562-1180-4648-B10A-6F9E92628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7FF3F-266C-828B-B8D2-36151DE8A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EA023-DDE1-EDB1-02F2-F64F71631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6103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4BD4-DF78-3AEA-95EA-6FDD9D78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52845-0647-26A6-2FF6-4BB052AA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280BA-5203-A7A1-9635-D067D8284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B24C2-F6FA-820E-FA57-036876286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2767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D510-2456-062E-E8EA-D34AA2BB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BE4E9-2E16-F17D-CC10-289E05C81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609BD-4CD1-B545-B181-0AEBE706D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2F2B3-2B26-D94B-123C-5A8EE7F34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23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udoku game with numbers and circles&#10;&#10;AI-generated content may be incorrect.">
            <a:extLst>
              <a:ext uri="{FF2B5EF4-FFF2-40B4-BE49-F238E27FC236}">
                <a16:creationId xmlns:a16="http://schemas.microsoft.com/office/drawing/2014/main" id="{F5F1FB0A-93A1-A917-18C9-63E3EB5967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2" y="182105"/>
            <a:ext cx="4543223" cy="511589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D1B3-299B-A301-B8BF-8E1B559B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FE6154-D89D-D34B-95C8-122E84F896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four-circles within a single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344472-9FB2-A269-820F-9FCDEE70E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F136F6-8041-195A-F8BE-569910ED6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3E831A-211B-B1ED-F214-AAF641F1CE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5D8EB2-4062-403F-62E8-CC50761F0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B58C01-A025-3F6E-AF3B-05EA33EE2A0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A7A0E-D374-19EA-A126-BDBD74346A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E4F86-BCF6-6AF9-0D26-831E2B3DB18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EF05EB-2F76-5E8F-8962-97C1B9819E8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343173-A1C8-C0A7-01B7-98E69E95A64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87EB6-ED29-9055-1C1B-FEBFA721DE0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05B851-F155-D8B5-3834-07F693F1DD7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67BD90-BF39-BBFB-3897-E5CAE89CEEC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3DBC89-820F-35C8-D8E2-EC52FF71993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08E895-0772-816C-FA4E-C668DACBBAF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516449-6E1D-FB05-826D-8CD010706F8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09AF0B-C796-5D81-DA27-BC9F247C028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6F4659-BA0E-14A2-08AE-1C3DBCF69D0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F16E82-C43B-EE75-2AC2-93633FB1161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0C99D4-19A2-0B90-9D3D-FE112307E4A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083614-3641-36FC-7725-99F3C385B6E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9F9797-1F20-A52B-D675-FA9E453396C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7F3E0D-1155-B0EA-499D-F45C6EC0031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DFE611-0A2B-46A3-F70A-822590DD81E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A733DD-F56E-2952-6EF6-E53C73C5B32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1BB9D8-4C5F-E74C-7ECD-F8886E85CA1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57F939-CECC-334E-16E9-CD4DEE3D0CA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DBB3B5-908D-EFBF-F10E-83551B6E082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99FF5D-634F-23F5-7DB0-F5D0E72CB16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</p:spTree>
    <p:extLst>
      <p:ext uri="{BB962C8B-B14F-4D97-AF65-F5344CB8AC3E}">
        <p14:creationId xmlns:p14="http://schemas.microsoft.com/office/powerpoint/2010/main" val="339504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D7C9B-C491-C53A-AC1E-202B6C29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915C99-5ED6-3CE3-B1AE-02EA43AAB0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leftovers within those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04141F-2DA5-B84F-2E64-2E10CA67C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77CB7E-E50B-D7C5-08FE-BC38BB2AA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3EFF88-6DF2-0A46-E823-D13ADF8F6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D08DDC-867A-2E24-F088-15196B80CE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2A6D91-EBD2-6E0D-0865-C0BEC5C6100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BCEE7-B74A-E86B-9146-36D3440607A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70C996-B96F-D894-4B7F-D65CC043EC8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85F986-1D7E-2981-F66E-D8AB22264E4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90F5F-96A9-3044-2659-F42E44284F4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4E3665-B3ED-DF8D-C986-13ED19B5173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D7378-0AE8-9AAD-4307-958AA2C6767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AB1C38-00A4-DD8C-5D0C-D5A7CF52DA3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E5023E-9236-5610-2CDF-670E4A95DA7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D1F7DE-2383-0DD5-51A3-06B98BFF5DD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E97858-D117-A69F-BFA6-DEF9386826A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74DFED-D214-EF07-8646-846C4746280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C23C77-ED58-DF31-8E40-C9C796BD3C3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3C519-A10B-FFA0-FD08-58DBD0ACCEA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19D4F3-B1A2-ED84-4D26-8185C4F97E2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1576AE-1BE4-C3A4-BF98-D32B86593FB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CC03D3-D914-7ABF-BA75-44FBB67641C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872CE5-91B0-FB92-F5EF-374F6A431FD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A79275-9EFB-D3B9-A031-6D09104A639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DBB730-9EA2-9DB0-E839-0BAF29571FE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6A8DED-EDC3-4C37-2E69-4560E85E9C8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159BA1-6926-757E-84F5-87CE8A719EF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773911-5CAF-760C-7B2A-EB565A05D68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598DC3-EF52-56E0-245D-4A67DB2D120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F64551-4663-6AD1-8326-0DBFB52B76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A4EA69-23A6-56CC-ABE2-DD814133099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61D006-1399-85BF-8410-CC480A62B77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EF70A4-00D7-0B8D-C19E-231F932499B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45BFBF-2C83-D360-D15C-BE9767DC5FF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B4712E-C3AB-8515-241B-2A3CD54EA71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3EF3CF-4934-32FF-F9E6-1CAA29B7377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C6D2D9-1FF7-8959-1058-B8A1CA74810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82EF0D-511C-2F1F-1BC6-F0B02361010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7587AD-8F3B-4A7B-B39B-ADC46390C63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ED686E-1666-3033-C7CB-B8F36E22CE2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B48032-E52F-56E7-F05D-BF93AFAA39D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B217A-F4F3-48E3-0D54-5B190ED4911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1F49E9-CD22-56CC-93E3-880F7482A05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166617-0650-230F-26DE-3E2D3422935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8F5E1F-97D4-56F2-1979-3B05C65035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45BCB9-E31E-3D9B-B154-37B9924CE3D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494EE3-4C1E-79BA-0690-1B4BF192091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B19567-5091-6126-1FAD-C2703654F1B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847C02-779B-D182-2BB0-869559C3AD7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238974-04F9-C83C-1F8F-6221EA66DA7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A3B14E-6EB7-899D-6B4F-DB685A8EBAC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B62F37-A432-3617-ECBF-6D2926F2593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6A8A71-A55A-FCB1-7434-72FBF39F8B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3E9CC3-F671-2E9E-A1E3-DF3C95F9AF1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E8CA5B-59A2-D733-EA51-7037E9D231E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5EAA16-6EE0-7418-B158-28DDFEBC91F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7FA649-419F-95E1-FE5A-E40C6308F47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DD7C08-01FB-01E5-59F5-8FEA2644168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8240F2-3385-6411-DAA5-3F202DC5C09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3289042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612FE-7545-71B6-5116-BD13BB4F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748D05-A214-F4B5-5BD8-AA3616905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4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AD2FFB-0E3E-A912-DD83-B238FFDCF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A919F6-9731-E8CF-2C12-3C7767012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FBD2356-C492-3D9E-78F6-CFCF6D320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2112DF-1C90-679C-BD4A-7BB472636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D1BCC9-9394-EC10-FF3B-CFAB5633D42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2788E-4624-DAEA-9376-3C6AB61BD05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2FD9CA-3744-2CE6-3BF5-0C783CBD6D7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E02C6-5143-1B4F-905F-8BE85CAFCB8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D493C-DF8F-B05B-E4F6-6E8A6326D07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1FC7A-3928-5EEA-1A81-98FD0878DE5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12894-CC56-B72C-584B-B5306E1924F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0F8EFE-3D07-0729-00D7-F62D80C545B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AF5BA-98A2-B01D-623F-77B43EF22A0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D311FB-FA6C-4A35-EEA7-42CB0C3EF3C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7DA461-04AB-AE55-A644-129D7B36711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8235D4-3593-F1F5-6600-D4EF3BCB0AF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82C102-30E6-EB92-B81D-50EB36F9AFA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63152E-F2AB-EF9C-B730-BEE3B21E367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1EB605-A846-792B-1A00-BD2BDF0A9F2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2C9B39-5D0E-89F9-52A9-471D902A509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4CF26F-F9CE-EE29-7EB8-ABC0D4A719F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64C246-7C96-F114-BD6A-A9DEE721A5C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829894-2629-F2B2-A06B-7E4D443769E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06D875-2574-46CF-8B0C-D6D7E154D79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4B3E23-EF57-00FA-8A29-77C496DE518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E39C9C-35B7-DD1D-0931-E414BD9DD28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B0BB45-CBC0-1A0E-FBAC-A7208F162E9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24012C-1DA9-7999-CD84-FC13077EA66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A74CEB-A446-2DF3-0E30-75F00831A5C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221B22-A22C-755C-2199-2B2AD8D4ED4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8A66C5-7832-977F-543E-8EB19645D68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90684B-4477-094C-F83A-3AF9BDFB32B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A7ED32-0B9A-31B3-96FA-41874EEDE3B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758E6C-E057-056E-C122-FAAEC1DFC85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01C84F-440C-CB93-52A6-94B51DD7FA4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1F3539-1170-B422-F29F-643825C243A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423436-AABB-E732-F376-94B92D60134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A36300-E5F5-0D60-46BC-6990388F28A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538A5C-5342-7A9D-7D8B-558119D5058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59C6FD-0A62-0561-CA53-530A1572848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AC69EA-43EC-C6A1-6F0C-BD36C6F38DA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54453D-071B-5677-67FF-75787FC03EE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0A490C-4ED9-2B67-CD5C-221C309824F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C337BF-ED00-56D3-2C93-8CE5BD044DD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2032B7-FDA8-7D77-C5A9-258AA29C1CA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AF971D-ABEA-A912-318B-4F63B1A23A1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CC7C84-8AB5-0540-B899-CE04B4C403C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974F07-5532-5C7D-02FF-24C1B4DC07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8B83F6-0B9F-B638-65C4-16500204A1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9736E3-A4AF-7E25-18B5-8D6BCFF8A3E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D6CC83-C0D0-AA1F-ABA1-9FE31CA5944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69E973-93B9-119B-C926-6785957CE83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5A5DE4-6C4F-D936-04EE-DDC198D0FF9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913747-7712-19AE-37CC-B0B3237A2F9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5BDE61D-4872-260D-7CFD-CFDC50F26AB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666A69-611E-BF9F-E8BC-6E166E1558A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6B902C-833E-2A62-FFB4-0140B9C7387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626573-1D1A-A511-B631-3E80CD67EA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2602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E2E81-26FB-2CE0-C53C-72CC6E48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2A5BAA-0C2D-52D1-D363-A9379264FC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7D02E5-D814-6799-2506-358FCE64C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796288-91F6-1424-15F9-F397E31EC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34B25AD-6616-C418-1484-8AF8C3F0F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F29FDA-9A80-637D-C777-5E1F93EB1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1C688E-B762-661C-79CA-470CC139734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5D9F9A-33C6-5938-F703-D678446C8B0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0BF2E-EF7B-6CDD-3582-CE6704CD81B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D41F8A-F268-57E1-F7B1-B09ACA305F3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CB7F5D-9C3F-52AE-D6FD-113E23E8E00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7B574D-D80C-4DE9-ED5D-58A0D980418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37439-7319-87AF-3B30-80894997655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D3FCAF-986F-7EA5-7EBA-559BF9DD4D8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48592-8123-E879-1CE6-51DFBE64AF3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8A6070-A32E-DAA2-DBBD-03A39173593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BB5B7-AE03-BA6F-F443-131DCF5861A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E9C20-03AD-E4BA-820F-2205E762BAC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C27B5B-02D1-EDE9-600A-0280B8D4784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6BDEE5-711C-96DC-CCB0-7E5FB2CF980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1A6B66-6185-E4C9-0008-95C3DABE41D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C599E5-9177-8D62-60A1-C5CC80CB368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C3BD01-02F6-1935-EF29-0AC0F5EE64F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F1C863-361B-BC80-7FDE-38C12AFAFBB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6CCDB2-4BFF-E2CE-64A3-BFE06512B12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0F5F27-CF5A-B233-C9B1-D30DF995D23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5AAEE8-447D-AC62-9430-B71324B33AA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6C0208-A55E-933B-8856-FA7F53EC18E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BE9648-4086-8D39-4241-364E4904204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4549FB-1BFB-3C8E-44C2-A42FE52C212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472AAC-2B73-B8AD-9459-DA0866A9BDA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A1F86A-D61F-0CDF-D266-64D61C79479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9A9FF2-6183-8828-BE27-6666396A928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0976D4-249E-D1EF-CD90-E838EDFA0E5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415AD1-6551-29C7-DD89-FF772983E2C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C058A3-3272-C74D-C986-2897039A4B9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FFD5FD-063A-DF53-7A24-B9D87A143C3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6663D6-8905-1AAF-DDF6-D1D087BC426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5C998A-9521-B847-3AF8-ED2F510C7D6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368AAD-D424-402C-2E7D-A87BF5581F7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B2327A-55A0-F65F-822E-348C00AEF4D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E5EEF9-EFD0-5C60-0948-75AE3585B3F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4D6427-2986-09C9-D8E3-4919B6D556D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FC3E9D-4357-3129-D8C0-34C0FD49403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7AE90F-5156-68BF-D7BF-754E7DBA440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2288BC-080A-1B39-E8E8-81E3DFE7B08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3CC333-E9D4-C43F-E278-8F45F87F9D4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02DF91-D0B8-91D1-671D-D09ADE6FA45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6064CA-0D5C-445E-BB3E-67C9D6677C1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6F8A19-EA6C-0CCE-BEB6-E5D5E252A06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88CEE4-79B8-8BE1-FBFF-F50FCCC74A6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529DEF-02CE-2F68-836B-5E695BE6D79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00A7E4-AE03-7742-932E-FA4A3F23963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CAA62B-109C-D231-1474-602CAD718A7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44A3F6-0A0B-7C8F-8183-807D3DB1E6A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EE99BA-0E0D-3983-21DC-F089B97E90B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7A95A0-F9F0-CF6D-90AE-B071B3A9F7D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3D6BA4-FA8A-12CF-211A-CF652487398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79A772-FFCC-C983-E17E-5666169726C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AC630E-4B59-CBAC-FC76-82151E84490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4049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65187-54F8-914F-3B84-C6D079464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6B06D2-0DA9-CE18-5B63-8E49364C3A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other four-circles.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56C8E4-5720-D2CD-7439-37122FCBD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3AE2C9-6C52-0325-A316-E0ECAACE9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43098D-6277-7DE6-B9A8-FC2135B8F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99A1AB-6C8B-3A60-93EA-314CB98578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723B17-2C41-C932-E8FC-5AD29E2C571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75014-F0EE-6427-EA5E-6EF84D88B2F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3AB5E4-8841-0923-B4F3-CB18A567D8B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93415-D928-1C42-F28B-23F019E366A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0EE094-16DB-E2E2-E528-997CF5CFE5E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6AA951-5EB5-BEDE-434E-37D632E0913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F8AAA3-D45F-36A6-C4A8-B5AE9570EE5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7B57E-B1DF-5184-0125-B1A3ECC76D5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2752F3-E0AC-47D7-404E-45E1FBB5930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AEACED-BD58-303D-C7E5-1B7DE86806F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96AC47-395C-223F-6A19-D72C0AD19E6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EC131C-B07C-D8F3-A1AB-760DA4E2614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EC1DA8-C2F2-D481-F6AD-BBA77CBA62C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5B65C6-0D9B-F9FD-2C97-F1A92787D54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F4441B-6E2E-D486-5387-E419641E327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6AF866-5850-C472-18F4-134EB34C158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1D9FEC-ECA3-BFAB-B3D2-AC23BD7AE31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D535FF-5E79-DA8F-2EAF-F5EBF734249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A33F0A-196A-4A0F-EC3C-E20599AD70D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3C5A4D-7C11-D279-F4AB-2B78761CD94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387C75-3A3A-2872-F4C4-5C8C7DE5697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E695EB-BA64-EA33-7E8E-86025A5FD43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C67437-7FF9-D8FC-60A1-E7A7D6F8873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2A81F7-1034-B3B4-A0D5-0CB26925EFD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E09B7A-7BFA-A60F-9045-E40BD4FB993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E1103A-2586-2EBF-E7AB-0F5B00F1011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10705B-A1D5-054E-F45B-49D723C1A70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0704DF-F054-B28E-4E92-08F2A5F3715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1B2493-75DC-00BD-3349-F96492E935B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5E6CD4-6E23-133E-0649-9F260270B38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698040-CBE7-E3FB-0C3B-B41DDF66466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1C2340-F53B-9D1F-6B1A-057FF661AD1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A4F7D7-A395-4C68-F78C-C388F2B38CA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35190F-F5A1-CE10-EECF-DE09B2EC2B1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57688C-69F4-ADAD-C014-343811D1A78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455AFF-B26B-4E79-5220-4DE4B60D0D3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43732A-84F3-9320-F9C7-B7B29972361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16259E-FA11-8E4C-1FC6-D9F9B6E68A5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C96774-BEBC-3547-BB28-0B596C12341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CD2D3C-2F04-133F-CDED-A5A593E4DE8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6FC8FF-271B-C097-9BB0-88A64D5F420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DE4C0E-D160-3EC7-E574-BEEB225577A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FA29BC-2BDC-7D36-603B-8A50F7B5E30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A6638B-E77A-92A5-8B74-DCBDD5E188A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F283FB-C5A9-16D9-5728-866F4D05DD4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45FB39-C47B-24D7-06BB-143132D0060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D73EC3-DFEA-A990-11F4-6EF2F5A0B97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8C58E1-8CC0-4A4B-956B-D41D1DA9B83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9505CD-54DF-04AD-AF53-56ED2B024D4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F3433B-03F9-2E56-5D8D-79C0DA1A050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D9563D-1FC9-FEF0-53D1-FC487676DAB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270E80-7FC5-6165-2B69-FC3A5FCA4AE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8FCF91-B292-B459-EAFF-E33C9D44D58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BDC36C-4CFC-4AAB-28D8-A7463453B00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95F30D-5400-1861-9F79-E2892C8F079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5518CC-52DA-5106-BB54-2DA8058EBB9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9D9AB1-8763-C817-B055-28BE37D9892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AE62C5-06E1-FE6F-A418-D96E95D4D00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11E607-FC44-514D-9020-25B2BF77353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5CD7F8-DE00-79BE-5DE1-9A5649FB366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E0A99A-8BDD-DFED-B5BB-99062AD799B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8A981E-7C4B-DBF2-619E-10CE1AFC610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45F61A-DF91-444A-C0E1-97C0488884D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296C39-B1FF-CB78-6BAE-58737AF863C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65523A-482B-0CB5-88B1-F6D6F643F34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9BC6BD-AA9D-639E-5C6E-E4B39B56EF4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41203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C926D-225B-FED6-1E68-27E19EC3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C7FD62-836D-5E3B-D658-69F9A6B563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4 on this circle.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8B7E5A-2DEF-5EFD-1FA8-0EEEB420C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0E4E5A-24E7-C313-CADD-D485F1204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69F77F-A5C1-DEF4-0C94-1DBE9169F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66D23C-015F-20E3-9D24-44D090C4D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9CFA65-FBD3-A416-72C9-3EB21CC1540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A562A-49E0-CDA2-B899-0746F607842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5F76C-F864-E192-8380-0092F61A681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C9A3B-7F2C-81E3-F673-CA1C68A3969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F3EE2-7C55-B01F-1097-9D70C28168D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19C029-3338-602D-0D0C-B63B6F0858A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2C5FAA-C86B-F1F8-61B3-BC924BFF4E2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6CDC5-C554-A2F9-BAA6-B36B24A21E6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D4620A-432E-5CE2-6F80-82CE2E823AF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EEEE37-25EF-2189-CDDD-986676719A4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612D15-C3A1-1663-917B-A1D4094FD39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E62CEE-05E9-24CD-1DAD-E8F79C9BD9B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FFEADB-2EF7-544E-A4DD-E7B7420EB30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26CC1D-5BB8-01F7-993C-3E10F052EB9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35CBB-1AB7-6BF5-FE24-B7BDC9DEE27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C4D6C9-DAEB-4C65-B213-1D428893C2A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9EB24F-6543-BEEF-956C-2699F07E941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3E1833-DB95-FB57-B290-5877A9E4CDE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D931E6-F41F-33D0-C727-6B680F8F30B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05FB67-3E83-C806-3590-C3799249BD7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0AC6E0-A7E4-7941-DD22-E23C26C0C17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B125A1-4060-418E-A788-A8DC2C71D7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5BA2DE-50FC-EB1C-6EDE-D544DD3CC96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F9A353-7EBE-852C-8203-E7002D22A01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F3BE1C-7E8A-BD87-2AE9-7B27C7DD81B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223C9E-BB30-44FA-84B7-EA99E625D7D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4243A5-EFAC-B5BA-CA46-450AD1D3916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94B137-9B22-8B05-E6E6-B1D5BC000D8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053CAB-207B-CF5A-424A-2BE1AF6FDB3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E9FA44-7EBD-269F-93C7-3BF201A331A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211229-7201-6E09-167D-C17D913E1F7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4789F5-FA5F-769B-25E1-300E65DE8AF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BC03BD-DF73-C55F-0E94-1A5462FDB1A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C327EF-A3A8-753C-202D-56148D05925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BA1835-D82B-C4E0-F8C0-7CBE24AA040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0029E6-07AF-F9CA-A837-6C99983A7A4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BA3559-933D-67CB-E123-8887759CD2B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72F681-4B45-2CBE-F367-5F36FADFD82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D3A1A9-91E4-0227-8CCE-7A4DD79FC9A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AE7128-9CD0-5E30-8E80-0D81F12B9FD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930763-8D00-BBB9-9D98-FAE010D937A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01F008-E410-5705-19CE-9BA3EA6F219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CA65B8-CFF1-5D54-F866-C86509069EE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16C880-BE53-0BF9-22AE-F2405F5C1DD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97D073-057E-5396-2541-D47B900B482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35BBFC-437E-2BC9-4D01-094E859019C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4B091C-C100-82DB-0CD3-924F1AAFDEB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4BC77D-BE73-76B2-00F7-4D62864A515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C3F460-46E7-96FB-4D75-47350B2CD01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BEC27F-9188-9A45-F442-3563E386088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976C82-4B14-50B3-290E-B37B84584F1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047D841-9DF8-63F0-FDB9-B5E88476D5C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59A636-9DA2-D508-B1E2-30F7862D769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73D3A4-76FE-34C5-0DC2-DB163EFF6CC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E05224-48E5-484C-EF22-676999EA994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3979CE-8E69-A8EC-9796-84DF1A15993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579A09-C1DE-A4AE-D5E0-CCFD1A91287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8E6CC2-94B4-08D3-AD68-124F12A715C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96366B-CC61-D3F7-1CE2-DC2947D60F9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E2A438-E665-DBC7-F027-46E46C1CF7F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86052E-48E7-425A-2E24-4DBEC022288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6C10500-E033-42ED-CC97-330F81236F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CA24FA-F414-42FA-3F40-09616CA89A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2D10F5-0887-0AD9-E52B-3C2160FB6CD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071AD9-3A92-1772-4A2E-B340AB64072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28F1FEF-2699-12DC-28F4-478D9359500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613731-D3BD-21E6-61D1-523F94D42EB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125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32019-BA3C-8081-49A5-4A904909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645C95-2111-C726-AD3B-AD7AA0FEDF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A3C970-71CC-6656-9F37-6D6A6C851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635DDE-5B2E-5688-F99E-82BE1D4A2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B06AF7-4DDA-B0BA-03A0-169E4629A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52B4D7-5509-AAC1-A1D9-4E4951581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5D0842-E5A2-9597-0B61-EAEEC863AA5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712871-9479-7A0A-00FC-0CE1FD8500B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E03D6-EAC3-D2AA-F624-876CD59B02C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C9391-4CF1-A42C-A96E-87139E5296F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5CA914-C09A-A3B9-1A2E-3CD2691AE66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55424E-2A3C-638F-3CDC-2FB91E919AD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BBA7F-0C91-119F-55C3-624FC4DC9E9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726844-8208-5102-AC17-D2578FF7879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03A14B-C25B-0F00-371A-7800B05BCE8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A8BA73-376E-BE50-A370-EE22FFA72C7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8F1CE-F80A-E7BC-83BD-A890670670D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CA17B9-541E-BC48-45CB-2BE51A1D379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FAB8F2-2DEE-CBB7-531B-B632D252339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C8218-A398-FFF1-FEC2-F567BEBF112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D1F7CB-FA15-B074-475B-162C7807EA7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FC60DE-883B-1C73-4D69-893B6095C8E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D83560-C473-E4D0-ED4B-5AE0EA70656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7CF0D8-A93A-6549-EEDC-A090B5491DF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0F07EE-ED0A-721A-B955-0EBF79CA830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C225FD-D3DD-5214-7862-AF7E103164E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1D4858-3444-E7E8-8263-3024AF45541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B764AC-28C9-DF8E-386F-5DBD11C9687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730258-6A6A-9989-D82D-B0EE91A7C32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FABD1F-65F8-7F03-2877-9ED8A2519BB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DA6F8F-0BF9-54F8-8226-4BFCC947D3B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347FBA-60AC-A2F7-9DCB-AD775643F77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FC1163-D870-DCCF-3C25-E40CE2D43AE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CE0966-3920-A0D3-1A7B-04F6FF9A820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3270D8-A96C-AB25-B7A2-95A4DF8F44A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3F7EC7-9ACA-A1C5-7963-8B5BAF174CB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8D41DB-2AD4-F7AD-4C9D-3982A673B65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A2EE24-E94D-864F-E23F-D46FC86F0FE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1B0210-9791-ED81-9261-15F88461633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236171-C36B-EC79-BCBF-708E1843A63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2DE963-AF60-1650-C507-3E934760D53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E71CDA-3C91-FFFB-0909-742AC7F966C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A1DC7E-5F47-B82F-9744-3EEF3575905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42EDD4-C5D9-EC16-637B-53B5496C9C2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C10A1E-16E4-A5E7-4527-3ABB6127E54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6C9176-74E9-D9C5-43AE-C4921189CBC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D3ABA9-493D-31CA-4CB3-E3AE62B036E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36B5FD-101B-5B71-9958-D13DB3ECAEF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5AF7AF-E0E9-DE49-3391-8FEA87C71F1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D7F683-B1A0-1EAD-40B5-77FB273F4FB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D40DEF-5253-C884-2B4A-3657DA0C1B3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D33373-2D4F-3F7B-D0EA-7ACF62F9AFD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479861-DE4D-E4D5-4CCD-FE9D119C9C7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61A7E4-1E7C-279D-5661-B32303A3F8C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3F880B-0C30-CCA5-A93B-CAD0D1D9821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83C11D-AFC0-8D3F-A185-46A0FD0F6A9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B908F4-87B8-FE6D-E283-E0370EB4296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102E97-591C-64D8-1FAC-1A87E28D2F4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CF8596-B894-28C5-AF42-C8FD7409A72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6A4DFB-0537-2C70-AD87-DC7C60271FB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4A7F62-0817-F127-824E-4D0483746B6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767B4C-6C6D-F3A8-AF9C-34920868626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D0BFDA-56AC-2176-5502-C25576CB70F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BB2A824-E133-E280-C800-21AE4CB05BA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AEE3CD-8F18-9107-4CAC-2E430C2B5B9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1D2527-6E24-61EB-030A-A2671712A38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6F0C19-EDC8-6F2F-A124-E652EA7AC6F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9F4E8A-010E-E46C-9241-25E73731D45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288E72-7F8E-BE0D-6653-A8AC0B588A6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77589D-1CF7-B456-15C2-4E6A58BDEF2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12DFC8-AC8D-0B0C-9181-15C85911220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57FBD2-FBDC-D1D0-7225-E4B8616B51E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AD056C-816A-84C6-447E-3287567B5C8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1942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68B1-018A-952F-9BEA-AE0224B5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12F20E-B0E5-E2A5-9C26-F27C5BD859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Constraint of the 2 1-circle.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B595D3-4F0E-BCFD-28A9-F0E43359F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3EB8DE-1491-2262-1D2B-CD5BCF1C8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FF910E8-BC0D-2DBA-A711-66C73C90A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CD181EF-E4C4-6833-A699-9E1E68157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482302-7F69-2B24-73FA-65C962C3FC7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DE556-C55D-5984-010A-B13D2D3F46E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9CAD3-148B-5A75-F7CA-2D693C53BD1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CB3E5-8B04-3436-11CB-6B2F78A2764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B7CDB-460D-B563-DDE2-4FDDDE4CD8C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B23F5-DD47-D648-E284-B8BADC724E6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A18FC0-0E22-E692-07F1-A93BE6E6968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FE0054-1877-D92B-4624-BF271236280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C13E3B-EE35-B99D-6E9D-45C458286DD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DC7ED-C462-60C7-EEE5-5D99EAA812F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0A1AD7-7A18-83D5-DE8B-6D40A8B8FAC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2DB125-7C33-485C-56A0-C92AD2FF3BD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A7C419-1315-D128-D890-9D9FCD62214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08993D-A3E2-62CE-6FFD-9BC25AC1DEB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3A6AE6-F47B-CDBF-1F79-E36D8454D62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8A6010-3166-C319-2452-9C1F517DC87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79112E-4A3F-C8D0-2E57-8F392D7BD61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7DD8FA-05BF-D8AE-883B-5A0D4B86E23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10FD5E-FEDD-1F83-825C-90736EC54A6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39AF8D-EDA9-E21F-425A-A3E9B5A8777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B358D4-F4E1-95D2-9E63-81E81CD1D7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515A25-7908-4D99-7830-BADFB2E3A87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8FE68F-B986-24D5-127C-80AF0249958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D893FF-A9E7-5FCB-21F3-1656BEA4740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546F52-C690-F7B3-E9D9-F64516014CF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D6543D-7503-0344-6331-2CFC5F298F6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4AEC0A-3275-1CDC-2DD9-F968550672B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9BCDE-F58B-A30E-F576-6D24B64A29F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6BADCB-7955-7440-0E85-C246B54CFBC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E9C3C1-7975-A6BC-F49F-3016D240ABA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438FDB-15FF-1C1C-77A0-7B826A793F4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8023E3-3C62-BA75-47E4-0476D46431A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9A24EC-C167-5524-429E-3BA1CBD571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6ED6AF-7252-31CC-67B2-3C201D8D283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D939C9-C32C-E0B9-2C8D-41624EE0179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50F3E8-5B36-31D7-51FF-B128900E601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6728D9-4B27-434A-8FE1-CE88402930E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AD23E2-589F-53CA-8B17-9729340ABF2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32C082-9893-8AB9-8DFD-4DBFB07709C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580341-EC7F-3549-2A2A-AB694FC24F5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E0522B-D65D-184F-1067-E80AC9D9015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2B403A-22AE-122E-B1C1-703825744BB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DB777F-98C5-2EE1-5CBE-178FF02725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5EA7E0-6192-2F35-5D85-E79F785DECC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35238B-B2CF-9398-7D9F-758B0CEF411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7BD4BB-281C-4A1E-A7C2-B96F33013DD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330306-2CCE-BD95-129F-5338B256B93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ABA7192-FAB5-1758-364C-D994863E4C7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BAD29E-0DBF-D80C-71CA-258B694D560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A5DAC0-2710-F325-4145-C092754D35A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39FA34-B3BF-D79C-6957-45A95A01BC2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7FF10F-34B3-AD51-E32E-3B6798DB252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A19302-622E-FEF2-A09E-8C25520A8B1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6853C8-9105-9E42-5983-0A746A626C1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5606DC-C329-95A5-43AB-10985B7CCD1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48534A-ACBF-805C-22C2-852DBDC16D3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07B2E7-982D-3769-8E5C-DDF8A1EEB97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3190FF-F92D-1C56-335D-D5E1B229EF4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BBDEC0-1944-1B71-B799-4D3695565DA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938FD7-5E0B-4DFE-D037-F58CD56C6AC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954E66-A01B-7DAC-5675-0579A097D13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ECA79DF-55C5-DD36-A183-DC2E3F38DBE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CA3FDD-6D9E-6308-9ABA-ECA73A01A82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A56849B-D331-34F6-C2EA-3F5CD128E3A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4B23B3-95CC-4A47-43C9-5D0FB05DF9C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BE3F60-E3F8-1867-219F-8C3AC5ACC7C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315CFE3-8522-A603-73D2-3BB2BF22C90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43462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C51D4-948F-E783-D0EE-6D859EA5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1C7FF1-D2E2-9E69-EE67-506212ED0C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229A56-BE79-6788-11AE-36E5EE745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9BD9CF-9CD5-78C4-2772-3DE7E4680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AB11AE-9614-48EA-BD53-2BA929FF0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E7C02B-4297-D13C-1CED-4DBFC9227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DAD79C-CE83-2150-BF92-0405DA3D4B1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916E3-D94C-652E-3D2A-37161D20683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07049-270A-70E9-32A4-514631A7A88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B95805-33B9-52C7-A1E5-F78314F8A28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D2248-FBC4-1F19-0BFE-FC23F11E5AC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616F1-0562-F0A7-9971-41E58E00EE0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FED6BC-1E70-7EB1-9034-22ABF2A822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F0C7F-6DF2-F0E4-B0ED-5D877FF7E76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D7D944-92F1-48B9-192C-5B7DC5926B6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82307-16AA-0263-8139-3EC8EE8389D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14D53A-4299-167C-4B26-827C688429C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28D982-66FE-A00A-568B-518773FEEF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BF2558-DE2D-F0A3-4502-92D2D5B004D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EFFEF7-3D4B-7FBA-B4AD-17A53231568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839CE9-7EA8-D883-69A7-B58EF53969E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2620B0-00CB-8D6D-76DC-D243FC05D4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E95BE6-5C0B-387E-F4EA-D61C2F2B616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E87CD5-64F5-C2EF-9773-9F908AE4001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35BB50-BA1D-8A14-AF47-AA6C3F4A3DC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6707E8-162C-B6F6-C227-FCE6ECECF63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AB5C5-E450-70F8-A815-73A208C36C3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B6F237-2AB3-1DC0-BBAB-78489982EAA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B2996D-3818-CED2-832B-EC030C28878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79611A-0838-5AB5-3043-6F0FF3E12C1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1F5336-2FE3-CEE9-8A95-B817B033CCF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199FF0-9B19-4AF9-8566-56BA54F7361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AC918C-F9AD-E7A9-678A-CE1178788FB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7E50A5-1D35-14EC-AA49-548899B69C8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720AB2-A20F-061E-46CC-B52BCE24689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50D818-E602-DB87-C0F7-B3AFF975B3F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620D9F-9F37-820F-4192-9F274E1BA27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DDDFBE-5EAB-6707-E123-D6264420BD2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16F5FF-B95B-2F11-72C9-FE5C091F787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6F6695-F82A-FE1F-7F44-C016B44617F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5E41B3-ADCC-4595-EF03-8CE93A14590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6AE4FA-9CC7-3245-82D4-226BDCE0CE8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3B5E37-7564-ED05-0ABD-1B442016C4F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B58410-2B32-7CA6-B226-86B8B3C4FCA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0C5E56-F39B-FBB0-DBED-0ABDA66E385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A1F6A3-AB78-3621-8B99-098841A851F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B46C0A-0F26-BDCB-899D-E8CF6ACDD30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66092E-8528-31ED-8D0A-DAC2195B1B1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E37F8B-DBB4-7425-8115-9B8EFADC1E9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7D0564-5A95-E235-0107-21D67D9FB0A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51A27E-9BBD-1217-A642-2510FF0B1FB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E985F3-1756-BC4C-43D2-8E4F0057C4B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4F105A-243D-F3D6-FEC7-CAA64F3E8DD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073246-ED9C-24A1-C2DB-EA671ACFAFA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FC87A3-AB81-7E4A-0241-0FE89C52114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9090D2-8348-1347-51D1-5379D3DC152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1C9976-E80F-10DF-C7E1-2FCEA9CEB0E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383396-4E68-C928-B1A6-55B907DAB15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FD8011-B5B0-DBB4-319D-DD74954E4A0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0B4305-147A-D1A0-B04E-5F6B2F6CEA9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AAC11F-F774-026C-101D-901FAFE349A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941277-0923-FE88-6060-697EF244994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EB60A8-DC38-6641-BE88-22B0051A6B3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12CFA9-A2CC-5DC7-18C2-EAE82038D94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9F407E-7A86-B794-CBDD-30993558426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1B7E8A-2ED7-363B-C7D3-12491DE057D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0214D9-994B-7D32-8A21-A50F99694EA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41F032-84AE-7737-DB5C-16C8A4A5743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E8BCF6-7592-5AFE-CC6A-9C89A8001E5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D3503E-4319-62F7-A3EC-1DEDF95E9CF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68FA98-16C8-32DD-82D0-DDF782456F2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623FE6-8C3C-E9D3-E634-704EE19D1EB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928A14-0F5F-9E1C-062A-A97C1733B16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9757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7FDFD-D901-C6EC-8624-24402F66A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4ED346-5A2A-ED10-88F3-E3A0B6888E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on this 4-circle.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86268B-7C54-5BBA-6968-F07280BC1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FB59C7-429A-C7C9-61A3-E95DE5ABF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1C2A68-794D-5D22-0821-33CE3FF17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4F4C85-0E7C-595B-C584-90C6EC972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33ADC1-221C-FE0F-193E-3B818E1AC72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3DC33-FEF1-715D-92FC-E8C3621FA05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2327A-4A4C-29BB-2D7A-9325E389845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331F9-53A7-5021-6219-DC4A73F793C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E666C8-D7FE-86D0-199B-A1B1C8C731C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584B41-A4C7-17C8-B14E-1C8F0364B28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5F68FF-D3E1-7027-AAC0-358FE08836C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ED71FE-097F-B34A-5333-9F31306A692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D64713-A70C-B926-1C38-BAC5958A176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F6F3CC-8A1F-6AA6-FE98-FB76E41DAE5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47278D-0074-7036-5998-BEDBADEE0FF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C3449D-4BB3-3F79-8C16-AB956F7F1ED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C56F1B-293F-F7AA-312B-EFD6B9D65B4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A4C3CF-3D15-CA7F-5F51-E4C1E675B71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499FC1-D7F9-528A-194F-B27C72044F1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DA09C-2BF0-EA55-C704-E5DCE43E3AE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1A27B3-8F25-6E47-37B8-1851BDA6DB7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1907EA-F197-ACB9-5E52-AF4486D577D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295D6-DB9E-B475-C5AD-AB5FAE5AB7E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B6D6C0-8EA0-E92D-8D78-10D1716EA36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7ECA10-5A5D-E66A-FD3F-9C525A4B34D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0460F9-7546-5467-FB34-E229E414961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4DFA18-B54F-A64B-48B8-CCF5EC24617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1AE2AF-A208-C6EA-6871-A8C3DCC3EFC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CE886C-9E0C-CE5D-343E-F540ED0987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997A06-AF51-2624-1248-40E6E7F85C8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F9DD80-18DD-5C7D-004C-6781731C8E0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692310-3658-A2F2-0B5C-DCB89170CDE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7AE96C-F9E9-B9E9-972C-D8C4BF3D6B1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3A1C7E-8B20-F0BF-7F77-0A928B91D66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52DC65-5FB7-586B-2C43-B4FCC3DC049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C0779C-907C-0A1C-21E9-6048985952B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E68D30-8092-E871-22BF-2C11605FCBE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248B3B-BA22-B348-2461-3AD6F658F57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593AD9-DFF9-DE94-CA26-37C0F987E75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4E023-2C7B-411B-9315-C2DCD30C418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FFBA22-F5CD-61C0-1CDF-44B8B4B5E30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DD27CA-FA55-BF31-05FA-1563C769E79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2D293B-C960-E514-9C13-1CC0CADF4C4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D76DBD-677B-5031-BD30-15CC501E68C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1ACF62-C011-87EE-AAD5-2388BFAD7EF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AEB073-AD56-32F1-B205-D164CB80623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A311A1-DA5A-2121-AB0C-4E6936ED5A4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A7A3B3-E1E5-9F1F-69DB-932FFA266BB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965162-1919-D648-D2BE-4096A461745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BA7659-A9B1-ADCF-3A37-BA3AFB75A06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191431-C6F0-2E1E-2518-6BFDBBCA926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22BD97-2C02-A576-BFEE-CE6D9C7C536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9BA0DD-EE3A-74B4-AD32-D6D10165FB6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792D83-6F05-63E0-0C0F-587ACD2BFE8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6A529F-22A9-F251-0672-7BEB5D38BA6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262753-A440-ED4C-983E-E3DAB159847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EB0DAB-1BBF-2543-784B-18BB4BCCA80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03B294-AC4E-0C29-4327-BEA01AD2A87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3C1569-247B-4D93-A771-14EF387E936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5EFF4C-F383-C002-F9BC-D9987C57CFF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5E7FC7-D53D-1C74-8DB5-5F48CE5AA79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4CD194-AA2C-E5DC-E6FB-7C6A36D098A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FE517A-DF15-D470-74A1-73BEA146356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F224BB-86A0-28B8-244F-F7A64494B6C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47724F-6BE8-E770-113C-9554DA6125D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7A4B5CF-2EA7-D87F-DCA6-2C52F8B69AB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D441DF-81CC-17FC-A06E-FCA95105D74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48EB68-86B0-893A-101D-FE4F86C0B09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10370A-0693-A133-3077-5763883E7CC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0D0B46-8F3D-4F53-934C-16794E79641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B0A1402-D955-AC7E-25DE-70A80A04D79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4751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281DC-B063-2A56-E370-02F6DED06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15E123-A8B7-EF67-BDF5-1D5E171FA0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92185B-41E7-55F5-3433-0C83E0722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9FA5F7-1F02-F118-9F17-38CE04B63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331AF7-DF75-5261-D5F4-687C3378B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0252896-48D5-4958-8DC0-BDD31ECD0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20C188-E0F5-14DF-2D42-C1E369A8710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21569-881D-19BC-8B0E-3DFF1AB00B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1D93F-6380-1E3F-B333-34FE9C69CA3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1F077-04E0-208F-D91C-E9BAEED20E3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05FAE-857B-45AB-64C4-BEE4EACCB38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DF361-1FA3-7512-5E32-BF1BEB3D97C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D72398-A0A8-2E05-BE05-7BF65784F5F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07C8A-4FBB-4A78-0B0E-BE7FD625CB3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55B25-6E23-C884-9531-5DED5D1F746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3FBDDA-7504-77A0-4DFD-928BFCEC8E2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A8155C-30A0-75C9-7BB2-3CE4EE42367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B0CA2D-FCE4-A4DD-CDA0-DC0AAABF885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AEE606-C4B1-3589-A50D-E9520ACBF58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950E1F-AC08-D49D-15B8-29079D62F83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9E3102-DCE6-1E0C-B69C-D2BEEB1B818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2742EF-48D8-A642-CB54-708092593B4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406A5B-EA0C-3CF3-E8AB-A7F6F677617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37BA6C-A44E-E7E7-EB16-F9DCD82750F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1AE55D-E482-7566-539E-3CB12B38252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B92C88-8CE3-09A3-B293-387DCC70F5F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11C988-3CE9-257C-E5FB-8F795382F45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460193-A7D5-C39C-111B-1D92DB41E95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7677DB-6200-748F-DE37-E7B1F78A99C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15D171-CB51-5B9E-279F-331C313EC10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E8F3FB-2385-3717-7248-0C49B2E53DD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814A12-B448-6576-2D50-6C5E5851EE3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590006-CDA0-8D7E-4813-9FEBD0C16DE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67B90B-363E-94DE-58C6-30916F78F49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F3853D-3BC6-F937-32EA-025E184D017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EB2CC5-E342-9974-9722-4003720505A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B5A5D4-DD68-09A6-4AD3-A9807D9CDED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B687EE-0E68-7405-FCBE-6409B7B4859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04F36A-ABDC-919F-6DFF-B4A2B497E21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95AB34-B33B-33EA-20DD-D2FFCF805D0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FC559A-2C1F-8F59-5916-6D31E8EE3D8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92424D-6568-2397-FAD6-56C69FC7FB0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AA00A0-5380-BDCC-9D42-020C59CB736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13A101-CCB1-3718-DB36-9E11CE69173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DF48B6-EFDB-FFCA-58F6-42E2FE8319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B8558E-2187-9ABF-2FEE-5F4EF0E3C53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1EF239-D77D-DA1C-4AD7-E9526B69B90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EB3264-6C86-6E23-9DB9-328681C2233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16C3D6-F8FD-8870-B86B-78335EEE34B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259082-BEE3-AECC-CDA7-D885553E5CB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3E85B7-A59F-5EDE-6EA1-1511E40FDD8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77CE72-1783-06F9-16D2-E0306ED6C28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17C873-1CCF-22F1-8FC1-3041E214242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FC4F41-8C24-0C9C-DFA8-C8B105C02C1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76031B-135D-8623-35AC-A145CB35E97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7020B5-265C-D1D5-FE0E-CEFFEE72816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05EA96-238C-171D-36BA-9E5671775BC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272C4A-475B-59CB-6261-F55B7BF4982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2F2CC5-9ED6-6141-0C0E-BD28C217864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714D62-987B-7082-45D4-99F9479FD9A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6F422B7-3B52-A4AF-D659-B6A7C165027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429B96-CA47-E71E-03CB-810971A87FE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0086F7-5041-E82D-F599-0EC06CD2BF6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54ED54-5F73-98CC-ACE6-C544DB3EA09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2CBBC4-FCC5-A720-1BFF-74644D96EFD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669510-3555-FFEE-5910-77D72EF7F7B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05E013-1868-9FFD-9189-A3A071F8653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F1D256-86E6-37D2-8843-585FFDAB269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3CC162-CC3F-5B30-3534-40B0E425343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E01192-C54F-886C-3E32-9F151B6F07E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4C0965-2A8E-D233-81C3-FDEEE525B32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D37FDD-A4E3-3581-D4A2-8CD781AC7EE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6D8B69-0398-E900-09BC-9E3492560C5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5894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998FE-0A50-F458-C15F-97083992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8ACA23-B2A1-984B-6074-482CC0B556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the top center block. The two 4-circles in Rows 1 and 2 will, between them, place 3’s in both Rows 1 and 2. Therefore, the 3 in the top center block will be in Row 3. The 3 1-circle dictates where.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3B067F-B1A8-8DE0-A83A-775E981B7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3AF2A0-F591-F2D4-7B82-1DE59BB61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58A730-3267-08B7-DBBB-8C40A7BF5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9886E8-1D10-5079-BEF4-6D422DAD63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DF4609-DF49-D312-80DB-4BE94AEF702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DD239-6781-1047-0AF2-EC8231060E1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3E351-03EB-6E2A-D3CE-7ADE588A432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2FC1E0-CDA0-BCFF-91CB-C48B933C4F0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77F30-C92C-4478-DE78-6E10827BEA4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111D2-B6BE-0185-7BC9-9C16F96F6A4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53492F-5664-2F81-DF6D-5F40E614AC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BDD12C-260F-83FE-C9A2-4EA8855C06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93273D-4263-05B6-6D3C-AF67E339E96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2EE35-4BC2-4C4F-DFA4-DFDA676535D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4EF6D8-3E4B-CC6F-CD28-A319004F45D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AFC37-D5B7-D100-8EEA-5A2E2255ABC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7BEC70-AE28-6441-E70D-9DBFC23D4D5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C544B0-FAA7-6062-BF1A-6FB02883788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C5E18A-519F-E7B1-4A2D-57ABF5850AD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D78BA3-B847-94E9-1D9C-ACF82752B46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6A5E06-073E-BE95-BE5A-33EAA92DBDB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AF39C1-4DA4-E52B-8E2F-8F451F4DA61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7FB4F4-16A8-834C-8121-F1A23A944B6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4A6597-81FC-92C9-5045-354E1AB2FDD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341E1B-3877-A0A2-1212-E2FDD0D918F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580864-2086-8EDC-D44B-56640F1A307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0306CA-D599-3347-7989-3FE4AA9A1F1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B89283-7B61-4C41-2BCD-33E8DC67745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567DC1-AA72-A407-C4EB-7B94472917A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931FA2-4A2F-C170-5654-4C2753C7350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2B9F33-F164-ECEE-C113-CF5B7C7AB6E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C5599D-3409-5921-F83D-14168978542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55EC47-6DCA-1057-38B6-E88C0E68FD2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A632FC-CEB1-AD3D-CB4A-D07455CDE4B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86959D-F44E-F54C-A97C-62F0BD3EE17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614FAB-966B-D63B-EB5E-90CC88FBD48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6A339B-466C-9929-B3AD-1643CD0E5F2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EDD1BD-15F4-6718-B713-B1CD9B47D5D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68A150-C7ED-ACAB-CF00-A031C2AC524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794BA0-C791-581D-A6EE-19A85DBA68C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6D394B-0804-CB24-BF2F-5027A428DC9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EC2F38-B919-3FF3-0D71-D78B7CA8AAC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DD4F8D-0F40-4CC0-2D14-072506DA9D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39038D-0ADE-72FB-E83D-0731020D2C6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BCD232-68F1-377D-A0A2-794C907E01C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BB35F0-26F4-558E-5FCA-CB4769BE3B5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6292D6-B3D5-06EE-2F72-CE0C36E06E1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71F830-9EC5-30F6-B68A-AEFDE87BB8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B06079-448C-DFA2-28D4-14ACCF5F4FD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778B58-8186-DC72-CF81-2D4B5EBDD39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46AE31-D600-08D3-F926-69B2C20C739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289C16-590C-E9D3-C5FA-4AB429BD7C1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D52747-AC59-CC9A-94C6-1F6FAC983C0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D3A94E-23FD-36EE-0639-A24A85550FE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D6DE86-4805-BC64-453B-A6FF686EFB3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98EF20-C4A0-8E47-EE6C-6EDED76D91C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67B4B0-4F24-BE57-F638-8668C3C999A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2A3B8B-8275-E3A4-E97E-02F7BC06FC9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9BBE5E-068A-8970-ED1D-54CBF2528D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62A14F-2842-6894-A3A4-AFCF120823D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841061-2786-5114-CB64-2E8CF2BBB78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58B119-C766-68FB-21FE-D0CD5B90BB1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AE9A82-D103-57E9-B01C-38341F3B528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8FC212-5EAF-1B0B-93EE-50D4E836A9B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2D8FE25-F15B-B0E6-6A10-45E4E23E893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5F9D63-E982-7177-3615-37191CAE087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409022-2B33-39CA-0158-FCB01842C1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E7B871-3271-FF18-CED7-FCF6D995B67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265758-CF1E-275F-AAA4-759CF85D287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19DAF7-0FA4-63C6-7C69-845464B8BF2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29C9D6-4C1B-75CD-2557-F71E9C27F6D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44528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B490-2B74-3EDF-6132-253EC216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B48BD2-E2DC-6298-7DFB-28BE132CA3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462CB3A-E52F-429D-59CB-A195732CD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EFCBA6-CA6A-53C9-62C4-C0B8F251E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10499B-AB9A-04A7-60A7-AE267F8CA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32946D-4E6B-1FD2-43DF-E291E51F4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32AD9A-1E87-411D-A286-9941AAE5D0C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4B2E8-3438-9EC6-DBF4-A1AC29E1B94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B1D44-FEA8-E62B-3895-5B78804A306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27BE1-9AE8-C7B7-B209-4FA2853ACD6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E583BC-678A-9556-51F2-FCF4C3FA84F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F47ABA-A45C-5A1B-5F00-2029B7F8900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822366-86A1-0116-09DA-0C23748483F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19238D-13F1-9752-2ECE-D760F88E9D4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8FEFE1-3E33-1C43-9B44-E9273AE93FC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258952-13C9-8954-A100-4EFAB673208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B5CFF6-43F7-C39A-D67F-E2189FDC8F9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FC90D9-C486-D10B-AA04-0238B0AB8E1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BF8CFC-64B7-2746-AD09-57D1F209403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2B6112-FB83-20E4-5D51-58B9EBACE59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3E2E5B-2681-69C6-FD0F-1C3288AC6C3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4EF1A8-04A5-A498-6979-1B3DE49DBB3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CD3AEB-1AAE-20B9-D312-6BAE61FA7FA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6E0C56-1146-47F0-BC3D-7BD5BA4898F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D341D4-9F6F-D68F-247C-182DE28DD6F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739624-2B56-5761-885B-275C9BD58C6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231279-9E28-F27D-3B1C-9E99ED2C6F2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D32CD0-7EA2-44C0-0A33-55BC933398B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19CC75-8ABD-0C8A-0634-F2C76D7ADF9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9CAE9B-4377-88E8-CDC2-39ACD5F7B55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15D2B7-188E-1E43-9151-FA79C80DF74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8D3BF0-640D-8F95-3258-D491CC2A8B2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17B867-5050-FF3D-6756-CCD12BEC914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2C533C-19CF-A1F0-B825-274082F3040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45D7BD-26DA-175C-02C5-52EB19B735F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A19A38-0844-F1BB-82E7-90E3BDE8A5F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EEB2E1-3C22-6E76-C864-D0C862249FB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14521D-0727-38D6-501F-A8BA5A66A32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15EF41-9192-9DEF-9775-86A9515E5EF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8C0476-4A3E-99FC-4220-ECB08A57702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760C41-1DD0-6C19-7F88-E62423A8465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F19427-EF22-68E0-E037-376A0C1D0CB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7EB44D-808A-4997-22A2-5B601AB252E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99ADF8-634A-DA01-24F0-35C0AEC6A6B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2047F5-EDAB-3CAB-A59F-332EFECA326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192A42-B0D4-1B1D-97CD-66FF355510E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6D86CD-93CB-E87D-EFA3-A6ACF6525F8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B02383-590F-BB0A-D0CC-BCB30FCB7C8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D0D6A2-B1EB-C9F1-1129-00A1D3510D9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F54787-0EFE-B3EB-CF92-12B0BE3EA5B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97152D-7E66-306F-4EA3-71D4A138CB0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C8D112-317C-BC43-10E4-0F4C2E4FB2D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236C4D-FAA2-C856-1C46-F3B4D1264B6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43F5F7-2B75-AB6A-72BE-C2BEDAA00C2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BFB40F-56C2-C792-E35D-92CF9205766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3B9576-A91A-6999-9BAB-EA1272E790E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183DC8-6F2B-797A-D28B-D4686D623B0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D39166-C550-EC82-35DD-322F28EA5AE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AFC05B-F014-B990-B1EF-0847792A4DC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58004C-1B3D-6625-9F27-D2BAABDA127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023B54-827B-3E4C-B7A9-61336D11442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06DDC9-EFFB-74F1-9148-495420C4A6D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8919DF-1C40-713D-AEEE-82B4C73DC1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96C385-5894-73DA-BF2A-4AFAD15D731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828945-DDA8-4D95-4B5E-379C430117E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237935-1018-F540-B694-0E8890D78D7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99C9A8-093D-A0E8-DA6C-3460128A393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21D37C-A048-1EA1-306E-99A8B1157F2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064DBE-9B7A-92F0-22C0-4D4BE63BFC7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401515-9467-C9F3-C732-F42509AEC87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417904-8CF8-DDA5-F49A-81E53266247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D03683-477C-7560-330E-8D04491E090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E0F7FD-83E2-5937-E40C-EA4700F169B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55025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6EFBF-9295-E2D7-5B90-CB7D54DB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472C69-AA9C-87C7-533A-25C6F40E4E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Constraint of the 1 1-circle.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2EE72B-1C9D-A05D-2FD9-4FD8F5A5E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BC6200-4DAC-BED7-6082-EC0C1DC32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EED601-78C8-ECDC-6212-F68A5BCE1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621595-8591-5972-D908-85C3B8A8E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822BDC-A63A-0710-0B5F-B908027CE2C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1754B-25C5-8DC3-2803-6C0826ED766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FC328-1ABE-77A6-1E99-33F35E52389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78491-0DD7-3CF5-89DD-4E7ED779C9B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3FDCE-768C-9DA8-F1A7-8AFEC9A4687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7A71E9-6D77-87F7-3AF2-5FC22074F7B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58D551-2D30-02D6-65BB-314E063D6E8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F3D1F1-5C9A-D2F2-8A28-19DA89305CF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26DF80-AC71-329A-3F61-ACEFAEC985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F614B5-736B-8F3A-C494-727D9C8ABEF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F0B22-CF1E-940C-9572-E79E4AF6AC5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A13597-41C4-0F80-7CDA-266A5A4BDE1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76C449-AF39-9FC2-7C64-A3A52D55D16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79281D-474D-04E5-CA6A-A860BE342F6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DB0917-BAD1-5A7B-B68A-987787EE92D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DD6919-B3E9-A98A-37F9-188EA61DF1C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B2058A-8DBE-B299-5198-5C464915676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98E0C9-9243-2FC0-9004-6CC54252325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52860C-E857-4557-21D9-AAC8FBBB8FE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EA45E4-1597-5FB8-EBFF-B8EFB3DF52E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81E956-16DC-5143-591A-E4F02533B51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CC05A0-7839-5D8A-A093-B9BD9398C64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975BA8-934A-FF04-129D-D971C805B98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4D843E-6993-8255-4249-98766D72004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A32D95-0AE1-188F-92AC-53FDB8DA950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96F28-5464-8205-381A-C94C745F0D3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4BD4C9-7266-5AC6-8554-5B957A89466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5D315F-039F-8627-C6D3-2A494E2BF50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7689B6-D474-05C5-752B-81693A77BE7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857E52-711F-26C9-69FA-F8F78CA873F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8E3A6B-98CA-8036-3DC0-ED916F5D6D1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353608-9D28-9343-9610-21937A7A9E5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AF7CF3-42B2-EAC9-BC6C-164FFF82566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85F1E0-0ABC-7E3B-E660-5757CCEC1BB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C0E3D8-E4A2-738B-2E15-7661E8FCA11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6E46B1-4CCD-C756-618A-020B73926F4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D65CB6-8B1D-C21A-E9DD-05320DD8237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E2D023-DF61-C866-E7D0-2B1E7A6F2D8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427E40-EAD4-4BBC-022E-9EFA6A5F90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45710B-0787-7BE5-DB39-0D19AC329DB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3F1181-7BBF-7E96-15EF-A1FD8579A31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F8C537-E3C9-DE56-785E-1258F0B2432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2EFE2A-F19E-E83C-0CAF-C87DE7CA747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211201-1EAA-0320-335A-229C3CE759B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466356-DCD5-089A-D62B-518BEBB699A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FDF2A9-F611-7264-4E2D-7D4BD1C2C76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7EEDA0-4CCD-482E-1BF7-BBC2DC9945B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E1AAA2-CC54-728B-6111-45311D0FACF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3467B6-5F7B-2FA8-DCFA-1B5CEE44A0F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DEEA56-F8E4-FE88-1DBD-2A8A3065B30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DD1D2A-543A-75DC-2CC8-8B6D6A5FB5D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1FB033-3C76-F60B-CA10-5085D6C87EE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139A2F-765B-7C46-DEB0-917DB3C53B8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F9EDBF-5932-AB5A-CF65-EC37274D977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878B83-7610-45A4-DF8D-EB7FBBB5825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FA7CE6-C1DF-B737-10CB-D32961BFB1E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3DCBCB-EEC8-87E6-3B0E-9375E6B3F5C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9052CD-5232-D0A6-842E-38B02A2948E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7E1C2A-80DB-8BFC-466D-C46C222A609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E02DB5-B5FF-E040-ED6E-206E8637865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AA2078-3C20-26D2-4453-AA1AA1AFFBE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D96995-1F33-D6BC-E58F-E0FD90A7EF3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348A4E-015B-9037-2FD7-03EE10326F8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88AC145-007C-DE35-0C80-7371179C4B6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78DB73-2BD8-4172-AAE4-E69ABD79F6E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A49826-5DCA-48E0-E675-1E20690D6F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0D059B-3088-99BF-EEF1-C41A83B3CB3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8984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819AA-0B6E-F5EA-89A2-1A7FBD7B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D67C60-40DA-8FBF-4B7E-7D1A5A0C9A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FABAE2-CDE2-BBF8-34D6-14EA30D4B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96D880-99BD-6255-C13D-04CB8F52B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3FA8FC-CE79-A940-D607-0EFFCFCFE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518AD8-257B-CD01-6D95-477CD43C8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046FF5-A101-A2A6-FEFA-5D3C39EF400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9F5E5-2363-B954-3B74-A8BABE1018D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9D1ABF-0A7A-73D8-8578-409916C0F12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48F56-F145-C549-43D7-CAA9A3FB188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69A90-E708-930C-4038-5C8DF843D90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5BB8D-5FEE-A77E-A57F-346FA0CD7F0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057621-70C6-2215-4E90-77940654E43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3465AC-C701-DFCA-70A0-2F24A125357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4D1BB0-738D-3B05-E1DE-99D88F129DF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3AEBBC-B231-FE01-0A77-62D9272C13E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515CD4-2EFC-2B62-FA31-68F09FD4CA1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F971C6-CE29-1492-A738-4B9C6314932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961B5E-C6D3-E903-ECB9-87C1341E795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797EAD-39BE-67D8-8393-3F09DFCBA42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3A109-D524-6A11-5F77-5AA72BC0435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E2A10B-D9E4-ED7A-2D59-FD5F1E7401D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9179A9-97D1-73F6-B916-4A0E32645CC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937454-007D-A91E-BD2D-5125A047CB5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189BEC-67CC-8BD4-DBF1-EA5A8B96EA6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AEB8B5-4A51-3898-0664-6241FB029B6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5CA0B9-386D-601D-0E6A-913058AE25C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D83F60-B8F3-76BC-866A-B9E2B79F0F8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5C416B-9062-1E4F-A6F9-8C516B88C9C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7394A5-4CFC-1945-EC87-48FE08F796A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97B0FA-311B-CD57-C4CD-FE1356E582E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F66964-F05A-FC29-35BB-CC556BD441A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F033EC-F6F7-7997-AA54-841AE1DBC19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96622B-46CF-54BB-44DB-78D0FBB1A51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5FCD3A-0C04-26A8-2552-8949243026C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A0ED9F-6E3F-B671-9C0F-2B1992A19A9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83F70E-B351-9D66-ED35-11ADB291528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58DE36-1A14-5694-2097-6A7F2328B30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C2BD8D-A457-F916-79EC-DFEFB330F65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005535-807B-9611-2FDB-D3B946A2657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C186AA-E126-2476-8EB9-B17668A4F11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5A4C44-F460-85BC-6EF9-B85D1A5699F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C8AC9-7E62-D658-3046-0DBCB9B7B48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7D6449-2986-40D1-91FC-9495A036ADE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D3722D-AFD7-46A0-01F9-CCE398012FD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28AC92-282C-961B-6893-781013B83BC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16A0AA-A592-9B5D-ECC9-31EE0638E16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3D8ED8-B9EA-DE6A-B1B2-A401AEDE396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97662-3B94-C13F-3D21-A430864D053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D50048-7B90-0D4F-5D82-39757223496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0AA0BF-C2A6-FC5F-9E0F-A49D6016C38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B5BF50-A3B4-7FE4-0E49-7A453965B75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715131-52B7-C81E-8B1D-72C80572D57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9379B6-C26A-427E-D92B-98F22937E87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2279AD-7BD4-8088-E6C7-FDC8EA69F9D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916396-FB5F-5225-D7A9-3E4707F1FD3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E8A1E0-F3E4-418B-F67A-687D4A33CE0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1C1AAC-AF0D-4521-6389-8EF75C544E6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0681FA-B214-4E84-CF73-74A3720A942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8D61D2-9B37-EDCA-35FE-AFD7C006CA5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9C244D-59B4-EFCB-6211-B586DD9F544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F0B43BC-CAEE-E77C-413B-6E58F400DDA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1A0574-72DF-B2D3-0582-0E6D611B0F5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F759A4-D859-E0BA-B997-2E51D95377F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48A9A23-1943-26C5-1A68-34CE65568DE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513AD2C-9DA8-D0B6-6E8F-862E57DC067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C2A3E0-FA46-2FDD-15E1-9B6959F6C74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4A685D-C8B4-94E5-03F3-D42BBFD8CCA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4A8C6D-0E19-5332-3762-A43EDB6152D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980957-50DF-D6BB-C700-C86A3091210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1C88F48-0FBD-200E-8AA0-5BC4EBD72B8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5F62FA-03DA-9886-975E-31C8431F863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8A0AAA-2B5B-AE13-A998-26CA64EEBC6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45025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DDA1-1237-972C-AAD6-5B202C60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153E65-6F26-8D29-5121-19F673F2A0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D525EE-1201-34F6-D4B5-0762D991A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DB72CC9-8B04-1989-3490-AB9837AB7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A9C8B8-8690-253D-C260-CC9F9007F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183359-B2D6-2140-A256-804DC9B3C8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6689C7-381B-529C-E1AA-7CEAA0D2AC5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DB77C-38D8-2C34-BDDA-4B6952CD5EA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535EC-27EB-B754-423B-354E2AF08CD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74A348-C21A-685A-A3A4-3A3C352ABF0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A153FD-1DE3-9C91-07EE-AA0FD3329B8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4F00AA-F597-1877-8F88-B5F8B014E43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E49948-FCC0-4325-DA5C-88E7B018BFB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08B37B-EA75-A61B-E521-82026F19B1C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8E5F90-BEC5-1FF1-574B-6AFDCB4F1D1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6A9FC7-DC79-D0E7-58B1-B7111A2BCC0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5F5E9-3A63-4347-F91B-2DD8D762B73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AC2F99-6A1D-C8CC-39D1-4355213F1AF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D6F3EB-028B-7821-E711-9713443B6C3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93F4B6-1FA9-4886-6F7A-B9F0281A4BE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3E5B51-9D97-BC88-DB60-5114FCF1671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F1DE90-72A7-4F21-A046-683294E1216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9B0E15-3731-250D-9D58-3F535845CF1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55E8D2-4893-BBF6-EE0C-70F4C9DB24E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945480-DCD5-7127-3DFF-C69475D4907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B72020-4415-1346-FAF8-A7EE86ED5B1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26E9DA-8289-2F2F-FA8D-7B83E0AB620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CFEB3F-2D4C-CFBB-D682-81D538BA21D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9E4150-A425-9C4C-27ED-7E7E17AD222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E3E73A-AAD2-D687-C54C-C4AB1B60402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CEA0BE-AB84-9EBB-D1FE-4B12D7441A3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1B9391-99FC-10F3-F34B-DC8DB88D31B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C5FFA3-015F-B1CA-79FD-CC6A987705B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856816-88F4-6485-8CDF-A80B8F8E1C1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EC13B8-2C16-907E-627D-716B32DAECC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B6B44D-1115-7526-B0C6-9D644F59AD7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3BD3A7-30DC-90EC-E57D-8EA2815A598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06418A-412A-D625-1A5E-E4A31ADB02D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484D39-715D-90BD-56C6-799E28FCC39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98BF96-C425-F9F9-09C4-3BB1440710C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3C558C-7C6F-BA55-413D-D467FCDE93E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CB1DC0-9217-1FE0-B105-80E7B5672DA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533836-F3DC-4C51-A140-EB1909DB9A9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F31760-0DA7-3B97-315D-85D9749F458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A5E80B-21EC-9288-0031-F6C471AB148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FD3ABB-BFBC-FBDA-91E0-AD1423B383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702E2-307F-57C0-4677-7C3825F5357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197492-0577-B264-3B4A-E08544EEC1E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DCEC1E-B9FC-7BCF-0085-2DE71AAFA42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336C8B-EDB6-E073-A1D7-7E544C144B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FC0BA0-FAB2-63EE-5A39-42B32FA4885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1242D7-8FBF-72A1-216C-8113B6BBCF2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C435D9-F949-D11A-7551-558C2EFDC71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F29803-3799-3F58-E344-0BB348B49E8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F02908-1C05-7C8D-D3FD-A1818516C40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E9421E-32E1-A275-FCAE-475F7E9B939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FA2091-BD0D-8290-5ACC-F7F8065BE60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2B81D3-B87D-0942-3845-8F0459A5895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09099E-D418-C0E8-F8FC-618A65B9787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6C7837-1DF7-7ADA-0601-3F4BAA162EC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E18F8F-7953-D261-6404-978BC653D0F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09DBA9-8407-7317-F599-9ACD582951D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5BAF545-23D6-40A4-8975-B34C57EB688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8A1000-BBAF-DE56-0181-CBD02F67305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DEBCAB-517E-4401-1145-8F32CA50E5B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6ECAD0-BAEE-D54C-7374-8B23EF8E17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16D85A-0B41-895E-F9F9-E3B5BF9730C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E566578-A006-5D92-9F6C-23E7731BB1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B7C954-CD00-3F6B-E7F7-BC63DA30ADE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0646E3-2A6D-38AB-541F-37B9BEAED25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842EA4-BAC5-EFDC-0245-642A7032F63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4CEB49-8381-6194-144E-42E08B8DD26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9CCE55-4D39-86F8-2315-2A7AF09394F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98626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4C59B-8D45-BD14-697E-9BE321212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B99E00-A98B-2C73-B4CA-9B2B602F95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F27ECD-2A5D-71F3-959D-49DE037F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E693ED-E7A6-3CA4-2CA5-DF72C7320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B6C62C-9149-85D4-8B42-E9AF47CC2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BAD9E9-55DC-74B5-0E95-BB9CA597EE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31E96D-2CE0-DBA3-084E-D1DF1CC7C1C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44627-30E9-4711-76FD-77657D3A37B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9DC782-9723-7682-6BA8-FE83FF93528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C9657-67AF-4E1B-68E4-D611002BA1D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915722-6E8E-A9D4-0294-13B229440C4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52EA51-8DCF-E834-32F3-62A471CFEBE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96D558-F4B1-0CC6-206B-AE3A5395F71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631F88-1B5A-FC01-CCC6-A6E67FAFFA2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8A764E-5B74-BE99-BFE8-D8030C15D95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48293-C246-6358-9DA9-2C004682F64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3665FB-06B9-FA77-C2F3-0F2F2975BF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7A7400-CF21-43BA-AF19-21E61C09811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DAC925-D5A3-D5AE-F0B1-BF33247E630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ABDB4B-0376-F4C7-9851-D10B4955183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A23C2-B68D-0899-9E16-5DAEA7C2D07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52EBD0-A19F-5548-9A30-0CC845545CA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66CC7E-A558-12CC-8223-0CD30E3C7B8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25716D-B1EC-5632-5220-0395B3972C6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9FB5B1-B522-727B-6FF5-4BC31007AA4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83FE32-5ECB-5972-3D1B-61D51AF4F0D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34EDED-2667-864F-3798-D35634DDE89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0B5817-A450-0569-6462-B201434434B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EC2FD3-424D-B892-EBDC-018565C4855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866F48-7AA3-587A-F71C-7EBE672E7E0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6437C0-A472-B344-8664-CA5C67468F2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3C99B9-8926-13C3-1DAB-21AE4AB1446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1EE21A-1722-3E94-9B80-704EEF37909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28B4F5-4B9D-5047-41ED-656C0728D07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E4CBE9-9D29-77EA-301A-06A249D4516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33EB32-1A37-0E9F-5225-58CC2BE964B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E996AA-1347-0BCB-CC89-2F4D2D8417B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492246-C478-9126-8877-53B328C4DB6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B1320D-05A4-243F-BD73-A0200362F8C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8B2622-F95A-D973-A1EC-10682A7AD09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CF5434-CCA2-FCD5-F4FB-5A8274CEBB5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6D4835-6FA1-D852-5BEA-6B6F596F6EB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723DE8-861E-1DC1-3423-FB34AD32BB7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EED5B9-B761-1A19-6E0A-691AF794CAE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0CED49-F403-E74B-64F3-3CEE0319DA7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788DB5-11C0-EBBA-805A-4932A4ED403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5FC7B0-4DBB-AD00-50CA-1D077C68631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8CF96F-B2C0-D826-B18E-8F3BC005E4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30CF4B-919F-2649-F5F0-E91D1DFE6C3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3B8B2A-EDCF-C89F-78C3-08E51B265E6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753DFB-232B-C9ED-19FC-E8D8AE5CBB3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C75C7E-CD78-966F-BD76-8B4E2DA88CD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662FEE-E885-3306-2471-EF57C5FA407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F7A08F-EA61-1A93-32DD-7C11B7C9336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D047FA-A2AC-74D9-A1F9-1372252DA52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3372CC-C16E-6BDC-340D-81B4D5FB898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0CFF4B-4699-C45B-8F13-3E2CFA9640A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689E90-B60D-6943-4EE7-A52083131E7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EB044A-BF61-2610-D866-4B8F6C5427C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D4F67D-860D-2FE9-F9B2-32425B7498A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E1C851-7DF2-0443-8E2D-611E3C5E8CB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91F07A-D445-AADC-1473-E40EF99050E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B612FB-02E3-6796-B9F6-369277994CC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515571-7640-7FCE-3005-710167F7CC1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C2DD81-0511-3C1D-6724-79E6B32839A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4C3EAC-9528-F625-80C3-74C43A14F1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BAD50C-47E0-F8A6-2211-2E123DA6B45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BD51A7-25CB-9A46-C929-4501E783348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0B1B11-FD09-7013-A4D5-65403A343DE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0ABCEA-8BB1-8A02-11A8-38F9C0FFB64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060153-B2D1-1B23-309E-A340483CA17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E1C1BF-5E57-2B24-4A6C-79041339E63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F9CEFF-15E3-41FC-5BC1-638ED31413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3028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47316-F661-445B-BA5E-A5E91F59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3ED4E8-AC2F-0279-3E51-929C10EC0A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169/169/61 triplet in Row 8.  Reduce and complete Row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5A528C-AEDF-E700-1773-5DBB529BA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CFF4B2-9341-E04D-0430-F93AAE9D7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6C5FEC-8697-8EBF-A4FF-B45E3847A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AD3432-6FC4-723C-3B8A-7CBCEBFCA5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E9DA2F-9EA0-5113-B58E-49CC799ABE6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3135C-AFEF-CBA6-FB99-5A080E43525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5D3D0D-59CE-F4D0-447D-F5F1D8842E0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AE240-8C37-5D00-55B9-483DB38025D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0ED273-641A-5A63-BF64-9CB845B1A0B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A66350-E95F-E297-003E-F84A9722B2B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438AC-364A-9832-6ABA-8705066F606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4D1801-7279-338C-8A9B-7F2B326C7DD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FABFFA-AB6A-BAE7-B73B-1F31B0B8BCE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D07843-9173-6080-5112-3BF890FBE16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9051AC-4043-B835-236B-8CDD3746F0C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AEE2B9-E4FD-821C-26F2-B0BABC41BFA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C21AC-EB25-F916-4467-A97EEC86070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AD8FEB-6B80-70F4-8262-B92D42C5A24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7F0DD8-F9EB-23AC-4B94-BA85F446F30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0477EA-4242-34E9-4D33-5CDBD1325F5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043E4-53AA-34F4-5933-360361E034F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DDD28A-9972-10BB-B5F9-871C5530075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51FEF-3407-DC94-7E81-1C990003BD0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2F1863-C7E6-019D-4610-F17D58AAB70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C06334-496F-E4F1-28FF-D3B8000230F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98FDB4-05D3-58C9-71C3-D10F4289DFC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98251F-BC6E-B223-5978-B103DA3724F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0B775E-7674-8D73-D359-5AED6912A7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4C56E2-621A-BBFC-3F8F-64FEF737023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5F5036-0A19-FACE-6276-43E88EA1772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9527CD-2DE3-C531-EB9D-649023CD099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0F374E-DED4-745F-A576-D19FF7ABDDE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63C1A7-E6D4-0A5D-4365-A8AB9623CA5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72C188-3C61-9181-15F2-64AFBC59EAC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CE701D-360F-A6D5-9D41-FE743E81913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A6EB77-3780-0785-0F59-BF6A11BCE20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D58E0F-60BB-9D2D-26A3-A80B265A081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2A1995-4F1F-0A5B-E490-0E76E3099DE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1B226F-92D4-40DE-E49C-769F9B9EB9E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3A9038-A660-D6D9-713F-C200F669555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23DBE0-3D9F-8A73-EE0C-12221700DFB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C2180F-59A1-0377-BF85-99239BAF44B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FE4616-6521-8607-4AD0-E7E8FF219C5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63C58A-47C4-CC3F-CDAC-072CA4ECFB3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A39296-4811-479B-7135-3CD551EB078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CE2FDD-4C0A-FE85-F931-39FE84BFC83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E52B4F-867B-BF11-507F-AF64EFB77A8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874B66-5DDB-AFD0-BC45-106A02A5048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202D23-01A1-5D29-5460-FD0B362B166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E28DB9-19C3-0404-6678-8A050D6D563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A68755-63BF-06A0-CBA2-17D8EE45C02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8DDF00-2D39-D7C6-52B7-31764BD5984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F97902-594E-2A4A-34EF-01A92452026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090911-9714-3302-F181-F4812986A25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345FB6-E6EC-3760-8839-4FCE7DEA122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3CE0E1-6EC2-9307-0532-F6CAF240D76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0FB66C-D707-07AD-8FC7-28F41D7A199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E583D2-708D-AC94-CCE2-DA28966A117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DDF0AD-EEE1-7A4C-9171-3C78469C8BD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1380C00-102C-E9AF-690B-9F3B100C924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B6E6431-A7B2-36A6-0D55-3140BD28F69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874305-AAC7-0282-8F24-96AA88197DB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4C982DB-CB4D-905F-B858-BCD7C5F95E4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732EC6-A976-AE04-9274-D584AF1E909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183B02-F14C-BE6B-1579-9D88D0006F7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62EC1A-45DE-A508-8DB7-3699F39B9BB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419DF1-4D7A-3551-0A7A-D90A33D079B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672A41-E9DD-4C1D-8229-0080383532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E6E788-CE8B-1922-30AE-711A3266DCE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AD3BBC-36FE-9B59-7C7E-DC11B15D33F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B27E18-3117-C482-6B2D-4467118B3BD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023654B-193B-7C35-773D-012C0AB4704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2187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A075-0B66-9BE0-8BB8-76F80A7B8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F5A2E8-E52B-6AD3-AED0-6FDB28C6D1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F00D28-3BA6-760A-1920-E5B99FE73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3193FE-9A72-FDD4-8FCD-0AF16AF4D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823076-1924-F2A1-4D43-63397EE0A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D61177-AD20-5947-D655-69DFCBA8B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AA2054-469E-B399-AA29-4E9BCDEE7EB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6F433-7A08-66B4-2CB4-EB1C3DF7110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FFD375-82F2-EA47-9682-35BD3B8350D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1F9B7-94CC-D8DF-6A5A-3619897212E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7FFC5-A638-DBC1-3BD9-06DE067D8B9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7B833-2002-8032-F06F-FD8B2690E36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2D4099-06C6-89BA-8913-12AB30EC19E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680EB9-3E3A-9481-DDD1-3F45053FA8D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8DA026-9E1D-E2CE-B203-0B0C5FDE39E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881ACA-DDA4-3234-45B3-43A4CEAFAD7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7C5BF7-83F1-B61F-3ABD-F8304302CC8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09AEB8-F09F-77B7-B586-0471CC65366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7378DE-4182-5D96-AB45-0A8BC0D6FF5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5C6C1B-63B0-CB0B-384D-038933DB4C2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DF0060-3C1C-16D4-176D-5A8085A8C76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9179E2-42DB-6D20-26C7-C65AE54A002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98A3A2-9BE5-DD7F-54C8-977F7019701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DB4A86-3292-A3C4-5035-4F8B2CA2480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D7EAF5-3B2E-5B45-BBCD-6873B882D3A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4EDC66-3E5B-6833-3E93-31DC942CC5C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C3DAE6-2161-086D-2449-E9633962C63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088508-6EA5-1CFB-554A-6E347773577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66091F-4E41-18EA-7E61-BEAF08F3C71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1A6FC6-2086-8FE2-8BAC-47903221912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181298-F373-4DB2-FB7C-59F8CB5653B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021433-69AD-9705-2FE3-0500BC2DEC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A37E1D-B3F6-0BE0-26C8-0793982A2B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D1A71A-B0A4-6025-E693-309C13529EC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7B0C05-E9B6-0D14-8C08-CEB16FA9AFA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B91A50-DA97-6E13-1189-D306ED70E8E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9A83E0-24A7-E717-ED53-8C281AFB7FB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0B9FC5-FD7C-9229-53E2-599C83FA2F9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A9D162-FF7F-C689-7663-309477C0AFD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C67073-81F4-3E85-AABD-1C6E512BBB6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713943-BE71-DE31-E07A-2D94E064C6F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BC095A-E945-2383-894D-FC3621BF0E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9B7842-8970-D25F-ED78-72FCDAF3EF9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9F6212-3B0C-883F-F3D4-CC1E7CCD518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22D37B-DD75-D0DC-C88B-69C043128FC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5F7D54-F13C-B1D6-3EA3-2D1528C1A2C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A4B8C9-DCA0-1BA6-C49A-6ECD573C4A6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8CA20C-E699-1B4C-0183-6A4858832D8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1979A3-ECEB-31D1-785B-7673C0722DB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4BDEF9-7179-471E-C9F6-8538D8F7325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6FE3DA-3F79-A49A-7C27-9DBCCF90E9A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C44D30-7218-EE3C-0B8E-1501DAACE92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5818B1-307F-8E63-1108-DEAE93E7324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1C9520-41B0-DD5E-1F85-21E8274B8EE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1AF13B-F640-F3E0-89E0-D0B46313436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C9F820-3650-1FE7-D2B0-D479BE2F091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D40AF5-5757-FA3A-B90B-A740274F7A8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3D96B6-B968-1DF4-D41A-753D4CB0DE0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8B9A7F-D6C0-C776-E2A7-B8D79DC2FAD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A4B5AC-FA89-44E3-8F71-27054E191CB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82F4A68-1087-8C7A-CF7F-CB119B36B52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40375D-EBB1-B576-2F02-AB9AA6E38E6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8E0C5F0-521F-B019-E130-CE06B586664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1B2683-FABD-DA57-0060-D1EF1C73157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574C3B-EE47-484B-0B9D-ACBC261B151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B43FD9-E402-46A8-DB6B-A2728F466EE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5494F9-B3EA-0FDE-C774-1AB028D8710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A89DFE-67EE-E506-483C-13C5636B960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B7731F0-CAFD-8A9F-E1B2-007E70DE54F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F6DD9C-793F-2013-6164-DCD562F3038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5AA679-1667-55D0-1CB5-2BD357CFD9C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D5F6CF-026F-BFEB-71EC-689BE87E178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D1DD3E-913F-5694-4524-A2333F81693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37DBC1-F725-5D97-121F-C09AB53A556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9639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D13B-97BC-36C6-0441-26E20E38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5E7026-0DC2-BDFD-C67E-C31EB3EA77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441752-3F2A-9D81-1048-7B2C6A362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B7B925-3117-2FB6-77B9-D2CA8B694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396778-92A4-9245-3A47-16FD1C126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B2BC3A-F270-55F7-DD1D-23490C9F0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554835-29EA-693B-2925-0620A827EB3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4C6007-7A87-F7E2-6289-265D1389B88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BACF07-2404-E014-CF3E-C3FC2FF3978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9E465C-A40D-110C-D1F6-4E16C10AACF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D6F32C-5093-1DEC-FA1E-AB643993BBD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1D8BE4-93D2-BAEC-A4F1-B22AA9971E7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5E4819-828A-B795-6BD8-8936E6BFDC1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25F975-C51E-1BCD-503A-FC8F5345F1A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EEA71C-727F-5B92-0651-12B514893AD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37A451-8AED-F3BA-ABDD-6FCC73AB77A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7AD31A-0795-22FA-2206-CEB7CDE1EC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0D5DF-58FE-6DC3-821A-73621D31300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5DDDB7-30E8-1D2F-E55F-DACC83E574E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8FFD1E-8836-F981-E9DB-DD3F91642D1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F39A10-9D83-5D06-3420-A416506B910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5DC506-9952-18A4-4915-F58BD538C63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D309BE-90D0-1CB2-06FB-1E0F262B859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AD6191-4FD8-E842-85F0-183F0C017C3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1AFCBD-2901-7D7E-8C9E-D50E8B9AD13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895829-D60E-9CFE-42D8-928A3B342F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DE4BA0-C3A1-17CA-BB37-5623867ADE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0A66FF-755B-2ACB-245E-1F28185F02D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E56884-DB15-2996-B514-81AEDAC3070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BDF933-A4CC-FC9A-2DC3-6D4F558E44D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B02180-9495-E722-F64D-F4A0F963D11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EA978D-7AE5-78AA-9355-36C886FF0B9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81B24E-6155-6D24-11BC-3009436C4EF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CD0987-C23B-3C6C-119F-2A331DB471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282AC7-4481-66A8-35FC-DA469B898FA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A8A37F-57F2-6E3A-5D3F-AE5C610EBB7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FBB68B-614E-889F-35A6-A376AE3CE85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63C238-E9A3-B53E-08FB-1C6DAEE25EC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FB27FE-C45E-E170-178D-CC9EE3BA3CC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13188B-DB88-7938-41F5-EEAE267A27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6007CD-3CB9-26BE-6941-38A53FA56C8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D2FA72-A52B-4C5A-8721-326F440C30F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679429-5DE4-0858-4F28-1701EF9468F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BCE166-39FA-917E-DD90-C4419F994C4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690153-B567-CD17-103C-7099163ED6E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CAE191-0756-3DB9-23EE-243E6A02B7F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B18F07-46E8-C636-CAD9-B08BE17FDE4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D26432-41E2-78F0-6258-2168DEA753F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C4E0AA-CDCA-E596-6F2E-09AF8C1946E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40C916-AE0B-8E6F-EB55-C1CCA48B722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CB0982-6519-DB6B-0898-D555E588A88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146712-1ED0-8E5D-C4FE-C375C869D1F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61CD8E-F6F9-7D38-4CC3-271833D31FA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1BB52F-DF5B-9B82-AAF6-6387CDDF523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D44881-3215-1DF2-8AD0-BB8FF70542F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5CF04C-E0F0-F152-B1A4-A971BFBF50F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AB6D8F-A8A7-97AF-BB54-1EA8945D447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198E13-3475-4182-6727-547E20E7C2C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FB01CF-2CC5-C67A-5409-B68B8620997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A3D3E35-2123-90D6-7B69-9C7D89D8DF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94E722-B48B-A19A-F64E-5E9581124BD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EB815C-AE37-9E6E-9C37-B583A38B117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E233FE-D905-B46C-B6DF-E23B74883AD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F9FC30-DCB4-D7C8-FAC4-433098568E1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6EE063-9CB4-7403-CA7E-94F58EE5D82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2006054-E83E-17D4-4C3B-9AC143A013F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39C670-FF34-DABB-AC29-7733BC4B6DF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DE5A8A-5155-797B-C700-C87E7D361AE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F420C7-E5F2-9AAD-28D6-F3D9D3DDBAB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9B3AF8-27C5-9843-40E4-218803AE15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B598CF-CE98-3428-AD92-6B31E9AA4A2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F8598A-2AE1-72ED-F57A-1C5E18C27D3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B01813-6E0E-1930-4F8A-0B51DC63CC6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780C1F-AAF9-6767-8FD1-577EFF305B1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20179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729F2-EFF9-1DCA-32A0-13A4B7C59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F035A7-8033-6410-D30E-1F26D1B3E4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6980EE-43D9-5BA3-D697-25D02EB15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41CD1B-FB39-14B1-2794-D4A41625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4FC0D8-8079-AA1A-4A50-C84EC45C6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289148B-1E42-7623-9A25-74A7E683C1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5F6D46-08B2-1AA4-DEE0-5953977091D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CE1E0-89CA-0ED6-CC3A-1DE2C4F3672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CA2792-B4BF-1331-07E2-9738194A5C6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3ABC1-FBAF-DBCB-AAD6-A78EC005F7E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2FBB4-2D62-CAA2-5740-663CAF4CDB9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A0D6A2-52F5-C9D1-21C6-78388993F7C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C38EAE-D14E-3C2B-B5E4-E2754264B02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8C923-54DF-3382-191E-585E26B4E42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A1F206-8995-B527-A0F3-12D1BEFF4B7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2DAA7-E277-3E84-C255-84BD994AF16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BF1E90-FB9C-8BC7-2240-9E6EB4EE1E8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2B623A-BAF3-CD26-4435-798BF398CDB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584B23-90DD-EA5F-53A2-117BCF6E537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9752EE-5FF5-EBFD-7CC7-62BE61011AA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0F3708-0A08-C9C9-58C8-D121422AECF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E9480F-2F57-2A3D-5B0C-8DC18273825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8C165F-2A0D-60D0-F268-686C31268AF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5F59E0-060B-895C-1F38-BA58CA2E119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64CD02-4E62-4AB5-B4A6-0AA290668F8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91790A-6850-EF1B-75FA-D5D2CC62D01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7C277A-F6E2-5E67-78C8-C6D94F00392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275CFA-E528-C6F0-E052-C85FED11AD0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043878-212B-5A88-3F25-7F3EBCC8354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3C5D9-2371-9A9F-7F39-A961A1DFFE6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97027B-0E24-E221-5B54-06884B4F6D6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42AC4D-6A8C-3752-52D7-183B793C00A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33AB04-16C3-2C6D-00FB-33E1688F261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657258-E2E0-0566-95F6-7E21C444655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E522DD-20BC-A362-AFA1-E455685D44A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116753-2159-E3E9-6BB0-505B58073A8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4822B8-306E-155F-A420-7007DAA4D8B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FAF24C-243D-A439-8CF1-BACC6CAC4F1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BD4A3A-9A3A-C5C0-A428-209CE3D86F5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7A59C2-3CE6-BAFC-B149-21091DB998D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C05554-D636-D70D-769D-A643B1ABA64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BBFDE5-4815-196D-ACD1-C0342C19D44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308031-E022-64D0-58D0-0A536006C21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93F005-2835-E527-D4AB-DD9CE73787B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5FF76C-6343-E7B3-0EF7-D6B8F246456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F439DF-BE3C-6F35-D391-9581B454B16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B27929-D5B3-365C-58E4-E9D31B7024E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50B761-D987-A1B1-A781-C3A00869AEE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9CF136-2B32-C4F8-5764-D148D9B7074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A65DD8-C3F7-8101-3D7A-7404771CC72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1AD898-2195-9E6D-3C59-DF9CC674EDE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C73E23-8B6A-339D-13DB-CFFDC95E8A7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ACD27E-2A63-1377-0D2D-A7E322D1815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0B31E3-8A2B-9EF4-54B9-2A3BC26DC41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957DDF-FAA5-D314-30BF-E19FB8E0F79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CA21BF-A3E2-4722-9E1E-A755250ED62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5EEA1A-EF0A-63F4-B32E-811ADB075CC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64ECAE-5FC3-566B-0F53-E33939E62D6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E41EA1-043B-4DEC-D0E8-A82FACC9471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77A3B2-D4DA-B4D1-5F4B-C2AD1363D30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065068-42F8-1F1B-E5FF-07C63DE0DA9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009F1D-91E8-A884-C698-999474C985E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DAFEDC-8CA4-5FCE-369A-5C9C7ED5077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D5331A-5C15-4C9F-F655-77CA567F411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DAC506-E117-222F-DCFB-02FA4427149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B16809-52F5-6A18-BD5C-672CB0C69EC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B07B7C-2835-02B3-876A-6A223DAD8F8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5A033F-9D96-E230-B2E7-6C8F9FC3D05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74D91F-A732-BA8A-B2ED-97B8C51C64F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814CA2-EC4B-7CC6-F404-4D34D86A1C4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61829C3-8622-62D1-B949-2048F611940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CED490-1E06-A768-E5F4-5A159CC95E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D0052D6-B3AB-1CD3-F049-FF2EA66C5DE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F5BA07-C95D-67D0-9822-F98E1C1437B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18529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230A-4E8A-691D-2593-0FDCB4569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38D0A8-F0C1-746D-3BFD-AE1EE9ED34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F1104F2-9D68-85F3-99FE-9370D60CA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DA0582-D9C2-772A-75DA-D5336762E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CA4CB1-9043-7883-616A-3B22F27D9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9B2BD3-AE4C-AF20-5A39-587BA0469B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51EF58-423D-AFE0-8C5E-0D43F3F466E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1BCE9-2DF0-AE65-FDFE-C51CD38097D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109BD-95AB-2FB8-A114-2E3AC1D925E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11BB1-C186-0A47-489B-173C05BC016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4403A-6D30-95CD-DA9D-574C8E54E6D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F1ECD4-2CA9-9949-6410-742DA28D17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D75491-E142-4D6D-6F63-1E3BEAFDD92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2EF4BF-40BC-CFF3-C568-45A22AE8146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DDA787-C899-8128-EB2E-DC99BD65A37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88AA00-9AA7-011E-86FA-53C84B7774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F384C4-5532-304F-8FB2-A147B4B209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D818B-362F-B315-16AE-F68B4970C5B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9DC889-2E62-82EC-548F-6F949E0D5BC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ED42B7-039C-1CD1-FF75-1F577C37309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4256CD-5CFE-FFAA-490B-80EB8C86A76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18809E-1FFE-2088-B4E3-7336FD9EC1B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40AF3E-67EC-4A69-C487-EDF7841A36D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D066EA-7396-C028-9221-1AF7E455C9B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A53098-4535-6718-8C26-164243C2E4A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93C139-851C-4D41-4CBD-CB6F9C0589C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E3F504-A032-5DBC-4661-DB8374FA016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F4A4E8-1699-6035-BF04-E5A2DBF5581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8C2EF9-4B9F-0B15-EEB1-BCAD051340E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34DDFE-5147-5C90-EE72-90F944C5861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A359BE-A6A6-FBA2-B3E1-FC5FB142FF9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A3AE7A-5A58-CCE8-9044-D619AFB3FD3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7A30CA-D70F-4843-DCE8-527808C46CF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7C958C-FC4E-0C05-2C3B-CE6B698B1F5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371E0C-BAEF-C685-013A-632C2F64D29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2178DE-2A6E-6C7D-480D-B2139D4224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EA8F09-164A-3411-EA70-E020697460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9CD369-E6C1-5C1B-5EC5-41B2F16037D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3CC7F9-63E7-BA44-A17A-344A1AE55E2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BBFA40-D3B6-A1D8-AD20-3B38418EDCC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1CF87A-C62B-F005-BA74-4417A1701A9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D971B-6DF6-2AFB-C8EC-0ADF3470D9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C0F4D1-F932-17B8-B86E-EC30D7A678B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191A6C-7E39-7128-3CCA-B1B646EE902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D773F4-2140-576D-3A91-B67DAD26431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30B47A-3DFA-6EB2-4C7D-6715B06154A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CAC451-5511-A777-6177-69371892061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271570-E3A9-D88C-9ACF-C7BFC6E6C17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A320A4-E05F-5645-CD2D-3C70F426E4C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1015A9-440D-A704-F441-4A9DE1550ED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0CF0E7-D01C-2A87-F474-AF4F38FA033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531131-178F-2A67-2B14-0B5CA466AA7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560B61-34DE-02A0-4A86-9F246F08301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007080-8527-D8EF-A316-AB00CC716D7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B9938C-969A-36B6-6D01-A51337FABCE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9EF7EB-BA45-DF8B-C5BE-A7E1DD93F77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20D14A-B3F3-043C-D101-69B2E80E584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01A589-C874-F067-5965-723B668EC1B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3BB954-7484-C2D5-36CE-12101BF5052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CAAD1E-13D5-FD3B-3AE5-87B32512038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525328-43EA-AF42-41BF-5D298920250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C02588-9ACF-B1D0-A4CD-6A4252038BF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B4312C-3170-F205-09D6-9CD1CBED8F0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79DA3A-E156-FBC9-A6F4-C3950CC1BD9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EFAEAA-F444-9B2C-FBAA-624F25CCE84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5CB632-1F44-0B1A-4D5E-9D4A0F69B37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9EA8E9-4D52-274B-234B-C2A579F6E77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7A930F-D16D-6C91-DD56-C54B3C695A9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1823148-D634-7623-FC45-E32E038F67D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ABB91D3-6520-B704-BD21-AD0FF704171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C138F6-6905-E11D-F043-0F75216DFC1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B58A107-FC42-FB11-0DEE-46C7E18D0E0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A9B6D07-4E87-DF0A-21E5-5C4C0212C3B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6193AF-A9E8-A36D-6070-3E9B323B075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13051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B0D3-D10B-82C5-0893-AC42A0FD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4A7887-EBBB-F65E-8A36-E059B2EA5B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the 378/378/78 triplet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4030DA-83E1-5B0B-1287-7C85A5258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264315-6621-4640-6DF1-59041F267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FD60B2D-F450-A358-0A51-8FCB4BF4E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D90708-C16C-BCD8-23EA-581824AFF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ECD51-D76A-8365-801F-E3B46480E58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47E92-9E4A-3A47-B4F4-83468600063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1A122-F59A-EF1D-E440-65A9E4EE183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15CCB-57B4-617D-AFDA-0B152125EC4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DFB45D-0AA9-8AB3-8A77-6A00F330F0B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DE1AB8-CDFC-213A-3797-5B8AE28CD1B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53F63-8745-415F-2A9B-7A36851F66D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F7E41-0436-D89C-BFAB-CF6BCE5F3FD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4DD8C-54FF-A1A0-F920-EE6448235C2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908992-D181-31F7-05FF-8BE92AF6A6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65C279-84AC-5BE1-5BD3-44C668E2A44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92AB04-C836-9E8B-FC79-8BAD73CB967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1C35D5-4AC8-1139-903C-9A8BDC0271A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C7B5AD-A26E-12C4-C94F-64800E0126D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C1799F-8F9D-E0AC-796C-746C0A07C87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482840-C0DC-2F40-F1B1-23B6BF70565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10FCA6-58B7-6E8C-259C-2DBE9138C82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8CCDED-5A74-D47D-B0B1-9C457C7EB49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623A7C-4C38-8D09-5773-5D9E445825F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DAE010-EACE-1691-0BB5-A76125360B1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D32D7D-4F39-E49D-6F2C-20602FD8617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84D639-6AD8-A838-698B-C092EEE5151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2098B7-3AFB-54E8-6F61-7A652416010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0EEB1C-A564-8D4A-AFAB-AA615A46B0C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201E91-6128-4F79-5F78-757411EA36C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33A03F-4DFA-2913-E742-D05E8EF3A1D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200073-872E-61FF-CC58-607D38A0E5D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39F7A7-BA6E-B454-2F4F-420084AF43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F0775A-2B91-4EF5-017C-E44E53FB5AA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88A6A7-5FB2-A7B3-1070-C62BA4C5507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4670A0-F23A-12B5-EC66-E0E031FD7AB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708AAE-7C45-CED0-3DAB-85F58197F38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C05707-54F1-F851-61E3-2582A2F3930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49E72-0178-81E6-1D81-0E1CC6B1133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14D53C-FAC7-8E6C-7166-8485939C61C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5FFD74-F62B-9EAC-225B-CCE0933A8E3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27672B-FAF3-DB28-0C1B-CE6B828D2E7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8ADDB7-1E5F-A574-EF2E-9258EAC79E3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3C5154-669C-D192-D755-061F7CE0580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28ADA0-618E-0E43-3535-F3BEA5D7DDB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C03E10-02B7-7407-F36A-137B4703098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54AB1A-D305-81D7-33A5-6148DDD6F59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20E0C7-6F86-C957-013B-44D7A3934DF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581D1B-CA98-FD58-C821-01C9A172EEC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24773D-9F9B-DC52-B4A9-5C947D2EA16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7097EA-9D46-0D5C-07AA-7C12F491BBA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85FBB7-55B3-E4DE-6760-8ACD02A480B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626F77-AD6A-A75E-9EF0-D634960EE6F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C4C15D-9E24-EC3B-56BF-95EBC70DDCE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6D02AB-2B2C-F416-C723-004F26EB7A4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00B82B-F2F4-165F-EF73-5ED463548EE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27239F-A23B-165C-2FDE-98E69AF8B85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29DE08-536A-CEBD-0099-CBF93A03819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41BBB5-4D6A-58DB-41E3-142045BCE20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0BCC88-9BDE-61F4-CF7F-B7B932B534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5B3938-A700-9C7C-B08C-686ED4DC78C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E50C0E-D745-9573-7A06-214A465267A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BF40EC-BA8C-9DE2-74AE-A1CB2B29B85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001449-E3A4-1643-9A2B-70483BC6A2D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B18DBD-38A7-1413-C3DF-0358F5C4CBA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84837AC-EA8A-C900-9045-2296E203E22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5817A7-5BD7-347B-28DB-A8B3CFCA988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81BC06-A66C-AAEB-306C-4E1C5848C72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E60FEE5-90D0-FAAB-4730-4A615D6B556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B40AD2C-A5A1-80B4-3ED4-5E837FF04DF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D8BD71-C7E4-D0E4-A6E3-BC9770984AB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0DC558-37FC-D6EB-AB0F-19F97E37B61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3E7365-1385-83E3-40AD-8A0BEDB56F7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2919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4062-F673-C4F9-4D2B-B03AA63F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77D330-6D6B-748E-16D0-1F69181ABD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the 78/87 pair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E3B216-0CDA-26FE-D5D8-8AADF605E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A9364B-A18F-6723-F135-F49AD53B2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FC8B70-6EBB-9EAE-C3FF-558082BB5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169363-4450-711C-812C-998671FA5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9C5A87-7AF8-60EB-0ED8-47E52B37A75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6D85F-D4C7-ADB4-2461-50181DDF0B6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0C4F8-2D5D-5857-1A82-854E69A93A1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449F99-040F-AC16-7E90-EAAE2B46662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01815F-210E-0028-7533-900C5A7C89D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789F9D-01C9-1C08-077F-712B229D99B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B14944-2365-D360-A245-2B01A63D1B7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4A1F5A-5DEE-F1C7-A9CC-7C589CBCE33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3EE99D-BA71-03B4-B991-504AED86430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4D6503-8785-390A-536F-ECD0BBB3AB8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32BA2-BF93-C50E-95FC-D45B7ABAF4F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83EF33-CADC-B4D8-476E-C0C12F2B122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476030-9ACF-8C1B-6CD6-1322949CC41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3072CD-A45B-C6CE-1867-18AAAB7FA15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5D524B-1CB4-23D7-F4ED-7972E919879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6EA9E6-F178-0AB8-6088-EDA534E02FF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15A744-E8EE-3697-119E-0C50EB40C87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09A72D-99A4-2E83-D680-4938308A504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B2853F-8710-EC09-CFCD-A102D71FE46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CAA8AE-50CA-BA40-CE7F-3E6FB9F42A3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A8B926-1506-095A-7703-6B54F235B3B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BD4A4-4D9E-1508-75FA-209AAE67B3F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DC834C-A0ED-1AA7-3944-630CD9F88FB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450ED0-8E22-FE4A-A50C-9FC39BFC39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0A3BB8-BC7B-70CF-3713-F271CADBE68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83AFDE-C58E-8A02-C498-770AE08D7F0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C0E40E-3539-186B-E0E4-19832175CBB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670802-01A6-6070-C90A-D5C416B9E0D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AF95D7-3D76-94FB-0619-81DF919E63D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8B21DA-F31B-DF5B-1EE9-0442E87F268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187C30-3F4F-D20A-95D7-4F2E0D77949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0CB98B-8C3F-D31E-8BC6-C946F814C15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6B83D4-6093-300E-A2E7-059A9182280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605C19-B473-B61E-7AFF-62F192966B1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8191E1-7A13-0FB3-9CB9-205736A0831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3AEACD-03F5-C3C1-A18A-68AACD7295D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CF0439-AE3D-0A54-C73A-E3BE19F7FE6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47287C-B780-BBC5-6127-C3AC26DE11C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73FE75-9FE9-2A82-C15B-13BFBD8AE50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DC9B8B-2FD9-FC91-A925-1AFEFC8042B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ED9385-68D9-D2F8-6188-CE18517EB66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12E434-59C0-E6FE-B5A4-6B84F7B95D0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212DD4-D92F-B7B7-9616-94F0B7FE704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70CA6E-9389-39EE-ECD9-0B660E58618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8F626C-72BC-4F18-8F7D-C122371849E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8184A0-3CDB-53EE-BF92-7CB981C2907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2DD65D-5C15-7C07-8B61-D345E118C35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2FE022-E062-29ED-2898-500F9E09EB2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632F87-818F-C05C-3FFA-30C418C265D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C7E893-9098-AC8F-B6DD-CFD1C40222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7EB7C4-6395-967C-DB73-7D7B12F5679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49349C-D338-F2C8-6BB6-1F809DE8853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46BB4D-81DE-0662-5BEB-C23105B3E6C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7E5A08-C37B-2469-89B9-7A816D9953D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EA5A2E-7846-C35F-472D-BE817642C62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8BD598-14B8-E545-458F-9CFD7C206B1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6CB5A1-B421-BC7C-FA6B-BA274B503C9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691439-9083-A0C3-49FB-48BE1E69043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8B9142-F437-63DC-EEF6-9CBD8F8D0E0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35BED0-003E-BB01-473F-B5544A5A635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6C4C422-555E-4249-FF85-58043289585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109EA5-EF72-F51E-B73F-AB94F99EC63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32E24F-0DF5-5A49-AC9F-86B8F98C851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DCED91-2E6C-E143-37BF-C2E2B37C30A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6D5003-F762-3B33-F823-FA54138246F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07B3A4-86B4-B4FF-42C4-8FEF16890DB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649D9F-B543-0CA1-1339-62892FDD769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BF6A83-4055-F348-E1EC-073C7000A3C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0392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17A0-328E-1047-2F7A-9AEF67D4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EC2C0F-9028-D810-DF8A-FA85548547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the 124/12/14 triplet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C30717-419E-C550-3432-12E37D416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23DC4B-9056-A44B-4EF2-3FA52088B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C2BF05-A695-A180-28A3-8AC6BEFCC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8B244C-9F38-669D-4FAC-22B488880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8540A7-148C-A499-9DA2-CF23F39390A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C4EE7-92EF-D1F1-7030-434D3940B01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696B9-9069-7BD2-828B-7C1B6C479C2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46348-50C2-0869-4412-C2D5B7C9E27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9E9AC2-488C-99D3-9576-709DCE1C67C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4B102-AEA1-8020-3893-8BE57996CD2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3563E3-D38C-E4E1-9E6F-DA8E8D5FDEB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CCA69E-6544-D727-B7FE-6B9FF57C673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E540AD-2252-FD5A-F4D9-CE53F166666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86B0D0-733F-4A5D-6CFA-5C32AE32DA6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E65195-3C8E-C3FE-607F-4AB096CAA7E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1ABF2-45B0-DED2-2969-4869EF334DE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FB3F6C-4CB7-3F70-6DB7-A96CA6C75F2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5869BB-0286-E0DE-4735-9F70DB68DF0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B2CADE-9BA2-28BD-281B-2B2F7A8B1C4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55E20F-0AEE-1F0D-6E06-DFE293B7078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4C7BC8-63A4-280E-C0AD-923DCF7BE19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F56D91-0DEE-6CF0-87ED-A7D332EC6FF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84195C-69B9-8F0B-3F62-5F796044A87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FCA6F5-2450-1296-0D6D-0084B3BE345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78097E-A03A-1270-8F26-251561E35CE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2AF623-B3CF-BC9B-A303-DEBCB359A82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4E7F7E-BE97-2E6C-C781-5C9EACBFDC7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F88963-CF1C-E97D-3946-704493A50ED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AC077F-DAAB-FDCE-7895-36234E8F3E9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AD2424-CE16-2AE2-83E2-E610F1D8DD9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CF17CA-ACC9-9D36-4B52-0BADBCEE67E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2BD19A-22C2-12C1-F546-30F7379CD38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D6EB32-7EC4-16A6-E959-7650CDA7567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5BE461-2FBA-9CEC-52AB-A7976E8B228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0996EC-9AAD-F5FE-3950-D6CE466E647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EDF8E3-A05A-53EA-CC53-AF63C18AB18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5D053F-1CE8-61D0-F02E-FE16DB093ED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CFCD8D-179F-E348-D855-4AEF7E18F5D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77C296-2FC7-557C-EE5C-501122DDFF6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772C95-1FB1-5E96-3943-DF2581707F7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48BFEA-03F4-CF1B-743E-9FF443CC77D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924612-A62C-8D50-13FC-1C81A556111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ACCD0D-B4CA-4FFD-9EEA-9347BD845EF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F2C666-0569-E545-050D-1FA435A4FD1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E0138B-F880-A2B8-ED17-88AAD4914F1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6367CD-DE18-5D92-A985-4D37C5EB731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8CC954-FAB9-91E2-5194-EB917190858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29CF0F-7551-285A-C4B6-CFE6D3E91A1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BF873D-8B84-2BF8-32F0-2E3706F57BC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75AC3A-BAE7-7356-A8B6-B10E74DFFCD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667606-8CC3-6024-29C8-30EC6FFFD22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46579F-CC6C-CF45-4A13-7B48A645BDA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14D7AC-C27F-1A93-7FF2-152BCDCFC12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04B584-CECF-ADD5-3DF2-949C07F7B45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79518B-C8DF-E9BA-024D-DD145F89579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27B52C-67A4-C1CF-9CC2-24E088250E1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E47AC3-61C2-6CD4-E205-7FDFFF5ECB6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C52D15-2B3B-3BAD-CCD3-665A653F887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812403-AF19-F4B5-BE8A-743A2C058F3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CDCFB2-A1E5-92B6-9AA4-B01089C80F1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E9B780-5065-58CE-EED5-D7CFD8D6261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75E03E-5608-A98C-5F73-F021EF0D184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6BFC0A-3D95-CDC3-DA15-4355E536F08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627ECB-95F9-CA2F-3B39-18EC7B2B536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8BDD68A-B092-070D-CDAE-E14FB5E461F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BAAAC0-3599-F7D4-A7EA-ABE9CDF7580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0FAA6D-77C3-4CF5-F5A4-4EB7D1C1149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91B7A9-CBB8-E36C-1156-57AD59F81EA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77AE444-6795-780F-C7A7-F760348FAF3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B8E790C-0F81-2D99-E8D2-B4A25E6FE0C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2EA99D3-B943-294F-FE0C-EF835E3A598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EBD7F-6810-E499-D955-DE95BDD675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17033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F4557-7F06-69EF-53E5-2DBBB272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643ED3-EF7A-716B-C2C7-5D19319A0E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the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A2F9D3-E186-ECB4-CDFB-AE51CD332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7E1C54-84D2-BF43-3FC0-877A56858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50E0C3-29F0-B634-74CC-5470DB8D3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F23540-565C-68E1-4B57-55E8B66B90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FD762E-5EA2-E14A-6159-183E4B8165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617980-05EF-33E5-88A1-6432D9531A5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4DCD2D-F026-FD90-F7C7-9F3E7F805A8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F62A69-4D9E-0602-2DE7-BF6B1F8ACC2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BB38CE-A329-2F74-AEDD-24CC6028A7C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9F9587-3AA6-C997-A9E2-54D5F0CDA66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5AA041-AB76-4421-2073-426F77E492C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B4F239-847D-DADB-AE20-E0C9718B4FE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DE1AB7-FAE9-CCA5-3117-6DB1FCBA63B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6C9014-B8C5-3A55-A68B-59552AF4F62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90AE0-82F1-9AA0-AFB9-4E336E669EF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B7DEF5-2F12-EFA6-3336-46434263EBD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176FBD-6530-938A-8EF1-8445FC6CB99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EA244A-A8C9-C341-1D1D-4FE4352D3FB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86FEEA-F8A7-A096-3863-8EFD688754E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57416C-8256-989C-131B-362837E267F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A8746-AFF3-0DF8-8D05-70462C63DB5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9985A9-5F62-B01F-42EB-B27CAE8902A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CC1C38-8802-6B3B-F0DC-4C8BD0E9CAF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7ED51D-D13C-6C0F-5217-88F66D6D244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4CE958-1E54-42EE-ED0C-C6D39E25272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459556-F4F0-C412-D0C9-19B556BF182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A1C4A0-D8A9-1FC7-FFD2-C3AE06EB1F2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F2F123-8491-BC30-4296-43438EB5DE9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B8CD32-AFA5-AA56-76B1-4F466E5C779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41B85E-5AC2-0655-6D82-A09CFBB8D77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5B3A1C-B796-2982-1225-468CC5E0D74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2D7435-189E-1381-8CD7-E5A2511FD1B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E7E72A-7ADC-26C7-9580-4516CB78E5D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60956C-E91B-EB65-F53A-B516B61339A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EB2E06-CC7E-3E0E-A64C-CA1E1FEC957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D47034-2C3E-87FB-7FA8-13F043181A8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DD7BAE-A046-38B0-9257-0C925472FF5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106659-B5C9-6517-B372-4C405A4F8D0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E6235E-DC1A-A364-ADF9-A973E78B2A2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006A94-F891-E9B0-F26E-47C1AAC47AF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D5AE88-62AF-32F5-5EAC-4E14D9D91F0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D8A13A-F98D-B02B-8E85-4B66D1A9007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D64546-EFB8-4246-07FA-E47BFB3F5F4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F4CB47-0E7C-C11B-3ADF-5F549058D78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9F8673-DE0F-CB77-EC3F-DE1E4D46C7D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7DFD57-CF0F-E13A-933E-DB431B06D6E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8CFCEC-A251-7FF0-FF0E-C6F1712D343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B1BA7D-C8B5-B3BC-C107-102358A92CD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48C1C9-C2E5-E0F0-CD95-B14783F7380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E653F2-4E3A-07ED-3D0A-681080D7D5F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E672ED-7538-B293-28C5-2A748CB35C7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9A0CC4-A63A-DBCF-6EC1-7B99B4D2411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BB0342-899F-038C-E28B-F0C0BD5797F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0A0880-12C5-AFC4-B082-273E7A9FB6E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54247A-3569-09B1-EC98-2BC82B1A88E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C0C3AA-68AE-CD94-6BF3-F3C26E84A57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E0D00C-A4F3-B43C-087A-DB7341C5F3B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B10B46-5F2F-4736-7789-E317B053D16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8D1499-F0AE-7588-386C-952CF033E48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158F25-10C8-E18F-992E-C6E032A707D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B82491-CED6-F1F5-F1BE-2F920E11398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616E4C-96EF-24B4-C7A4-3C40FE317E4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00399C-E925-D131-7749-A041314FFD4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04247C-27E3-A782-F484-A9FA8738773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162D27-4614-55BC-138C-96A4642AD55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26F62A-A396-1421-5E59-501327C301D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E5DEF1-1734-E8BC-FBB0-DCB927D350E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B678A46-31DA-BFFE-A639-A3D7377AC04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707E5F-CF9C-F263-9218-A100B7C9F52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7AAE52-9094-E83F-EFAD-00D7615E52F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CE98D-FA5D-466D-BCD8-5A0F67D5E4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392D65-D769-D4B8-11CE-0C06A56988D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95204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3CD11-7422-2F1A-DF28-70BB8DE1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DFC686-53C9-C752-C318-F9ED3F8251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D3F2AC-65AE-D26F-07B9-EEBCB964D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13C0CC-E6FA-A572-D4BF-C6196AD7E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630937-BC2C-11FF-0457-589BF3813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8361775-1726-ACA7-8C83-DDD186B5F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CD3726-5798-402A-9AEE-16DDF3B84A5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FEC81-4876-CFF2-C9A0-F8352BF7CF3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C281C4-1BC3-5F11-C134-40411C9EFC3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FBC46-801A-D782-CD0B-B7ABA184FE3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B1CF63-0D1B-53D2-FE6F-97689F7F616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9F10B1-8EBC-A29B-E08F-30CD9BF762E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C7D71A-8CD0-1626-F26C-D38E136C333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8F2FDF-572A-E13F-35EF-C1129F29957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3DC788-66D2-6B58-9080-E5E5E77A2F2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A1C8B9-55D7-8FF1-A903-BE9EC811E61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54A898-1B07-52E3-A501-BB2F8A7E848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6595A7-CF78-421F-37C8-0448F26A26B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A68C7-0212-12D7-8735-1772465674C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A198D5-6B07-7FD6-E6D0-E7039207F35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88C8D3-77D7-276F-85C7-D29CEB8D7E3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BA629A-F392-5F26-341A-A150350A00E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D43CBD-D131-51FE-B1F5-69CB555448F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7D9A9A-358F-2BCA-C7D8-9AFD9D73460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1CC1E0-E547-29E1-0374-F5836C772CE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ABDB7-5205-321A-F6A3-1111D487FDA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62C303-A31E-5230-BC32-9A9201967E0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842EC2-4812-21B3-368C-ECCCD2DEF96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85DED2-98C3-2645-14E4-D6E729CEC20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93843A-73F1-5BD7-1BF3-3757F821D26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799C4-6E1C-DFC6-81E1-26A11E9EF55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80A9E0-791E-B5DB-4F3E-D16EC1732E2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68F8F4-8E84-5C6B-BA72-358FD11EC52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48B77B-7518-50D0-8B23-285DD014666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838CE8-1855-E571-AC43-326D1ACF0E3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83E75F-B833-9AD9-8F7A-945BEB58A06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CE1812-C6A2-3404-F2F4-5E689416334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69AF3D-1595-0C95-43C9-FE13BA458F8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4F4D10-9BB3-ADA0-3679-F2D71F54CE3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0A6248-A55B-EB71-AB28-CCF0981B03F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253128-501C-778A-6314-EA21EBA0ED8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F1205C-454A-DF73-6252-D85A8CF0E21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595ABA-C301-34EA-188A-04879BB05B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3BDF01-FEA6-009D-F434-444985E8D8E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B934AF-F3A4-D6DF-27B7-C9AB5239942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22B987-1D10-25E0-AEE4-DD766DD83BB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42EF9F-70E8-84DB-33E7-A978481E95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0E3CA6-7B62-673B-5404-9842EBB8495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1168A9-A443-E29D-18EA-6D431ECAF94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4C1D80-FE83-E3F8-6547-EDAE6E6973B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8F6665-7924-E110-CAA3-154A73886A9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7FFCCB-4D44-18FB-9A4B-3F69ABC6521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A861A7-281F-F79C-1F99-E45D525E731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7FFE7D-E7A6-1250-6B24-3E7A57ED1F3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5FADC3-1949-E43B-556B-D1753C7A2A0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0D92EA-B5AD-0AE8-6E9D-C7C1A989D19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47EC9D-149E-E6EA-12F9-9CF34FE45EC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4120D5-1DFA-F313-A4CB-A301062C07A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054CC4-9F07-E16F-A064-53B2F6A26F6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C024E5-2986-464E-61E8-755081D2824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178E410-FE10-16BE-677D-93B19D312DC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0F1BE0-A96B-4FA7-66F6-4AD33490004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52FFC1-39A0-28A9-9B02-556188BA308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03F2CE-D277-AA3C-7D69-337FF1B6E65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2F8AF2-CA58-F9A8-ADA1-C61C8048A27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6E604DD-5583-E078-438F-28652C769EB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AAD320-6C37-3B78-C525-2F13D8FBA70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FE84382-D56B-09CB-E68C-B3176602AA3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413938-586C-514B-E8DB-26F02520A4F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53ACDA-B779-5172-05FE-FC3C7D20F72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812D12B-9EB9-4D1A-95BA-862A884C114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FC48D6-A7A9-03E7-B70A-46012FCFACB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CE528B-598E-A306-5CAA-38F1D4E2320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9D337E-577B-9056-AB3B-363C5F09532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84733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87C9-04B9-B488-E5FC-9C18BA26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BE976D-C681-ED80-D592-E049DD519E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the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197543-0C28-50E0-5782-20DBF265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875E81-EBD4-61F4-F5F9-9E1D8B8CD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1AF67D-783A-47FA-B30A-96C7BAE80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A554170-0550-EF36-136B-D2CB252BF4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DF43FB-4DD9-7732-1ABD-5351BDA77F5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FFFB11-D4C8-C966-AE3A-6ACD1E1232A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BA1177-E084-52DE-BCA3-AC0FCD441E0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CC650-5BD1-5B41-821B-C0D5AEF6344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73FC03-B600-1B12-E84E-21B1C9AF2F7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C45CAC-8322-B2BF-7E71-06A53F15D01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4A28C-DCF6-CE1B-7686-4490C6C9FB2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74CA1-68E8-C0FA-90AB-33504848905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B5CE38-0D61-507B-C5D5-D144287B4C8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F1833D-69CB-D1CD-B353-8D718D7E9AC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E55D40-528F-667A-6A4C-8FC2525B95D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5AD310-572F-E601-AD59-ABB4DFD2896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42E0C2-5526-A46D-C3D0-1E12EFDF31A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649E88-2E55-BB9F-E145-7C39A8AC92D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61AF8D-4E8E-9692-B7F6-FCE6BF2588A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B3E878-E5ED-24B9-3A08-BF27D3E31E7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210E2-4D23-FF31-0F74-0A6125C80F7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47A07E-D499-677B-85E4-78C56F82045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3BF7CC-97F3-BD5D-04AF-372E2E879E9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B3A6AA-FBDF-7FB8-0C29-BD8E2A12199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7B2DE9-23B2-2863-81B2-0ABEAC81B73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E711CC-5399-8D53-098A-1063E386138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249512-C3E0-AF96-C51F-94087A556EE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0BD084-1F2E-0705-CD6D-0DBE58D3DAB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81B56C-C267-0D07-8D32-6AD4A34B38D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6EBC66-97F7-5445-EE69-708DEB788B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46925E-EEF6-49DF-EB3D-B733F3CB74D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AC989D-72D4-CBA2-11AD-52EDE5CA02D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B0140F-FD1B-31A8-B5AC-8559A63D7B6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1041AB-670B-FBF9-2F0B-9CF485421F3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4E38DD-B0A0-6550-D51F-1F9D7348662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BEDC12-DB32-166F-BF4F-66A4035B2F5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24D2E0-87F3-7954-8919-1C99FB4D0AA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FD99FC-84FF-604C-753D-EB0BFC30BE6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507C26-95AA-D840-5025-167CE40F8EA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0E86BA-E0B1-A47E-7AE1-21B6DD06AF8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F43A1D-EED4-5F24-A250-67B0E740454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D5BB3E-C419-F4FF-44F4-8FD4D6FB925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A4B6B5-C1F1-1919-3DE1-34A04025D87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170C7C-718F-29A6-DFA6-4CF7891CD50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0B9E56-A364-109D-30D1-84B0C1EA68F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42FB5B-55F5-06ED-CFBA-5282682F7C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0A779C-C8D3-E738-111E-B9CB18C7BBD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971858-4FC6-E409-53BB-74FA52C124C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485620-8E33-E88D-7966-C58F616FB5D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D2043E-1C35-8BD6-86E6-A9140549665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A6B71F-E806-A3B2-D069-27A8B3536CF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5FBC2D-449F-8834-CD1A-49BBE8CDDF2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9F275E-AE07-43DA-7581-54C7885E05D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5A2D2F-2DEC-C9D8-677E-0A9E2703AE9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2B06C6-F23E-BA35-725C-03A0DA2EE6D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CC21E4-CDC9-63F9-3DCE-33D43E9DF89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B9EB2C-6211-D3E2-3CF7-9DC88721BCA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7EAB76-5EDD-34D3-AB4C-AC52B52CB6A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338E54-5B85-3AEF-2F68-A8138ED935B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E90FF5-D555-1108-3968-9D167AE0950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F3D8C3-2086-C5AD-4B43-D53F9B60A86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ACDC95-E129-D005-179A-8CE1B47A8F6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469A6F-1180-F136-1B3D-875B43EDCF2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B82261-8A65-8A63-2EE9-4A7C2A12860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7231F2-BC3E-C579-2D78-368E3B35B84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4E95D43-D244-0EE8-F847-F5807DE806C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35967A7-8216-C18B-4EA9-F6EC4C3007D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FAA2570-150D-FEA3-6F70-42FE137A4E9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D49423-EC27-135E-9042-D6BABC8C8DE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F8EE09-5825-0034-01B1-C33C4E9FFD2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C1F6E-0A89-5C58-3109-34C2E1734F3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2AF288-B94C-9516-2857-419E5EF0182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B44073-5607-FFCE-4F97-170E45C75CF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933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AF172-DB1C-1A68-7BC2-BB085CBA9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5AADE2-DD4E-493C-1636-7F6F4D16DF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1E8044-F254-B70F-C51F-C3969F17B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E96E80-95AD-1AF6-A9E7-DF48CE853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15A36C-FCF5-FEED-2DD3-C9B16C704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6FCFCE-8654-60AD-326A-0F56391329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4A050D-0423-32D9-4CC0-420905F3D36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9B0E6E-163B-1B51-9520-5C51E2A250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E2F70B-9D95-F9EC-18E1-6B81EE5A02C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B21B9-CE8F-35E7-EADB-78AD60E904E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3CCDDC-73EC-DD56-AE39-C2BD4685AF6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73181-25C1-E21A-5323-7DF33C7FC05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A579A0-9F16-6149-5D09-317BCBAE073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0556A5-EF5D-3E86-A446-495F44E8655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9133B4-1B44-8EB3-4E06-878CFED5F65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4F6EB8-9B40-89B0-E101-17FD69D72A5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762D0D-DDDD-5F07-E934-F8F398BB6FF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1295C7-0552-D15D-B91D-820DC9DCA07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B95AF0-0BC9-7D07-6295-5B0298B0A0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9EBDE8-6DE3-E2FC-C6DB-B7A4EAD6822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773D4B-31CF-8187-4C25-7F47CA6018B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C337E6-A5EF-8C84-309F-238963F922E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9AF762-3550-7170-6066-27A31297F4B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3365E2-C170-5A8A-27DA-82D83DBC901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B5B3DD-5356-16A6-2C37-2E1BE58AB96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13FA8B-DAF2-EC45-823C-6CA2FCDCD85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339BAB-9611-11F5-A7CB-2B0BE659C7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2ED457-AA21-C10D-1EBC-46F0772A7FC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D21A42-A765-AB54-D5B9-DF73346BCA3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94B3B0-27EB-4170-BACF-8FEDA622C9A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7910C0-04E0-1D4D-C5F8-F790E7541D9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E24DE3-EF20-8E6D-94D9-3E13AC4E652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B96BBF-410D-5A14-CE97-8411EB17D93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915D98-0D8B-A612-34C0-A4EFA51EF49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EEF2C2-A9AC-1796-EC10-B57B9B62E58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F709C2-32F7-695A-1215-89E79ADA12C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FC23A0-6606-BDA4-ED26-EABE2B5DF9A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F19C8C-AFEE-4E2F-8FA7-435B9BAD0C2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2EA7E6-9267-246F-B66A-40E9C7AA21E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F7BC28-206A-8484-280A-107C4A3605E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7D72B9-4432-DB35-0987-5AE609061C7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FA2972-20EB-785E-4F32-3ED7F53B8C6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D43B90-42AC-35AF-B0FA-5B6AC953E44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D1A772-CAA2-FDC3-38FF-E9179329228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47E23D-94BF-5D7C-2458-2B36850A245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97F11C-FBFB-E70D-7ECB-5737C4D69B3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5F1C23-1C92-2261-03AC-376E30BE3CA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EC19B5-E298-2A7D-51A6-E3339F1C73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86619F-C0F0-8BE6-C675-5D2F68F3589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CD1FFF-C29A-060F-3492-CD1A1A8CA8E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40BBD2-8E2D-C93A-1688-630D0FCE162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F27225-74C8-1145-A338-D15DDDF3F10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8FDB7D-19A8-06EC-F35A-F0B74D20B57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D70B16-F68D-1EF3-5526-D6AAE2CCE68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BDE45A-06B9-2906-848D-D746E7E09E8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7C69B3-26C0-0DA9-15BD-9840FF9346B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70845B-E3A2-45AB-2B48-52FAABD36B3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940807-DB77-F738-84F8-584ED071E71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6AACEA-8038-20B2-CFA7-B095BB9655F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D0BCBA-BE24-A727-0C6B-E2953DC8912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290697-229E-70FE-DD55-E13A46A4BEC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881F39-A665-10BB-42FF-818FBB7A5CE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F788FF-A859-BFAC-A858-8587FAE2201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298EE05-4D79-499F-9A8D-1093B543462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C615093-5690-7F9B-24F3-562F20BE075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75390F-61D5-AA8D-D546-363D9F16E8A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E416E1-AAB0-D910-D794-341150E3F89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A920A5C-D18F-BA8A-3C68-90DF516C37A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2ED6A3C-5133-188B-16CB-60115374737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86162A-BAA4-B9D4-EC61-8F6C54DE3DE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A6A41D7-F54D-030F-2D2F-5D52C430A28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E4E084-CA36-E477-A3BE-75EDBDAA613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0EE358-A33A-5C86-C558-3C1894044F0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7F79BD-0F84-09FA-1500-12FDE5C5B88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B39CF2-2357-D6F8-EC80-C196A4F8807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DE95C4-A1B0-A38E-3D77-E715B317338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673242-0066-7857-F3E1-A7369B16641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19D4EF-F47A-8C8D-EE08-AA2206A0250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4D6665-A2E9-39A9-9668-A7A1974DED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57837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5F54-47FF-5443-84A8-77202106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B34DF3-9F82-92EA-88E5-DE88EAC6AB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8FC452-F3F0-2534-E311-633AE25FB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FE57EB-9398-1B31-1CCC-BE8182C0E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B08D2F-1DA3-79BF-2638-55C2C3820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157F7D-6BB8-63F3-C71B-538DD55811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6730CF-B971-6E1A-A787-EA860C3A57C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31899-CF9F-F91C-3D15-B36E515C5C0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10E303-9374-81FB-B1BE-47C563CF4E5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5E3846-5B4D-BA7F-2219-E03A5FD08D1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FF88C9-9C64-AF44-0421-87333E8D0A3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B02230-AC86-FAD6-3AED-490CF92A5FF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00DA8-45F6-CF67-E346-9011187F7C9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00DAA9-794E-E735-1F8A-0B86498EB23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AFF8DE-0099-2CE3-A2BF-F1C89C02B40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E5B7F9-02B0-62F6-AF38-45BC86C72E4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7F0357-9365-4D87-B83D-F082AB12970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09578-AD0A-58F0-89CD-ED93EE0E0E7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8A40D-7D27-8963-4DFF-E812918C19D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563E1B-9EBB-55F5-25D7-A0AADCCB0C9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7E9963-2A09-0EFA-A243-C910EC86409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816777-2DDB-2213-B3F1-1B79BE621D9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596D1D-20D5-BBA9-5BC1-B6F7D339146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3BC874-4710-A81A-5257-67A5A3486EA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985D81-D2E8-8737-D6FF-99AE1355DD2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1C1AA0-62A7-2CE0-DEA2-B3E7F3F988E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1914E3-76E6-FEED-41BC-40CCA48A5B2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90B461-2596-10BF-A2AB-7E8139DF8F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7A129E-E9EC-FC3A-BDC0-6794D362681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B91CB3-A53B-6A82-8922-F9715C0B8FF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F949D8-DB9B-D461-91CD-F4656735740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A7B398-DE40-61E6-CB6D-E5918973994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BB6A3A-B937-2098-A85B-A0FC617A44C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B0007-AC30-0333-1825-AFEAB3221C8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5143AB-C387-67CF-36D8-89A0F1C51E9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CB1524-910F-4C91-150A-D509C870B8A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8F6933-404E-F81E-9970-BC649C91D80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270261-38C2-BFFC-C00A-0B705ED56E3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FA3236-4C11-49AF-1725-C6CDB9C8762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A34149-1905-4A1D-F3F8-3F8E44327BA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BDE4A5-0393-B977-0338-AA90A9BA084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51873A-CA35-1E27-5DDD-94AD9EBE44B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6C3494-DA19-7B03-4F61-5EF4120AEB8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02760E-D70C-FF53-B9EA-2EB28E5D4D9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4E9073-7859-7A00-A697-B1B5BA76696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99A9B1-BA7F-73D6-A146-DD155FC29FC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BBBE32-6287-1409-76A0-E2E7C706019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84F7DE-0761-F937-8680-0C7462A5D54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0E560C-1A6C-C5E4-8803-743576C7AD0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84F95D-7B64-9287-373A-0A171FDA98F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D96341-6032-6F0E-F38F-777C1A37424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D65944-68E0-1480-3003-001AE2FB677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5D009F-93E6-747B-6712-8E8EF02005F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04F02E-362D-1376-E0D9-9C96121F3F2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3FC7BB-020B-66C4-C524-A3CE425D935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F8335C-7AC4-FF58-E82E-CDCC1665608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EAF4F1-D5F9-05CD-A67C-F1E85FC36CB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3AC4F4-951F-6359-9C2E-F6F82D76926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3FB115-3C79-9619-3E52-25606EA7CDA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395E65-8FF3-A24D-0993-428470FBF74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9BC0BE-1008-BBCA-5FF8-682BCC638A7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4EA7690-FECC-A011-9816-80030C030A1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48FB2-E9B7-468E-E79B-0D6DB9EAA1E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D9BE18-2F4C-428E-6D8E-BE6C46127E7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07B07EF-C89B-6243-E62E-50EBA840D26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2A7B22-FA83-6AB0-2BFF-CEA7805D740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C1947D-0B24-3A96-1FD9-3831EC32AD3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D9281D-89AD-87D5-8FBD-F1773B7F9B4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1F2699-5AB1-B9B9-54E4-E462ADE2250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5E79AF8-2C5B-5DD6-7F36-7F65F71809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47C9C2-2ECB-0225-1410-E6050DC6532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885EEA3-20EC-E8E0-362C-F4514400403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3C578-FA35-1E0B-DB52-809E8B857CF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F268B8-7132-A313-09D4-E4408062CEA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728574-3E94-A951-CAE6-0E0DF5D4111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3AE9F4-5FFB-0B2B-D0AE-65EA8613477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F4753F-42AB-3395-D7F8-7C2D6B16008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93A9FA-006D-0A91-FAEE-E7E3981DCB0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F1A551-9700-E458-1AB2-422DD1DA3DD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118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8F64A-2AC7-68F4-C216-DDAB82FD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9564C6-EC6F-9007-EA73-3E27625E3F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110B51-081C-C30E-D40A-1B3AF3942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60A933-741A-285F-0361-B98235ABF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32C739-7F62-32A1-2DFD-FF8A8B182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BAE2C6-B8A0-0773-65E3-D400E2CAAA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FD836D-6C85-65BF-04A9-C0F48E4E201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9324C-6AEB-1A0E-43D2-BD309235CA4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2FB34-E0BA-F611-DED3-33BB265CCAC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AFE4F-05BF-12BC-E5A5-BF142A0AD29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C35C69-D99B-E83B-6837-50FE110EC30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1520EE-DD99-D93F-8906-F458C8FBFDB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59592-0381-BD8F-04AA-C7B9A59D543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427BDF-56CD-2A05-6A76-95FFC5CDF28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1C7C05-4C35-CE07-0B47-CD0922461B3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13DEBA-DF20-10C6-5AC4-873BB4F78C8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1C1EF2-11AF-88EC-FEAB-B1262D115DD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EB7254-E4B2-D1B0-571F-B57FA04CC55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351079-C5B1-90F1-BF9F-CE042BA3BD0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E4966B-E835-9F52-2046-C1E54F737AF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898B88-E327-6283-9FC3-6381265F98D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4CB5A5-A83F-B48D-6AE9-F71C179AAC0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2D278A-B3FA-1883-CC37-711478C82A9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AF3DEF-86CC-93F8-6179-1EE769DF887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D5A4E1-955D-C77D-4738-601B857B791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68CC7B-0EDE-1FF2-D032-2F2EE39B94B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E497FB-45CD-5E85-6413-B11C80B0B82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8C1B75-1605-52EB-EEF8-9D2CF11E1D0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0443C5-8D37-8C8F-0C0F-8D583F91A02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3E4AD-D632-5C0D-4A5C-F93F373BA91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157D51-2786-9CC7-24C2-A1C489E04F3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6EA4E4-5D8E-4D35-F114-3D9E5B3B1EB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9189A5-0282-A6A0-C520-605000102B5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2749D5-9F5D-F1E7-CB4B-65BED85ABC6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5EFF12-088C-EC95-7374-A1B4AA76741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4AEECA-0781-AFB7-88F2-7356D1CBDCB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E6D09B-0DE4-78C9-765E-AED16DDD663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37F03B-3F00-6F83-869F-EB56654883E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DFF4E5-9C7A-BA6F-87C8-7255AC125B3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419C17-F2C4-DFE9-1B5D-79BD77B4E4E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2D0D38-6BFE-7416-9DDD-7F857C60C39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63F7F0-0A7D-B8F9-2552-CDC4ED38E5D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0724E2-625A-DDE1-4EAB-6688C3A3269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37B63F-8E4B-0DC1-5A02-149F87B1C9F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E1CFF0-1075-552E-41D6-FFF40937FBB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2C4AC5-E807-CC9A-88DD-2483E8E4CBC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14D4C7-B1EB-D2BA-5DBD-59AA7FDD269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36870A-9125-9875-A2DE-1661AF7DC2C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19F93C-0F64-B88D-13DC-2416D1D3955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E220C4-AD5D-3DB2-2624-DE744513A06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E69B6C-0E20-00DF-5F5F-A95A3689A5E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E6B17C-2E0E-7506-C940-E204A14587D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4299E6-C82C-422E-08A4-62196EB9022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892CC8-583C-18DD-EEEF-1159A3A114F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5FC04D-715E-F60B-DFEC-9E8F53C145A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A442E4-6714-3C8F-F045-2228A7B4D75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C29E67-61E6-9736-BCE7-AE828DCFF9A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6C4F30-8038-46EB-77E9-96BF670B862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4051CF-46B9-2EE0-1150-3AFB040DC6C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45EDE2-4B8D-6A20-DF4C-73802FA6600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B5C2D8-4B66-35DF-2605-67DA46FB798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341795-A7F3-ADE5-1654-4FD7DA5D174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5CCD68-3518-20E2-917F-700AA0F17BF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A4A150-F312-16AC-1F2B-5206D0A0784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66CBA5-EC3B-F74B-9AEF-E73CBEE3D3F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15CAF5-6D60-EAA1-790D-52A08D7A9D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812AFC-B5BA-0EB0-3EA2-EC252AEB0C2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8E0BAE-67ED-A879-0018-C7A7DC7F3FD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3117C2-C163-EC13-D3D6-26E013E277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FAA852-5247-C592-2D6C-FBAB0A7FB42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812EEE-F928-BC52-0B66-EB4AE5BF450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CBD19C3-FDC0-417A-0543-30588746F08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B6481-59E6-922D-ACF9-1A8789463A9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024880-1F9B-04EA-0DC0-321E0621FBE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C6E544-1589-41E0-72EB-4F094A6D9C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8B9943-B362-31AA-D3D5-67A10C83A82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13CD2C-A0BD-627B-A0A0-C7B50C1EFDB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F2C8E4-7E79-6989-CF62-31C45FEDE2B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E761CB-6570-4405-288B-5E47ABADDCA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62C79C9-5C67-B077-AB73-EBEB3E7B4D8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F0AAA17-C20F-9C06-1869-182AA7204D6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48886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03392-328C-F4B3-8C56-BB34853C7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DE0CEA-1FF0-31AD-FA0A-72ADE36F4D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8DF024-DD99-2FB4-1A89-A7A1D6823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DF90E7-1B99-7411-9E6F-6FA437BB1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A598E6-D5FE-735A-624E-D5D35C046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E9AD71-9C5A-C61D-4FD0-D32CC6E0B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386363-D067-61EC-8702-1FA0B26E7BD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990EE-A598-70F3-F742-F577F1C2167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5C8B6-ADF7-D6B8-9960-9E80F4099C9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55C977-A830-564A-150D-394375F5DD7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D38A5-C682-44B8-06F5-F55699F247F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D7E2D4-B29B-5EC7-3A2F-B11261238E3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24D532-8A7A-42AE-1A5D-AADF212B18D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A35799-D5A3-F456-AD8C-6442A48B863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7BFB53-B4FE-E3E0-49C2-D00A3B10900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F27486-DBBB-45A2-F72B-35B07F529D4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176870-9DC0-E195-49A5-9D424C94DD8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108A67-7C5F-5D27-B48E-F19208DA154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F50661-1055-1C02-B71B-A47EBB8AC52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4F238-740E-090F-6211-A02E74FF3FE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72BA24-C581-B908-229B-77D84F263E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3007E4-7EE8-E088-D1DB-59CA035D82D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3076BB-E592-B799-D91E-43C9CB69E17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6488D0-07D0-3867-928E-2383C8F6632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45130E-2377-1C41-68B6-7D9EDC5E555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8D039C-C4B2-6A2A-1BEB-C11E283E6AC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C1FE47-1EFE-4C6B-138D-5D95E5924FF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90BA0D-4930-B346-1068-3A3CD43B6D6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9C030B-2F45-3247-94B7-C679096F67B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96A82-8BC2-BA7F-B730-F2CD9658334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B6E92A-64E5-4F6E-E9CC-92E94902062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FF4DFD-9028-69E8-3712-8D5343145D7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F41DD9-9025-9497-916A-BEC8D8114AA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A0F5C1-C9FE-391C-2519-2DA4D6CEE0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F06AF7-477D-F862-9FD7-F51C1A7C0F7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8624C8-0967-115E-971A-4447156E13F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827472-571E-C722-6BDB-4499A8A84F4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8EB649-4AD2-BEFC-B755-00D7069A08C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4DB1F6-82AB-E293-752B-B6815201130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92D4DF-11B1-F723-76CC-EC5364DCE9E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EB0343-AC9F-7A06-E670-3500F65689B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5FEA96-8238-FAB8-FF70-A02D7080266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682733-390C-6D22-0A7F-74937090188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864A30-C0DF-6895-E0BF-2D73A006F23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9FB16D-E3FB-EA72-1742-0ACB14A226E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8F152A-F297-0C83-15DF-B3064691663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7A332-3161-036A-7D97-4FE75B7A99B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40D2FA-E7AD-C9F1-89AF-92D487D2958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DB10A1-CD7E-1EAF-3968-B857DC05A2C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BE1263-544B-84B3-A4CE-F1E758473D5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74E77F-C136-F40F-AF36-0E569B1A244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47EFDE-161C-8A0A-9626-C9C4D5A7661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05036D-3037-55F5-8258-490AA2127AD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1E56B9-C297-3A24-5B78-98EE19EED2E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D45A5F-D562-EF27-CCED-5D9483A1116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08B8D1-7CA5-0792-11CE-802B05307EA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9C9658-CADE-FEF3-4FAF-B8B308189D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C8959B-7642-072E-3E9B-E0A98E237A7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4E2A47-7B54-CBAD-DA19-652ACA36923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387726-1DBD-DC4F-A21E-5619099762E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B44361-C47A-CA1D-069A-4182D7E8396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368553-23D3-1A73-E6B4-90E495F6659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6BFEB4-9BE3-B1B1-7A74-FDD10F2F281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DF688E-2F14-AD15-5167-E204A749381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45AFD05-8F36-5ABC-90C4-EF1E9D14B5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E368C26-4C48-9751-8971-5CDE49CE609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F57BEE-73FF-DFDD-4A68-9A285B9F6B2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A29C47-89A1-96E2-C9A1-72009AC327B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EACBF3-3CBF-891C-D4F4-FA617C3B706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1E3703-B322-6A97-CDEA-937B2422FCD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44E5D9-C8B4-58E2-CBE5-2FED4B8FAA1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7DF6CB-BCE8-439C-E6DC-7056B0CA143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BDFE4-DCE7-96E7-2A1D-E6A888A52FF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1B6DFA-AA35-D6C3-772D-ADA62345ADB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1B0B57-B8F4-C8FB-7E1F-571E687EAF3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62C2D5-7952-6BE5-1F48-399ED67779E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5643C8-BBC1-A920-3DD5-F241DE19431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7A7486-38D0-9D74-4017-8C669A7E42A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ACC6A6-FC96-EEAC-5CF2-DA5A18ADC05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0FB574F-BC37-969F-B077-06875451908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10E5D3D-C7F9-AF1A-E79E-7D89F4CEE3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83705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5A545-A2B0-B59E-61FB-D4A46A42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2CE53F-66B9-0D57-97B6-5E3DC4273B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center block, the 8 is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2A7627-C217-05FE-6D8D-CA73F205B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CA3D01-2F8A-3F3E-4F14-2BB8F1E08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D98C39-7F60-6D3B-395C-6CE4E79EC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A2C221-DAB4-6658-1821-3BF12DEBD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287A4F-775D-5CEC-891F-6338E2788F7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059C8E-0250-A7E2-80EF-C926B5145B5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93000F-E406-7CB2-EF95-72188E2918D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662F8-6C0E-3C87-9885-54BF9AC4A26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DCA80E-F3FA-2FCF-803D-C17FAE0E6BC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C841FF-EFA3-CD47-1E0B-FFA772A1378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877285-3FF3-3201-72A9-7D00CE83338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63A7DB-0DC8-C695-5AF8-8577DE376CD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3EC74-6A78-A9B1-CAF7-487B1B3FD10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69B96A-79D6-816A-969D-153646E2F94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F75BAE-A476-3740-0B52-1A16281D7A2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0ABD92-5BE4-69B2-ED92-BFAAC5E4429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0E3003-A351-3A7B-337B-40AFA42E57C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E56F37-4E85-EF87-2AEA-BD78A86F16A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BF863C-635A-C7E1-80A5-D6B70EF5EC6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7CFE61-FAEA-028D-DC4E-1A2F284654D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3BDD71-0849-C083-C661-F524989CB25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D0D50F-85A6-706F-0BBA-28A48F250E9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F9D8C7-CAB1-CCDB-6057-F4BAD0FCC6A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981F2F-39AB-61D0-80CF-6FB56C1387D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2DE5B7-BD13-F946-A2EA-9274D66B8F3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4B3918-4A26-BCF0-B07C-D7782F54B82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F66642-209C-E6BA-670F-73557DF374E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0D1AA1-5AD6-A9B0-00D0-E2FF4DA10A6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FB62C2-8F17-D51D-E446-49A9DAAFAC1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75906F-0BDD-7010-88F6-7875E246321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7A6D6E-A2AC-1BB6-2870-29A02DBD5BD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2B05FF-80DC-CCD9-6CCD-BD3F8DF590A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7BA317-2C5E-BBF8-4C17-C21E0026D5F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14A9A8-8D31-0929-1181-A43658A1FCD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7581C4-F21E-1805-0210-FCBD4B56C9C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C83502-292A-A770-78A2-EB3358447C7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D5FF6E-15B7-9935-815E-86713551A93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D6315C-F176-E6F3-F595-D3CF17C5D75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F88EAD-9CB0-BAA7-ADF7-BC207B42AB2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03C43A-7414-3917-7F0F-F7B430797EB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AE807E-E1F0-9EBE-01E2-F1FD3A143EF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8710C8-91B1-A229-B607-465DB79F488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BD96B4-A2BD-4583-1D0F-A3F1E1CBD1A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C1D922-073C-6975-3D6E-3DE78FEEDA9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65410F-9C2A-24EB-79E6-4FDF0D94130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6BF6D9-B01A-45B1-4EE5-B766889C39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240763-5B16-0DC4-0F5B-B896F3F7E00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1CEB38-3526-4E46-D3C3-46D46FC6630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F75B21-16BD-F428-410E-0EEC02BE329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01A72E-E043-5A2B-17EA-8E93DB5776B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D63FC8-A162-B204-C482-7DAEC75611F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56AE29-7CDA-A799-21EE-D8AF877EA28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ECB88A-EE5E-E203-E787-0A546B6EE93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C7677E-FCCB-BDFC-DBAC-E0A59708A95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163B8F-1382-9988-3761-F10DAE5B4D6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A2919C-09E7-0207-838C-545E4E7A1CC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38B7A6-58AA-298E-3D34-B6E5F2E0FD3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CA5B15-6E66-D8BB-9459-2A6B487AE87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49A663-2E24-CBD7-B3C3-6C54CD32E2A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814F69-6E81-2181-FA59-35F08CD2749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14CFCE-0016-81C1-C5FC-2542CCB9928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C651E6-B91B-AEEB-A99B-617788A2177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29A588-09C4-6CB7-24C1-675093C3946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EC08FE-F906-199B-9AF2-13A9D502663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E62F51-9A4B-7ED6-ECF9-1EC000B4671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8F250F-DF63-F589-E6B5-BA1946B588E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AC1110-B8FC-E29B-2897-1061C621266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4A75AB-6C0C-AB65-E1D1-50D9209B60C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54B8BB8-4B41-A637-FA3F-D1F776A1728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F62A9B1-8BF1-E513-7807-7EF5EB25744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3BE64-7D97-F836-3FEA-63E2A3F376B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488449-AD85-8291-DEB8-7AB93EF5B55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8FDDD4-062F-44D7-780D-2BA8A829339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6C108B-5558-EC33-F428-6BB298F58C6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A75AC91-5924-002C-47AD-4AE207B5741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AE19C4-366C-547F-6C44-1E456AF3B4C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C34784-FBBF-2C9D-09A7-B8D0D9B3EBE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EA74734-4D62-441F-6E8D-5CCFDAD992E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0EA96A-236D-D1F6-6BB5-DD03B7E3584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28693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797DB-658E-7AE7-1A27-BCB97A49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24291E-179C-B092-B2C9-7FB9D63FC5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Constraint of the 5 1-circle. Complete cells in Column 5 as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B85310-BEB9-48A7-6115-3D8294070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B00275-23C8-CBD4-3CF3-E37AE0A35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01F197-13AE-0F06-1B09-F9F35E6F4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F2ED091-76EF-F56C-BF06-79F361D3F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D8769F-1805-05DD-5574-4A0FBDA97B6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620221-C440-123F-1BC0-9FEBC2E137C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4AD62-759A-1228-E019-A6662CF0764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236F2-0190-88B8-83E7-1D888293CE0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142E66-A019-3926-E820-00F4CF32372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C1E84A-686E-7C7F-B582-5521BE847CD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E36158-509A-83E3-A434-7EB65884127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EB3A64-C2A3-ED75-05F4-BC56E0983E2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7196B9-53C5-392C-D273-F22DD013511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86F3F-3D95-CC5E-BB49-807FA2BC0CA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F5910B-6657-4A54-C566-03C974F3CAB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61BF2D-E4B5-C520-2B81-079B264DD65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1EC205-A882-653B-AD87-C6011AA0496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3E338F-53C9-891D-1BBF-641CB082963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B35916-9647-C9BC-A771-0F4FAD99976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E7461-F180-68A3-12B5-5B304066B90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851BF9-2C5B-8202-932E-554CF0763FB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79786B-867B-9707-F016-8078C979787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F0CFA5-1441-F709-6543-0089A120BC6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7D6FE1-C6C4-231A-7E97-228017CFFC4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23FB16-22ED-FB30-98BA-4DCB4FE41DD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A9327B-07A1-D019-B34B-8728E0E285D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FD7328-6E4C-497E-5728-B95D038158D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F62D0A-95D3-E2E1-F8BD-A87DEE210E9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66407D-0C61-FA41-EBF5-704D068BD6F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3DBC22-B334-B511-A65E-2A9589FA1C5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E6DDAF-538F-0F62-9BD0-2889DBB4B1E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3122A9-26ED-6448-408B-24504D22B24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327B01-B745-EBEC-036E-B5ED6E2A60C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5363F9-D1C4-679A-180B-D97C0ECA021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1B5AA0-7AB0-AAED-C1DB-B80CA5035B5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343D0E-53BF-4634-8BA2-9EC93B43CA7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6AE2B9-4897-401A-54A0-A29240C3146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83FE3A-58CA-DAA1-610B-C15D3E52571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689C5F-8C91-1BA7-BF9D-C43DCEB345D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02BA9D-390F-F139-C115-A6B5BEE0920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8D146F-D5BC-EA59-B016-50488E89268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7C8B5A-DED8-0AD0-491A-050DA661378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7BB166-B910-970D-B1F5-3B37127CF3A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503772-8EA0-D638-AD32-767F29C1F8F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798A8E-903B-DD9C-1721-79205FB91A4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9C4059-BB6B-FFAF-A357-D163F4AB1DA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41F4E7-669A-BE80-E87D-3ADC01F912E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EA1D8B-372B-7E69-1DD5-E90613ADC32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70B150-453B-6436-94EE-E918B737809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27B3E1-247A-0E92-8031-0A0A733E991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D0D44D-E860-9AEE-054E-935722D34FB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8A2149-E38B-871F-448F-4DE9E284DA9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9CAF10-1813-AB7B-82F0-A11506B978C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E0EA05-2054-0462-E202-F423C6D1A5D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72D1AA-2350-2BAA-91E8-15818A233EF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34E8A5-D25E-C801-485E-F5BFC13910E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0E9AE2-515A-53BA-A835-067E41A0EEE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B23EF3-670A-20D6-F3BA-1A74C75F50A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34677C-7CCF-0D56-C99A-C49CD428F6D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B3B735-DAC8-A1A4-9861-A2CCB3406E2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907547-250A-C074-EA27-0F839C2A5B7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110DAC-08EE-9A0B-83D0-8FC582AEFDC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4EEB39-6001-5D52-A907-34FCFE70CDB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ECCE60-3B5A-F6AF-DFEA-5FF03390A95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A3348B-C4AE-E178-835E-01F5C258658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B5D88A-1D01-8C7F-9FC5-0794C29EF3E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192029-8DBB-EC26-94EC-0D23AB1C9BC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C25C7E-6634-ADF1-437E-1FA208FD71F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85757D-FCA6-3391-499C-D792D993178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CCFEFE-FFE9-D3EA-9CB2-F63FF1A0CE5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72C662-9FEF-8620-732B-0A1749947DD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C63F90-EF3A-3670-9138-F0E4917528A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D2D8482-05AA-5AB5-2CEA-042EE165193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687C4C6-934B-AC84-C4D3-469EDD7B0D1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C86CD3-5175-D611-106A-62807E3114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54EADE-A83A-3358-357B-6FA4BF19D6A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6FA9CE-FEC1-FC86-44D7-EB5D3AD8C09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4139E9B-FF7F-1396-ADAF-97B1CB5ECA3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6993F6-21A4-DFFE-7068-E629F348B52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DC77442-C487-912C-E1C5-FFAAE58C4DE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6895DE4-A324-789A-895F-A6E8A0B9D03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03732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9B3C-F46E-A739-BCAB-E6B2D40F5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CA8C74-3F74-6BE0-E64D-1DBE389637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Constraint of the 4 1-circle. Complete cells in top center block as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934BD1-7E38-BF12-9356-A085E31BF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1E0675-DDD0-1E31-263C-2E789C9F9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4F1F85-ADD5-6AE3-14E2-E75EFD153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37C183-0D5B-E157-5FC0-9DA38304E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18FBB9-061D-4ED1-04BB-E27E957DFBA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1C665-3EEC-C945-7CA1-6483F05CB1A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EB458-7556-04BC-7123-C4964A6BF37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D5E78-159D-9CAD-22DA-0877DB957FD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B6957C-F576-60D8-FCD5-4D4D4969983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1A8057-B4EC-EBEF-E031-241D328E8DE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3B4E88-E35E-3E3A-B6E0-AE3B1F4C6FC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CADBC-7139-7A9D-FABF-03C2DBB0507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EA0A75-4655-3279-402C-F97EBED8D58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1A0F4-C98B-B9BE-69CB-DF8158BFE51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7B587-0A9C-35C7-C911-C132B5FD1BA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1AB99D-B6AA-A08C-F26D-7CAF724FA4F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05DD55-B62E-90A5-6901-23AE930F09B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BA5230-EC0B-2763-277C-EBE4BAA5241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C74565-CAB9-EE4D-4F76-0CA9F030A9B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13B2CD-03F1-5F9C-05CC-3E449C429C4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C19930-8848-F1CD-3EA4-83BEA27BD77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B00454-99CF-E766-0916-D164437C40E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5EFA1A-C7E2-7B8A-63D6-715E3B4C96D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E0E677-6C7B-CB53-01DD-A7D623B6EC8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EB39DC-243A-DEA6-AA08-D3EF88F9529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3FE87-B6AA-310C-C8B4-0BF07967B5F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4A5E64-A44F-A426-42FC-C9C4BFDEADB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78BCF4-4183-9E2F-C05E-C992AB3EB0B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349C05-CC61-9019-18D0-7C1F3DF1CED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119528-55F7-DD07-5839-D05A38C6015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013D1C-9865-EB2A-1FA4-45C628451EA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C3676F-E20C-3666-A770-14D67960A45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0F7C06-DD34-AE53-8ACA-ABA7C012EB2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0746AA-1B34-C299-0732-4776BA6CAC3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EB7457-B4A4-B7F2-41AC-181ADD2E38B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8BC807-08B6-BDF4-D9E0-27B40DF4C58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F9250A-852D-AA28-BA27-9F944E2D671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34AB16-34D4-D074-DAF2-885284D5117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F70545-D926-6D2A-CEE7-7CB7AC9A5C6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D086C6-5149-DA00-DAC7-8E82856D0E6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0E5FBD-9DA9-9E66-ADDF-19E2D407F6D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B4491A-689C-C95E-B2DE-E90B091741A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D48A36-2A6C-BF07-9BD9-3A065C8EC01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F73A80-3ADC-9644-37D4-A77175AD5C0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A044A0-5B11-3270-3A3C-D23D0C1A9E6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E81E53-2400-0ABA-FF1D-B063D36B66C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230759-F5C2-E013-BF6C-D687366A117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90050C-D764-AFBC-5580-53DE21278D3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7E313D-97A8-E999-1384-5B000EB843E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1E340B-9205-CBD3-DC34-CE4D16D4AD5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693229-31C0-9F09-2FEC-17D6BCC3102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280FA2-15D2-783E-CD0F-A3602DB692F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71229E-B34F-CBFC-0CC4-F6D31EA4EC2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6808A1-0471-53C2-A18B-B9DD619921B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A2A23A-7018-921B-E270-F6AD4C9696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233539-1A05-E7A2-D7DC-2D40705913C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195E10-3ABD-FE96-7BCF-04FB87BC5A4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A61BE4-6B91-2016-871A-B5B81C6A8D4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CCF76D-3291-7A45-B15E-966FC2D1C02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01ED73-CA18-950B-7BC3-7C0E39EF8C3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56C189-26E3-53FF-0387-67E7342D682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1A8162-DEB3-F1BD-02C5-D4C97F2CD0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491BB5-D7D1-86CD-E2DB-32EBB1B2D13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D1C3ED-6860-45F6-D3DF-B6B2162A17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1C401F-646D-5263-FFD0-3A21C2B6680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C74857-D440-B931-BE7A-30E4B8CB1F3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9C1EF7-564A-6F91-656E-D5F5C753C24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9E93F0-A3F6-7135-21C5-59F04F9B5B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58BE93-6E55-0894-7BC7-647F3EF7FBE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6E933C-C2CA-C98D-0C89-345D7FB111E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9A6A30A-3DC6-FF7E-FF7D-660A72B1A8B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19A1C9-57AD-0991-DDDB-5C6F631F55C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AB0885-FCA4-AA6E-EED0-9BC2C3FA9BA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AC8F93-8D58-A86B-4B2A-6A26CA03E63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F498D8-A10A-A7BE-A931-4BD8EB052D3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07EB4A9-8F28-CD39-289B-F1BFA584184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AE9C0A9-1AAC-E9BC-7E05-EA37D7FB6CD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C211B5-0332-1B19-E747-07F06A2DAD7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83B26A-28C8-1D8C-E606-7B139427F7E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8A01514-362E-FB88-A539-2A4D60F5EDF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43D36-1B5A-AFC7-AFDE-2508362CDD0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6CB93F-EA0B-1554-F26A-D2D2CC9073B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6874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E210-AB2C-B6DB-D054-926800DD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2BF49D-AEC5-B9C6-01C1-71C498A49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Complete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CD5A35-A5AA-00A6-1248-DFAAEA51C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202AFB-068B-030B-0A69-EC343A6B4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22E99E-013A-1F07-68BA-789041D9C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808313-3821-1EE5-8336-0317C1C7AD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2FC590-BF1F-1DF5-5BE3-B6CCB34E1C7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438D6-1AB5-D195-0BD6-31322D1DA65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B43C7-CBA2-DE26-BC84-D7401176E8D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65106-E10B-62FC-032A-20C2A0249D3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92BC5E-7B6B-B755-A117-CBF2D0E7E87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2B4EBA-8670-8391-79E0-BE5E3791B9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CC5B12-3CF3-712F-D085-AA1FE32449C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5A5669-FF77-4D58-7444-346848685A1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CA104-FECD-95D5-AE5D-621B59D9464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CA5C08-AB84-E39B-8C8F-55D3A6DE09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A86CF-1ACE-B5E8-4A78-3C1C1DC5AC2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D4410F-4880-AB6D-71BB-673861F213F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1FFD1F-941C-2D4E-3DA2-FCC65021576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A7E677-9D6F-5BC5-C0B5-21B8FA465AF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D4AB0A-9644-EE83-0A40-BED2514F4EE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FC2C0E-862D-19CA-5F64-9A7F20AACE7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06F8C3-69B5-640D-9EBE-9FEBE188EC9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B5A8C0-5C99-F162-4604-DE857BF28F3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C5BE32-E32C-9414-A259-3878CEC1E00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624EED-044D-97CE-EAAB-864C2CE7AEC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F28349-6611-3C33-7713-0B935F53893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6B1619-6092-7F45-CCA7-CBD8A3C1CE8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F170B3-2E2B-CEE9-FE20-2FEBCC1FB40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5A7BB9-5215-1544-6206-5B572565577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EAE53C-0A91-ECD5-82DC-D7D2DF5A19B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505697-D01A-6641-8052-BC4366C8A5D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A5B126-C8DE-709D-E17B-665C434230F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0A0AA5-960F-F36B-BEB8-C53B8EA4F6F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8FE0E7-D70E-564F-26C8-69573A6E760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B2E29E-7F4C-6142-2E32-1F3B9DFF906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E2E93F-0079-6C25-3587-A0BA0E58B8A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B4F43F-534E-971A-873F-D2702143883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CD232B-CC3E-7613-1A91-A0C427C55FC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29A11A-CB05-51F1-80C0-BA432C80ABE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F54B16-0756-A20F-9331-6D37C1C3C91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28C983-B1DE-C019-D53C-5F03B52DD19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03D3ED-E7DC-2574-53E2-3EF222FC49B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C71500-FDBA-7BB9-02C3-F469856B99B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A2A4B-3722-E576-B7E2-1C3AEA79813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C7C746-40AC-0CDD-1C68-ED7B8510788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A44115-BF55-9856-2B23-DE88AE1213D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E5341A-836F-46EF-6091-FF3939C7420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F5F1FB-BE56-AE19-15FC-BCDD61D0D74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4A747A-29C2-EEA0-D1A5-E97482891D1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0F0172-D525-ADF9-D32A-98D0B46E394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089756-770C-0C23-793B-309056F0794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C18259-FDB9-3DF6-C08C-9F62BDC8F90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FCF5F7-3288-1C4E-37BA-62FAEFDA878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B37A5F-AA72-7A4B-0667-FAB35EC7C55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87A65D-28C1-B272-6358-93B2F9C4963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7B8560-01F5-9785-2532-C8B9E5BD600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07ED4C-1D06-1676-61F2-EAD42A27DE9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691688-BEFC-9016-1CB8-6824C795714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94ABF7-DFB7-5866-76E7-FD1D6F0F0D0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4DF804-509F-B75C-0BC7-406CD9EC700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C898D39-BA08-C792-A94F-6A2D4EE9420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AF05D4-6A28-FFBE-647D-840D9ADB77A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74F03A-EAD4-7065-BCDD-2ACDAF8088F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E7960C-0936-9081-8D2C-1D870EE1A9E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34D813-FA19-A1BB-039A-EEAEC91AA4E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381C5F-569E-71E9-AB7D-BDC63025FA5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A9E008-E2F6-DB19-769A-0C2EEAC7A5C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33AF916-AC0F-EF2C-B40E-8877D5EF0DA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74C90E-5C65-7FBD-56E7-E7DA8A45508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626A65-01FF-02FE-9DE0-9EEBF875D76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ECB7E8-D3CC-D355-631A-2ED18E8FE29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FA51E0-E9E1-53D6-B58F-6ABA8BF0D4E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409771-67DB-C3F1-B016-42954E40D07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9F99BDD-BB37-7615-D055-9590DB6837E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82C1A3-A214-090C-629D-FEDB1F9C305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8BFB827-71E7-294F-313E-B76C15924B1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3D21BC0-DDED-991E-2995-233011C38B1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FE145C-C411-67D0-D30B-4EF0B7EC0F6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812B18-C2A8-8302-36F5-00EB74BDBFA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A602568-B79E-CDC1-C687-46AE39E881A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C66A2CC-2F93-9B90-4386-2ACFB803A24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4FA838-C414-8286-7751-1C475F8404D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B4AC9C-174F-CFD1-5FE6-EE2B4503EE4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C720C6D-6552-1643-855D-0C6E02AC1B4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380039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6714A-1389-011F-C0AB-86A5E352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791133-717D-26CB-FB0F-EAAE320941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043EC2-38BA-5A0C-F13E-BEE4F5C4D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34C2BC-C7EF-617B-BFC5-B84E2CCF9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C7C334-5E26-86B1-4FE9-1B9238E0A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BAA268-A92F-C993-5056-5FCBE2DD4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45CE0D-4737-3807-9D9F-24D52CB56F3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4463C-21A6-45BE-41CE-7CADE50495E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6F11E-AA5F-1476-FA85-480A1ABC076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52FD0E-6243-1897-A152-AF99F9CDC44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80E824-F98A-3DA7-C040-91A8929BF36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AB5FB6-D27E-822D-A5E3-44DA92C4766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D9E20B-C03A-7A44-3498-24EBF478F2E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904041-C883-35C6-EBC2-2FD5B2D530C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93DE3-06F9-DFA4-A6BA-AD782FE44A6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C3A5F-8BC6-0ACA-9036-D060A070DD8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312431-D96E-0E7B-18A1-292567AB8FF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2920D-5054-70BB-E243-9EAE3DBC5EB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DFA87C-E115-5B28-CA7F-EC89C60E2EA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32ED7C-C0CD-99B8-E88B-9EB37C4632D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5EB71B-3124-8F4A-DBB6-DC7EB05153E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D7BABA-6B75-97C9-5CCA-59800FE7EFA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AC5C6B-7992-86CF-64A2-D73511B642C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F1CF8-9E8D-616A-AB28-6ABFC78F12E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31E907-300F-6D70-7D0F-42E281AC1D7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A71EC4-E0B6-D2C0-DB81-9473365C4B1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5F00B1-C00E-DBD0-46F7-7BC170EEE79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03508E-A770-85E5-0072-0FC5E6FB04C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E53BAD-062B-7E41-6BAF-1D9554C7D66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3BCC53-E900-A317-E527-EB609BD0CCA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0AC0F1-12C2-2480-2EA2-9DC45E4F4EE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06A1AE-FBA2-57D7-0376-235E3F37933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EF0659-4BA0-F319-4C08-8EE8A796B09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75392F-0993-9D5D-97BC-BB4024DD823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73CA62-6D60-9EB7-CE30-DB7DCC0DB5D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852ABA-DE6A-E029-6D5F-D0501CFCA87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6D665C-CFCA-E351-2DF9-FED08945703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2DBBC1-F301-2DF6-718A-1CEC791B6A1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2E9554-EB0B-DB15-5351-942F1DC4094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CEB31-E0BD-3F42-A73D-2D10EE73D98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18C2C3-6F9F-8B0F-C88F-AF349097A36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701B8C-A531-53E5-9C71-A286CA902E7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070FB-47EA-F1C3-F3F8-AB1EA040C86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883DF9-3FF2-32F4-480F-6AB1B5F7881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1B08E4-2A1C-33D5-37D8-7BF58DEE79A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5EBFD8-C3AF-436D-A739-BAB7EEB3E27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7E7847-A9AA-5BE9-4361-5DB46CEDED0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366179-E531-2689-F5FD-74FAF5BC08D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F17D0E-B350-6210-4A4D-628BE3206E6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2895F1-57CA-4D3E-5BC8-7500281F0F4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F81378-F0B0-9A00-7695-205A90D1286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8BE7C4-31A9-1FFE-179C-BCA392F52E9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0E8467-227A-B7CB-2AED-A1E75D5AECA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41C923-B70C-EA62-195E-DF99D28ACA5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52F78A-74D1-9900-EFF8-849D3D972D1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04C1A8-97C3-A23B-3F07-D72EED9C6B8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A9BA13-BDA2-C5D1-FA39-9E709B611E0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E04CE5-0710-3C1D-720E-D4F7F47512A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9EDB749-A365-40B9-63FF-CDB93D943F9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2BC19D-7089-1395-ED03-83FC93EB862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AFB888-C4C0-9D46-EA22-44C153A1186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077F97-097D-EBED-3A74-48C1A8973CB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301ED1-8E7A-3999-9F9B-5DBD6BE3F98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69A55C-786B-FED0-15E3-2EAFD431331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A2F5FB-52D3-6849-58C0-E6D44043FDA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C64C79-6E41-2087-D545-707F72933A8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E51F6F-A0E4-75C7-308B-BC5C32E5483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4C2F38-A0A7-BD5E-12ED-AE2D3E30CF5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50F59A-10B2-23DB-0EA7-6A1DA19926E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595FB50-CA5E-7A9B-BFEC-FD001B710A5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050C76-418D-54DE-2AC0-11248AA1F8D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F27C92-857C-C135-51C6-A3CB0573956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944092-C73E-0461-E354-8EE1E972638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39058B-2AC2-323A-A82F-18A5BB55C2D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7E0DFA-C1F7-9496-033E-5765280A6CE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E541A7-FB17-5FB6-CFBF-2062DCEF717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FA9149-3B77-0BE4-9CE4-56844FFCFEC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BB03A4-1D64-9CE0-5689-380C8DB80E9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3827AC4-0F53-2920-236F-B0181F3D2C3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95C17FE-9AFA-909C-E80E-874C857E8D0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7A13D96-4C66-498F-D3A2-2B4EA76BFF0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DF3C62D-7F4E-4017-242A-2AFE5807DD9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5F880-EFB6-3446-DF82-30BAEB6ECD9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2FF281-0519-CBD3-D683-7E7E30773A0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389BE9-1EC8-79B9-7BA3-A5BD021640C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62FAF17-B0D3-799E-01C1-3A4EF7BD908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A49348-539A-63B0-6B17-2DA852EB1FC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19765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38B7-9EB8-17A3-C5D3-55B0911D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67CA9-0E48-1D23-F999-A08A2731C7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4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3DE953-AFDC-9AEA-2511-E471CF36C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27A0BE-A5F7-3160-E9CF-C9DA24A2F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37F635-DFAE-7771-4CE9-9EBE212FD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D7A506-32EE-B7AC-B8F4-389CEFE9D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C02097-0F0A-5373-CA4F-A36F90A80DB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4F624-6574-8847-852D-A7A35468A13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95A1FF-88BC-0B31-AC1D-753E2D8ECB6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2BF2E-5FDD-17FA-024D-576022D9C63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7A36C-6FB7-9FC0-FD73-7736E31D507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18711-9C0C-1C5C-6FD5-98D74F42733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3AD06-CFC5-C7A4-F878-EDD02E54252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EA437A-4800-7B1F-411B-97503B20340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A7D3A0-D6A8-0CD8-898E-25E01FA6131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ED1BE-B254-A86B-675D-F715610B118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3A7939-A15C-F962-02CE-6475A8223BD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32943D-6A58-2637-ED59-798304A9967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9313D8-2812-A5B8-6398-FFC89E28CBC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97D71-7456-E303-FEEA-CDAF540AD13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7757D8-FB86-C402-CCE8-138C36D389E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D1D1F4-24D6-1D1C-606B-6D45D5B5D4A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10A7C8-58AF-CD7D-D67B-02511BB92C2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F0D255-CEFF-7E7B-46C2-A3B187F215B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C3AA3E-D70C-557D-4A4F-B16A105E190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C447FC-65AD-1DDD-A60E-D585BA10C0C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D9E5BE-1C29-4289-70AA-570581427EC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7A6F12-1F1D-A676-FDBC-807C0CEC694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0E0C2E-BC75-A49D-4572-4A7DDC4674D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9AA3BA-A28E-C99B-56C6-08D6AA141C2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EB31A2-B96B-A899-1B96-736D7D37E00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3FE826-06DD-F2B7-ABDA-DE1C4467D3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23826A-9E37-C80A-12A8-5DD41793F3B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6996E4-F9B1-9B17-C658-4F22E18CB28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71F1C1-73F4-F6AE-23C0-D5CE6B94476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C273EC-8D0E-7BE8-CA59-75BEC8A3975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3E5316-4392-3B0D-6818-1513A53E823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28E3E6-FB5F-09D6-9EED-F18988F029F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31E04A-8535-96D2-FF7F-068D8AA7A9E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4748AB-73A7-AA79-194E-483C9874D5D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96CC5D-BF91-CB75-4A8A-0D9E58A7647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BDD987-9C6E-30C6-F46D-C14AD45D69B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0023BE-9F81-51D1-73A3-3AD23BB12AC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97ECEC-C884-A024-ACCF-C1904BCE459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481679-50D8-B9F5-4A53-8CF896D4293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69CCC7-8E3E-113F-145B-8699043B827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41F457-8C3F-D715-81FA-E770DD1412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23D642-963E-5A00-6BF5-A8E8DEBDC78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8359A6-B2AB-58B1-2D6D-D612A339F31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4F58B0-E905-D41C-AEB9-7871B43162A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65AEF5-C53E-CFC8-8EA0-DEF08E5719F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4B363-09CB-B37E-BEF1-C5525C0154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3DEF87-4CA2-63B0-D2EA-43DD18ED5F0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4603B0-6954-C060-E6FF-F522518B073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2D5BDE-DBD8-A157-41D4-7A5E8F10B90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8511FD-1D52-4D16-F528-7D3BD8E10B1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EF89FF-E335-BA87-10C9-A749B64B6F6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7CBC7D-DB0B-15E2-A3F8-689512586CB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8A7F20-2158-C3B5-62D4-97ED3989ADB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4AD270-49BA-FD68-3BAF-C947F890B97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74D9C1-5FB8-CCCE-EF7C-59C12871769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8B85C9-2184-A349-A309-C73EE4B4810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3028DA-A6EA-1504-7DD0-C098F8BEFE3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1B29F2D-7006-4F9C-14EF-DA8C254537A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7F9C5F-0A22-4C0C-A982-10540BB54E2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BCD448-B0CA-C516-E8B4-28431D63B77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4153A7-04A0-3F03-DAAF-110F8A1C155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A30A839-5385-83BB-62BE-87F8B35C234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3246592-79E7-A7C1-3BDA-FDACC03BBC1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374346-EC73-442A-FF07-B61DA4532F6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DD3527-DBF5-BC84-67F5-1509265C50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DCB62C-E07F-6AC6-2DDA-F1B21BB6FDF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33797D-0ED4-875A-25F3-BACC0DB1DED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6AD308-142A-5527-352E-FA52CB101AA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3D32620-D1FD-0DD4-1AE2-CB08E9237F5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195BF9-428E-E703-57C8-0EC6ECE8650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B305195-0DB1-795D-88D8-512EEC97953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FB6CD3D-ADB5-BB09-CD41-70FF2F01B61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377564-332A-4650-2D78-33470B8C113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A297AB-9660-C6D7-4DFF-4415B478527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900596C-E0AD-0847-8FA7-63965557A14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330CB3-0CE0-159E-4306-E75DBCFDF7E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781E44-78BC-B19C-FDD2-9380CED76F1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FB80AE-5308-D0F0-6D35-B85EA65D517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05430F-B916-5BC8-5FA5-6DA10BA8773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21C386-A4A0-3014-6FC4-C7EEFAC32E8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6E2BA5-5877-4217-1A26-6BC0E9FD004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18605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DB24-A9FA-9C36-744B-448CA4A27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D8501E-ADB4-5E36-87AA-FE2129D047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226053-8508-BC09-DBB5-4CD5E1332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80BDEF-6826-6682-7A3A-CF19B823F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C06C2B-A0C7-3B8F-475E-894E03D6B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819DBF5-2544-7F72-BF19-0615C7236E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1CD4E5-3D33-AAED-F21D-36BFEE18779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E9E59-456F-61FB-64BE-47EBF41E53F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A8ACB-FF36-0784-FB6B-0EDDCD2BA2A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E8257-30FE-0244-2973-21C651E914D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2A7671-DDCE-FA95-11B7-94A781E9390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474D6-1EE2-E249-3620-864A1DC596C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1E2EC-8688-45CF-859A-2EF646C82FE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D0D4A8-15DA-AEF0-18DA-E4DE914A126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B99874-7AD7-9951-3F98-417A8DD9A9E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3903C6-8793-4830-D3C4-8CEF23A6BE9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415DEB-A251-7D71-6817-0842141285B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273AA2-B344-B1C2-514E-C1D42B5FC7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F5F516-B5A9-CD5D-869D-E023E5CA438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D132E9-1A7E-AFBF-B93D-CA6FBAE1398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1DA50A-40AA-EB03-B21C-0C19CE00486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937143-C2D4-6562-3969-A4B89327E9F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40C654-C74C-6BDC-B075-9BBBA9D85B3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9F1C64-2C77-8923-F65B-80099A4F509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C4A4AD-C8EC-B1F8-897A-8C8AE1F94BE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F15A69-12FA-413B-D2CE-D091DF606C8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99BB14-8FB2-347A-2F91-65FE073C26D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7666BD-2B7B-8099-9212-7AE50E2FC96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1A3543-0936-AD38-C794-FE3D737018A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3BAE83-23C3-C2A7-44E6-7CF17F4BE2A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E84C23-B053-F084-1D23-AFD7B808526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990A48-FE3C-B883-33F0-7D92C05078A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61E8D8-7A28-4D04-DA37-F5719F222CA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86B88E-FF76-7909-0DF4-59DC2CCC798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B46163-0383-D2C7-FB13-7A6E60D56C0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EC9B44-583E-6069-E6AF-B3AAC58C13C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4C5922-4B4E-CA27-5976-71BEAA1AFDB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C18398-8F39-0BB1-96EF-3126CFEBEA5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EF489F-4826-3144-973B-0FA155B438A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B28505-40F7-85F5-EE31-42BD8DA28F0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D3BD2D-042B-F725-EE1C-36CB79BE5D4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45BBBE-1A0A-8F8D-30CA-DA06A736333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E817A5-9B42-58F7-1E35-ED51EF7D161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F5D812-9938-01FE-B2C5-F384940FCB1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34ABCD-E256-32AF-DA47-1D7CCFAA960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7ED910-3A2C-55FC-C9DE-01EFAC9DF3C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BD937D-D320-B415-7BE9-CD51C095A1A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D3F93D-3A2E-46EE-7419-085E5269134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87501A-4C22-2972-160D-19696A4F8BB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815119-D15B-ADA9-EB39-33A72BBEE17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FC26CC-8617-F3EE-4581-B2AF5FACBFE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0F481C-BF03-F828-4AF6-384C26D6A4A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696B00-13FC-A9ED-1E74-EED598A55BF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05344F-37AE-5431-2EB0-3DAAA7B2018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EAA102-0DA5-0E1E-A8C6-9E0AE0FE1DE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1805F0-8446-F95B-E590-6DAFE714DD4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0B3C6F-BE43-52BD-65D3-8190965EE4B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C817D0-4692-1E2D-5F60-0C12F1481F9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82C574-DF5F-C368-A2B5-93F7D134BFF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E94FF7-65D9-16EA-701D-49CC74C90D1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266E39-5E0E-A44A-F2F9-BC1FE74BACB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2BE3BF-349A-07B4-82AE-51411979476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2A1828-8514-BE8B-1B79-8687C576A09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EEE040-F542-86A8-008C-BD9F3B970AA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A66C96-541D-A02F-ECF1-971885574F5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78CD12-9FE5-CD06-5964-EE2A9A3A595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4E9510-FE30-197A-7A6C-EB88ACDAEE9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259945-9F77-412A-F968-9340418C7EB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9DBDFE7-03A7-FF97-6914-AA3B1868DB6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754A04-52C0-9A04-FD3D-9D485C39547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0EA0F9-EDD9-94B1-189D-4A747925E57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2BD01C-681B-6B0F-C38A-F19B1ABA9D7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9D9A6D-6E9E-1726-32E2-F992CA61E5C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6B3DCE-5147-AD58-A324-C78C8B32660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5B1918-AAA4-06BF-850C-9803CF0A891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69B47E6-C022-7801-C3A1-8638360A6AC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230DE2-855B-7344-7188-5C335C4A00B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60B49EF-27F0-92D6-49EC-9FDDEED17CE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262A89E-F656-4CCF-4860-8F6A653DB7C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B67E2C1-50C5-8A4A-6271-D7E23549251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2FE191-6EDA-008A-4FD0-499976E720B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33AD0-A36A-593A-1F7E-5CDCD1E9D1F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2EDBFD-249D-CCB4-8BE7-260FDF75DCD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B47EC3-4E97-DBF0-BA87-AA0CF2D2867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3682419-0E8B-8D51-6F3A-011B0633855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4AF0849-3863-B1B5-D98E-6C1C7387A6B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58B4D9-2850-2FC4-FA5D-7D30763C683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29648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5D31-CEB3-612E-09D3-76064F153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B7E0FC-B611-4AAA-6253-571E33DC89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A866B1-47CE-2ED9-A2DF-088436BC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8ABAA0-9A82-1EA3-23DB-014E819C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399768-B808-C7EB-9453-41C81C014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200F9F-0424-261C-9F15-6ECA23DA9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FE103D-0FF0-EC77-8B67-F9E6A7DFD87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2F113-7C20-08D8-9F1A-7DBACB8A189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A83F8-A3A7-C1DD-D372-D6B75489B72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DEDF7-1F84-2B60-70E6-F156DC415F6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7332F2-1CF3-F9B9-663E-EAC5BC89910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8C3802-F1BC-4ABA-E8B9-69CF99EF5CF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519E09-2960-266E-FD1D-8D58F26C954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CE86B8-EC84-6D26-E194-17AD994EFD0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2B3D38-4013-11C4-CA2C-AB35ADD8F8D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A78AAC-003A-91C8-799D-AF34A979969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62C625-AFCB-1978-AD7E-41213C6554F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BFF3FF-7B75-BBA9-1D43-C3D14C74D8B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1463DD-6425-04DC-2F0C-F40ECD9ED4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4FEB63-6B7C-3C16-F3FE-8E5A7FED89D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9BE1B6-DA89-354C-17FC-2080F5FB563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1C1988-DD1F-63E3-3D48-5AADA784CFD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3E63DA-A66D-63DA-B0D7-043F289E6FE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78F7B9-BE2B-2472-7B50-226B433AF96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8B7B8C-2401-DF2B-3E25-930BBA0CEB4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F9781-74D7-B640-4558-C5B2571FB00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94286F-5B67-2FA2-5E79-AFEBBD21213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0C72DB-05F7-E777-0E96-0B60D705962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06C476-E892-15BC-5A51-05AE7F31BD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670B3F-A4A8-17EE-046A-16BC93D23C5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981CB-0969-9DD3-130C-E597E065F85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40437A-41F8-E36A-093A-F0DA1D06F79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3A81BD-30F9-BDDC-33F4-E04C67DA97E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733ABE-4149-3059-271C-296267B518D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4BC6E2-1093-149D-D925-E09DD0DE82B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4162E7-9713-1787-0B3E-F8D40815154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FCE635-1CEA-ABD5-C3D4-F2C7CA040EE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512277-9A04-CFC4-C51E-C8CF5198302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21FFF3-8320-B166-2EA3-5178951F43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9DCD7C-741F-A726-FD93-75D5BE10C7F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66DEA-1059-E54C-ACDA-61621F03A29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9C582E-C84E-6A59-69B9-75C40F9684E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167373-C7BF-C55E-B70C-5636FB0986E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D1E9AD-8E0C-BAFA-43EC-AF7AF44BCAC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DAFF2B-2463-1C77-56F9-75465BAD8BF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853A18-4F21-06B7-F94A-CCC43E29E09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EC8546-ECE2-6B56-0114-8352D731EC9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E610BB-7818-59DD-2510-31EC4C919EE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F13659-DB28-2FFC-0604-B9F951DA8C5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EDF14C-164E-10B8-1BA5-8CB4C09FBAC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A3905F-B0E9-3ED6-DDFA-5A362CEBD6A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E72EA1-3AD4-391B-5609-F755F6B33CD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F1ED27-5BFF-DA1B-404C-F2252587E7D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1FC27E-E1F6-DB33-6DD9-E8CD40DACBA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BE2406-FEFD-83F1-47C6-661A6C95719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F10081-DFBE-1F81-93CD-72ECF52769A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AFEE50-917F-6992-E13B-70918A6254A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63F94D-F348-13D1-CA1F-273A5955678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C49360-F24A-6F12-43FC-A0B365F535F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9C3D6E3-DD56-BC26-4F4B-7FE2C818264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13BDC9-E54A-69B3-6191-7655094BF3F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4FE3BA-FF43-C906-EC59-E11181E6635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6109DB-547A-E58A-BAFF-27E0A37F1B3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0E40EA-BFB7-A0FD-D7F3-FB5CB398CBA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1C750F-7BCF-68EA-F207-357E6520FE2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219028-42DD-0845-0271-1EE18F666D2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6CC544-1041-DA88-1471-D05BE49FEED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FEA25F-2285-9AC2-ABA8-C85B13FF550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940324-C0F4-00A7-F7C0-BA4CAF6DEF6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5F8D84-76F4-DC45-060F-BA76D82E864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458605-2084-1F5C-1ACE-A8CA94A8B64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D4E12A-58BC-CD34-8C51-16F106A57A2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6392C2-8565-C5FC-C537-BC68FE9BD5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F46327-7D71-EEB1-0821-6972CC265F4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27F19E-E154-D5E5-D47F-D4A7839BBF2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3F8585-342C-CFA0-EA2B-3E0E1E5477E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D6FFB0-C771-AAAD-A76F-49A7F1728E5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8B4E20-7B19-6AB6-269E-314EE016BED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4173768-80AE-B238-A1DF-0B442D457A0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04DDE0F-1D01-A238-34B1-DD6B4D92CAF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066D21-B442-4B10-B9DA-934C93D9E2F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8A8EE-6EB3-F45C-496D-3E610A6AAA2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6FC42F-3B69-E76C-76C8-041DA37BB27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E08E64-A26C-E440-F61B-6667D01F6D9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039438-BBD5-71FF-FC5C-176CD30A402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0B04F7-FF4A-D5D8-FBD5-24763C624F3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DC60F0-3A08-D7EA-1FF6-73CD0CE2565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56896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6A5D-300D-67A7-64DC-882A34668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851C6D-3568-5B31-61F2-F26D0F66A3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4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A058A9-D326-72F4-7273-A6A56A493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CDE8FA-A391-2662-E1C8-CF6A63C86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64F18B-7330-EA67-C3ED-7135822FF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9D3D4E6-8BF0-FC10-D458-74CAFBB30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F19961-1374-7877-975C-9267E043305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FF4696-5BDE-F10A-81F2-F1F9FF13342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DDDCED-BA7F-B052-BE4E-FEE2CD6A83E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B708D0-3F36-DABD-B397-2586198AA84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D82DFF-90C3-95AD-A84E-1065FA5D72B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B188AB-3AC6-23A3-32B8-A673A759B0F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E2C05B-57F5-141B-1244-F34A930DFD2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6E8B54-5D5E-E91E-7636-1AE4790C139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2CA2C9-852F-D4EA-BF58-A99A38A384D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03DD06-89C0-E4E3-6DA1-8513A5CAD6E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5BCD66-F4E4-ACF7-C347-772CE36C043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E60114-F2C3-176A-59B6-CED7071E30B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BB3B1C-8EF0-1874-BF15-AE1F2D19769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721998-D2F8-8F5B-D9A7-4F0F8CDA578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E49636-3652-88C2-A4F6-498384C0E2F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65E399-946B-EC43-E64F-84A0D5F9B65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69C9D2-4C4E-97EC-78A5-99058FF462C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6B2F99-C25E-7CE2-F1F9-1C09FEAEDC7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85A19B-68AA-B4C8-ECE0-C2D2A74CDC0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9DE51C-5ABD-CCA9-1222-C3572551545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4489AB-5434-C612-FC7D-F309D95F2DC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49F0C7-C981-C97A-DD8F-47C73286D49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EF13EE-FDDB-BF74-6033-833DE7E56C1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7D9C51-1BE9-6A0A-0D79-0D433569123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3CEF46-3BC7-F9B4-FBF4-F081877FE66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74DB1-BA29-3507-404F-A1F6696A15A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F189F3-C3D5-6865-B130-DDCF9E8E32E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12BC05-DDE8-119B-0266-DF2C5AD951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ED11C7-2B59-AE35-65B5-DC130F0C1C3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998972-8908-7F33-EE43-F709BDB577D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91DACA-F005-88D0-D929-2CB432D5EF3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531128-D0A9-B53C-72DB-68CC1DFC5DC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30EEC0-EBCB-7427-635B-C7D4C5784F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15D63E-F48B-2FDB-4720-2D7E8011030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FACB33-CA98-A8A5-9C71-0E0772F621B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2C7F0F-4693-6F81-78EE-109DA7352B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1FC208-2921-78F5-4B42-F2A71804466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4361CB-2711-C84A-8828-57B4065B668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FD6683-DDF6-5DC6-BDA6-9D6063D74EB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0083E4-0CCC-4CC3-76ED-A906C4D4A6F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E2610B-5AEC-CF53-E3F9-1B7FC8EB5CC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B129C5-F774-2CC2-AAFE-90C4C1DAF09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26D98E-CFDB-8B5E-3666-DD2D9ED1A14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881DFD-AA3F-2BBD-BD17-C6F81DC16C4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E8BE37-0F13-5604-B7DA-EDCB6FEDD76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AFC098-6AF1-101F-A466-77ADFBFC773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F57814-6E75-F0BB-722D-B1BB6275F86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5C7B47-E4BF-01EF-C67E-8EF690DB375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84D2B1-199A-23B8-C0D5-72864FBFBE9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8033BC-3C47-0A00-9A77-760EBC00B68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114FBB-3D93-B416-F2D1-F654EC07CEC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9605B1-619D-E507-5CC0-CEB692EC3F8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7C2476-71D4-EDB1-0E71-DECA8816EEF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600863-0231-4543-A5BD-95368A3C908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8C812F-6A70-8CE7-A7DD-54BF48F2569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8E460C-21B2-5D55-EE46-3D0F98968E3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936A2F7-5076-C5D7-ADF2-60F8E0CD609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623E6F-7EEE-EBA7-821A-0A573EF685E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9A660E-E961-C53D-B4CC-259EA698567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8DCE04-DE7F-A814-6EE7-BBB94C19F5F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7B8C73-D5B8-93D4-891A-79975DDD298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1BE5616-0D85-842A-64AB-7AF71F0CF39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6824F0-ADB1-757E-3E52-EB0DB7C9980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5BCBCC-4D49-A0F8-872E-5DED0B3200B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82C4816-42F3-F266-2661-910C9AB4F45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D0A418-4CFC-D918-2031-1A9BCB6551A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B959D2B-825C-113D-21BA-D3658613BEE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306325-D5EE-7890-1572-7252665354C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A2910F0-B6D6-8264-2623-3C9B9966E79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DC205B-36A8-61D7-04F5-2D9020ABC32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44B5AD5-59F4-99BF-7518-605226351D3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F135644-117D-F763-3B5A-19E684E8704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ECC2016-5ABB-05A0-6E9C-142915A9AEC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0392B51-8307-1F30-491F-D789D1D3735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07D485-EF91-2085-2528-E6864B21D7E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D6AB42-810C-3E8C-28CD-36E671FC7C5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5AF10A-2FC8-6001-74D8-92E934E24EC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02AA9B9-3594-9FED-AA49-E60CB882545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C9F4F8D-6F31-7206-BC1B-4776757D1B0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117AA5-DB6B-1AB7-8351-F700E0659AB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A89D8C-FA3A-F2B6-00B5-C25417F9784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36040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CA41-6418-6A20-DDF4-C8CDC50FF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B1DC9E-A3DD-8D54-D39E-C96AE825BE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6DF79C-011B-813D-B058-EF0727976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A5B2E3-42D7-3068-8A74-F1E551D03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6AC94E-BC02-C11E-9D48-585E21247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613A1B-10DD-A0A4-7D90-8D02F0E004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8DB047-4B4A-E9E6-8C50-06EE84C234B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496487-55E2-40A3-5E82-B6DFEB2615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1EE92-7676-E98D-E7A5-8D5C16095CD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B7404-68C8-33E1-0831-9049E8C43A3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05C800-1C1E-BCC8-79B0-CF3321120FA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9B145-54E8-C96B-7FA9-8E211511272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76C3D5-123C-9FEA-9756-29965C5CC5F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0922B5-2186-2F55-C337-A6DBDD0273C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8370C3-E527-B89E-F40E-28E44A87880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79AADC-A596-B348-231D-D0BC7FFFB82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3D9119-F031-5C87-5A28-C7964DF7E4E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50F09F-4EBD-C3F5-B64F-5E50FA9FDA6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E93902-5282-DE13-A9BA-5B57C316E55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CEEB7-5BCD-6BF7-88FF-E977D7B9BCD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78CC94-68BD-8C16-B5E5-5A3B98C65E0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E5338B-5109-7069-CA32-0AAA8B02F20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4226A7-47C5-E147-E373-A0E36747733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2C0E75-2360-45E3-D22B-45A8C719DF3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A9C853-2DF8-6AFA-A279-20ACD2BDDDE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FBEEEE-D3E2-102E-E896-6918ECA80B3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35D1D4-B014-A4B2-0020-3F4167E04A3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BFD0C4-C995-AAAA-7993-FF85B2E8305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879B5A-81CD-86D5-9AA4-32F6797429B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B76FA8-D77E-FB97-3521-12486A3E01C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68FE67-BFD3-43DF-DF53-0D31CE8EBA4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57977B-30AC-710F-643D-FE92802D9BB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BF8A99-AAAA-B4A9-21F9-768464FAC10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06C158-81FC-0B27-6929-B26DD1F325A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0807C0-B5CD-1CA8-2B24-F878DFC2A8E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C39481-7D3F-2637-5862-1ED53A0038D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B1AED9-C4AF-263D-89A8-0AD956EDF40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790C71-7A05-7965-BB96-61662A159BE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C2DD7C-1FA1-1E42-6AB5-1DF26D99B86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ECDAE2-C56C-44E8-734C-919E742537B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D20BA0-BDC0-3731-062A-1E4786A068B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3C6928-2336-CA34-77B2-23339C27D26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6EFA6A-B708-4589-FC7C-36B4AC94882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315730-3C4E-9146-0506-B42830AF17D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638A14-538D-9ED8-D8A6-90DFA007397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4ACF5C-DF18-FD6A-C21A-797FFC455CA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C2F4F2-27B8-A3D8-F31F-44031046F0D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A73AFD-939B-B5D2-9FFA-A44C63CBEC8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F536D5-D962-082F-B74A-6C41066E5AB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109CED-3DA1-A9FC-07ED-2EF10352E1C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85CF9F-A605-D175-CCBD-C9CB89FA5B7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04ABF5-8F4A-BF46-1D8C-25AAEA174E4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925E-95A2-C0DB-D53D-C4C1DE90F63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5F5359-033E-0DEC-7E61-C8377A0509B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063B6F-3D7A-A2EB-8256-B3AEF0265B2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B409DD-D1D1-ECEE-92B4-8E1A5CE9706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1A681B-6F0A-CF1F-28C3-3EE0FD35588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69E36A-B398-CD2A-6164-347B1381A3F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5BE421-14A8-88AD-8972-DCFB2E0CB0E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A313A8-0820-D98B-4966-69BAC511095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CF4F3A-CDA4-5308-CA0A-46E723F0673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4ACEA10-A27C-2CD9-5730-56894235928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6CE0C8-D4FB-AAF4-F515-88BB2DEAEF3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1784A1-1F18-1E9F-5D69-B5BB5FAED1C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F8A6CE-012F-2AEA-6796-30811281BBD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E572A8-A3EF-C1FC-CC07-FE7B471066C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E96D72-C08F-E348-42A1-4919FD06C8D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1FE1E5D-BCFA-24D2-70B1-8A30DA22C61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E917C7-6A89-D382-1F7C-945628B1086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010C81-B992-E98A-F291-6067BF830D2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BBF91B-A965-C9DF-C461-E4EA65B41F0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D1EAAC2-A13F-85E0-9F40-721FE6BBA06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D7A620-0E80-76BD-12BA-4FCA26B912A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C3DEAFA-3D53-8EE6-630F-98421A51ADC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D2D7BF-0C2B-3C5A-E31F-3425531E4B5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3EF37E-3055-622C-DAC3-881F6EEA481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13668C-41C6-A258-279F-B903C98C6C2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6E88C3C-53B3-F2E4-E1AB-10E73AB07AB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8CDC078-194F-326C-B722-16892F975B7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7DAB0A-DBF6-A740-E50E-BC1F0B6A9EA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FF43B-B47B-11FA-C56E-BD6665C5E35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E9EAE5-1062-E9E1-5AF6-8D6598FA415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5BF421-AF09-639C-FE72-DF304E30FB4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FC5893-D654-3052-AD12-2413B7D22C6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D86B027-0BED-3C48-C8D8-2833B54DA80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8E7883-0606-ACE5-F962-FAB03509A5C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8CD403-4BA8-CE92-7ED7-4306E5376AB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65732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F87F8-6736-2A1C-516B-13AA59E5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F3C4C4-E483-E363-485B-8D32622146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91732D-C1A4-46DE-AC39-42B7022C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155F7C-5A28-21F9-D513-C0E119026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C4A2D5-401C-39C6-9D33-120DFB5F3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71E7E0-6772-0260-ED72-E5E1BDD96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BF9E7A-36B6-F47C-75B4-82F17DFD39A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88375-0A8E-1797-725B-5E3432FCAFB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97BA54-C99C-63B5-9707-0E9F5A39328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6CFE7-AA20-9106-A5C4-C1A25C78191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0FC747-A0B3-9352-3E79-E203B27F811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944A5-CE27-E241-32A1-445A1F3D9D7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750328-B939-284D-23AE-1D243663AC3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68DA43-1650-522B-78EA-C6F6F1D4C94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EC2DD5-0875-1F2A-BA6A-D0F4A95C33F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A075C5-1511-7F27-5061-1E4D6CB2AE1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112209-B1D4-F27C-5F1E-D0FF3A4F22D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6D2F43-230E-69E3-A6F3-E519F4C3748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6952AE-11A5-3DCE-4AA8-EA138F48ECA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F28D27-D4AE-00DA-450B-811848C2976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0461BD-2EA4-32C1-B6F8-8D06C200236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E0E0D8-D578-05A7-32AA-FA5FE915B5F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F08716-F6E4-6464-64B3-DB5774CD332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F57E63-7852-1B47-FACB-99578B566C5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F1E390-2890-09A5-5EA7-EA310F0D0DE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33CC51-A649-766D-1579-C591B26D869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59B40D-2CEA-740F-E368-424C4045EF4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1692F5-26E7-0D41-341D-5EEBF7B1CCC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052A65-0BC4-33B5-171C-355B38CD79F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3336B0-6117-80AC-C3C8-80E0E43B69E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A0089F-40F5-75C2-563E-B752897CCAE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BB7ACB-CD19-A478-136C-C886B4602C4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6ED4ED-B32C-DFB8-F968-E1E6121A430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BCBD16-A8DD-DAB5-33F8-27A18AC1D0A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03908C-D479-0888-180B-78918378FE2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D0B8B8-BD64-9FE4-0795-CBE8FDCE413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BD7E78-6D29-FB1C-E11B-F12325621F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D035CB-0090-2F44-CB9B-771BAB13F27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D40ADF-368E-D30A-B91F-DB05D4911C6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A4CB96-FB31-7B90-B9C9-2AC3CECB4A7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587BC6-AA4E-D8F9-8DDB-775F8BCF999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530DB7-E470-55A9-8E50-9E772F75E76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E8BECF-B54A-3C4D-65AB-1200EA960C8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A99496-9746-D7ED-051E-4DA69735241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CBC570-91CA-BB86-15A9-B4AAC9C413F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AF10B6-CE47-A208-F2EC-955DCC13F26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EE972A-EEF4-E1C8-14E6-0E2DCC1B279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927F04-ED8D-0027-D59E-112545BA978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C8A62A-358B-5922-506A-D8AF596BDDA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A885A2-02A4-5764-6B50-DF288704E24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7697C5-693C-DFEB-0E33-6E02BC72684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2D974A-4B06-EE59-C487-9FFF1299E6E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4D5520-E5CD-2EE9-1FDA-D93451ADEB5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5F57B2-D16D-C604-B07D-DA27E294B72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DFF1D5-0D3C-F1EC-5144-9A40249536E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5AE29D-40D8-CE7E-31C1-5B39FF2FE7F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FEA1CB-D2CF-3BA8-5BE1-4EA47437D47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8A674C-69F7-642D-2530-883F016CBC1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BB5C07-36CE-9F1B-B406-71E49351870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8432A2-2BEE-228E-1A8D-D481D4BC040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67295B-91B5-3B3A-4FE6-2F9F6C3EEE4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7A3CDC-7DB6-C380-5A7B-4DACA2C4EEA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EE5F20-B9FB-8E23-D19A-A16DFC87028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FF70E6B-5865-ABFD-0EF5-6336812E010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79FE23-DA2C-41A8-94A6-834753A2D4B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C296B3-19C2-412E-152D-011CB0E4E4F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BB8AEE-4927-2346-1B76-ED2E9D4E3FF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215566B-F125-225A-9D49-8E17461F92D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E03429-46CF-E7B8-CBC6-80279746D13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7D4109-952B-C846-C538-0C01C9365A7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D56AC4C-45C7-8E4E-2516-E2C23F637CE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1A15D6-F986-7B77-55BB-B798B88A58E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2619F2-3587-1A1E-2791-84E246CB466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09201B-E5B0-610F-508E-414FB3E3F28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4E903A-D145-968F-D8B3-B5CDA12C5D4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DC9358-DAD0-DFA9-1701-2FDE72A6D6C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F3244C-1CF7-66A3-9F47-9FC869BDF98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75E61B3-4CFD-0871-6117-6470B6CF4A3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EEBFD36-3B9A-CD9C-C609-6A13C39D09D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B0B503-35BA-FD15-892D-0E0FF900E51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AC63ED-D89F-FE25-EBC0-5193E8A83A4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4C01E7-8B91-EF75-1E46-F047047384B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06A2C2-BE01-47D6-02FC-39A39F70C84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854F920-90DE-7D1B-222E-6E2002BC55A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37669F-8276-442D-42F8-3C00547FD10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D05A64-875C-B414-306F-1C12673EF3C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7A2699-D681-B13F-CB0C-1B52F1AE2EF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33968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8836-7240-E09E-FA0C-05A9F0555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18AAFC-01AF-68B2-D5B4-93F025BA45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9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CAE373-8474-9402-1E4E-8E3A156B2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555B04-1DB0-0CBA-98F1-EBF5B6248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98C68D-4257-60DA-FCB3-BE27055EB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80224E-8857-6DE9-3039-E46897A5D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1FEF1F-AFDD-4817-0BD8-48B1B1DF7CC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6D9E6-952C-D0F4-91ED-8CA13A6CDE9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E2F43-1E37-2D24-E90B-8BA8372E0E7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E3988-2136-B1F2-37BB-FAA4EC4CE60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78C2FD-63BB-189A-D13A-304A78FE9D9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84F065-FE51-95C6-FF13-519A4830F6F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C43E56-386A-3A67-6C83-4405D5BAB8D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D28B7-FCD1-C9CD-206B-21B3B38E08C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90CD89-5367-3EF9-B816-81AF5A35E5B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78EDE7-F82D-75D2-3955-13B24C03AC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6D8D13-440D-BC3B-48A0-D9B18366E55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A52B7A-1F74-19EA-27F4-AF5A00B1377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97A355-309F-7457-4161-D194218F44A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F7EB40-7440-EBEB-59C8-01876868FFF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237094-90AE-45ED-915A-4FB8A2C52DF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979A22-AFFD-43F0-614B-124834FA4DF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139C10-0284-B5A5-7F90-61719F2B2CE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D41ABF-9EBA-FA3E-150B-3D923BB3A4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8E9C8B-FAF0-1853-DCB5-53B2B882A22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D3BA85-EDFC-6BFB-F48C-C0B877FC750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B2F535-472B-B75F-7B89-90C465037A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2A85DD-170A-44B5-9182-89459075188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EEB719-CE4C-A312-343B-DE63D0893A1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333631-44EC-D5A2-469C-E75A4E39486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CD7868-96E4-2E8D-86A3-A70BBAA5B37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0D4C4-A739-3534-2038-56F4D909F3B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03A1F8-F4BC-6E86-A561-78E7097E1F8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1EC28B-ED6B-2655-05BC-0DD43EC51E2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05CE60-61C3-2426-1CD1-D7BD2B72316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380591-3C5D-A522-EC28-72911A46580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FAC69B-EC2F-A695-EBB3-102650E9435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B6A1A9-42A2-CD13-C00E-85BC22EDB17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B3C0CC-A996-33A4-63B5-ADA9110D1C5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FB02A3-A272-B45A-D379-D019E73DAB2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5B4C3B-264A-DA03-42A5-AF74F0B4213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A00A7B-488A-9B14-3581-26F765B1FE7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CD8791-29F2-D835-14F6-69A762387B4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8AD7BE-A415-BA4A-F2DB-728D40B5510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D615D9-46B4-01CE-9F23-7802F9F9106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4E0B5E-4DCB-A364-77E8-209B10434F6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F277B9-7280-7ED0-F1C1-18652030917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E16452-A335-A826-B927-005EA212F61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E45AC7-4F62-CFBE-9049-44F4602518B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E3FB8A-F51B-2687-54E2-4393629C8A3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FD1EAD-2E12-325D-BF5D-FAFBCC7E147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42E389-D538-68B0-35B1-6FBE6955CBA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04F9AA-B105-4BEE-2BF6-00037E74177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EE9F86-5315-9DE0-FEF9-778D615D09B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99D269-46FD-D732-143D-F108BF5A3F2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63D595-F568-A290-2F73-32139AB3F4D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5AD311-28EC-341C-E9FE-904650091CF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116E86-1352-4005-9C41-71E0BEFFCDC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EF4811-B98C-6336-4D8B-3A715396861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A77B03-AADC-BFCC-8772-878DAEC562E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08F49A7-64BB-8CDE-8B2C-CD48FA8BDD3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29FEF6-F89D-B734-B183-783D7416691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83D6CB-D0ED-D055-9221-C45F025EC39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A4D484-5790-B1CE-66CB-A69F95DD5BF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3111DE-D558-2F42-65E1-5C2A8A5F22B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C4578D1-677F-AD38-D70A-EDB95807025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EC8BD9-04FD-DA5A-B704-9CC91EF2C11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8DE231-C98D-C618-98F9-1DE441573A5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BF649B-AD34-B27B-B01E-D16C1592854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EF994D-3FDE-9B98-1EF8-CB184EA7635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E2A719-0462-1547-AEF7-6638C74F8DB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3DAA66-51F7-1613-6BC5-FF4D3665E76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0241E2-019A-1F6B-4FE0-DA751429838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6E0D943-ADA3-2A9B-BBD8-FE17A1FE405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B082D5D-3EF1-E2B1-A799-54F7FE90AF7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20775C-5DDB-6FF8-08AB-657C711E4A7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9BAB1A-A6E8-8C4D-CE9E-08C3136246C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84A7C9D-6737-A734-5477-171D474F530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A6031C0-C30C-D604-CC34-7E9D624A50A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8D886-0863-9992-BC1A-51DECF601E8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3F8D9C-E71B-CC34-BF12-AF4F89D70DB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21C62A-3FB2-228E-848E-FB7769204DB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9B3EF0-0532-B117-B10D-B54F2985454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5663E10-2750-1640-CFE3-24480AA7CFA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73EE0F-2A27-311E-389C-FAC665E3A6A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4DB7E1-A3CE-F96C-8C51-EC64E02CCFE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6CA6EBB-991F-A29D-1CC9-10F351406DB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8015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5DE4-3A7A-1271-5D22-80487297E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28BF7D-9E10-46E1-C420-0F42FCE9C2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9B96AB-F5B5-7863-044A-D24BDFE58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9A0BA2-53CB-EE14-73EC-8C64DF225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416D9D-824E-9444-0268-807F6FFE4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974331-B240-ED2F-41F5-027744520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AA0A35-E812-263C-C76F-4F7F0EDD80C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C093A-B6AE-2F39-2FE6-E9EC1977455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D01C-0A79-32DC-A466-6AC496B8A35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CB8D11-351B-98CC-6446-67E29B797E1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E23011-B66A-AAA5-387F-8F4E3836897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02713-B49F-5E5F-1D86-CD3DCC4EC25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17C0DF-7CB7-EE91-438F-E2D5DE5ACA9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9CBD91-7BAB-3721-78A1-87B72AD8477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E3DAD2-B784-C64C-C070-482CF02DBF7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895B65-1E7B-428B-7743-FA13F09A967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C39D57-3373-8ACD-2B49-EFA239C8663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41E85-57A4-03E8-3194-5012BD7CF96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54D547-19EF-E0F6-9FD3-9DDA50778DD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6F13AF-9532-6CD3-001B-8EA9CDB844B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D0962B-0364-672A-6FA5-333903348FA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79F851-A903-D576-98AF-2DCFE7F1A80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B0906E-F67E-CEAF-763E-49A264E64C7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BB8123-6800-ABC7-D7D3-D9079E452D1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DBAFB9-5DBE-7F88-4556-4AF641E3355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967B30-C886-F30D-52E2-82E1E358CDA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FD20ED-CC67-121E-F102-5CF197498E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D9B701-5FC5-3561-C361-0FFCA6BAFAF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A1FC65-CE31-EF44-3278-8454A48BE93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9E9749-99AF-5589-8591-8A4503B2748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5B2A3E-8363-1B09-2A16-921138CE6FC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2113AB-A446-23FA-ACD0-18E4E3AA406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946EED-76C3-B2A2-09F8-0FBD508962D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328963-EF6C-7397-A56A-8967460EB13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4A6DFF-5393-9641-D3C1-2A1A6AA1FED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A9C373-B556-8263-CDE3-8C175CFBE7F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CAD941-7A8E-3A04-CA47-67B8F5DD075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91AEA1-5DE9-4BB5-8B35-BCE62D87AE9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5372F1-C722-4007-2575-ED4BFD5124D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0E6C60-02B0-08A4-F407-02D441A7699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F2DDD3-B823-155A-832A-C1248620910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B2220E-D48D-3C45-08DA-48DE3C2CA4C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1A9433-93CC-6D6D-6FA0-E6AD9556715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B4F0C3-DD28-CF9D-BF97-4E034794351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E3FA59-C5A2-8786-7DE0-753FE7EF016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78D359-42BE-77DF-A237-56FBAEFD4DB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32D468-7DAC-F1EF-003B-C2794DD4CDB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B575F8-A828-9142-498D-692FBBA844D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8CAAD5-F443-B308-351C-247674B4FD4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896E73-690C-56AC-1216-A4C7505E886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9F122F-11BB-412F-555E-0EC06C729BC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6F6D70-1CBE-6101-05D5-4439B42C625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09F8DB-EA91-DDD8-A738-F05FE563D73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E26017-C0EE-5EC8-E8C3-72F7B6E4815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97E44D-C90F-C74B-CB31-505954ED0A3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D3B15C-F60E-3F7E-1E37-035327D9897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44B596-49E3-1663-CC98-4EF6A3B231F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5411A2-E165-FDF0-6015-BFCC196D679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71C261-4F4B-3577-137A-71F09186E3D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6F1C67-3B32-93CD-E16E-F3B28CC45A3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D45C7F-02BE-19AE-A53A-724282E3CBA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EF5F70-44CB-1900-B1F2-8CEA4B09EF4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8AD4B7-C301-9E02-7915-4C65BA213CD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282AF0-D188-4F06-2B3E-FFBA5091D95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B01622-6F9B-9681-8DE5-6CB4487E78C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E4EFDCD-FF8C-B18B-16D9-7F7D741ADFE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BC9239-C9B3-F85A-42C2-D6EABB0EA38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A60560-3954-21E9-31D0-F7C8AB3215B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F828CA-4156-0B01-46C0-C8C9D69DEB5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91D280-BABF-178A-CD29-8FA096DCC9F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4176522-807C-2C53-A679-8B0F7A6E6FA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CBC47CF-1083-467C-AB42-C8EB075F8AD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4BFD7A-E610-465C-C61D-C1C179F9DCB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0A48B1-A5A0-5BBA-2DF0-CA88244EDD6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74F85B-357A-30E0-5031-44F8E31F929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9422402-F52F-BBBC-BC4A-4B33734A32D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7D99782-0B52-E06C-5B0A-D549CBB96B0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9BB699B-D7DF-0F76-F5A3-4197DFD3113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F56DC32-080E-D84A-9D27-955BC182C45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0FDFE-0E37-3067-353B-3382F50E0A4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B668E3-4D6B-62D3-EF17-3FAFCCE7A32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F71274-15EA-2ADB-66D6-42460773383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454DCB-A852-1417-F36A-769C99F8BAD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A662E7C-B7FF-469C-38A6-E88231957C1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2DFD9E-3421-5A0F-22AB-B0E9482964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76F34D-CD56-78CE-89D5-6831D39B4D0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A80DE72-C8EC-6651-316A-9727194633D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610846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956B-371A-4708-2436-BE8A22A4D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FD6CFE-9CE0-3341-C2FC-606731AC9A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23/235/235 in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DA59D8-414E-E252-193C-8E73BE2C3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022877-778C-55A0-AA65-EB8A42A51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BB6D7B-D132-945A-B290-C5C869EB9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D7936E-DF63-474A-430B-285E6414D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5E6ADC-06F1-D6D4-B73B-058AB77A2CE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514C9-D39D-A826-2BE7-46E39DEF4CE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287DE-09A6-A5AB-EFE4-370AE47836C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A1897-FE73-B187-8588-C4209748FF8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D7F288-C356-7F0D-1BA3-4BD576511BA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1CA850-8D55-1052-355B-74A533C6238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4499C3-F273-4936-31A5-AA64982C7C3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BC70E2-37E6-6020-0398-C36B7064794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9EF62B-73D6-8AEB-3CEB-E09756783F1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FD2A57-D0DD-0F15-3973-30D34469ABF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01CBF7-4ED3-2DF2-BBF7-312F39197E2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FB698C-B7E2-1AF5-B4B3-B88FB0EC79B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1CDEA7-912D-0E95-17B4-313791BC850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AA401-2404-B921-3BDC-003624A23AF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136AA9-6DD0-390B-3506-61BACDDF813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C10FAA-5A9C-2238-9FE6-89579B7D46B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4FA74B-1BCF-BEBA-4227-75817FD5CFD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3F7FC8-5DF5-BFE6-BAEF-B46918B59A5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BD3863-3DB2-DB37-C8AB-BB033807A97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3F627B-AEE3-17E0-1792-11364A19785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54F1DD-EC08-F261-8A4D-216B39EBAC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4343E3-B2FB-A647-DBA8-8F6DD9006AA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C3520C-849C-408A-4BB8-80ED9CB92FB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87F0BC-9D66-6066-147A-976A122B5D6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80D680-A3B3-85C4-CDF3-C64E4590DD2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A04889-320A-86C3-C6F6-C6D8D8E9554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F79ED9-4E6A-93A5-3416-149E6E216DB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62406E-9BAA-2B21-D6EC-C678CACCBD9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39CD30-8458-B641-A2EA-72741A50CED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60BDDF-2E2A-5BD6-5E0C-393B537C69A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74B1EB-A972-1FC0-AE17-B2F2C16E047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86C39F-F1F4-DA31-2BE2-52C7B3FC4A3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E1DA28-B496-0C8F-6865-49560B241A7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907619-620B-93EF-EF87-9D79D46D419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9A9D85-61FF-E5B3-4E4A-C143F366005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6EF743-6191-8FDA-8332-51CECB5408D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05DA78-45DA-2280-5D94-223652B6CFA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D107C8-3E50-7D73-9158-3F4557A513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1EDE55-C7D4-D97A-A1D6-2D928982F25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D4BDC8-1831-3C0D-DD58-7C34118D24C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5440AE-E4DF-A6F7-79C0-1CDD4BA51FA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697D6E-DF4C-2330-26EC-E46CEF28A26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B2210D-3A78-2721-73E9-B908BA634C5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7D07E1-177A-3AB8-3E11-10984021301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E73498-67BE-01FE-43E4-EF15E43D71F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9FCEE0-93DD-3EDD-50C5-DBC8A02A7ED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0295B6-C533-C45A-147F-D8C6A6B227E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516686-CD8D-9B53-0EC5-D2892CCAC18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9AC0E0-E176-6A14-AAEA-6B06E5D5C6D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BB8701-E6D9-42F7-0823-E6BC68A256D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A9887C-C585-CAD3-2B29-8CB6631DCE6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6CA441-9336-9FF3-9AC8-16B121B06C0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EA0378-7040-D9D5-B6D8-FBAA0C75A33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0EDB739-544B-99DF-EAEB-E1CDC8157F0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678467-EDDD-0D6B-213F-239F705C956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BC80CA-43CA-7EFD-F680-4C4D6DE23FA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886FF4-4BBE-A405-F81E-B1901946A0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9E5A71-D17D-276B-19AF-8C6786DE4DF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2B5D05-986E-4DA8-8FC5-D50D4A84501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FE120E-873B-05B6-4491-99DBAB8BC53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D53A5C-8FBF-71D8-EE5B-4C98B434A8F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F3608F-542E-1DAB-23D2-AA68454F1D4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49424A-FFDB-387D-354D-6FAAB306422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05742B-DECE-AACA-B886-4291C3E6124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647949-9560-E725-8642-BF7719EE94B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DB8D4C-174E-A529-7A2E-F4590AAE103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C6EDBB-46D7-49A7-523A-6C0C03185F4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43DE87-FB26-6CF8-CAFC-028B70D1B42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F03B9E-97C3-E68D-B225-EB0F720C249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D83B47F-51D7-AC0E-B457-C5B7A796765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B788E7E-86DB-DE7B-747D-5500852D50F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0A6998-14B4-2EFE-8803-4177AF6A0F3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C7E98E-A207-6E2F-3DAA-9B6CC5A1F99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5E648-9E6A-6D58-C83C-A38E9559882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5452DF-F3E9-9DD0-DDE3-0965B782982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A56100-F020-449E-73EF-7575950D35D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1155220-4D0F-36CB-ABEF-1FAD79AB189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A16EA9-BF4D-EAC1-F8DA-0B1787734B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03D0A7-92C7-94DE-2770-B128E0D0858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B1464E-BA35-0543-D015-126BA860572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1EF882-3A05-783B-4C57-E47BD112ED8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62182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A2163-CAC8-22EB-C1EB-4D6927DE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8D62FE-1466-A0EC-C557-9342332EEE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right block, the 5 is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6010EE-70D5-9C27-DCD2-CB23D5437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BD4F97-A442-DE29-3026-335335B5A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F1C99C-2191-D4FB-9F32-735D2E745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909210-C250-5786-D6AA-54FC4D7BE5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89E304-E8C6-4007-6018-CFA4484466F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586EE3-6AFC-772A-77D4-3BB9A269043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33586-6FDA-B3CC-2B88-8188AD8AC7E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D8913-A4FC-0237-6D7B-5C80F29827D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355D1-D2D4-B0B8-061B-EF0EF8D06E2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90B6F2-9CB8-D92E-8C52-CCD3FA44EE9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356472-45AF-D8BF-9CC8-A9B07620345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24AD9-6C8E-17DC-ED4D-6B17D271306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EDEF01-4F00-B705-94F0-FC62E53520E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A1D09E-EF45-2BB8-7290-3C4E06271A5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D865C-2FF4-26C1-1DC5-C79F8526F38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CB146-C338-FBEE-31F3-930F969277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3F2454-5123-0E5C-B15B-66A9422F64F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6A6528-607D-F01F-E0E0-74E240FF154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ED4DF4-E431-A5B2-CDCD-86AA0F8A17A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CDA50E-5AD1-3954-CBF3-EBFA3F8D42F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24C7E-8F29-CD3E-478D-124B394027A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EFF387-FDEC-11C2-AEE2-AF5C4FA603E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EC1D97-2F63-E971-FB4A-08A6DC5A325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2F8D4D-CE45-6C70-8AF3-25939DD9184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8C285F-C1D5-1F39-3874-B054228E4CC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A03E57-B71C-ED78-76B0-9600CA36903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A89028-F710-E7EB-B2BA-C2173180638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3861C5-5CBE-414B-22DB-FD12CD0788B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1BD2FC-36AD-AA02-F5EB-E44C09BADB7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DCE3FB-1F4D-556D-F9CF-DBB2FA93FBC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765D98-45AB-DE17-5B47-808BDD4B301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801EE4-F511-BF3D-EE4D-E9FC120A784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C410EA-D42A-6B0D-5E2C-4B220053937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BEC989-46C9-2709-E087-FA36DD7185D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0303B1-9FAA-EB27-87C8-C2BEC369E20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C5BBB6-4586-3F30-6DF2-D7F9B13CEF6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0AFAD5-BEE9-B756-5FB2-9343884353B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BE34DA-F0A1-50D9-93FB-7BCECDDA861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98FAD0-DBF2-F6D2-33E0-C32913FBE9B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29F6CA-A066-32A5-5486-8E580B47936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C30AC0-2AE1-CC27-FD58-5F9A7CAB914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F61072-C748-4E4A-B441-D9D13879F68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B57F7F-00ED-EE3A-1DAC-30372E8ED0E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FEE635-6B52-927D-DC93-2533DF6E953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1BAFE7-0826-D5E2-1B50-51854FADE4B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06D229-DE6B-7282-17BF-1F23098FE70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E27FA1-141A-BD53-421D-BF00A79EEDB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9A894D-630E-A2D4-1895-A494E26A1A2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94CF7F-A4FE-33A6-EEFF-D3087A5811A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07946D-50B6-2479-5020-D9BBDCC8167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FC23EE-73BD-D908-EE27-C9EDAD5E92F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C06D61-3E6A-6080-D97B-0A08E7DD2C5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5B954C-7A24-333F-353A-2F7F9E57510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AD3688-7886-0E92-0693-DF3B1A7CBC9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26AB27-97C1-0DBA-EB95-03FEDF5DBC8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CA7F2D-587F-2473-0819-F7A797A5BD5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C99633-3C86-9DBC-46E3-BA872C140AC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E30D94-AC29-A71E-26D4-5BE5C012CC2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6494D3-9C6C-E421-5648-1B16C7B3597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07C6D9-1E86-282F-D1CA-9C6567A89EE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CF2730-2BC6-3434-163C-065FF836EA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24C4AE6-4D79-EE07-F9F1-43B09CAC635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2FF71C-E456-CBA1-3ED3-C05DA23C959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3E479B-4B7D-68E4-30A4-32FC965A34B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656436F-9E5A-E70D-C93F-BF9A481DF48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E2A9B4-1858-78EA-6E61-67C926CB17A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2F3044-03C6-E268-5497-E6840DD6394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DF857D-0285-16D8-5D3F-F2152E827F0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77B5BB-077A-E710-7BF5-3C877D86A19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CB38D15-1FA5-7568-5357-529B0632BC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F31C7C8-D736-0D90-138D-C7B44B9B9DC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75107F7-99DB-0E1A-2E3E-70492E4DA2E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0AB866-617D-ADA1-C4C4-01C1B858C74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E38A66B-7B91-DB98-F273-9E73BCD73F2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8F771B-FD63-063F-F92B-C8F540611CE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6CCF46F-69C8-A4D7-8764-4F89B639D12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DAD3952-B95E-6BC9-A942-09C4C9B9D63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FEE5A6-281A-70AD-60D9-092B96720D0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0C42A-9835-53B1-146D-F83443421DB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BCFE2A-9BA7-7779-D7F8-083A301371F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3F10B1-D0F5-8C06-7ECA-B5582F6F1AB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C74249-5140-CD86-0B49-1F34C8DD253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B4AA974-D9FA-50AB-BAAB-5523DC209DB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0D0B5A-0A5F-05E0-2D7D-3CE22061675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7D3C7FE-6E2E-106D-E69F-E2E50B0014F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759738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396D-3F01-2251-2B48-3EC9CE0B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444E69-451F-089F-4127-D59C37B608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left block, the 5 is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CE7674-E01D-D086-4B8F-FC4D6C2EE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8CA0A4-AED1-D2EA-DE43-011F935B7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FD9B616-AD69-A329-B88A-0850130CD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767C98-4B8A-9BAB-14CD-29F5CB18E1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FCB966-0B94-67A3-60F0-3E4A7A85531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44FEE-53FC-5BE4-1D8B-E947D42A18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BDCB6-D9C3-9CA1-A257-44418012F91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026D2-216C-FBE8-39C6-D98EF189BFD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68E843-F235-9A85-6758-694F1DB0C4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E5D27D-EF5C-C282-016F-B2BA4DEEFE8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EE232A-579B-A2DE-ACA2-F9BF7F5773F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FC6408-70DE-3DB1-B237-E666028D3A5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ED1976-8DF5-FBDC-2C3B-145B23466E4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795AD3-B775-5715-C65E-45EFBC64643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F7049F-C696-0B28-E899-5A7AE083D91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9C0213-9484-6504-836F-7873F09D795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D96462-DA49-DA58-E3E7-0E3CE935E92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25CFD7-055F-42FA-B929-89D067AD706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BF1806-B253-0394-05C0-BE96DCDD004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8E6DAA-C9CC-862D-969D-DF4271582A8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8EB690-3E99-38BA-ABF3-69F97280D77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7ED244-6EA4-F453-9455-A387CF5B955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9F8295-655F-2E91-68D6-8A7F15BE1F9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0274AF-46FA-878C-5454-3D9565D3D7E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70EADE-173F-C168-5C01-48C96013722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050FCF-D549-27DF-BE5E-9163D7C2AB6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4A6C87-BDF4-E3BC-A3BE-6D785D0CEA6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6ACEFF-5F4D-092D-FA1A-6CED960CFA0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168AD2-8E2B-F83E-E7E9-2ED0854AB6A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E1C40B-8F93-1CCA-45C8-E1D7E55E3CA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85381C-EF3F-3671-A0B1-8BB6802712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18F96C-ACA8-A819-94E8-37119E66361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28C906-4685-379C-63CD-E26BE01A793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4351E2-AE7B-DAA9-3E0D-ACC711F5F4D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E1648C-65FF-8EA8-3D4D-26708A10999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1BBE39-ABBC-0955-5483-5741D009F1A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8C7019-4E8A-D826-2BF1-6CDA6366D62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83E2E6-A5CC-58E9-E9D8-99A0B9ACF83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B2AF44-2103-1253-3F95-D90F6244FCD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3075DB-A860-98C9-00BB-411A5DDF299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4B9A77-9A90-B639-E091-256126DFB3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10B400-541D-3A9E-6E97-F79819B23FA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A0FD3E-4558-58E9-7702-8A5D6058DF7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B139F9-8AA8-5767-A3CC-3F13E5537DD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24B43C-507E-FA30-E4F2-C0544957BB4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3637B0-4BB4-4C7D-FF83-30C4DE8356C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19809A-16A3-75DE-ACB5-AEEB9E50786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78D946-F29D-E201-3368-8B025FE940A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6B5F41-AA8E-9223-766F-253DD262DE9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360063-177E-6F8E-A6D3-B6A6071EEC6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6BE82C-8DE4-44C8-C267-DE2D84D711D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F4B405-05A4-D1C3-4CE8-B9603002C1E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DCC167-F378-5900-9DE1-A4AE9174EA3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A14431-5561-8ABB-376D-6B496A785B7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DA9290-9B22-0B66-4B55-860C48A5379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161672-746B-6490-61E7-EAEBAFFD26C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C8F477-B863-6246-A27B-8E55566C22B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E47229-DE8A-C553-FFD7-BE7D0EAAAE1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B0E9C9-49F2-7F8F-F557-2341BE811D9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A1FB9B-1F4C-A815-7FDA-97ABF9BB2BA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791DB8-A86C-913F-1021-D1A8F7B321D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6EF746-72E7-32CD-9DA8-E3219BE2D95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A7FAF5-922B-6C38-D077-6B92C9A32DB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DE8792A-3616-C091-BBE1-CEF65821510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4CF80D-8669-7458-A0CD-9FC975AAA11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70AF1BF-2E90-6B73-9F3B-8A68890493C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090B93-AC97-ACF5-5F52-28EC63FEAD0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2DE8B7-731A-03E3-0E95-5DAD89BE5E7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193B00-4A54-7FF8-8651-80C501852CC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BB89B0-07CC-88A5-A3B9-6A92C682FDC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DCDC20-49F7-40F7-B6CB-A99DCA04FA6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35A541-22E9-A625-A656-D54B4DF5C44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56F5F6-E405-A010-9356-19B11DB0391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BD9279-0872-A283-DE6C-2CF9ED1DC80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C5E7956-EDBA-6B17-068F-86E4F6F056A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605075-E6D6-DF90-48ED-F412D339CD5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AF90983-BC7E-C492-FC8E-8089E458A09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772CE-2430-0AC0-C1FB-51089A2103B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082AC9-5C27-9A3A-277A-7D4358773FB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B4F072-404C-2E71-5489-4FAF6D42242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A31A9FD-209E-0719-B59B-F7034B3594D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A71F10-8884-3A70-D3D1-C49DFE493E4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AEFBB01-3010-85C6-6FF8-9ED7E1679E9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DDDF79-0FDD-B5DB-5376-A6D73232968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C007C7-AAEC-5250-B6A7-33542AF8256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61192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78C75-7551-B5E9-3157-45F50DEF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64213D-61B2-EE5C-69BD-98D6C02F7B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73E36A-C893-5D85-4E93-022D751A4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EF3D26-B15B-E7DB-D0F4-0B158EF07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29F98B-A047-88A4-39B9-2D8DEBB74F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C74107-ABC5-F78C-8388-E35A0FDF60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A47893-748A-5E92-0624-5D84D471CF2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6DD1A-46A1-8138-5ACB-6318AC1ED9C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C1C36-BC32-358B-0BD6-24EC02E4660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A6B643-4F18-5833-BBF4-7D12C0D25BF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87D170-6BA2-E817-946C-47D3871EA05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35D0C2-CCC0-36CB-37A9-260944C73A1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10FF21-FF53-F790-C70A-85B7C802030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F83117-4E72-D707-3C3A-3C2CBD85033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C9936-73C0-3294-20A9-6A81F174413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233CA3-DCB2-CD7C-2F60-1F76DDF31AB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EFF344-1E3E-1A10-0939-C8C7F4F0E20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8A1DFE-6858-52D0-14E0-572C86EE73B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47D01C-8A5E-C0DA-BA34-DF0F5EBE71F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9937F7-314D-495B-248D-70FD7EF0C5D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5A17B7-EA93-10FA-0C94-BD3A487BA72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EB41D-C280-50DA-AA9F-CE83150454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455291-ED50-974E-3DF0-2B783DEC321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4552FB-3C0C-6887-F381-817C018B52F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26B5C3-8D02-CBEA-B708-DEF669AAF1B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0E85DD-2E7F-EEA6-887C-D960674B5DA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62FDB5-A17E-C94A-8A90-B4CF1467BD1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FBE33B-EB32-32DA-A215-59ABAA251C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44A5D6-664A-A969-7B5E-E1B101F6AF7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AF8A3C-2C44-45A4-539C-BE23C27AA31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70951-F300-A1AD-A612-D0305245E4F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1CA252-0378-543D-8FF6-01757488D87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9F40BC-388D-0F7E-4846-D4D8324F681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9B86D8-E024-1877-2005-46CCB77A4A9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2F7C35-50CC-12F3-6DCB-763850C018F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FDE20B-BD64-EC06-B6F8-CB650EEEB36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045C08-A59D-3093-D27E-2C8071BA76B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EB136F-E33E-02CD-9836-047C09FE17F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DFAC60-3AAD-5051-D0DA-EF76484408A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FFBA9F-B3F9-5578-E857-9E43CE0EADA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40FFB0-F76E-D694-E469-F3B9CD7CBCF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086725-F083-16F1-4E9A-B59E59CC7B3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E33F4D-18F0-2459-43B0-78862A95111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2DA4A-7B78-16C4-BF0C-D6E5B417EC8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B8078C-52E6-33C7-2B6C-13DC42D7210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2ED754-FDFE-EE21-DCA5-BC2E2D899A0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CD8786-D424-DA38-1F08-2FDBD23A804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BC0386-1834-F616-C2FA-5ED691F1441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CA29AE-F4F0-4E94-CC14-48ABC884E22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4B5C8C-D298-B46E-DF24-DF9BA408A3B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411FDC-4F61-3BC1-D2BC-68EC4D70934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BA5E9AA-3133-69C3-00D8-1C37F3FAE17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0E98C9-1A93-6B24-178B-6A11D451785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4C0403-ACE8-9111-2759-4555A4736CF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3ECFE9-0CE9-2EA3-850E-181653FD83F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D328DA-B2C7-495E-D919-A4ADFE9F2F8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F11123-A42C-4B76-B9B7-B34C3D053C6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5AC1E9-0E93-853E-88C8-5DB2D96459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CF8067-B086-BC10-B7DC-74BB2154609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0694B9-BE2C-3DF7-0706-CBA6AE4C1AD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C4A90D-F7C5-2DE7-9EAE-2A37B6F3C8B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C323D6-E3E3-9375-DDF4-4B2319AF3A8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FE9835-601B-A721-EBD2-F7395E2D222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1E7E03F-57E2-A8B5-D4F6-B79C8AAC41E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F49BA1-BD83-8D9E-FFDE-3E837705EE1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349DA64-CEBA-F532-B013-CDDEAA22DE6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2469C2-F458-D685-7C50-63E8E310951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5B96C0-8A5D-6D7E-5B1C-D6490A312FC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39BCF3-5B37-13B9-7E94-17042C1B959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BE9BF7-7601-3C01-075C-61617E8D0D9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6E3F4A-22FD-3DBB-1D21-B961094D82F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D77D4F1-486C-712F-C23E-9ACB8635932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5227C54-578B-39A3-0B7F-6E2052A74E1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0A2904-DB1F-019F-1C83-939D20004CD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AAFDF7C-EBA0-539B-C494-0DF5D9C2D71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2C60F34-7BA9-5EDE-0E6F-FC321D14164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32EB60-BD22-0169-E02A-2EA44EE7F10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88ACBAE-1BA9-AC59-67D4-5EEC08F9889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9D53E-C6B3-AF6D-512C-F290FD7458C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5D9229-18EB-EA09-F1F3-2949DF35A11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49540E-AF82-B663-DE17-9634FBE5348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0D096FB-D2F0-E16B-B8ED-9A5494D4012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8DA499-9383-6048-576E-A99A3FBD2C2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FBB0FA5-13C2-6989-EF9C-9D62329133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3A4C51F-234D-FC8C-9641-68CA65F0BDB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F0218FC-09C2-DD77-F2F3-244AA2A69EB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32EC327-8641-8902-19B4-9F73E0623F7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86002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629C-78E1-79C7-3610-BE66F159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2ADA71-E8B3-7C35-F305-8A7290E213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0FED54-0BF8-1106-BFDD-8B3384CBC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0A5EFD-4FA2-B5C0-4916-024F2CF9D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8C418E-6D42-69D7-9A46-0299227E9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F57CB4-9D39-DBD9-A43B-30247F8FE2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5C7340-D0C6-5234-05E0-07AC185A2AC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4F9AB-46FA-6F30-E9AC-214E41E2A63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77C57-054D-9031-258D-44AEED85173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FB1C6-E203-6D8B-EDF2-3916E918C5A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EA1981-0F78-A063-9F0B-50662B70B0F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891E1A-80DF-C5D3-3BD6-8A3DD8E07FE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0F6FC7-72CE-8F7C-7406-0388ECB0975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DBCC4-3889-8788-28E8-E63CC45C209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C417A3-71EE-5EFE-8383-C16FC709690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98C8E-9C0E-794B-0FF7-1CD6ADBC6D9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08904F-7208-D98E-A20D-9DA389DFDAF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42E31A-F294-07C1-2DA3-137E80657B2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A77C4A-94CC-F630-DC29-0D0951B29F4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569BA4-7A3F-7551-46BE-A22BE913640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DAC523-4960-D24D-BCEF-FC3766370CB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6D79E9-15BA-AC3A-330C-747323F0D4B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4256CC-8CAC-1199-4910-E889FAFD180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45FFCF-BD86-934D-B82A-CFCE585646C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133D4A-DB88-2C64-5E47-0D5BF4B95E2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AA5E5C-31DA-E45C-8F21-38CD759465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A4FBE-7998-09A7-563A-FE111067124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64B31A-78C9-8AD8-74B9-ACE714EF355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0E9797-50B7-9065-BD48-17057A9670C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178360-3557-8201-E3B2-5BA08D811BD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5B8E41-FDFF-6B80-E675-74C5341A19A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CCC31A-A390-7714-8851-7D9E644F8BE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19DA7B-3AC1-19CE-CDEB-AFA31415411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743695-7934-B15A-6D72-C9D6CADFC94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17C645-FF09-9074-0B2D-7325EA8D04B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F5DFB1-279F-8300-8F3D-6D13CBA81E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7BEE35-2966-C24B-16EA-656695E8A25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2DAB08-1893-3B58-60E7-46BDFB92A53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750795-71DC-466A-BA18-3C399DC2C4D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4DEB23-7872-F915-0879-CFE3E2FA880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6C2E44-5515-0926-520D-611CE8519B2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850D84-4B22-D0DC-14C1-48E5857153B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6FC335-345F-AEF9-554D-E53B8F7A9E2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8652A3-BBA3-8554-F665-BF4BBEC9EA8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D36C36-F2F8-6388-A9DF-22F6F8E5C97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F46A64-BC73-E676-5864-EBFD3F26EC9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24B499-4CC9-7519-5178-01719CCA2BA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27D2EE-8C17-8776-1294-32197480E80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F60CC7-8AA1-3C36-1918-7CD62BCD6FE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573B7C-B35B-6067-A1D1-A9F25D687CE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8D0640-6D9A-4636-9156-DD234837CA5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8462C1-ACE7-850E-DF7F-F0B01878D5F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5F040A-D25A-3B6B-8303-92B53F49365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8B455D-AA9F-C922-F402-3F746ED5A0B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941BCD-99D1-C73E-286A-BD269050FA1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88DE9E-66F4-2309-E190-4B56A7DDA7A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10D6C2-33B9-FF13-DFC4-B3A04339C59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FB205B5-8F01-6A31-B899-454A9CECF4E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4408348-9974-7ED5-28E5-28E9D836C87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88B83D-25D3-2D44-BD3B-947B416823C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B982265-E435-99CF-5C57-F175BA809CA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D01E6B-DC2D-A9A4-A229-6A74559704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F3E66D-9D1A-0087-3AA1-0D917EAAB7E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F825AD-1131-95CC-FB2E-0BE900F9DAF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97C2E7-BDF4-FBE1-96F9-8B80832E934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04723A-7ECC-CF16-AE04-8AD8218DA90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D33B58-477A-5D18-9B52-7DA1F7D138B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574B59B-96CD-4D6B-1BAE-F5915341053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0D21A1-2D7F-01F3-1DFC-B96C26ACF8E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2E0C33-9284-B176-D9EF-B46E34BCD8B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F8EB599-1E8A-A2B3-E140-740E1371418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4B225A-33E8-192C-31C9-8707FB194EC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09C50BA-BE36-CED5-4EFA-928F6886AD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60E8810-E971-D183-098A-8CA00EBC996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33192C0-35C1-FAB6-0CB7-4063B33F2F3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EB97072-0DCB-DB8D-F039-2618144770D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6FB972-153E-BFD1-D90A-CC95F5A9BE0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7AA00-0BFE-2503-3323-1E9CCB878EA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870D52-9B46-3D00-1BA2-B4DE40FC899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31FCB4-201A-440E-E83A-0AFDBC75558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156DD0-83D5-6202-38AC-4B89E1A7C92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F44A99-7AEC-D2BE-8F65-3652DB21AB6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6A455C4-D667-CC3B-6A2C-2138CB97A0E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01D8E6C-3B28-D1AC-736F-AA58F0560C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D61537-4D0B-13B2-FB71-4AD417A3657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53DC22F-F8D9-D554-C0E2-9D17B57A06D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D6B496-A3CF-9388-C178-2F636AB214F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191946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4039C-1FBA-10A0-1F1D-6023D2E2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64AFA4-402C-D8D6-7429-4B6299D6D2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D37053-3B5C-DA38-C25E-30B80DFFC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F5F943-6B38-221F-1BC2-C35B30169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12CAA87-85CF-36F2-1965-6E930ADDC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03EE7A-9E61-B1FC-BB3B-3852002BC8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984710-01A6-B412-0103-74730839932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5B1ED-45E3-43C7-6FC4-E84817228AC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E9733-AABD-E105-137D-50D344926FC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A17858-D9A3-46A9-5E3D-B9C378582AC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75FA13-70C3-6859-B81D-7E23D69078A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22830-FBAF-6FA8-D64C-0A7EFEED804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32E0B3-FB78-118A-FE80-E93100C5CE4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393F97-19FE-F511-D6DA-3ECDA44B517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DEF5FA-A80B-43E0-F9C9-8E30C5E3562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D45930-4A9E-339A-7CD2-6F37D9D56B7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0D7BD6-62A5-6AFE-F5AF-759FF827FE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B471E3-5D02-447B-93FA-9F1EC4E393C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990D95-927C-3D5F-029D-C870E5A2568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B585DC-4CD4-89DA-A0D7-592CD861CBC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D351C6-212B-EFD0-7E0F-AC9E026B086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B38062-0A5F-D5A8-EB1B-4F20341421B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4FC62A-4780-B32F-B222-329BB395978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69EFA2-E083-AE6A-E91F-9704B06A9E6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D41078-4DBA-BF0D-6FED-C303BB3534E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2AF22F-584B-5161-5838-46081F107A9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C94DBF-B954-9B8C-524E-D9BD98E7CCC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0F344D-CC23-D64E-C0E2-071CA038D51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370E79-87C5-932D-69B9-2294FE6D6AD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3AE73B-E50F-812F-8FD6-B2BCE737AC6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03C3D2-09B9-CFDB-C87F-B07F75995BE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989DA4-BEE1-512E-78B3-672C191A41D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CA3E8E-8445-46E6-22A6-2C82A1D8115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8C0BF6-EB0F-E58A-2427-DFD3C6D271B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3B5DE1-3EA3-7A47-8BB2-6ED8914F209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251364-6A6F-A277-FABE-2DB4B892377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5054F6-22BD-3169-309D-A78BD6E78F8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042B28-641D-2CB8-9C9D-647306C41D3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1396F3-AA33-4AF5-1495-E517176B3B6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234429-8A35-810A-4224-EFC6BB51FA1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37EB8C-AABA-14D3-2C26-8FB4DBF94A8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EFD0B8-9423-026C-FDB0-DC6FDA5DC59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2FE22A-D11A-0576-2BA0-E51B07FCC52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477907-C4F4-FD27-6E10-078E73C5203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4C8C11-2D65-0E84-FF79-A2E199E2898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E8010F-0918-A27F-155A-5A3B6A089E1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FB124C-2ABB-A892-67B9-B259FC21838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EAD1BE-8B61-ECCF-7FB1-C23F907812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5497BE-7793-17A9-960C-26A5D359924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2832D9-4C52-AD0A-E188-23C88FECAAC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BA838A-63CF-B80B-8CCC-1DFD43EF9B9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E42687-C498-42E2-80DE-55BE32C5BFC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5FCE98-8549-CE47-45FE-5D3BE26F135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AFBCC6-C568-A83F-E3E7-4D656498ABB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5C80E8-D3BD-22F9-6381-0292A99CC54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07236A-F6E7-8001-C75B-16A37D68395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A5FD61D-8593-DC4C-FA30-EDC1D8DE04C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9B40A1-ED6C-3DE0-B458-E8A4700D011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3B7BFEE-5DFD-90FE-66AE-4454F1CDCC6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E1709A-BC1A-4861-2A29-CDC58FEC8F5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A78D76-B4B7-99EC-02B7-08784A32A74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9A4776-3C27-38B7-5010-8E73BA8ED59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C872D8-2E26-3BCC-FF3B-549F2F1211A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727E81-2F87-CD51-5E27-F0EF7CABD78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43DC70-37C7-4B71-884A-F3251CB1CA6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09F572-536C-EED7-1F6D-0777FBD0456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BA33F4-2DF7-4CD1-E3D2-0DADD0E1F29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8B3EBEC-8317-93E4-32E9-5F5EC79ED5B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4877F2F-85E7-06C1-8338-466372B3CFF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7DAB35-94CD-60C7-79C6-ADBE542D3E8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308A4D1-429C-753A-ED26-FFCFD608CCA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A30031-A5D4-16B8-E900-D775EFA592A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452384-515E-9A92-1B36-2935E2D2456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F2A98F0-E40C-09DB-3ABA-C7E5B23A67C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EA58AE-8F9C-CD96-04FB-00D587B1A7D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0CCBDAF-7EDF-3CC1-83A1-E24D83E3CC6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ADEF4-211A-7B5C-0544-88180DF8829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A8E467-93F6-6ACE-C04E-6A63F6EFBA4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BE58DA-F551-40F9-5246-5B6C4844A00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1F1D81E-027B-E610-11A8-B1DFB5B8C1D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45DD0E7-564C-0D3B-D00E-8CF5552D16F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56AA1E-026F-B95E-D5DC-4C8288D8B53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7CEAA2-13FE-5B73-0516-E4570CCD189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EE9430-1B6A-D835-8A80-A64315B2AC6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828B744-312A-0091-AF4D-E5C4E320F69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9445135-5DD0-375C-86CA-80679FA117F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8C3A8A5-F2EA-B16D-922B-59C7AC63F43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256498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C8DDB-733C-EC80-792E-1D00B83A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1EE62E-CBBB-CEEE-48B7-2D3CAB601C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F9BD23-C004-4F7A-F79E-92CC6D227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6E14B13-0452-3D16-F287-531845883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3738491-A996-54F1-E92D-E5FBB2552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70A5AA-457F-DA00-6954-93E63FC566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166BC1-B1EE-D822-D5FD-E2A99CAC0CF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22358-F983-76D9-D38E-AAB856744A4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F8656-E9A3-5286-5688-1297548EA51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ECE628-263F-3D4A-8EF5-38947B10CDB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11EF26-F1EE-13A1-56BD-59252BE51C0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08FAE3-E2C6-673D-1BE3-00C65F9C834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77DCD3-E94B-FC81-D60E-0682C2C4F5A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83AB3-222C-CB5A-D8C0-AFA227E49D5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B6114A-B92F-956A-61BC-956E59FD73B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50EDD4-FF03-A253-D419-7A405BB8922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1A968F-D0B8-5DB5-E5EF-61343460583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A46909-8073-4A16-86EB-629515CECB4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613D24-531D-500A-6854-10EFA7E25ED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114D68-0166-3A92-9266-EB7721FB9F1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2A2050-256A-1F31-A213-B8F79BE86EB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DFE662-8939-D7C9-B2DA-C1CF2DAD41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AA648A-3EEE-7AE8-50BE-481CD831130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11536-AD59-93AC-3FEE-BBD98A90BDD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990A4E-AFF6-5774-D6DB-8F8B219F944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1E0570-0D65-586A-6A7F-9695968D29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A380F3-8031-1BC6-D85F-CCC6BAB27B6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06DAD4-4393-146F-BE16-8AB53A45BF0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8F80F4-4215-F564-3F7F-609EF191C8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FA3AAD-B7B4-55F7-426F-9B7B72421EA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8288C3-AADA-B676-D44E-73C7919020F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70ABE6-FFD0-1C02-4B6E-19336A3BAC8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E7E760-56F0-F52F-3074-6946FFCC3E0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093832-02D2-0276-2656-FEC7E4EE947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BB70A9-5FE3-594A-61EF-A27699389B5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A8C247-9834-0752-59C2-6F4D3EF097F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033FDA-CA65-F90E-8D96-2E30625CDC7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ECE678-C723-9D1E-FD3B-BDEC606D9E0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74FC08-93EF-4A55-5D50-8CDF384DBD9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A15C2E-D266-D74A-EE98-7001CBF5255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4A42A2-E030-4F3B-27F1-6101E2399D5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E206DF-5A52-0904-DB7D-0E5142188AF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6A04C8-3CC1-7086-B670-52D7A7389DC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B62C83-1AF9-4424-7842-0688E90DAC8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C3784B-CE9F-FDAC-488F-5E3CEEE2453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8D49B0-FD81-3FFE-0CFE-BF4E9D20601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CBB3C1-EBEA-CD08-BC37-B45963C7397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376652-199E-3BAF-5E59-3EB3019312E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2A5E90-EFEE-B9DC-E867-5380FD8EF1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CC85B3-240B-7A16-853B-49441C36DCB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CDCE29-0C2B-67D3-D096-4A1C70D342F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F442D5-663F-B720-4005-274F0E6B0FE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381D38-C2C1-4A0C-6E9A-E9CED57BF97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99C875-7B98-E8A1-7A59-6790E2952E2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8CD67C-FE5D-031F-A783-882795CA26F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C25144-0100-F937-28DC-AC0E71B0EA5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EEF20C-3ACE-AB0A-E71F-7CE7476D6CC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8FB914-0A29-0E31-FF8A-E2F4E4A835C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3C83A8-D20F-82A7-9891-375A7C17A36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74EE8A-C336-5C0A-A157-761978847DA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721892-1DBB-FD46-B2B3-9D4C108444F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B39186-542C-1E46-286D-357FD28FA7F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12E311F-6029-4F15-C580-EC7FF615AA1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9BB095-3B34-0928-44EA-730B93C4373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31BA11F-6E2C-CD70-CFAE-C2431FFBE7C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9B98A5-6502-1E11-22E6-4C79C61D33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881348F-C3F4-D03F-4BB3-2857B5752C8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616444-BB84-E613-5AE8-E76F595D5D1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1392BD2-F4D3-03C8-F7AF-C277EA32194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F67E64D-15A5-B2A9-1A40-8F7F93C8375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34852E-DFE3-EE00-934E-0E0A8E25BBC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61E0FC-6416-4E4B-F414-3A7BAF989DD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9BA657-1328-8948-0B48-2FD0A06FCCF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DCAE2AA-859F-C6E4-2E8E-F44C983B036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4544329-9FDF-063C-B093-A75324F94F5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856EE99-2DEF-3BCA-8C93-F8AA082090A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B681E1-1227-53D1-83CF-77383F747A8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D15DE2-9D97-6ADE-61AB-58B37E4AE92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EBE1D0-9AF8-8D8B-33DA-E8B764199D4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B7BA35F-16CF-1703-C200-E25F92273C6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588043-0F3A-4869-B08B-C4F2024DD0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E80ACE-223D-7DE8-C9AA-0706EF2432E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70B361-FDAD-F2F8-12D1-E9CCE15AFCB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747EE7B-0C4A-F812-0BAF-9563C5BCC1C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9445D10-8576-E32F-E455-9A67BD16AF1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4EFE16-0234-F06F-26C4-470533650F9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13925DE-63A1-ED1D-FBC4-DFA21D99102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607096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DFDD-93A6-7F8D-56AB-D50E302D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0AD8B6-28DE-578A-0523-8C3A36D08D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7FCB78-2998-1EA1-D24E-27166F9A8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28B9D9-FB5C-8B8C-3EE6-843AE749D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F6C4AE-EED3-7F0B-6943-4F9858932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217A6C-CD3E-F852-8157-EAB1297AD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4FB006-EF91-DD21-43CC-146B68E1D9F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EFFA5-0F3F-23DD-E808-DF2BEF3E9D6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6E411-A985-092E-79FD-2D951A8FF6D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E40F03-69AD-F5D0-5016-4DDF5E666D5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77E713-2AC0-D7B2-50DB-652A8C0CC57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FB414-8F75-8BFA-7A7B-8E693463685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ADE095-834C-DD95-6B48-00E67B42296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5F32F3-2DA9-ECA7-54F6-5B07357331B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06A9F-F05E-349C-402D-A2E15AA0AC5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E27B0F-EBBB-8918-16A9-4B7FD811088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59445E-C73E-4556-FED6-B5812479649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D3F9D0-F423-FC48-18FA-B32A74AF2FD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A59B89-ECB5-F99A-A069-AFA58B87749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DEB7C8-4EC1-8A3F-1287-8819AC15895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77C19B-225F-2E95-7B62-6C3F622D81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1BB239-79B9-724F-AA33-C5D0E1537B1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466C0C-9C15-972D-62C9-0B128C3E270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B905EB-77ED-ECC6-0EEF-64A4A0FD67B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5250BF-8780-ED72-3131-2F82717B753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7EE9C2-871C-DCCE-BD7D-26E1926090F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CCFADF-D018-B087-46C9-0759A77001B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45B705-8FF8-9DB9-A6A6-6AA0568ACB0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59E46C-6DA3-079D-BED7-F2AF820373F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A3498A-F89C-C512-D077-AF92D77AA20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91C2BF-7650-0F15-AD60-80236609A26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C73656-CA3F-D188-6A1B-7C171CF1D9C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4FAF48-951D-319F-73FE-01B64E0C24A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6AF1D3-50E1-1D58-2EC3-39800934AB2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852DC8-2F65-1E2F-DE08-856CAA5C077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537FE9-5A3C-E0F3-04F8-67912316076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5B650C-F765-45A6-EF95-2CDB766F3BD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E9EBDC-D32B-877E-D3BE-FB72C981449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91F277-6533-2630-06FB-9C1EDB45EAE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3D11BA-3D8E-EFD4-2A04-4C6869BF423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9C37A4-C8D7-A164-76EB-7EF962D3494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C440A1-A72C-DAEF-417C-CFA13CE7EA2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75DA27-8EAA-D3AE-087C-A14E4AA02BE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A7B186-48E5-CAD8-C163-BF6532B0B81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49170C-ED72-D70B-9928-F07E0B4426F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6F01C7-FF84-9086-D2F2-09C07F33D0E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FC4B47-916A-6848-9CD1-04DB6D33698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172FB0-0F8F-288F-54C7-C6689386CAD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9038DA-0308-419D-C6CD-AFF41FC32CB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EA069B-6D5E-32FD-9320-A25234F4380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D868CC-8A60-F1FE-3024-4DA9E8BADDC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B120C6-66DC-C941-1047-79404C3A0BA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5C2860-4026-E20D-284C-CBAB8424C3A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6C485C-2B57-3CA5-98C9-871538DF34B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FE77DB-603D-2250-2BCB-3700A8D9BC3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C0A2C0-36E4-A212-1106-68F80729836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948F37-378C-4B40-B3A5-2C59192C341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19BD37-FECF-C339-3371-180AE4702BF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2700B9-CB8D-F86B-D685-91363503E72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BE77CE-3C1A-7180-750D-BD34AA10A1C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E3E6CD-3CB1-4930-00F9-2838BD91100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BD6DD3-39EE-A182-2102-DB7FE827661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E7919F-F4FA-92AD-B9A1-B43CC4D2675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B16E64-CD9E-73CF-D910-EC61AB23014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5796FD-4E7F-F19A-A22B-4D36374B2A5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F4CAE9-8AEE-7A6B-2732-38FB69F752B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88E77D-1861-7505-6CF6-D5B3894957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9686D2-F9F9-5E40-4D74-0BAB652A80E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7FD83D4-76AE-98A3-0939-2E23B5935E5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2574EC-A3A3-65A7-9A36-0B2B8737CA8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0F0661-646A-3570-0334-2EC6FDD97AC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F6D052-86AD-E407-9FFC-059B71F56C4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3978B5-243D-1A35-3328-5FD48968828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269D07-0DE2-52FE-3311-DC2C314DDDA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7FC0C2A-CDFB-659A-E8F5-3E7C56C708A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8803BD-7E8D-6F6B-D9BB-4B8886990D4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82A4CA-0A9A-AB8E-95CB-6C2AE4C974E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A70A80-AF38-A9F3-0D2F-85E3A1F4EE8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630A0E5-88AB-8D91-BA4A-598A697C919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BE38773-2ADB-3360-2E99-3D8A97369C7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74970E-BBE8-3444-61E2-1D709E0ADE4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927AEB-4EB4-ACC4-B45E-96790D34E67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568429A-81F7-7E17-F747-0BE387EFD7D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08F6F51-502B-999B-153F-628B2BB16B5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9FAD7CA-9774-A839-8119-57AB64BB890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D1AA5A2-683F-BF30-FFDB-E7621C8D200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492219-C56F-63B7-902A-12935AE246A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000275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2D43A-01EF-5521-3D04-85ACCC38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E9147E-F569-54CE-C1F1-F5D8A164E6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14F3F8-9F97-1788-63CE-D92D48501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224647-070F-BB14-07A5-1F51D8F85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81A139-2793-F2F7-A800-8F0ED6D08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CC7969-9374-C1C7-7F43-112C5C3DB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8B592F-7134-2551-58F0-65269C4E112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44ABC-9058-13A9-FBAC-B785DD37EE7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72275-193D-B1E3-23CA-9F3F62393A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6BD4B-608C-97B4-C562-F6CEF3741CA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771EF-069A-F3A9-B030-46EE416B3E3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0FBDA-4B3F-D7C3-3960-3EE86C37C30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51695D-AA30-5653-EB24-5CD170AC5B0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CF835-7A54-11C1-BBFB-53E92626EBE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4FC491-D1B4-4C68-9220-B995EF28F5F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C9CD8-0CB5-6388-F141-81FCBB4573A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604852-8A65-6C55-BB20-3AC2748F36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210C2A-2F59-A2B5-3529-86B6F71F02E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CC7F32-B8FA-E92A-068C-A4B95C6B937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C48793-8C13-53A6-B4E2-0C1F6EC4E91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BE3C3-6A54-AC5A-0826-16D2963AEF7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2B536A-9446-1B0A-6E5B-E776E5BD0F0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69D1B8-50CB-937B-CFE2-F395CAA84A4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99E7AC-3112-64E6-D42B-1BECC04C6C7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653811-65E4-567E-8214-60BAA9845AA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3C0CD8-A319-B38F-A5D8-1E5A81E96F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A09124-FFB1-653B-8BFB-6AAE75A895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2AED4C-81AF-9682-C410-18EDCEE6D8C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EC2276-25E5-F90D-8FDD-6A621276F52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249F1C-3C8C-CEE4-D9F6-4CF8E06BBE6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AF4290-169B-69B6-F90A-8868907DBF5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80293C-B464-32DD-4665-F20E33A950A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F8B7F2-900A-DE28-AF7B-67E73B76AAC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E4CC97-38C9-7570-D143-87265599306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A13C43-F979-65DD-49E6-F3FC9BDEF04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2A822F-DF62-7F8D-453E-930CA89D2B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EC9BDF-4395-B27C-7A1F-7773BEBD906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5AFFBD-5446-04B3-CB5E-F62EAF397C6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7B321E-333A-67E1-7F30-8A629BD08B5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B3074-3362-897D-6757-1912360F848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B88D79-C095-5C20-59B4-76847F275D3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7F6EC5-3A35-A043-47C7-6E60B9E428B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762FEA-D6DD-A13E-B5C4-F999C7E0C51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4D3A78-8EB2-E4A0-5B64-53181E5F1C7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BA378C-9DAE-F63A-6536-718A904EA0B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27233D-9B63-6B14-8ED9-B14517DA659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CB7026-467F-F436-6065-D2FC971BCF8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95267A-77FE-B06A-BD7D-B8FF77C2AB0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E75A8C-A202-5631-3715-60D54C3EFBF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C7AB39-6C33-64C0-3CD6-6CAF47D5AD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DE1555-4341-3388-D99A-B92BC12D753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058C77-8DB5-59E3-2832-40FA12B6E00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AFDE6B-C524-B3B4-A0F6-71EFA5AD8E8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12A787-28DC-AD42-FA3A-C5BA90900EE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EEE05E-D8FC-9A3C-D662-DD263CDD760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07FEE5-1818-9F1E-1065-67807EEEABA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F90C27-8F9B-F6DB-B332-925B2CE1003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56BF5D-7270-0EC0-DD3D-5876AF1F989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E6ABC0-DA2F-ED9A-D0B3-EC29FA9C965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5C4416-464F-664F-5879-1E138C65355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6F355A-B56B-9A1B-B12B-09F1C745595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C9C303-CEC2-2CC0-410D-26AD805EC4E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42BF280-2BD8-B74C-78D3-C9F6F6E0E8B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0DAECF-3020-50D0-8446-21D232E7BE0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FFC692-5B97-F8A9-6EC3-5EDD043F44A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31DC96-A0A3-67A0-0613-86960AFC436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B026ABD-3C44-21E3-CF32-EBC95900AC2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3E52A5-5D12-6EC4-CF05-B2CDE04BDDB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C338D1-4157-DC75-D715-B6B96B016C2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632EC8-27B2-F01D-3678-5F777935216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8D42EE-7CA2-1129-159B-E342CCFA41A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BF4B44A-10E2-7AD5-3DDF-B56C46CC936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35DE67E-C516-EE8B-C279-D9EB5F55E22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85CE3E1-1A5B-8F2E-96C6-420BF32826D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E10E20-6676-2294-5523-942A5987FA4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D03CC-AFC6-AFBF-1A29-DA8E82AF086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D5E28C-A557-4A7E-9BEC-5A0F267C0C3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C7697D-5C06-9312-594A-7F26E40A05E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CA7D42-BA73-930A-ED55-681B64C3DA1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FE273D-9BC5-2261-5EE7-5393DF94C95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87A0EC6-A19C-CDC8-FD7F-009550FCCD7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219C98-C685-E28A-E0D5-3F1240D8463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E08BAB-F2F6-5A90-783C-65B2E213B71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2F4E2A-92D7-F473-A48E-8192B0B650E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BC659CC-8C26-D454-C8F1-9515499C896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7B1E60-FC4A-2A90-35E1-5495AB8D325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16C969-3A3A-567A-EBF5-98A42230CF3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10107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336B-509D-5916-402A-D4D5E479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22AE18-5E6D-D912-C2CF-00DB986BE2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5CA9E7-B0C7-723A-2A13-DB25DBCCD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C0AC0AC-322E-F2EB-0F4B-25BA5582A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545F1D-798B-D9D5-A827-55F4B97E6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BEFCF6-DE8C-C61B-DA4C-6076A4B44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7A39A2-E0F8-46ED-610C-EE6CA58BAF2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53EFA-E683-2769-FC8C-EAAE6C2ACA7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0A5CC6-4283-2491-04DE-29ACB4A26A6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5A1E11-B6E8-351B-FA40-775F7599E2B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6AC8EA-D60E-736B-E13E-6608FAF9080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BF57F9-26E9-3272-1909-35F40686C52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F6DD5-6DA0-1BF3-4F18-EEF37DBA02E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78A1C8-475C-46D1-A913-993A0A17F95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C8BEC-5280-E3DC-379E-23DFF9FB802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C635FA-131B-EA38-7CEA-C081102385A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D271A7-51E7-E7B0-E9D7-A00180F7A43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75064-8994-5799-21A0-A183B1AF3B8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31F18F-FBEC-9783-CB26-162435D3311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4AC9EF-CAD0-BE0A-2F29-02BA46D88C4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3F81A-2365-5E74-CE38-0D0723B1008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5219AD-2F4E-0C22-37B9-10CED1D45A7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27D63A-E1D7-2B4F-8954-9F2828A605A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2526D3-E149-BE72-44D3-0AFB2115017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CE2B43-124F-052E-8B96-B8F1E892CD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7301A7-B87D-0B5E-146B-D0C82510E0F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D9677D-3D0B-A61D-CB6E-442E427D745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1A0740-C1B5-2058-3E54-1F7829FDAFB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E6CB13-7DEE-2ABB-DF22-F7A882D87B9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E4A752-339D-F423-E89F-859500CA731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3CD77F-5BA0-79EA-87A7-A81AF7E5A42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5102E4-E177-E68F-1DDB-4D2F0EA260E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59971B-C62D-0963-620F-A32C2BC1A7C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6D3590-9C6F-7BC9-E91F-671C6C9369A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B40549-0AEE-6B6F-DEC0-128A442EADF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8A98A4-C5BC-486B-EF67-E4F7ACFCB20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58F886-15A1-3DFC-FFE7-5C2A61B0406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3DD73D-AFD3-7F59-B0DE-97C1EA1D467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F5FBED-9900-D1CC-9336-F1507AEDB77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E3146E-A12F-9203-113D-5C92598F550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BF11D4-8DD8-79CC-641D-FBBFC2F9FEB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8EE654-96E1-D622-DC29-0D5E1B44DC9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20062F-50DA-E766-0E2F-59F399B20A9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65BAE3-1E4D-966A-34CD-A24373CF426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63E8A3-33C4-8B5C-8D20-E6B2BCFD44A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FBB74E-CB0C-DD49-3F96-DAE19D782A6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D09EEE-3760-A609-427D-EB2CA6C2EA7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8B0910-AAB5-024E-E15B-506B79E81B5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A904D3-CE81-C00C-F318-A61B9AEE94B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2C8F64-F14E-258B-0F00-A43E28A90EA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5F0415-0231-673A-A9E8-1B60EA7F7D3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66A271-E5CF-A73B-A5FB-A2F5C613A0B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DFAD52-1ACB-C34C-2014-5CE8EBC68C3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CE05D0-05E2-1D2D-6695-F0101ECA407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11E271-99CF-03C4-CB0C-67BF80B0ED6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4C57A3C-B8FA-3ED8-9D4E-E00DEE4546A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62058B-546C-0B68-EAB5-2148CA4A21D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537302-2F19-0A79-0E6F-AAC4948B158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A49AA6-E12A-2B82-8C53-F5DD8C8466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FC671E-5216-2D54-56A9-31056252CB0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0F7ED14-697C-C44E-1347-B9C859E64FF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2CEB08-F694-0A5E-BD93-4EC43D24D73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3A91EA-856E-DF40-2E3D-B0EDBC12AB6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8AB6B77-895A-A7D8-D85B-30AC71109A7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2079D7D-99D3-8730-A1F8-F71E580256F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A504268-CD29-3FED-6729-6F69E380342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5D1E33-4755-F7D5-9E96-29845C16CB9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C4CFD4-883D-4815-550A-FE4E4CD678B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7739AD1-AEA4-9AFC-7A5D-4C7F7AAAABA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FFC07F9-64A2-A426-3939-51FF80EEE86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BFA3D8A-DEEA-2048-B954-6BE9F80A3C9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67CD15-F116-2D64-93E5-D2EEF497957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049C0C6-E4DE-5A40-1608-9FACB2E699D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48C18-0599-4EE5-A9A8-C1E5429B13D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B2EE2A-DBFB-D4B4-5070-46FD86FD05A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9BBB16-C0C9-35F4-46A0-E7B63F3449C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4ED8225-9FE3-81ED-D6F3-CD161340FC4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19E7A45-488F-CF36-1DAC-CED545F9E5E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40C9DF-1189-D41C-D7ED-77FF68AE0C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77D445-137A-33B5-0693-97A37F20BFA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BB88FC7-0543-3958-0F34-A2125405864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1E4EE1-4A71-4C65-FBB6-F05E8C17AD9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867B5FC-B63A-4DC5-0E10-E84B7AFD355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B745ACA-CF7C-CAB7-E535-1D685501461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A790CA-0C35-9E01-659F-348A45C7489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ACDCE5-A2DC-EBF7-A929-211F241C99A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852698-BD28-10B6-155C-4C8E6B6F4D0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577002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F7E7-B6D0-F17F-EB52-3EFAEE2CB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CBF4BE-F485-FCA0-36BA-CE200F24BD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30111D-9E0F-B81B-3387-A1D2F5F77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F9C5A8-958D-8B59-9F76-90AF648F4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F96657-CAD3-B855-85EE-F1749BA79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251641-1B1D-1AB6-EF66-889E185EBF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7E653D-A45B-AD8D-ADE0-0707FC1ED0B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4F720-A8AC-1843-2814-2996C0B032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9A5FC-1E36-0A92-260F-BD96315CABB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67FE2-ED2C-B1B6-907C-588C0D9BC67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10C29-8C1A-1B73-AD7A-C3065970EAE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F3898E-FE95-7762-BF54-B3AA2283714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63E235-9D35-B889-A04A-8F2C439F199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8C6135-A503-9B4C-60A6-226D73E1C1C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7787D6-7FDC-1D04-8FC3-8DC51AAB2D7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0262CB-2154-F1EB-D9D4-8A6FCF1F63F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713FF1-B749-9D09-114D-7F439E07875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9BE9CA-C6E7-E865-FC9E-2C1A94BAE91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0F08B-F3D7-BA8B-E344-61B0F6A2A0B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BEC3FF-1776-9CAB-1426-ECF3F4CE30D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D30FB2-3169-01C7-B6FF-32D67385199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A66E62-C097-2838-9633-995BF679C70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AD9321-2B7D-F970-28A8-5F35863B5D0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FF5CE2-10C9-2C5A-9F17-A7F5DA6C814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4EBBEA-8F1D-837C-F756-1798A21F6FE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B44D7D-E8F7-D765-7A67-A4D7CE048E1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F476CD-A2E1-D4F6-5A61-4FB95310541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CA6F26-4443-FC9F-A31C-30643C14231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AEE826-AE88-D569-C94E-262955DFCA3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324BD0-C202-8BAE-2E65-D64B1747A6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361782-1D4B-7ED8-F592-2CA62A4115A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812901-5F3A-A106-1179-3D512D922C8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7FFEE2-2610-43D7-4A27-A2B34ADDECC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D28EAD-9699-7C09-3574-FE0FF8CBFF6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5023DA-AFB4-A490-E1CD-BBF08234F6F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9D70B6-FE04-6F63-087C-873496141A1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E53065-139C-4E89-3237-36835ABA8EA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813E3A-15F5-5692-AC50-E36D57D5133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524671-D077-31D7-2300-45F7632E26F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872A28-9F40-F37A-D0B1-D811D3B6C7B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4E8788-EAAB-4D69-9925-C42F5C4CD76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C35066-8A1A-F5C8-1437-6F3374A9796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FD3DD6-5101-AA70-02E2-6310834BA4B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3B07AC-1153-8AA8-5774-CB02E5CCF8F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54AC38-14B3-BC41-725A-57E330274FE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EA52D8-06C3-5FA1-3B08-E210EAC9A39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D15635-9234-75A5-6318-8AA444B6E70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E780D3-1867-5553-2801-2482F1C8F8E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2A5B16-9AF0-4748-7789-D5DF9CB3DE2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DDED83-8570-2D84-F324-155DDF9A906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2648E1-40CC-0B16-DD30-E03656C87E6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E0E4A6-32B4-40F8-1010-FF69FD9B315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F88181-D905-7141-C2F0-4A66614C917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A0D9CC0-0E93-A57D-CDA3-3202CD03179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5E5F34-C712-5B6E-D99A-C2633231632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EB74D3-5826-C393-EABE-4FB8013E76F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22066A-4609-CBD4-BF08-D1FECB6883C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4A7CCF-3E82-C4B8-0580-10DF0CBC433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9FDED6-84BB-2333-604C-A22094B243D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89A16F-3446-5388-95AC-6149A5C01EB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F248F3E-6360-E490-D8A3-C190A1C75A5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FCD835E-81CE-26B0-2D3F-31F07E47BF2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098B10-F26B-5DAB-60D6-D02EDF332FB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F8A88C-2D92-79AD-297B-04F165EA998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B5747FB-E848-8670-B982-6A64FED59AE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EEEA38-4AF0-5ED5-EFB6-F1397742F37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F3450D1-13DB-CC9F-D5D6-BDA5EA1318E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A630E5-66F6-C39C-0BED-AEF63D4F33A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AD82E9-A5A9-F53F-802B-B76D5D17855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F36789-0D5E-6C44-8A69-8970B97B8AF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CAEDCB4-4220-0B99-FBFC-6326844E592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0733434-C0C2-6A55-55EA-454137D7BAA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4873BD-A77F-53AD-0AE7-D376BADD968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BB5E3-BFF3-CD18-F733-067C09C1F80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A81C08-B824-50F6-59DF-E49AB1EBCCA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1369CD7-2E6A-EC7F-C9B1-A1A2334F268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E7B041A-BDDF-70FE-EBBE-C775317CA3C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7DFC35-CB76-F4D8-1D26-EB9E3DA8660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D7901C-DA98-6123-58AB-23EF1605B61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FC9107-11E3-4DFD-70CD-58BBD2E8895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F3C2865-7F6D-9740-4287-87E0D7D6CF6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9AC121A-CCAE-F1F0-A62B-B9BE4272AA6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01FCC18-FAA3-7FB2-F9CB-7FCFC9F553D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83FCD5-43D6-E26B-3AA5-002FD2C05A7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243FAB-C46D-AD5C-6000-603253E51E2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93A4DB-2505-3B6C-6CE9-0BAECF82880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567448-C646-CE33-8239-B1BC58C772B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95068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03AF9-03A6-814D-B978-5004424D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296B0F-D5FE-8CC9-1AB1-3FBDBF519A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the 1 is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C65FF7-98D3-E754-2E4B-C26485943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CF902D-07CD-9B80-C169-179758F29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A350CE-DF15-BC7D-1AB4-C481D15CF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E5C817-DEDC-5DDC-7389-54C71031C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36C1D-8AB4-A180-BA29-7EF7E447DA1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5A166-FD44-A1FF-C5E4-79ABD0B45D6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578CF1-65CE-F47E-0B7A-A251F758D92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852AE-4666-841C-8E81-F777B2C7C44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F43DC5-E13C-2658-4751-6792A4A7BAB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E98B86-3240-375E-AE88-C26502A0CF3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CD3A1-2B07-BBA7-44E7-6B3DAFC9988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D3D891-FFBA-866A-3D98-4CDAC8C1642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35B85E-49DD-4115-33C8-F41FD3A0762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5D1AE-102C-E089-EA45-AA5DCDA2386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7FBE6F-31E7-BFB9-878B-21D8F038691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2EE055-31F9-84A3-3200-35D29135B21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BBC9D7-C354-EA08-6875-92BEF434EF9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D8F1F5-4B44-7FAD-1BEB-5F19C18C5B6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6FE172-0A0E-DC4A-32F4-210C976B25A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1DFA40-6843-7F6B-EBC1-2D1557E551A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23272D-8CE4-DCEC-A7E4-D915438D9D7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EBFD28-0D54-1FC1-0C16-F42B762D1DA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638276-EA72-E05C-A498-3F329D053EB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7B03A9-0EC6-58F6-01F1-7FB2016BE70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F4540B-250B-3DC0-5B01-C1746E3E945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E23202-520B-F59A-D7C0-2C0027123B9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515B3D-F435-156A-14F1-2BDC2B7EA96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BC461D-FB27-942E-1F6D-64D9844A3C0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B7AAA0-B6A3-0C85-ABA1-799E2E57F6A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9284FC-3C76-717A-38B0-3ECBFDB3E17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199E07-876B-30CA-3B6C-2642A72BF84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078F68-5812-11F3-4E96-772F235536A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E1711A-C7E6-A1E6-D495-E03CD3E8901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6441EF-CBC4-89FF-FD4C-F85E564246A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401524-C03E-66C7-535A-4582D0765EF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09E90D-DF63-50AD-F604-79EE3B42D80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364B4A-A741-9AAE-BFD9-02830903E43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A1B449-29BE-4C07-21A4-E781C2F014F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09888C-ECB2-9021-9BB3-2F4E532CDD0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42D5FB-88BD-B2DB-98AC-3D6F47FD655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ABD101-FA04-E282-EDDE-A2AF00FF9DD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C77EAC-0EE1-D536-A409-4E5D8E4F40D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0E206A-24A1-60A5-4139-5B2F02C87FE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CCBA4F-2984-0551-F9F8-BEA3554A548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8222D6-40CD-D04F-CB6A-C4EAF2C4B6E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434EAC-9A14-28C5-B0DF-4CB340E1EF1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FD8145-F79B-6993-4622-82926CACB52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50D66C-7B8D-DF6D-5335-A9B4FF4791D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F3FA69-5AAA-B55C-D981-992429704AA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7043CD-AF36-DD6F-A54D-4D4826F446A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DB99D2-85A4-E949-AEB1-588E1A4FB48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195767-DD91-3E72-81F9-B39AD7D0F3A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41D93E-20F4-FFF3-2E2A-00C0BCFF410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6AEE91-1EFB-AA3C-2ABF-D9262B40748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C48C00-AD5F-A5E1-EDA1-FA648E20216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DD77799-5F5A-B375-2AFC-6058BA3FDCA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7DF50E8-8E37-D0FA-714C-6155191CD1A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951E83-80E2-ED76-153E-E6EBE2A5E72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927488-A570-4B06-0F8B-03CAC1EA1CA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6818ECD-6335-2F3B-9AFB-B95DCFE11C8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B34330-21E3-DFA3-25E6-1B2045C4801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07BC6B-8386-7D25-57DA-E65393DBEF8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D34E3D-242C-8EB1-6C30-54048DCD843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7E2925-313C-4903-7415-ABC7E637DB5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E33C454-323E-1646-F5F8-6534D97A34C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3340CA3-E3A8-51D0-3E46-2843E4E4B62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7720E4B-91D6-1403-8B0A-CBABB340992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2C1D5F2-E31C-57BA-B158-8AD452813E8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433AD4-6B9A-A9BA-EAC5-0A5079A4F2E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36BD645-D8BC-EB50-6FB2-CE90989A6BE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9AA2951-59C1-36D3-ECC5-0D309621E0F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DB47CA-563B-89AD-8086-BD1C2FC1E9D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AE3A29-2246-2BA4-967D-94078583D3B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284720-E60C-4D6C-FD4B-544E5D499F3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F56389-CE87-ECF6-32C8-FF00BA399A3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192BBE0-F23D-DCAA-D670-7BC3E502237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DD1F11-0738-982E-9C2A-BEAB8FDF367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AAD236D-B902-C331-AD57-6F841F6F0E2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0A37B81-24D8-826D-B685-D2E07B3DCD2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A584E4A-B041-E957-7200-D6DAFE7DE13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7DB82F7-37CC-E586-AF07-495B7D94D59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2B9609F-0BE4-5E03-A697-962A655C3BB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021E28-7346-BFCC-508F-2ADE3A01876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6F811A-4C14-8705-2181-4E0E36C0C02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69F0BC-8294-A405-1B35-FC3DED945A1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072047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916A-A3B5-00A4-1390-B4B39F609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3A8061-7ACD-7A8B-EB09-BAAC5C97FB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the 69 is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5DC177-1B9D-BC8D-49D5-85B4FB45D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8EF9AA-8AAE-1556-340B-B119C500C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7FC22B-954B-8717-F14C-B60C479A7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0777A51-F30C-1730-3D2C-A90F02B0C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A2CDE4-89AC-CA37-B448-5B536110499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AAF0F-BF2A-CE50-8443-3BF6167FB03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A1BFD9-3C78-1CC1-3F4C-D7CC453A26C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45C59-677B-A5A6-29D3-B14A56278ED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CD9090-A7F8-AC91-4A24-97965297272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9FA9C5-5E6C-CBA3-367B-296BD7D678A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F1A26-9F85-50CA-2FEC-24E662D42DB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EB4859-0CD9-B8F6-A287-47022F4BE95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12C23E-AF1E-4DB0-0447-180511D80D0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41E3C1-85BE-5463-4733-4367B84D3A2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2CA21-7666-F1BB-1432-53F09B359A9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9911B9-ED40-7E75-CABE-1F4FF3974C2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BAFC30-0498-3356-D11E-F8E58908BEE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309BEA-22B1-1D4A-594E-A7A1DCFFA6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85D51D-5416-A7E9-D9AC-9C8E2915C41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569DA7-C2BA-345B-7404-CAA0CBA4083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06A198-8E00-FC73-DB3B-685A8AF33E4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5A514B-85A9-1138-23EC-1FAC029039D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B3D958-2A81-D53F-471F-23C97E88AA5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85BE4A-050B-C7BC-37A4-7579966694A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233E89-7F04-8166-A76C-2FFD4E0E090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036F61-E569-DCCE-D482-A9ABE96FDA2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084F1D-8BE5-878A-A10C-9932027D22D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66385A-8C8B-3E3C-01C9-03987056E50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50AC71-4CA4-D181-6EDF-12E62932C25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D02A97-E9D8-2971-611F-23678A40ABB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36C713-2021-2C74-834F-A04F28E7942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26986E-A57A-1C26-8FF7-FE64351591D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FA5699-7C58-CD72-5B3C-851E441E06F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538354-8E69-4360-7DE1-AA25CCE81A0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571FB5-AF58-CDA4-BE96-8A3CA9962BF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E8B609-CEF7-D8A2-B78F-8DDD4A7A808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6F9082-FA9A-013A-815F-D184A10537A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D29A03-DD94-1418-ADF7-A62431809F1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22BB71-22BD-7C7D-2438-B1D27E625C8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4017C5-B083-6D97-8152-916DE49E2CF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DF9EB2-B78D-4017-E3E1-D62BB2D5CC4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425419-AD13-C954-1DBC-6ED527CAAFF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914835-5505-2253-9C59-88CA40F2AA2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F688F8-93D1-92C2-E0CB-8DF673A8295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25619D-BA4F-806F-F642-C14CEFEEF29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DF4D83-220B-4093-15C0-DF1F56E4B15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B12DBE-BFDE-63EE-009F-1EB770B70D0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58E400-2E9C-D462-A768-A1C67D7C85C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052571-61E9-39C5-CB91-5B942A31457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F0CA74-EC08-A6D6-141F-A0C4290F31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1CCC6C-903C-9DA1-A37A-7A6B176BD80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C8451C-4F93-2769-4282-C0487DC3926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C07BCA-0996-6876-1990-6326C45C4C2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E89691-12A0-324B-D4FC-691EBB04242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315788-940C-A989-F8B6-E499C02EE9B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EEAD04E-E5B3-F8F2-DF7D-3378C732C6F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7AA784-B074-FB53-015C-4FC7658FCDA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3F0826-C06B-2AED-C3A3-2337ACB724E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EA4163A-D3AA-98BF-013B-F209614E3D1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BDC7CF-F674-7B54-BDA4-0608E46BC2E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BDDBA7-5C56-9382-70CE-CBF0A9C41AC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090E9C-0ED9-D2BA-ABC3-6CEF065D33D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F5D9320-5D4C-E3BD-C822-69177CC42DF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6977F1E-D014-55B5-55B0-BF598AECDE5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01E2EB-3D07-28AD-B6D8-29CE8134891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9E2E9A-66AB-5B0B-B9E5-845CC99A51E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5ED9EF3-FC7F-40A2-84D9-17BE39E6FF5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2A0231-5068-BDC4-F090-CDF078D9942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6700B0E-1F20-EDBC-0BD5-76E335DA526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3F3E39-962F-806D-600A-2C422EECE1C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A5EC5D-6011-9C58-F5D5-0892AC7916F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9C39A5-291E-221C-37FF-6AE553BA90C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73FEC3-3033-CDBA-0E49-AD040B53D83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A19A363-91E5-2967-7E41-CAA8D1BBB90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3CBD7D-EED8-4AF0-5B1A-B5D7B24E6B9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DEC070-223E-F662-EC8B-60078C061C5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930643-F4E9-F2D6-0DD3-032A70B2AD2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17F2DD9-2160-15E9-D8EB-2259471E567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2844024-EDCF-4EB2-62AD-F74FD70AAF8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306237-F890-E4E1-D6B2-DBBF166C941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60EF942-4618-0228-19B8-9ECBE8FB2D3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C5EA966-4DBD-52E5-637A-D58DD95FE22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743C44B-24B0-FD3C-9963-DB9C110F2F1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039DA32-DB07-0CF5-84DE-9E5D7E66A5A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8DD9B76-159A-A385-6C2D-C0C9FF2BE33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678824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E6C74-507D-9E13-52E2-92EC5137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6FE685-6CCD-517A-72FE-FA3780C4EB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B8160BC-DFC3-E176-A40F-12019F780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592B82-A324-2BD0-2634-D87A0E05A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0FE8B0-C9EF-DAC6-D1A1-EB09A37B8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93D123-2EF3-A7BB-1FF7-DE73B57977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FED474-17D6-DB49-253C-CDF8A385694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876FB-DF1B-AE51-090F-EF8DC39B07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DB58C-3870-5BB0-9D5D-B812C03D46D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416596-5D11-C10C-3B73-16B4B9F18C7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3BEB5-089C-F30A-9545-71176ACE9D1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DC0DA2-9E03-4CDE-E019-3B206766E23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20B621-4784-14C4-7215-7A7028435A1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DEDCAC-0449-39C5-CC9B-99C203AE452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CF199D-1A45-8138-1381-ED20015B18C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E18F07-0A08-0BF8-E3FB-F895616AFA5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B02CB2-C780-B33E-4F7F-AC3503F7D97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957536-13EB-39D1-7975-12873B01CE2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B888AC-48AD-9F88-F15A-EFB773A090E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1320D2-EEFB-24A7-DDC9-7542DF12E40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D27016-5468-1B1A-80EE-B1872F4DACD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69B879-BB27-A84D-2BA8-95A3E82F86E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B36FAF-2E8B-8F9F-324D-251DAD2640E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0D9058-91FE-C252-D090-C7036D6D79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1E4CB9-2D84-00C8-08C6-DBDD202D5CE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C9F6F9-1DF5-57B6-D0DE-B2298A5D763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471AA8-5FEE-E41D-949F-14FC1E54008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067071-7AA2-6ECE-0621-3E7D8CFD263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981371-0DAB-8DDA-DDB5-20C619192D9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BBE5AD-1FF8-8B50-9125-BEAA27872A9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2E0E6E-E770-D6C2-BA16-EA7766F9043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0E3539-C29C-6CB6-6242-F7D72F19D44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974F82-4A07-5643-7760-231AC888F6D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7877EC-34D5-45BB-39A1-CFCEB712552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5E2311-2900-2FA8-1A1A-76AE292E2D2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0CD041-599D-DD24-92B3-90A3195FA36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C1103E-6464-C6B6-890B-0C8A5C876B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F8DE16-11E6-EFD6-AAE3-CE60D2D51FD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1FCBC2-BB5C-CD5E-FBF6-40BA3236EDF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56E9CF-B10D-A520-0B14-39613E4FC8B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7F3AEE-0E7B-E91F-081F-580FD9F8C97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C8A8E1-DA2B-29BB-6AE7-F9279D87278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65D3DF-6762-7D81-DC11-310599447B4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75F18F-515A-72B5-A419-CD773337F17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6EEDB5-921A-4AEB-C59A-5DFF214E3C1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642A63-EDF7-D15F-1126-3BCDEFD8E44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B277A1-E60C-A39C-32DE-4C1334CC8C3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8CDCAE-F97E-0162-6DC8-99B25E5C976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BF5FB4-E0E6-BC9D-70A6-E0235CBFAC5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13A23F-E59B-B332-3D3F-A586956FE29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D1DB27-DA1E-7B3B-23D4-644BF41A2B1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41FE4F-1D37-4CC6-2FBD-A019783B2EE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0F8FF4-C753-5CC3-6B7B-0F19FCF91CC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A361C2-31B9-C28A-81A9-C437FBC1D39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16CB1A-79DE-0FDD-15D7-1A15A4E8C95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927140-6D05-E25C-3C67-1B51DBC619F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54C592-6902-DF67-5A92-A39E7BA7506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26A46D-24AD-313C-00DB-3F739467A4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4621D4-E027-CDEF-A4FC-F3C897AEC2B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B46AB8-D749-0B31-376D-0EC35FD736F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347058A-F46B-BE1D-029B-5961EBBB4CB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81213A-D169-DD14-D1C6-0107F37A530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A9349E-7CB5-A531-CDBD-B21007EFC66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FD4938-E49C-7B7E-5723-A51D55C2498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3984B5-9B11-3CBD-405B-2A654902F29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CD06D1-D517-42A8-E282-EF68E650BAE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35E20E-2D64-D39A-F110-B6B665C483D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60E3010-2989-FF91-691D-2EF43C96109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80413ED-58BA-C293-12FD-408BD3DF3A6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74E937-8F0A-4420-1D6F-3A5F08A62DE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E24754-3E89-5192-7689-8D18B55A697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454E21-541E-1D84-965D-D096E706E4A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534B7-40BC-33FC-7015-BDF6A27E677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F27782-8F0A-81F9-0BA6-9169F246FC0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2AA26D-A833-F6A3-DA18-3EE8E4F5DEB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0AA1A40-DD7A-47F7-C6A2-E212780FFF2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61BABC-78D1-DBC8-75ED-3BDBC047B4A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AD274F-9E62-2400-1848-EF5FB5806D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FF9847-F592-3D2D-F29D-98E85788289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D97FCC-1BDF-8890-A540-1212E93AF1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78F948-F23B-1DF6-8C15-A6F1DFD6777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8950515-DFC8-F07E-966B-1DDDDEB5ADC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56AE18B-CDE6-724F-0E6C-4067AA79607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095A788-779A-789B-C787-6D6D92100D6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B15A816-1E45-487B-EA49-CE74EA1698B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A00DA80-2216-6E79-C396-481B96958A4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52FD716-F29F-825D-B274-081B7D44B8E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53982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920D-669A-CA82-A5CE-E27DF4DF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DBF41E-A155-76C5-FD6E-1AADE1B75C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3B1A6B-E7C5-D032-7F37-FD36C2700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AB890E-07D8-8FC4-6C79-9BFBC844C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A25A68-6279-A1A8-A451-1F3A2F13A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1B77E1-86EC-6FFF-818C-27E9F37CA5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89530F-4BB1-F8CF-5FF3-2EA693F713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657BA-B468-3154-0691-9781844BAB3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E8EC1-DFF4-DC7A-A793-C5FAC1E53E2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1C7BF9-95C2-E5A9-0361-20C6B998C4C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7CE6A1-BE75-6F02-AD5D-74DD52B3DD6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A1A421-50AE-7858-2CDD-21C76CA3B78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9B73D-6178-AC96-7F39-4AFD0BF0825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E69E4-3331-D0C7-33D7-CC7835515F5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7BB66-922B-9F29-CA1E-F3995000BE0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49940C-8B83-2AAB-BAAA-19836982446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3213E1-4B21-0802-260B-B722553C5EB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7165ED-C562-BC40-9B7D-4CD77945E22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717DA9-CD67-72F9-18A4-2264BAEEB03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A3126A-BE3A-2FD0-DBFF-5B68E3C6542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C6BC98-52CB-8584-FB5C-283917149E0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AACD7C-E6D1-D7D8-0AC2-8AF61218108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6841E5-2165-D078-A3D3-EBED153AC45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6EBF4D-923B-4B89-8E75-7AE30B62747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C68ABF-1577-B782-74ED-F891CC3A239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715088-3A9C-D379-25B9-20D6B144824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8250A9-2F93-50C0-A07A-4FA49596F4C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8049FE-E215-0B99-A773-0DC19B927C1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A3E2BE-15AD-4884-632F-8B9BDA8544A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ADF1C7-F5F2-94E1-DC58-63117642F91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01ECF5-56C6-68CC-03EE-7C36E048AFE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79D60E-0F77-1513-4E6E-DBE0FE9A0C6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E99A64-9971-9F28-0265-54D3F570171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DD3253-D3B1-9B77-62B0-25E41F0D39C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399A5D-F249-AA03-D5E4-EF115176F12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D617FA-DD49-F62D-E0A5-65E44D6F6D0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0697BD-2777-A6CB-0D7C-CA0AF43319C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E72F68-75E9-084A-4C67-59B86237550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B47E1F-5D4A-32F4-120D-E1ABCA813B9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2459F6-423C-204D-A430-1624FE96B4F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6E11FF-F91D-3143-8F7C-8BA59EBA235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E5615D-2C2D-D40F-FEEF-7D38B9E3392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125435-A784-2F96-7EB0-CC863B621DD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9D95F4-386E-0745-0A15-B1DE3AD934D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4154BA-8409-1DAE-AD04-D769A9A672F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9156B2-58D3-A44A-0970-4C44D899240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C1C4AE-3AE4-ED1D-7E48-DC173CBD4A3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06F73D-24A7-B50F-A811-10552CCA528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BBDF66-8CFF-3E2D-94F5-F4B2BAD9546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78687FB-9D22-FC6A-3273-9555878C396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45803E-B170-110D-77CF-5048ABBD55E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02DB45-83EE-DF01-D31A-C08ED490AC9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A30FE0-FF63-2D84-0D4A-39D826ADF47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5B0561-0362-1AE4-9D45-EF26C5FF786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723828-B1B3-8EA5-FC33-054EF3A6519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DE09B7-C587-9EAB-8522-1F3F2DC5303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AFBC040-C881-6F1E-2782-E0EEAF15012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5E84E8-9286-4F94-7DA4-C8E1DBB6701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5BD6647-BCD9-E352-F316-574BC7C0B4C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BABB6E-CA16-4D35-7D97-80F2D9EE5AE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01DB86-FA86-8FFC-6136-55376B40E6B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2EF975-89CA-F957-C213-706DF838B0C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373967-1C26-116C-5521-7E2E688E5E7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4DB247-DDD6-D066-48DC-52DEFAE88E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FB8D684-7E3E-801A-1705-768106FCEAB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F62EB4-AAE2-A588-5B4B-3080E59456E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43166C-E9CC-D878-20E9-A1C5C8DFA21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83DBBCA-97A1-E9DE-2240-A4C4E9CFEF3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29F81DD-C615-8881-4DC2-FC5F936C256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45C31EE-FB44-012A-B288-168545ECC20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FABA55-DCB6-20A4-2EFF-542BBD755A5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90EE2D-EAD5-20DC-7A20-BCF00402A35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66AF44-FE0C-75E3-C23E-2A271412EF4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DFE6B6-436F-408E-1667-BC22B3EB7B7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32AB182-9BE0-3DEB-291C-23D530AB776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D9E3CAA-10BD-AF3F-9AF9-8CD21C4F457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BD45E9-6A5F-487E-E26C-6DF23944269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05DCAC-23A3-5418-D929-26716D42C17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ABA6EA-E821-66E5-8698-0937973C2E5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7E5BD4A-1D7C-AB4F-C4EE-2AB26178312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628976-9F24-FCF8-A12E-2F7142EEF41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3F0590F-5C35-8A12-0604-D5A904A0CFF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523B88F-118A-4C8D-490E-89CDC1D3BA5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6ADF4A9-6248-EB94-FE41-BD3AE3873F1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5DA49A1-1320-12E9-3317-94146D2633F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41FFB73-571C-0528-F61F-888058DB8A3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3E9822-93AE-340F-0E55-D9FA7685D32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695141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4C5DD-0777-573D-8571-D0E894A7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DAD719-12FE-33BF-6065-1AA398501C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CF9D2E-3BC6-F8A3-BFAF-D88A15F83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65263A-420A-9E09-857F-B13FC9B58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48647F-2DE1-468E-4B7B-16FF4E907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F6543A-90F2-BD50-2CA8-699A7538E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327B94-1DC2-68EA-A7EC-C9BC4F6B6A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B89A3-0E00-B755-C935-26ECCA58DEC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26B68-73F6-8A1F-C198-BA9892E4854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2B17F-F70B-E267-21D9-8FD84BF7CB5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A3CC6A-6E71-4E8B-A5B2-F4B80E8031D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F005EA-54BD-9902-89AE-AD934E5C14A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2292B0-637F-86F1-645A-A409830834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B4827F-6D82-D6EE-F3E0-0A913BC944B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4EB32-B395-8975-A423-A29ABB86CE8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F6B006-1797-4C47-7D8D-3023DF73B90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07C345-2CE7-AFD1-A228-F8A46EE55BA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765F55-2E22-18FD-608A-BF5F26B7EA3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6EAE75-1BAD-1BA8-C7E5-D975C5D3352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C6C416-C1C5-86BA-5147-A35936687C3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5217A2-01B8-2DB6-F050-7A260CA8C64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36919B-B4AF-C3F4-334E-380E40131DF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352E57-484C-FCDA-51F5-86464D4D4B4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9BD0AB-A2A1-3109-CDC9-63C010EAEFC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4F2BB5-5607-B30B-483C-6856BD3BE9D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24AB3C-F2CA-D142-746F-749E1061637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C3D852-C799-4C50-3B88-48C09002974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E2038C-6096-88C8-74B5-3060EE135C6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C4ECEB-9205-E628-90EC-4DC289CC550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FBE188-9F0D-6CF0-8154-EC1AFA56EB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8CDCC9-22FA-630B-5CE3-86B8223150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1F8170-97C2-A9ED-3DB0-A8FAA98E27D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893956-5538-CED0-66AE-6CE5729D81B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7EF914-4A06-DF1A-93B7-CBC5046FBE0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92C55C-CD8E-C31E-763B-7A9831CB6E2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F3626C-8CF1-174C-2688-3657B07FEDA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9B93BA-527C-7FA8-95C7-3708AFFE548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502E59-8C3F-31C1-4C5E-8B0777ACF23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BE5157-3E99-81F2-D849-DA9B2ED1AED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C71267-5E05-C0F1-96BF-A6487D43CC6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4FA1F3-6C8A-B81E-277F-FF38BB60328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953BD2-BA5C-F3AC-8237-E1B7CE97402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C12A90-3DD4-9985-9623-598AD5B2D8E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8DB60C-562E-2993-3A8B-EAE70C5B8E9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8D1436-F297-3A2F-5430-2BA91E9C84C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D3ADEE-75AD-F16F-EEA7-F39160F323B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2BB705-7AB3-0450-F8EE-9194DE4C6F7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11DF81-AA3E-52C3-6547-1E5C7ECB8D8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059A70-88F0-346A-2927-2BB95E4F1D1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A7F5EA-3426-5CC5-40BC-DC710941316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B7C9E6-03EA-FAA5-5C6F-E0F32C49D57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931174-B6DC-E559-D427-DF13C74C31E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AA88D3-AB7E-55BF-95A2-4CC6F1CE5D9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EDBDD7-8539-5BBB-A1F0-06F19FB4FE6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96F13F-86A7-BC3E-CE2E-376B73B26A6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B39A55-CABD-2FDE-8FCC-F92EF4DC04E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769D79-1475-289C-17D1-D16F555074B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6CE1F9-1029-44C6-6FC9-36CA2C4222F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0C4A9F9-CA31-8009-012F-5FC229A0B1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E28CA62-4F83-18FB-C14C-CCDD9AF652F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C60334-D4FF-B0EF-1C94-16208C56618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BC69A1-19BF-B09F-D821-1E7C0DA112C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8B34C3-A746-821A-9978-7A2D48859ED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1915C6-1340-EE54-E8B3-BC1307F529C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560EA18-F884-C070-1DE3-1B1F407D11F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46F142E-422C-59CC-19D6-5127AA01EFA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FEFBB4-F8A1-E105-8842-5FA58B721B5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1EC7F09-43EA-D014-08C1-4F416366D44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24FDF5-1D88-900C-25CB-6896E6C2F37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E85BD0B-9BDD-8437-A0EC-DA12ED4631C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15C6E-72F5-F470-5FD6-CB4100C9313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332B59-92EF-679A-DF43-B6B024D596E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17D9CB-D2F6-4ABF-60A5-9E61CCC8E8C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AD3024B-DF47-0881-1877-C1B142A0107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72D638E-288A-73D9-099C-07381BE9568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47F6AE-0DE3-8A96-49FF-7D90B6D3F0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101277-C5F0-02EB-3217-EF7EFAD1AF3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47894C-9885-B4EE-D0B4-BC2C744EACF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043A04-B917-F41A-1E1D-B8DE486E50C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E4E33C2-4C8C-6A50-0173-FD08A87B5DC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D15DD54-6EB7-EA43-1E68-B54B1356E66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8F15B77-5B81-64C3-A099-11AFFC94981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D919C50-C453-6B45-E9BB-133853CC6B9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7DA44D6-05A9-BB6D-89FC-50965F93665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A39E241-2306-E78F-3BB3-BC5E040C494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E1525A-9884-E3CE-8C46-A9E0E35AF77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B0A6DC-B50E-FD70-D563-2C653831E0F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921625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03B55-F61D-7DD5-D251-A1241F1DC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6543C9-A545-598F-6C31-CBBD93423F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B82F12-92AC-9EDB-97A6-642AFF748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9CBE749-1C6C-8F26-B778-5DEF12748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58E7B4-38C9-E3B4-8780-1F94CFA8E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7F9128-C496-0160-4857-9CF284E3E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D5F39A-E5C1-CA01-842B-346FA192BB3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87A4B-056F-2249-D11F-BEE38CF12CB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39077-D315-3024-532C-DC3AB63528A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E5CF6E-9794-113C-7959-8896AFD289E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35FD1D-4507-ADF5-3CCD-D548CA86FAA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09AAB-A18A-10B5-71F4-6CBF2981F47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CFFC26-4EDE-AD0F-334C-EFA10F517C6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B4957C-6FD6-313F-8B01-F43E2A1E911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444330-7977-0083-7803-8884583D9D1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6A5BB4-98AA-5F2C-C8D0-A9E014D0ED8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0352F8-580C-AF9D-5731-517A95C3F0E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13904-F931-4D46-CCC8-31D1F0F10F0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D8E795-58DC-FB29-6F66-437055FAD7A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66F521-6B84-6B94-9598-A00B599A2C9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0420A-40B0-70F0-FA10-975D819BE83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B6DF17-6BFB-DA19-BBBC-E163C928F7C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8F752C-949F-752A-A0A0-3B54213E263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FEE372-86C7-3B6A-246B-425643508F8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B4463B-20B0-D086-8F4E-E3CC676D82B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5BB031-226C-E867-F88B-5DFE84AEFC0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EE2B59-0158-6228-EF23-28931169829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9936DF-2AD9-DA7B-97CA-948C372B4E5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9A149D-DB6E-C65C-1FFC-49C4ED0D32D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C5CFB1-5249-8CBD-399E-3CD3B57A110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D19376-5446-07B7-DF5B-DD009B1CA2E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057ACD-64A2-846C-8662-80A3383CEE7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03F9C0-A689-1031-7468-42ABA3D054B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AEBD05-8B3B-77D0-6530-07A32D733BB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FD1141-B8C5-D6A7-446F-DB7507287CE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F4842C-B84A-4F51-F1BD-5809086B31A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B8E026-9586-2713-CEA1-76A51B41B87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014034-B4ED-5098-F453-A710BC73631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7ED138-F667-3A5E-63BC-07981198C53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9C7B86-3050-A39C-919C-DBEE12D2FDA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6D04A1-8524-90FA-73D9-0B70470E7D1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466930-6825-394D-1BB6-709B27EF729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717D40-8CA6-F246-E306-41D46F2A3A2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6F7BC4-D97C-450B-1944-8CB9DF367BD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F35C01-8EB2-9ADE-49AF-EAE6DC590F7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2C1826-C986-BAEC-22A2-740F0068DBA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023E3E-C28C-4FD3-E6E1-82282A5216C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EF1C5E-75DB-D8A2-DED6-0E0DE332923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1AF66E-216E-5777-2F21-CFFA116CED0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752A9B-5BE3-7C52-BE4B-B6106D34E12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2926A9-62FD-101A-017A-CDD868A0F3E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2A5D54-09E0-666C-F5C1-723E725DE36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A574C3-972F-FFB4-0447-4307DB97F61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9EA0F6-3A30-062C-4160-E407A7117E1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096D68-1448-839C-9A63-948CDCFBA38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4CD023-DFD1-D84D-089D-B2FD2420B68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49E1F3-8B89-640B-71FF-864384DA938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5B54822-8F8B-B0E1-B232-3B57608D9C8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F51F236-4867-EF06-1B79-0778E9C8263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737945-A3CC-CBEC-F99A-35C25750119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E3AA50-B288-19B0-0C44-AEBCDB866C6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94B3B0-D753-3427-6195-C536F6A98F8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C1524A-B3F7-7F83-A1A3-AD34E87572F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764E27-8C93-762C-E2A6-82B6151CF38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41B4B05-D692-D7BA-4458-D9B9F3A974B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0D573C-4A22-9E7C-3EB3-4704B80B967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B3EC8F4-A351-085A-A53F-27D8B45BF02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8E181C-0430-D90A-B631-185438E7352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058A75-C1C2-9E0C-5D57-A279954319F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99E109-5D8B-6A6E-F4B9-643760F36A2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DF88E-6198-966F-B2D0-D842DA1F208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BF9259-A34F-1C01-F9E3-AF20EBE5686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4C44B3-1F6F-7C2D-C1EA-1A1C5438B62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1CB7080-FE87-B9D3-5FC6-CB49BF4C3DC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43CA679-A9C9-42AC-BC96-A9A162149CC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B2AAAC9-4615-C224-3E9F-2B2FBCB9FCD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3DD2A9-8342-2A2C-C181-A7500C158D2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23FA5E-2593-B77E-AD41-05A45544C8A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392C0AE-491E-7745-567E-DBB067EC2D2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0C20024-AEB3-3DB4-4F3C-761C5C72500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8023E64-6868-AF94-DC2D-8F3DCD6FCDF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9E7B22C-18A8-1B81-B3FF-167D5C3E52D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BE8B4D-89A9-A77E-30AC-8E8BBDFF8C2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82DA6B9-FF31-96E5-19BD-82BFB4CD017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E4C7BB-2BB6-5296-08BF-8FAEC31E417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9BB7F4-EB3F-B263-BE91-BBA81CC3B67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697309-40AE-DA47-773A-08702E20E3D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301713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8885-EA80-6F82-C318-9F86FAC4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BE50B1-4559-DC62-DF35-8988898172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61/19/96 in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6D39F7-3E00-09B6-8ADD-6B3D780EA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FA6740-6C34-2F44-2FEF-14FB8926F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2247F3-C4D9-1574-B28B-3D9A1FE86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B25B0B-10D1-5977-65AA-2BBE4ED5B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C8A35C-0978-1D30-E15F-BF7B9E3A333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67B892-1F47-9D68-1B38-E5F2198E149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872FA5-DE08-082C-E7DD-D76ED51A5AC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D72CA-3981-0547-8B62-731C7017BDE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0DD198-5540-2FC8-C151-3376E2D982F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3D87B5-E41A-C679-AA98-99AA8282A25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81294-943E-7879-CB80-D269FF4F1ED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587345-0313-73BA-050A-F1CCD52E0A9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56147-01AE-1D1E-6DDA-57600F5BA3A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528053-9FB3-5043-8F17-24D16F4519A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D0D3A3-99C5-A2EC-755F-80FAA4AFD4B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01BA4-9240-A46D-5EE1-3F0ECCB0C0D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A06457-8D93-1D8D-EFA0-195661A0F9D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F73C24-78A4-9285-AEC0-48A196CC831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BF81CC-FE41-AD96-E6A9-B6C2D08FF7F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5842E8-589D-0F40-8CF9-3EC81CB8578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553354-B066-4CD0-D7AB-60A736AD9A6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A350D6-CDBB-5C36-C20D-CC440C85AF1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BF6FE5-2B81-48E4-F3E1-019FA86507F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6A048C-F651-B8A9-14DA-988594FED1D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E77387-2027-AF6B-516F-6741EC2E8EB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61C9E8-417E-818E-CF5D-7B5DADB7B0C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C3AA17-2673-65C8-FBCD-65831AE0EE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AD742F-4297-578D-191B-4EF748203B1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DD542D-6037-BBC6-39B5-0C70DD93029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92AE89-9B4E-EF06-2814-C0689360ACD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6DF3EA-D991-7442-CCF5-2658624B3D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F4674B-AE0D-5E86-2344-9FD9A97D4D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547F1A-F504-94D6-E3F1-6909BA50EA2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586348-B8ED-8E20-282E-DE6E2BE4E49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B177FB-4615-25E0-C7E1-458A76F94F4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D76AAD-4E79-4EE9-B385-C91E322D02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C9B4BE-B119-2ECD-D2C3-7BE4288C295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3E4E20-2C6E-959E-9185-3BFAD6218A1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F582EE-73A6-CF78-4D56-4363A3A2A63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7A8188-C149-4584-52E3-D2634071322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50A745-5A2F-97C5-1911-3188FC6362D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38F90A-AFEE-C7BE-E3BF-C4D2B3FA1AD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6A4905-E7B9-C2AD-818A-153FFACF48F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CF118F-3CBE-C9FE-939D-43524E3CCC5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D178A7-0422-2C18-A733-44D3C3CCA59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DED3001-ACDD-58C8-9D09-07F836F0533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287A49-2436-A2B8-7FD1-D652CC41B28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D90AF1-5C70-861F-0867-80FA339BDBE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1BF607-2B11-58BE-A15B-54C7F7CE880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44A1A79-286A-032A-6086-6674D5346B0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9748050-BDC6-908D-ED70-F5B72A031A4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3E378B-8752-8869-D061-297D9ABA5EC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DE256F-3E95-E83B-2FAD-22423B93174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206A80-1703-3013-2EC9-FDDA9121603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1F4173-1346-E63E-49C1-021EAD8C250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59CCFC-2665-FA3A-EF4E-A6CB1D6BFE8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CC03B5-1DB7-681A-D336-ACBA86667ED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208CF7-2FBA-73E2-C2A3-3FB50BECCA0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E73521-1CCE-F8B6-1C98-25CAE7A7412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7C9018-83EC-D838-9E6A-C9925F990AF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3C4BC1-4DA7-D3D1-8F6B-EEE02825EB4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1F6221-CA4B-84D7-5473-8B60FC70B20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C9C641-8FB6-D0D2-D760-E8E9EC390FA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6FF3D7-77B3-81BB-DD57-6DF874104D4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7287FE-640A-0930-FBD8-293AD14DC3D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23FF23E-B375-CF8D-E51E-BF9E7DD8877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4C5D931-33D2-7685-5E19-1F04C02D393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1AF6A-C580-DBB3-75C3-B59A7847968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FB1E09-9869-4B68-A524-8011EF3B857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1FB90A-A534-795B-B16A-F69623162A8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30463A7-DEF8-D36A-6819-20F4AE97FD6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D5EA37B-39CC-F344-C989-C898DA6B33E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252FAA-4378-6F62-A0A7-1660816D7FB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9062CB-9472-241D-3D82-DB4C309A005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DDF818-C05F-5A17-D458-1EB71D68870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576DF2-1D63-824F-37BC-34F2FA980B1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C03C00-61BA-6032-A234-B6B3DE7DC21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C334B6A-CF1C-B5C9-DA50-3A1C53CC8D8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79D2181-17E3-E63A-FA3C-71C9CC11535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7B9059A-403A-B31B-70A6-8D71EE35333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A4AAF8-1F68-50B9-C526-BA7A891C7AF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8234725-992F-00DD-D4B8-0A68E155E32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D92BCA-E0D0-BD69-101B-578387A37D1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EE1304-BD48-8FD1-AEAD-43491DB9512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B8C4B4-3118-25CB-DAB3-724F0F3C277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842846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E3CA4-7064-B009-5CC8-06AFB7367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C361E8-60D1-2DD9-A467-A005C89905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F46CC6-C0C3-2F2A-1A5F-CD62F40F4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6FA2E0-E24D-AD85-AFAC-1EDE63C27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0E8E86-31EC-CA11-C80E-84DF84361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113145-42EB-9258-4EA7-1E0FA91420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8AA4D6-AD67-1395-7B8F-308A2340A97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53932-FCDA-61D0-727A-1CB820E1A14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1DAA79-DFFE-15C7-F8FE-EC37C8F3206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0B8B0-90F2-EAC7-ABA2-A2A1354C7E6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CFA3F7-1D15-DD09-2B91-EF35B07E939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EC6C72-BBB1-756A-F337-DB76A7DBEBB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387448-34BC-27A8-CF20-A632568F53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B7C276-1055-2C1B-3152-3F82C9BD22E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021E57-A561-ED0F-6848-C8D89C61CC7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9D8510-B838-1B96-52C2-103C8C00856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C0097E-CA67-DE34-B7DD-E53C357D8DF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A8A6A3-F01D-4A03-19FC-20F331ED82B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1F6447-5ABF-23F9-AC1F-F45EEF10FCD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F0AE94-EB63-CF69-3844-EF1A47CFB13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93865C-399A-CE20-DADD-7C2CDFAD876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114B83-042C-3EC6-4663-120C21D8669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C9B870-E3A6-8B93-A779-DD7A3782C55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970C1B-36AE-603D-BF5C-486FF2AA6BF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ADAFA5-4953-EE59-B41E-B23FDC83B9B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174EE5-CD67-5CFD-ECC7-7D5E65AE2B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55E8C6-C960-4992-B4D5-7C9591E671E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F94FF2-0B03-8610-EBA0-130F8D27AF0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12A9B8-8459-A6F2-4333-8BA0773A24C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DA4C17-5E7F-E590-5908-6EE168C8137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25E165-F832-3E42-819D-10564F4FFFE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05778D-FBFA-A3E4-F70B-6A076988029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463031-8F43-D5CC-C113-87F4661A5C2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DE08BF-4931-CDEF-22EF-17147ACE986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736A79-7397-F078-1653-12BF6992AC1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F71074-E915-B1B8-6AA4-A73FAC67274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9DBE74-4414-F9FA-F8C4-63454BBDB6D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8B9D2B-FEEC-2849-908B-9C27214DE55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7FD90F-99C6-CE50-D0BA-4469A83AA60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1ACD0C-1E4E-D9B8-E02B-AA66FDE0243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07A2C2-E735-4EF9-10DE-8E24380088D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8DA9C9-8D88-C8A5-7BEA-1A46196C8F0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FF44DD-B25B-8EB1-4F49-E99506289FF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D47422-C7D4-40E9-5895-7C0FD97FD98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B5E9A2-8845-86A2-17C1-793BAC1DEEB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6EB8B4-B11C-10F1-CE78-82ECC0A7B78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3DA5B3-B494-2C0D-2726-497A27081A8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B9FC98-18B1-5410-7883-6F1DE9BD46D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BCC4FC-8B10-E90F-04EE-BB672637262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B6A50F-8A13-E2FF-7F48-514663A9FE1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D8861EB-C3B3-F8BE-7DD5-48BB28DC529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83DDA6-4714-4BC6-99FC-6A24B6C2D97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1D0C41-0990-8D87-9EC8-95D85B846FD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A2C8B20-B382-E5A2-6354-875223A3FE1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519515-35C2-28DE-5CB3-279B30AE317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C0DB13-C487-D5DE-D0A4-E4AD1A12F1D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271AAE-E2F2-E8A8-1E15-E9DC2D446FC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46F733-04AA-B46A-38F0-C8CA99448EC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580E94-A297-0D82-A3CB-C355EF2A5E8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50405C-184D-7AB9-A958-BF456405134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9AAF6A1-B84D-39A5-A34E-7379C29108A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C2188E2-D4B6-F1DF-5CA4-071C093C654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DB22B95-A313-DE5F-78A8-2D5A0F9C979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962C3AA-673F-0AA1-B59B-3C67CA2EF13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CEDE84-3930-7549-FB8D-0165E488635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AFBC26-BEE3-AB4D-0119-222EE7B87A3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BAAC4C-B4D7-321B-F9AF-ACBE7ED26BD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8CA9F67-F747-91EA-8C6D-F94F92AF591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FFCFBB-538C-5385-67A8-3C98D5A8ECE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77E998-AB40-776D-A99D-D0A33DDF5F5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D78C90-7862-08F4-217C-575B9251EC7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BA51D5C-8F57-7AEC-9F48-AE176FE955D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6031094-3F8A-3F5B-9860-FC4A0B61335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EF46A3-72E0-66B2-B00D-E460AAE7B11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EB8CE6-D8D9-8E8D-D72E-FDAD5FB493B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23E69A-1F8E-E3FF-76B6-924B16AF687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65D1A6-CA6D-C45C-F453-3E01BE1B2F9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284494-B126-1DA9-A0B1-00E99F26AA3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A52EDF-F764-0E76-60D8-8E2F0EA814C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0A362B5-D569-A1B7-DE8A-229922232E4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477097F-B715-7DCA-4A4D-40FF1819442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FA758E1-402B-0E1A-51B8-49AB788770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28B9FB9-7F4D-848C-A3E0-6FE43981934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AB5989-992D-A21E-10D5-04F06540BBB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37FD7B-72F4-085C-2C7D-56BF6261FF5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FDE25B-7B9D-90F7-3A32-B2743E2D653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35200-965D-014E-7344-7989D25C3F3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202337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D8ED-51BF-9886-4446-48CD863C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25F45B-B56D-B8F9-D594-9C92113AFC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256DA5-2B09-D5D2-9069-83B1197D6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E44EC3-8436-1EB0-E8AA-DD28124BA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29C2BC-CCF5-5DEC-FE2A-CDC9555AB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933A0D-F556-BB37-55D0-5FA5639B3F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186420-3776-A109-AFFC-DC963303B73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0B374-75C4-14AD-296E-68C49BA0A22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4E2F1-AE3A-9A13-3034-433AA65DE95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A98E0F-967A-1FFA-1BEC-3B83F08160B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BA5EB7-CFC6-6545-A536-3A78B8F0635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940AC5-CB2C-C09A-1538-052673B0EFC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62C386-A906-9981-816C-CC2424525A7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32948-3E53-B057-72F1-00AB9354BB0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DEB37C-3BB4-7404-EEDD-B43B148869F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C11E44-4000-E702-232C-C0BFA7EC702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11EB02-BC05-3660-EF93-87EA6885548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B407B5-6A56-DACA-10BD-9F1D6471E49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5817D9-4F0C-4531-1226-D8BFFC7D966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26E273-687D-8164-968A-5D5DF0F272B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32B827-2A0E-1B47-ABDF-C8A63B12561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622A82-2723-7E0E-AB2D-46BA1F6E101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408EB4-EB1B-D767-8794-8E39F5E879A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D02C5D-D3BD-AABE-7504-DC2930C402E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1A6D1E-B9C0-0BEA-073D-E740ECABD3A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012B42-31F1-08CF-527E-E3039AA04A2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20F81D-9BBD-B560-EC99-F946B84E473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F81D7E-ADA6-39F4-DAD3-27C78F7CD05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AB6377-D1C5-FBFD-3669-E48AE3886F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957B5F-C4F9-8DE1-75D3-12126DE6A48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4E51AA-277E-2C4F-8F38-57ABFBB1AA6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B485BC-B018-0089-F9AB-22D99EAE086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D71E33-FE2B-E302-8176-8BF5C856562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36CE6A-07D3-D923-8017-D5D87D63930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332327-95BE-ABFB-15FD-7AA3E2DA6A6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471585-5780-EB5B-F4F7-406618FE14B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01CB87-DD67-B2AF-C9B4-EA2F3FB60C7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08F623-7559-2957-EECF-52724FAD887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AFEED1-BC0B-E2CB-F769-B02DE121594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AB2520-878D-892F-0F46-A7F5BF8BF62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7B33A2-2CBA-0530-FA90-3AAE289CBB5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31EE66-4178-D948-C7A7-FDFDBDD8BF2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3106E4-A291-9566-8991-3730092239C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D96B2D-26CF-65E4-21F1-972AA8C6CFF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28F0D6-D12F-ABA4-D756-3D3A9318E0B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33E51C-3F6C-FDE5-BEBC-0BB2707B202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E058E7-BD68-28DD-DD8E-BDF7D785384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E1012D-5021-CBBB-567A-04E33633501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386A87-8177-1BA3-F7EF-0DBDBF859F4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7D1979-18D8-6453-B67E-AD13D00DCE7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5BF558-630E-8A0E-B010-475623803E2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E99AF1A-04E2-9AA9-88DC-A809A1C39C2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A2AE84-793F-F40A-F7B5-37D150424D3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A01D347-908F-207D-6C1E-A67F45F6C51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D6C209E-06D5-A008-0901-B3992EB62C6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E2E9893-AC5B-34F5-37EB-D79F359E7A8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251317-E8BD-FFA0-FA64-C9CA0C1E52C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B5CB35-CA3D-B1D8-7DB2-AF8394C32B7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5DB047-B817-F788-E128-7F1B2456E0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5C2033-A284-2AE1-51B6-1AA550FFF6D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9F3A12-E0D2-B5CD-D9E9-B93D0BB95E4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27924B3-CC19-4D18-6225-B2B78027675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CD7DF0-E38A-6E59-5573-5CAEAA4D5E8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BDCC0DB-4559-D066-F7AB-470A34334B7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01C77A2-4161-4FD7-E6C4-C271674C321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B2804D7-196A-B68C-F790-A8BE5757F05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BC89DC3-E31F-D837-5693-9C5237C48AE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7DD79E-E39A-7DBA-2F29-E9E11C83DD1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D7712E-F5E0-07E9-D875-59AEE2B09C5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1C7E05-21B9-41EF-66CF-A5FAD4339B8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F211640-F9DC-B28B-C161-A142A0CC214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5133F89-774D-466B-634E-1AB0BE35DB6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F95DDB-5993-C216-5341-1D03FEE108B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01BED1-6B34-C250-C72A-6473C083B64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3B691F-CDDC-CADD-449F-72F7C78334B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3F280AC-299D-6B40-BC10-763276C8EC2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27D1795-E860-D28C-6019-6E033C5E0EF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F5C349-924C-9B08-BD12-4C1E28B4577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D12426E-C9BB-E22B-0DF2-279CF30C643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9094A97-C91A-A18C-521C-AFF7F0ECCA4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C61889C-C9C4-5455-C6B0-A56BDD07FDA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F7FD39C-894D-500C-D27C-C986FAC60EA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DED3F8-9416-DF5D-B28B-944B2EFC147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79E3FD-05E8-65B1-22C3-64827238E1A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789DE0-6153-6A6C-C552-8E83912BAAD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BC433-9737-E98C-74B0-A1D70ECF30B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C47840-CCCF-70D3-866A-73152ACAA9C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723817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CAD32-2AB3-8475-D644-C14604C7B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5F4C1E-49CE-F390-F445-385CBADD8F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F3CC3B-AA7B-EA39-A86E-E154727EA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072F7A-BD70-1EE8-42E3-78A8E6B17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7FBB5C-4AF0-4004-7B0D-D60B166BF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7686DF-0446-1B37-8EE0-4B06A65BB1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EAE257-7D5F-ADE4-2BC3-498B5F38541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9FF24F-FFD1-7291-2550-63431C57F14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D99D29-7845-46A4-FD06-CC9BA55060D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2CDB6C-A8BD-6253-695F-6A8161BE88D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5BFF6-EAD9-B8A7-B717-20E29EF886F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CAFAC6-24FB-B173-2BC4-BA39A08E0CC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E5F1A-67F2-1F39-2D3A-69A5D6A64E1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F02F23-3405-D496-0544-9178B1FC319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99305B-48E7-16EA-A101-1ED57F9DF26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2FF437-3B79-9A90-7BCC-823813FF0A1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88327F-EAE7-25B7-9316-A05FAE0E428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9499F1-EB3C-D137-37B2-0D85AB37222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95EBAC-8600-BC0B-D233-22716C3495A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3B19B7-26D5-F5C4-F088-79174C9C1AF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CEEB8F-159F-E254-24F3-6D76E0CEB40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6090F4-37C7-65C3-9F98-1C7D1580CF5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EB0118-1A53-D711-2216-6C19A335E24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F1D8AC-660A-68BA-CA8D-5371DD898DF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CA18ED-B1B3-CD16-9258-A00F6CE3D94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E7CEF-AD10-24E3-0EE9-05422BACF05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897C87-197F-A752-C4BB-3D68124115B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3E4331-0458-09BB-532A-5BD53A33227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EFA83F-EC69-E53D-B9BB-D6412269D25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DBEB52-4D89-2F41-286D-19CC8389A50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BDB263-F0A9-153C-3C5F-5F68E17F5B2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E0A04B-218E-FC2E-03E8-D373E137170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FD5CE4-F329-7440-78E4-C3A4D639C4A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1AF820-A0A5-0D75-5048-8006C38F406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278E2E-B88A-54F1-484D-BB2A0581BDD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9DE4A7-9534-7814-EC9B-4ADFFE6DEBE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AD8356-FEBE-CB58-10A6-893A4E818B7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F26272-2C7D-5039-0E60-D9BFAC624FC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83AC8D-5501-DDFA-BF6D-A02CD1EBB62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CDDFD2-E30D-354F-37B9-B244FB0F95C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2CAA2D-7E36-070D-45F8-AEC406E600E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D2317F-D238-59B8-088D-CAA6622838B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54AE59-FEE2-1949-D539-3F493AC9762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E983FB-7981-4D83-01D6-EFEB0183ED7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401C1A-24D2-5A0C-DB6A-F767670984E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356928-BBE6-0C78-8D57-A001C84E4DA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58E728-779C-4382-7274-A9783337E63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A4F8E1-CB13-1357-D6EC-F0069FCCCDA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C747B8-221C-FE3C-8331-E3AEB62FBD7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15D8A1-5859-2F09-262E-DC79B4592F6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ACDE5D-A9E1-6D03-B263-302E9850849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AC22CB-129A-6C1D-9B30-9A8A69DF770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3DB3B9-97E3-B2A5-9F4C-F2D58888847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903115-85C6-CC3C-0D60-D7BFA38B6E4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E983A9-8F7F-D428-DFF7-1C40645C7F1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6ED3AB-58CE-1287-A8F1-F72C14E55B2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A72232-0B19-628C-CDDA-345C5DDEFA7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823832-88DE-2A83-C467-11E2827E822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B1E3B-2060-E32A-C8EF-C4C8B90A821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C7C04D2-3D77-2F20-073D-5AE088D27C5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38ECDF6-3EC4-CFC1-8E07-996B3DAB631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3BA956-4212-AEEB-D631-6B113CCFD82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7B102F-E111-FD2F-D34F-56CE61F9820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77BE09-76FA-6727-CCA5-0AB6281C006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7B3C021-AFC1-6F85-5CDF-1FD211F8DCB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FE1BF4-6708-5399-9168-EA8F4E99254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D1E544D-3237-99E2-0912-DB6579F899F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235AD07-3A64-4338-8E8F-57F9FADAB41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78E520-7B14-F823-24CE-820C13DD439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16E372A-A6B2-1291-A051-8AD11AFD3BD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3B9EE9-0082-29E8-B28F-C38408731A7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94BC57-DB64-1990-B4CE-B8F979B5093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CBA7D4F-B440-036B-FBE9-0CB343926D0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E9A3FC1-A23B-767C-7F94-E73AE8817DE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A1389FA-E2F6-34BE-0701-0812A7409CD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09B0E87-B733-9883-D934-4C1D12E48E8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3BABB2F-9790-6E1A-A09B-EEE04CB9103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D6B754A-6634-12D1-4837-66211FFD4F1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C59ABD-4F2A-CEA4-1C6A-66B5EDC75A5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A61844-7A66-9984-D0B0-FB7C873E4B2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69C2A8-F1B8-07F5-441D-60DF92E3521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7C736-0AD7-9208-1D13-EC162AB49F2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D76C76-C605-8322-AC81-D5E26EEF65D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AA4EA8-3E62-B648-E259-20C99589DDC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9549A6-CAAD-7BBE-9346-F525B8F5561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0FCD14-9C21-AFBF-7396-142BABF8946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5F87E8-1CCA-21A1-4A2D-084E9810AD8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035916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1AFA4-58EA-29FF-13FE-7C2AE692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CEC0FD-566F-A31B-6BE5-E0CD1D0395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91AC2AB-585A-C52B-890F-14AD73817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A24D08-A728-8393-13E3-A88AE3D92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77B24B-6445-C166-58B9-79EC4F366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9107FB-0585-4572-11CA-670D37C41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4563C9-A05A-E658-BBC4-105224D6801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954B1D-22FF-FDC3-CE2A-BE682322DDE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9FB52-63D3-437A-44CB-8EDC241033F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DD4AC3-608A-2FDC-1200-C828905F978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F1CAD-2598-28E1-637E-BBEBF6193E0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836DC-B05C-BEEC-9D55-DF9AFAE95A6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7D7146-D6CA-5B9D-4CD5-6E8283138AA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EAC3D9-A463-7D73-6531-95589030801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AB9DDD-8247-C908-BD66-9609698DD38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EFA3ED-7F0D-D10A-D0EE-9ECAC88F7D1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EF49C8-3108-AF5F-1327-39D86974F1A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63BE3C-8E4D-BC21-F9EA-CD632E1FFA9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AD3A0D-D44F-6B96-C5C4-86FE5FC0EB2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A4F1B2-D404-866C-4106-DF2303A7674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D9DF3D-633E-A1E9-4E4F-405032F5CF8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7094B9-0451-54A0-CB1F-373BBEAC279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8DA605-2A25-2926-7F18-B6C7797471D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E5F415-44B0-3D4B-5B30-C439848EFA9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14C43A-9A6E-C44C-AC96-CE8E763D562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03ACB2-E081-73A4-3C8C-C1B63F20D05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281928-8D0D-4ABC-A029-8F9D8C06F54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BCC633-F41F-836D-A25D-F3E755D7A3C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6FBB81-EA40-24E1-B882-3B679AB5860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53F7C3-CF83-4657-D08C-AEBFE7ADB49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AB7E4F-0796-8DC7-433D-DEA83E4B225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80D081-9015-369E-32D8-AF959C78F76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1ACA3F-7B91-C01F-5BED-C8F52E0E473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09AC5-D458-1B67-CF9F-3336E167B0A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1D90ED-2920-7227-E692-B3DFA88EFFE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C6C1A8-79DA-6B0F-399F-5144B30A961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F16D24-811A-E9D3-EEE6-42D6B672C54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CD886A-EFD3-4085-911F-FC0BED509BA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F8395D-AD3B-66DF-7F93-720BE2BF8AE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6994FA-8147-CB11-FB7E-7EC6E1918F2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BE586D-E9A0-03D1-FE97-DDA99328858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A0322A-7224-63D3-50BB-A713F5931B3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0D7174-5FE1-E650-7DD1-BE27BDC9CB8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AEB891-B0C7-DDB2-D3FC-3AA25EEF68C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5B47CC-FFEF-0653-BCA2-45DD128507A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1B06D4-F24F-5EBB-6FC8-D098AECE878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F0DC0E-67AE-CF52-6345-58478C97E34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A9D9B9-F68D-502C-3365-5811387999D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6FC3BA-20B5-9B07-3F24-97A665DB399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A33FFCF-7C7C-901F-C83A-4253C02C5AD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BCB8C4-E4D1-5E6D-EE0F-7BAFBB05CC9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58E24C7-5FF8-3579-5E56-62D77E78715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D2EAB6-D110-368A-0C8D-AC0975E9A6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086FA1-56F6-6C0C-F276-AC62507D7DC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83530E-AA88-4AD5-C8B6-4C21EEDF9A0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999074-72A3-7544-DFF0-E9EAF217DC2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AA770E7-FEBD-AD97-C4B0-0E68FBCF58A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54708F2-E26B-5AB3-3F2F-5015095FD80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581D0B-D8DF-49C6-D9A8-46BB55A1AD2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CFE3AC-3F1D-A9EF-F7FD-9A6A8F7D673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44EEBA8-0C13-05BC-1256-C883C6A92EC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6A3CCF-DB75-8844-0A74-5820BECC457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4D3A14A-2914-2EB0-80D0-24161526FF4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BD9E21-4225-17FF-E94A-54146434109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476FD3A-F729-C5CC-8195-71F077E37D3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84CC0B4-3121-EFC6-4C8B-4FBA95248AB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833152-0133-95C0-E743-77C3641C26A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115819-0794-CA1A-71B6-8E7E4B72D43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49B784-29CB-5181-5436-E5014A80D2E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8A983-BED3-D171-7EE5-136192EADE7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DB8E6D-F550-89A0-DF2E-1874EF3779D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209658B-EFE9-65C4-A941-DF55FF54A90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EF2D8A0-9A16-3637-CDBE-BE49C6F6503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AC0BB9F-AB17-11B0-0ED8-0C69AEAAB76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3F2BE64-CC53-6108-C77D-BC1E01D4AD2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3BC15A7-DD7F-B9CE-E406-4B1876FC2CD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442EE5-13E0-E908-9CF8-6246D90F2C4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34B8F5-9C94-15F1-FF9F-ED2A3BAE6D2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AC1832-11AA-A7B4-2F98-8356DDE7282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4FDE7E-2828-194C-D272-6E983A4056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251FF2-694D-C9DF-899D-567E95C646C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009625-5FAC-19C4-01E6-BC985C1EF1E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9B6CAC-6B37-FAA1-923A-885C0FEFBA0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46FCB0-B7E9-AD4D-BFDA-F211DAA5229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13A5BA-A490-3079-0A3D-7601E0E1E9D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A008D1-27DC-1AA7-5D4E-0A5D9BFA546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961561-4D91-F6B3-A2DC-7E1C1219962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413813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117BA-DC02-4A3A-06FE-3A9A744CB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A4EFD4-88ED-5A25-FC58-97D1F338A6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6D2ECD-F848-3C7B-6BB8-B54B0D123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97784D-524F-C044-0DA0-082589CA9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E03717-D698-ED16-6EEC-B5B42E0BA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F167A2-A9CA-D404-E868-9E570E33ED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4932DB-7416-8820-41CF-737DF540167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5E33A-7AC2-2A2C-F0DA-242D4B0AB81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0481B0-D77B-87D3-0B81-44FB78930D9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B5205-F279-DF11-82F6-AC5898BB490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51E23B-0B34-E4A5-5A21-588B413366E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277705-9C8E-54E4-5306-9414839E55D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EF9680-F5B0-BE2D-DB90-0F88F496E05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159AF8-F83A-ED42-350D-4FAC8B68344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C6EA0D-E00C-6023-9F99-90EAD891362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AF4100-C36F-D014-AFEB-C5C6FCBCBD1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98B200-CC9F-703E-BA1A-22CFB13C3E2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68D8BA-2D70-C190-4F4F-CC0E1D374E9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B6573-41F0-3817-852C-4C2D56F2C2D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5E1C7E-A743-4EF7-4925-843E3105EAE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CC5AF-93DD-660F-9F7A-03ACCC7E97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B6E227-62FA-5EA3-CF97-EF233DB2E2B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D46EA3-7074-AEEF-F7AE-753088313E5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A04997-7DC8-0A4A-54DF-93018EDEB90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8B2A66-60CE-D669-7139-54CA76ABC3A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8928AB-0007-A6FE-3A05-88042DBC497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6CB7B0-1F26-2B4A-E155-8E9A463C351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3B1F1D-5F5C-5407-0234-B825729262A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B9241E-69EE-1DF3-A751-36E8D9EA845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38380F-91DE-6529-2F72-384D643F372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C97AF2-3471-5DBD-782B-1E4A5914DE9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F8D73C-DF66-2F7F-10FE-E3683030C93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9924FA-D916-455D-CFD6-93F1F145F87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FDEBEF-707B-8771-2914-12DF015BE59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6ABC3F-8560-CF20-359D-F21AB115F21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E59AC6-F8F5-7A04-B566-BC6D12F410B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725724-09EB-5BBB-5989-F234A2FD86C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51B913-D3B1-69A8-7ACE-E7DA206F8ED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379C8B-EE14-606F-1026-C8739E73CFB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D06DBE-F34B-9E87-3F77-95340E7EC21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F7EBFD-C490-4A08-0C6F-BED3D8DE708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86634A-6623-E10D-EEBD-856BA7C3BF2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1ADEBFD-977D-A6B7-8D01-A61D768EAF5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8C0A81-6520-16EA-6FE9-ECE9ED5B735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2B5BD4-3CBA-4170-0D58-B234D4F3C83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085AB7-6AAE-6F35-CAA1-F461E35C543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DBFB80-D065-51A5-7B30-A35A9AB2ED5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303C51B-7A63-92B0-E3D2-5D9EC0487EE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3C5D12-D72B-BED3-8D8A-4908874B521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6C9E7E-F70D-1AD7-6FB7-389F26A3782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D81320-78A3-06EE-0A6E-F282DEF19BF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C591B4-C6FB-A720-8A28-657138CC31D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38A294B-7659-9776-056B-E0704BC476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86172A-D802-9C9D-7DF5-C2A0D7CD328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3082E6A-45D8-2872-A4E1-7A79E7910D4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5F9F843-B324-9595-2A00-2EDBDA2A48E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091321-F7B0-5616-244D-A3CD8DA7357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B6E9CA7-0148-1F54-9B84-6EBEF8A2B03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A975776-F169-5475-C9CA-6AE9B6CB4CA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788BC3D-DAEB-FADD-0ADE-E3036012CDB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87DD7-1B80-B546-9812-D3F7AE9F3F0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8B36632-1656-0C43-F935-906295BBA8F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E73B920-FFE9-D9E1-CCF1-87C2BCFEBF2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22EA87-5123-6662-B19C-E842989384E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EB218C-E006-8A3B-0E27-5C6BDB5AF4A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2C5CCF-943A-D6F2-0C8A-17010A118F1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6AB0AA3-1763-85A7-CA34-0CADE6C136F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4E1D260-70D1-841D-CFE9-2B31192D303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9C350C-36FA-5E15-DDAE-71079DA2AB9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4B9CD1A-82A7-C61F-D661-34683D515D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9C8DB88-65B8-DDB5-D3B6-DC48FC131A4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27434E0-9B58-B4FC-D611-F727DB143E5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9465186-00F7-5DF5-D703-2168CF91BFE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60E79-FFEC-3288-674E-879DB98A71A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0917E2-BBFA-48C9-876D-6AE91E329E0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096FA5-E174-AF03-C11E-B8A47E967C2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F4FA53-7438-46F6-3340-8EB04B428E6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CB015C-64C1-420F-99BD-81B3BF95E58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F7B904-5DE0-54BE-1839-9A3CEA3B1BE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6D7859-AFCA-7B0B-4331-CBE535FD3F7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1642DA-8AF3-BBF2-6781-34A53CE9748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C7F1FF-DA4F-82EA-6891-A7806C74C5B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7D2A00-6684-E4B3-862A-E37964D3922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2BB256-0342-703D-00F1-074C2C240C9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790CA0-0987-19C3-40E1-B8A940B90F9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E4CCEE-89CD-DB15-1FA8-4137A2BB5BB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9497A2-861B-7D12-42F3-95C4A634990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08360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0A73A-2B18-AEBE-E0AF-5D952D638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B641FC-BF1D-C310-2D81-EBB8FEA389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6039C0-A894-F988-BE39-9F6A2FC49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7133B6-F6A5-8751-7335-DEDE61147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D9912F-6415-FB88-0750-6BF544C56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AE706F-79EB-6A4D-5C27-2CBD81C53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A61F85-64F5-11FC-26D6-AE5482A4F74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8472EA-2513-721F-8261-70C8FF2DE71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CE18E7-9574-BAC1-89D0-34889C2B390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02799E-4805-14A9-0748-4F513A6CC83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03C896-8DB7-1E62-FF38-EA729BA3EAA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896641-A6F8-9CD6-E22D-1051453F3F7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2E059D-BD32-E24F-E6C1-531BA73FD3C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DBCBB2-5D58-9BCC-0EC7-CCDA4F17C7B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4118AA-FED6-013C-1BA8-08DD8B77B2C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7B4AC3-0BD3-0BB8-E33A-1527E5433CA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1BD870-4C5E-2F27-0E6E-BE3C8A20C3E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476537-3C04-A1B2-8DD9-A1D858286AA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4F22E1-FAC9-783B-0B39-CF045D29BB0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E8E4CE-671D-F80F-2BDC-133C5C40F8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542E3E-89B0-3C47-9247-99C8C822C7F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1BC694-7775-F415-B4D4-9D183A56427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0ECD42-B519-7647-CA32-8789CEEBD8A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EDE796-82EB-BBA0-61AD-B5E8A8A0B20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E86776-AFC9-F4C8-DFAA-43E67B7D4EC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F38B90-B8E9-A5CF-183B-497F24FFFA4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20745A-7070-9244-334A-C03C9F6F8F7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B09B41-5688-77DB-F5B1-24F86C59932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96D171-4F38-2DFF-B43B-2D6290DD211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D19F3C-B75B-89D8-A36B-B2531761DD9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1B24E6-0C58-BF79-78B0-4DC06740971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C0D3F5-583D-C2E7-4747-9926B58F653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FD7755-9E09-4225-6193-5570B8E0915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E787A5-7BED-D5BC-E00A-748ECF91606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C2283B-C6EA-255F-9F07-6BEB7B1AE0D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8EE1D0-8AB3-5D78-1849-996215C546E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6945B8-F43A-75F9-9161-A99AF94D7D6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4AEB90-9DAF-C36B-BAD6-C854211253D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74E517-47DD-C118-3B89-60809686DB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A75378-7146-B1F1-31AD-59BDF8B50D7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05ECC1-1A92-5BEE-709C-CEAF9F1E1DE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12DE80-D239-DB9E-AE05-A2C3ECAE9F1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D9A859-4AE4-BE00-D19E-80C55248532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1CE97B-4F29-5B68-050B-12D1FB08F53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9733FB-8AD5-DDDF-AAC0-DD716855969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A98C00F-425D-4437-A206-C822559C2B3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3791D1-1A48-A552-D96D-608172E89F9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410D6D-53A7-2E55-09C6-1D6A5BD9CD5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E82BD2A-E2F5-06E5-6E32-2284291C34E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7723890-0DDC-7D85-9296-9AC557A3D6C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C727ED2-CA0D-39C7-79E7-1DF2E6F01B2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648A4E-8504-F52F-032F-94976DC005E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85AE1C-7380-5EF9-614E-95E211F80D9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99381D1-C436-3DC1-E86A-8B679EFC3CB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9A109A-44AB-B801-204F-80CC41AC9C2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203EB2-D459-B98B-533C-9E6260CB8C4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DFB91A6-AE0B-F02E-89BA-F4F48E960C7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E243DC1-08E2-7460-65E6-5ADAD5303C2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BC94AE-741D-5EEA-FC48-77A25766DC7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CC59650-94F0-ED99-AEEB-667EA7128F6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2C5848-94DB-86A7-8359-B178E25F02C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DBF441-CF28-1EE7-3EA3-DA2DF2BD589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E20A9B-A786-CD05-7FC4-9D930A4EFFA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7EF8BAF-5AFF-58BB-04BE-159062E20BA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24A996E-047E-A6B9-2408-C527172C34A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FEFA637-09CA-C32E-262E-6F751D22F38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E87E9FD-AE24-B1A4-EEC6-72FE4F9DD88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344808-606F-EB85-8E87-0CB05BF5679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51DB701-BD67-336F-6997-7F080DC43B1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A001BB1-9F38-04E5-72B8-DE3FDAA90AC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661752-0390-64FD-5DA4-D5E27C4225A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26E71-983F-A379-26A9-747C248C206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D8D9A6-FE61-D5A0-1D91-01103BB6878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9C08C-76AF-DCB4-B01D-3BC19CA714B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E9CB68-A1B4-B657-B10F-4AF9CCEB153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1495DD-19C4-302B-7185-43B693B108E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AA1559-6C4D-0173-AAA7-7444D9CB4B1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F9FF0A-7835-17C9-A211-C7E1BE43D03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8C077F-D754-C9AA-444C-E4A35702114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D4A852-4102-038E-7131-CF2BCE137E6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E64DBE-32B8-26D4-725B-D5B8056FFA5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CE4827-48C3-F9BA-FA9A-40D3BB680F2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BC09EB-DFAB-B9F9-6E01-B048B5D8A88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3D6894-5783-A566-6BF0-684751DDC54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D6AF5D-7781-8FD1-FB1A-1C58DA4E778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ACEAA1-6F31-EFC6-DDE8-4B1AA5DF16A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C6899F-D32A-CCA1-A867-558BAE39CED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72404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748F-C048-6F22-48BD-CBB7CBFD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E7BE20-0492-7046-4303-57F8C331E8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BD9F77-BF82-B247-B151-2B729F682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92BDAC-5224-6D1A-90DA-08B428F07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CF7EA1-257B-5C2B-2CD7-D13D64314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68EEC7-A674-E3F6-BB54-E0D6D6F03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5DD681-DB55-5FA7-BA5E-CAAAAD4B2C0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F36B93-6CE5-CA22-8D91-6365EEFCF8F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457C90-7FA8-FB61-891C-4D0697ECB1F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E8C2FF-DE5F-7817-7102-582EB2D325F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7B5FBB-052A-39E5-2D8F-5F625B4B882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5A7D2-52B7-B440-57CE-BEAC45F7B95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EC03DD-61FC-E40A-6CF6-01914564B6C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2A506F-CD7F-E249-2EF8-FBD303568DE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10B02-3FB0-402B-689B-4F0B0F0CBAF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357868-322E-5AF6-BF08-EEC6378278F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101A43-ED53-8AF8-8882-2007C94201A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B62AC7-5E5A-09CD-FEEB-08D9D16397D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24533C-960B-1C63-1BE7-9F157527559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CEA58A-1A52-DB26-A62B-0454C4A631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9ABA3B-C184-31EF-D693-9F45902879E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1DDD6B-ECBD-8A3D-5C9E-B4279BD9BC3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39CEDB-4296-506A-D1C4-70F85F5148B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641AAD-98C9-AE06-E131-29EADB6888C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0244F5-7EAA-D66A-0E28-621B535BB62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D229CD-54E1-3A05-64D1-FB1A5BB98AD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E99784-778B-5414-DD87-6529FA2859C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6D920F-268C-C477-6FE1-7D527E3D72C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AC426B-0289-B155-003E-1AC5FF15C92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F4EEEB-0D81-9DA6-6A28-45DD0B5E20E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5C229C-D366-8FF6-16A0-E67BF263496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C28773-D1CE-D23F-C28F-8AC2AE775B4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621EFE-23E1-10E7-C3B5-E97D1C109B2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2F81EA-ECDC-78E3-F3AA-50CA0A0CEA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BFC669-A0B9-67A2-F407-387F4AAD52C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6739A5D-B837-76E2-B2C0-8AD26515C5D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388D51F-0C5D-63E4-10C2-18CED1823C6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6FD6F3-28B1-A048-49D8-CC5E33F186A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417A36-53C6-C27F-0EB4-5A06CBBFCA2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677B940-CB0B-AC73-D31A-2C9D9F0E472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E52DF3-5549-89FD-844F-4B9CE70AACB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A5CED1-D10A-AFC4-EA13-3326FE6FEDC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29493D-DA6C-931A-60AD-46058100250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2BD602D-D3CA-AEAE-DCBF-C47535DF929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474CDE-F23C-B5AC-A9C5-F04F42B2D70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65D62D-FED6-753A-F618-3CDFCC19D8A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4A9ED86-4BA2-5697-47E1-ADA010C7557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BC29F9-380A-E304-BA45-F2F14A8BFA2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6FFF8-47E1-7BA3-4884-339AE8C5786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8C31B88-5C20-8368-5879-4004A38B27B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F27C7E-DAE5-0A60-5076-80BEAED4081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D35572-64ED-92CF-E2BE-19269ADE860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13957-AEBD-25DE-AFC7-096AF8C5DC0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83FC574-885C-2A71-4F67-0194BF9132D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44215F5-6D81-4C5A-0C99-93EB965A1C8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ABF6D93-FAB9-6E90-2955-E3DF28F4C7B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FABB1B4-CBB0-DB6B-BF37-436CC3A255B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AEB264C-1A5F-6720-C340-A2032650971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A71DCD7-D980-C29C-110C-C576CA89064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2840644-61E6-BF58-6E49-97F9968672A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9EF5FE-CF96-9D80-DF82-8C45683B6F6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C872A9-92A9-7B78-00A5-F4AF03A301E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F476C4-6D09-784C-DE16-C42ACDFD92A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C393B4-2F49-3E4A-6CCD-997AAA3623B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F105B9-F9C6-1A39-9682-1EC2788EAF8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048925-C983-72BF-E580-4F52C07CBC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FCBB54-5E33-10C4-2275-4FE4E74689A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69D5F5-F368-C4E2-0306-397664928FB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EB33B6-066F-965D-D152-430F09E0FAF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6682B4-C79E-FA49-C20F-9BB611AEB0D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F2310-4D72-0539-14E2-8379C2B49D7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86F67C-D22A-5C48-D150-80DDE3F6D5B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028A10-4C9F-351E-E362-00C7D52B15E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01E707-FA20-C236-57C6-82408C57429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F2F268-AF61-A8E7-0636-4AC16D8FFA9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3805B5-89EC-ABD8-6CC6-523E0C2BAB2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BFAC6B-60EC-4498-530F-47B3B18B55B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C957E9-7773-CA4A-CB66-D09A56BB438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9F8EB4-0533-4DC6-6E81-E87A0D7BCD0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3CB4F0-CD1F-F91A-666A-BAE7E655FB9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9FD1F19-83FB-706A-DFF2-45D3D159C62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C60C698-D23F-91A4-CA71-CEDA4E8CB47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1205567-E766-6C95-6A51-9B92ED6B358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50CC289-F835-97B8-B748-747DB473305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75DF4CF-DCAE-E094-4754-3BC20F502C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F5147D-E860-CC66-54B7-8CFD8B07A36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E0E17F5-89FD-3D26-78B6-E4CCE7BA919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61952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725B-DED2-3B13-E5E3-4F6C48DC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33D33-5AA7-4E2F-73E4-0EBBCB41D5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227FEF-D459-EDB1-AA00-746BDD868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C8D64E-AC2B-AF27-C772-1632A10DE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12FC91-96D9-93D0-860C-A58635BE8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E7CEB7-BDF7-6383-696F-AA16714C8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97764B-2EF9-72AF-56C4-181567B24D0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FCC75-13A8-C240-15C3-C3CB192CCB9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6FE27F-10EC-1575-036B-6EEFCD54081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35D4AD-8199-AA2E-2BE4-A456A0CDC69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D750A-035A-AB38-EBDF-7BC4E1B2563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6F7FE-B62F-F0C7-05A8-9FDAE009173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C6E3C8-658F-06CE-05BA-956B2DE4DEA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D2A8CC-D43B-7306-79D2-3BAA346C95E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3E68C0-6A65-6EF3-0113-108B0D8A257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B46185-9016-D17D-C5BF-ECB20C611A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FC1F18-914E-8377-9F4B-F5A975CDF13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DFEF9E-22D5-001D-4FC0-E56FE4E97F3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24A4C7-0F2F-1B31-C685-7105736375A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6F1336-1C36-0F59-91D4-99742026845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12DEF7-C06B-0476-2A75-4419631FB97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FD15F6-7069-272E-A6FA-63707B4B05E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1B0DE50-3AFF-B4A3-C9D4-7FD1F9AAE74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AD3D01-7FCE-5B3C-271B-00431C2585B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429B12-4750-6C8B-4DC6-610F29E65AD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AF9DEF-C732-99BB-B910-C0846915976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A2D707-3653-C701-7FA1-5200F02F8F1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CA20D2-68DE-C60C-0339-D95CC8F59C1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BDA6D48-9852-C9D3-B2F7-5D462EC8E8A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8ED41F-6011-A4BC-44D2-A616D8488AE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51303D-BB5E-61DD-8AA1-0E2997463D7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4877F46-2DB4-4B7B-370A-93C8B159DE7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6DBA90-C5D3-7109-9E5D-7210A0353D6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950AEC-D4FB-CE28-83FC-EA28D7F9F47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9B7EDB-8B9D-26F0-2CED-4EC8F246CC2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E167F74-364E-0918-EA8C-5B7A0965AB6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888C29C-3269-C3E5-1B49-3842451F769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8B61345-EF91-1014-7CEB-201999B9B71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2E53ADB-7882-861C-5A1F-A5A87421BDA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7E69ED0-1238-1738-E73C-50C8ED419A3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93119C1-5AF2-B1AD-E0AE-C2E1C5FD340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453AB0B-B885-1725-3FC2-982E498BD85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507B3F-8E94-7C11-E121-2E788C6EB5D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D4CD97-DC33-8A2E-6398-05E18E0A72C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D4C77A-6CC2-703B-4832-25317611312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99C1DE-A53E-9DBB-A8A9-8DEE337F70E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19508A-9B76-1C1A-9C99-FA1AB48A28F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7338A6-2A67-7B29-29CF-30DA2CDC85B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DBAE4E-1FD9-5CE6-D8E1-654D1C54FD8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83352B-7D47-7503-0C81-3BBF899B81A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01B82-3BB6-167E-0C5F-BD65033EFC9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24EF0F-AAB6-F625-DDD3-722B6C3E302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60FFFB-4183-F3A4-F524-6549B995352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B95376-E859-8E63-4BE0-5303C2E54E9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F51A84-39F9-1CB3-0B5D-577D719D11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9C59A9-4904-6328-0AFD-B8ADA3DA6EF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07B324-E573-2573-104E-A77583CF93F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2EEDCD-6EB9-D93A-C11A-2C7377925EC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BD875C-7C00-2AD6-4B24-E4A3AEAF188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DA2114-3F38-B71E-9714-1263EAC4A62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275EB3-0222-53E4-4781-ECC90DAB583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BB160B-C469-01A6-645B-AD2FDA97DCB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9599B8-B98C-CC76-5CE3-8AD0A1A6B66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8B11A7-F137-89CF-C3AD-F0192AE72B6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E3A5B65-DCB5-6E59-DC24-456CDDA3330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283ED22-CE25-C094-0873-A344AD1952F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9948BDA-B5D7-E404-4343-FC11E23B186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42A706E-8B7E-8489-66E1-51F7A55559E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D313083-BF1B-49FC-8CCF-C8D85759BA7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6711C53-5C7A-214B-8054-F7F2999877B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F55621E-DF1B-301E-13F5-AAC689791F3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18BBF25-6CF8-0EF6-AD6B-9C4DE9BD1A1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199343F-230B-FE8C-518C-E2639CEB95E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402EEE2-6EBE-1025-5954-EAB82A6491E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EEDD838-A29A-4D29-273B-57D7009CF00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0089D7C-578D-D215-6371-F98946A95F2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EC0119E-5A0F-1C5A-2D3C-4DFA6F36AE5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86CFCAD-0892-2CE9-FDBF-0017A17C717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5A0DCC-8597-36C5-B238-D2C852642E8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4730BB0-2E14-85BC-907F-6459E47429F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5816964-CC4A-965C-71D7-6FE4C4BD3F2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54797B3-9EA8-C48E-9A85-2FE3BD36705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A8F8222-BD4F-9443-AE39-7B6A918CA23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63DA2D4-C437-675C-5BC8-80BA4C25A32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7206F5F-12DE-DEB2-CE35-45307BF9AD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F0C2483-DDDD-6466-3EAE-D995B540085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066725D-2B56-80D7-1D4E-22371572FF2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860930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A1CA1-BBF0-F008-8D16-0E561A7E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586ED1-F58D-5167-F8EF-DE5D614270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E01EAEC-F820-BABD-4198-B2343A3FA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F08629-5B1A-85F4-76CB-0C482ED21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B8D4EC-A2F4-7A63-8DFD-A496F69FB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323BB2-8D0A-12A5-5DC4-A790A42CE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6B19A0-2A01-DF4B-7E47-257C3C69AA3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33311-4339-0E1F-92F7-EF26F12C531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415963-1322-6143-6F96-BD4473A1B6F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2A0E9A-2EE9-4984-8061-1DEEDD6BEB2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F7B387-3592-667F-3EAD-7C339A68CD9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C8522F-1DA0-90B1-00A2-28F397EA205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FABA7E-73BD-5BA2-334E-9A3A8F9E08E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54B559-20D3-0250-DA8E-191D7DAD1E3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FDFDF6-8082-A4B5-E956-CF241695F74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A1706D-F865-C073-3C0A-B8646BDC7A1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6E5B9E-B6A4-7A54-44DC-C75413F1883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1D3DEA6-7329-FDB4-0483-83DB632CD8B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5241E9-4243-1E49-5504-7A5EC4DA2B0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9BF6E5-491F-1669-EE13-AFAB6E4B063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FB1C4BA-6AB0-C60B-514F-AB7533A3132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E5739C-7B28-F41B-D580-3984325FE9A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400E5A-5B55-A140-507C-CEEFA901539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DBE628-48CC-45DE-B41E-96FED1FABF3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7FE804-C00C-FCFC-1E77-51878F23543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5CD6EF5-03A6-B781-4DF2-03210E6D2F8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A057CD-3A24-6645-8435-6ED7DE6D3B3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5AB5BF-7362-A13A-809D-69D9E8B37A4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96D9BC-AFFE-E54F-B1D8-5D11A360940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39A981-40CD-AF3F-48ED-BBDBF49EB22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C7A041-2162-5EA2-1D70-84B6132C951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0D1D0A5-B83E-028E-D370-E8F948A5879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1A19C3-68B4-EC6E-CF54-7AA8924694F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CBB2ECA-7684-630B-2599-3262DC170E5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436684E-FB80-3B10-4121-1605E63F9BE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6C0C7B2-E68D-A817-5541-F6870A52142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36BE9EF-8FDD-FE1F-AE6A-06FD3E5202F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267BF15-AC12-2F6A-ECDC-70DF6D119F0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DA663B-3AB4-7648-A193-9F9357C5864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36F694-A0F8-FE15-1283-FA3DFC3070D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1A0258-E896-B822-2C6D-7B7FFE8622A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62255E-3C56-4FA2-316E-91FB461657F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758682-3F8B-BC28-6637-1B2CC632BC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675B6D-441B-F940-680D-01141550E15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C6E77C-D2BE-5AA4-9DE1-60C4789714F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C9A30E-C018-7B0C-0211-C6415076D67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D3DA2A-9F0C-EF3D-E334-936F5D296AB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0A2AB7-0CA6-6FD2-E716-47ADD650308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72E26B-792C-57FA-7461-1A662B08EF7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8AA6E8-1AEC-21BA-4842-3109D14647A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E0D245-A1E1-141C-A8EE-674C2A2F2D3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3F2E05-1155-4DA4-2490-6969A9F0203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27AF9D-3C5E-562F-11A8-360FF29D681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BD1112-30C9-360B-A45A-0305B7E9FB4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F84CB0-6244-2C8F-BDD8-D0DED208275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A326E4-A2AB-5500-F865-2B625B4F43B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C06E22-5A46-DE5B-4F52-75B70703D00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411D5A-3FDE-E255-0B09-460C4637D74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95C7A0-D69A-35C8-CC2E-031FCAB5853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AE0A0C-ED25-A67F-ADE0-433C0498153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0B8483-DE9D-25ED-BD65-314E2F1F66C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13DE270-5037-38C9-4EAB-981B5E1279C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A694867-D057-D3E1-AABF-25C7626DAA2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B5715F6-0C16-1A78-4F45-CD3D81558D1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D5756AD-673B-1030-DC2E-2A024A3C59B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F758745-F4CA-16B6-9241-30B57F678A2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C01AA3-8484-EB21-E7D2-9FF248E9441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E74207A-51E5-E2A4-2923-D288ED647D1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EC39B6B-378E-17E0-08B7-F38CF6E988C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F3C36F8-60DA-CAFF-D4AD-407C9252376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62991F8-C186-3298-EDFD-8962679FAA0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FD8EE36-A806-9CF1-9BF5-D2AEA3AC245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915675D-B846-5C4F-56B1-178858C3FA2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8700CD2-7170-8EC1-326A-F8F62AA172C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7707E8E-6065-57FC-460A-48B32DD4F5D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717515C-53F6-A787-0551-3FD92BE5C3E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FC3BA35-6FF3-FD1E-EDCE-4C4C3BEBFDF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DFDF4C6-52A2-3692-3E65-BF93AA98628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99122AB-B17E-7C38-C559-98CB0147988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7D8982D-1F8B-E3F9-CB86-E43778F753A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9B34A2B-7509-E04B-6C79-638F94964BD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27AE50-A39C-1A44-E670-59D822FED36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958B44-13FC-07BA-DA66-4E53F6BB52A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D558E3-3BC6-51B7-D1ED-E1E2F655074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BF8D47-82C2-639A-766E-713DF900557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4DCAD6-8C4C-78D8-2B71-D93A9CF9E1F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BFC74-51CC-E8C5-8584-9FB79EFD991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253103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7E33E-6A82-3385-6E5F-CA0670E7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676DC6-E390-3A55-81BF-2FBF64A679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94413D-FA20-17C7-7350-9746983B1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14D131-7EC4-1581-55BC-B46966B0B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452037-7AD4-F963-5490-C0C3B3D94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C09B8D-26D5-9FE8-77CD-FE0E481F5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1B7858-E7A6-3259-E088-DE96EF8E494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000DC9-40ED-A3DA-4072-2C5E074FF52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549EBF-87DC-34AF-734E-061B5147D26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2126F0-F549-5B77-0790-0A006C8ECC9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1AEEA7-87CD-96F5-84E1-D0B02B692A8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92A4BC-B7FC-2131-989C-42376A85EF1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31FAE5F-C482-0BF6-19F1-A61F2A55B1C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DF8475-E5FA-0097-A8BD-C53EE15D866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2A5313-558B-FA62-E64A-63FB9551344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3B6FC9-9AE6-4866-45FB-51ECE42ADCB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03C74A-B45B-70E6-7001-A105AEC9BE0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012A9F-E990-6446-1B63-38B863565F5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BA7CC79-051A-9A2B-D81C-FBD5F1E531F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E3AE72-E966-3F7C-316B-1CBE8C3E928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7A8EB7-27D6-A510-343C-55A1DF8166C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C3DEA4-82B5-3B68-3FFE-0119151682D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E37317-6071-48BF-1E66-60BA0D17C19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A95BA7B-3F80-9F6B-9A07-8EFF541562A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404862-A387-58C7-7312-0279507FBF3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0E22C36-AA4E-2DF3-C893-E3DAFF55795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5490F7B-CF32-DE95-9F5E-13E4D7860AC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6054FB7-400D-F775-CC48-BE928C9F46B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C95BF62-8BB5-89E1-EFAF-D9627EB847D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A95A235-ECB2-C278-9829-6D696412EEA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AC4A8-2102-AE80-563C-8CFA669EE91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D3BCC0-984F-65FA-0FD1-FC06C4B050E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B5D78D-A8F5-9CBF-6CB5-092E23CA549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4B5F87-A8DD-6C73-4D99-D76F726AC5A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03F157-2EC8-99DA-AD69-180931F1C86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636B4C-99BD-5B9B-BA4E-F6B549562D3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B1671B-CBDD-24EB-2EEB-FA3F5C3D46E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39A16-CAFD-E1CF-B387-FC59ADED193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89F292-A303-EBFD-34F2-269CA59C2DD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C0F1FA-8FF2-16EF-E09A-712E91BF928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A71FF-705C-0FFD-6A80-429AEF6F2A9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2EE6FD-B520-DE61-98BD-349C0DEDE97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3AD772-07F7-3E7A-0C23-2D75D4A3338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F92079-23BC-6F14-9B34-508A3CD32F8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A46EF5-5683-1042-E674-FBB3E44C8F6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375E71-4918-46AA-4242-1E81DC0CB8E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C7F493-73EE-94CA-ED7F-6ED6D01BEF7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C3E7E2-72FF-4A06-0EC7-0293759DF73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7110A1-154B-EC22-41AC-309865A4D1F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C2542D-FE4A-9A60-0481-B222BACD0F9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701FFD-B962-3BB4-A881-37EE834EB95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B4740D-3CA8-C3BC-A037-288AE0F124C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26C6F9-A58F-8FF9-9E65-2C4DE1A10B4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DFF854-641D-BDC4-26CC-9DAD0934D7B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7224F5B-8EC1-D718-40B2-4087EEC94D3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667A84F-D15E-E1BB-2C12-465DE87FE0A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F24EB60-56ED-A5DD-59A3-18382754941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7397F08-FC53-1A1E-2388-A090BE12ED6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92729BE-C16B-999C-1F0B-EEC024F6A68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FD87F80-27A1-154B-1A60-2392817EEFF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0DD36B-5A55-9CD4-A972-72D89877020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C267735-BB05-3E94-9BBF-2E6A9308BA7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9B3701F-5875-38F4-EBAF-C43581F24D6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960628-C749-2EEA-E874-1460AA0F0E5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0EA88ED-4DAB-07F6-DAD9-76593F91771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A9D96AA-6F0A-7C3A-D847-289CDE8EE14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A114424-A073-370F-2D05-1AA7B6CBB27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51579AA-15C7-2B0E-80BD-18F199A05FF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BE4523F-E1B6-1798-6B72-4953A651286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4AD86F1-D583-E6F2-DD2A-D10CEF7A7D8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663B4EB-0069-AA22-6643-EDE864A5A46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9164C97-DFE7-FD47-5167-BF0756356A8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C153F02-6D40-712D-DE9F-1257AF251E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88114B-1958-F4AD-D6BE-4F2D252D4F0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674D28-6434-91E3-0BB0-13450C7BB96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59D165-C08A-0E1A-2A09-0B619C7368D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429B4C-06A0-86BB-17E3-8D07695754A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3B8C0E-15DC-8A09-0D4D-9CDAFFB5EA0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6BDB8F-EEE0-557B-0AC2-E852202627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84796B-E23B-FD63-DBB1-0F860E6D1AC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8A5459-E482-191D-73C1-A77E35EB75C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D59FDC-7D33-C654-E183-665EE844C53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15A1DA-0DAF-C63B-2338-327C99EECDA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E1524B-03D6-226D-A3BD-EB2CA57569F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2A50E4-2A1E-8289-D449-36FF18B1237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D193B1-9504-0DE3-923F-A0F28C545BE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D01EA1-BF81-0A47-466A-7F25DC068E7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581549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59E68-6098-6610-0F15-A76345733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D953AD-7EBD-233E-088B-564AC62514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3683AE-1E19-CB5C-3DFC-E26203A0C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09F02C-B338-301D-8979-65F1F8256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398660-DBBA-4159-567D-3FA2E7749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957706-299D-D136-D115-EFEE41F43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FF4624D2-BD54-0A9E-598C-EA1EFE210D1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796195B-D665-13B7-732C-5B2CCE01B5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8765CA-3EEE-90FC-B683-71EA445FEA9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62D540-4DBD-09AE-002C-F5E18CE806B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8BB89D-E3A8-5D42-BDB2-34C2F83792F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7A42B4-E7BC-DAFA-0BB9-CEFD404A682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B498D0-7C68-1664-384B-CAEFA936D20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FEA52A-1D9E-0FAA-5D4C-DCCE9390EA4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D39B43-7CEF-1370-02AC-C258A767685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60CFA3F-5A2F-52D9-A72C-1FBE9B4EB90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023336-C3C2-1515-B1C5-2386FBC58ED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EB9720-333C-3126-8AD4-55C8D615D8D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4D534B-E809-9E1E-A486-D0C29C4AF1D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80C23A-4138-C8A3-8C2E-29B830F51AC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8126DB-87D6-01A8-9F11-2ABA396B2BB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EDE23B1-A67A-B94A-594E-6648FA4C283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54CB37D-02B1-3933-7C8F-22EB2565230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933B65B-6B4A-B1C5-D205-6395BF0430B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40A05A-FD0C-55BB-CAEA-65C9A92E90E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FD04DE7-5412-45E2-9ABB-A47474E534E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4826EE-F2A2-C258-7234-427C8F9784C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A7398-FC18-29C4-6CF9-811AEB1C956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595DC2-B18A-E995-EF6F-A4123A878CC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200868-29E2-B43B-7272-8EAE9D450B5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6A2412-CDE4-0D0D-CB1B-4C25AA64B21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9DA0D-3500-35AB-8586-9B279979404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76F322-F066-A599-6087-54E18DB045A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14806A-3CB4-79DE-9214-F492C39186D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223791-3D9F-2EEE-73EE-12D7DB5DFA9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17E907-0DE1-74D5-6FA7-4CD13B7B192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BDAE71-784B-FDC8-D5AB-73F5AFF604F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54663E-ED68-DCD9-1956-1A05645F6E4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6ED617-F3EF-5A1A-F941-072CC90CA25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5C64C-B4FE-4E40-3E24-FAF9B10FC4B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A9E939-E783-8D1C-FD43-07C1677C7B3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B4F1E7-A638-8ECB-9AD2-837E6A7F06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3542A1-762C-3569-43CD-D76CF137FE3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E3F6EA-6912-176A-EEC2-7F01CB68B48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52E99F-BD49-4AD4-CA54-9DA4429E8B5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B8520C-6DCD-3F09-AFFD-D84797C1E1F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EC1F0F-2DCD-3E05-71F2-1C64EC0E438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6CB8A9-8CEF-EAEE-B38F-003A9B51B04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43AB8E-07F9-4215-4FB0-93227BE92DE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F3EAD1-307B-04A1-4015-D7BBDA679CD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15DE410-DE80-1022-B41A-67923B5049B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75154C-DF00-6B65-BC15-495C9BCACDE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3E3D99B-0AF6-4A82-1A59-7F4EEEE287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23E1491-30F8-98DB-1904-F72FFBE4AE1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DEAA34E-2DD9-6715-95B2-E25FF4BF78C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C110445-26E1-B419-A01F-E9721C947C6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3484B38-571F-6C12-B768-4FCC7F0384C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083B1BB-8297-1BA1-C7F9-10EEFB1BBE5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41C4E1F-6175-4D41-6058-CCB07150616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BE6A2FE-37CF-2D76-4ABC-A1560EF04D5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6B804FF-6458-82EC-5775-45537E37BAF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1074994-BBAE-E031-856C-081D00ECB26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5AFCDCF-D63C-6525-4220-13002C0AEB1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094E560-3CC6-5AF5-34ED-E8B6C48A047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374F66F-33F7-8E60-B0E3-806BD93D461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6ED4390-9506-E7BB-D610-18F11B1C897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BB2ED16-332F-B5B4-85A4-1B603870AB0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A0321D0-3F2D-31F9-640C-AA85288C7B9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1ECEAE0-8BAC-463F-7B42-6D53FFFFACD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82E58D-6BBB-7029-6E2B-CA6B0B94BC6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2028DF-7B62-F897-B98B-046ABFB10DF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2EB4FA-99D1-E7D7-5927-7E68F41B3BC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1BC9FE-97C4-E069-8A08-2A4161E62B4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1B350-000D-92EF-ADB1-5863E50D8DB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11FEE8-38AA-0EB5-3BCB-350A959877E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004FB-281D-6DA7-B151-BA310F7DA9C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04CAE9-E182-89A5-2A83-AF24351B2A4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623F7-A8CD-9303-B4D4-6C676779E12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EBBA3C-A779-3176-D866-10F795FEA4F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AF0438-BDDB-5B46-B67E-EB0F6F589BC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ED6C8F-DFDE-68B1-BE25-169501EEA54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2D5B71-6AFB-D2E5-E86C-08F01216F3F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3A6863-B9D8-9B99-BE3A-83A4BFACA9B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A985EF-EBFF-8608-D778-C8FDDC6AA1A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03A6EE-75D5-72BC-2BB6-463EB2260B6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F0A0F4-E641-B859-CF9E-58B1F4F0AAE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3A08FB-D76A-1D23-2696-44F89773C7D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9540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10685</TotalTime>
  <Words>5963</Words>
  <Application>Microsoft Macintosh PowerPoint</Application>
  <PresentationFormat>Widescreen</PresentationFormat>
  <Paragraphs>5638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453</cp:revision>
  <cp:lastPrinted>2025-12-02T00:08:17Z</cp:lastPrinted>
  <dcterms:created xsi:type="dcterms:W3CDTF">2024-03-19T02:13:08Z</dcterms:created>
  <dcterms:modified xsi:type="dcterms:W3CDTF">2026-03-09T22:44:04Z</dcterms:modified>
</cp:coreProperties>
</file>