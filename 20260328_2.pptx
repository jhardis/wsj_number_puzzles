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457" r:id="rId2"/>
    <p:sldId id="531" r:id="rId3"/>
    <p:sldId id="532" r:id="rId4"/>
    <p:sldId id="549" r:id="rId5"/>
    <p:sldId id="550" r:id="rId6"/>
    <p:sldId id="546" r:id="rId7"/>
    <p:sldId id="547" r:id="rId8"/>
    <p:sldId id="551" r:id="rId9"/>
    <p:sldId id="552" r:id="rId10"/>
    <p:sldId id="533" r:id="rId11"/>
    <p:sldId id="553" r:id="rId12"/>
    <p:sldId id="554" r:id="rId13"/>
    <p:sldId id="555" r:id="rId14"/>
    <p:sldId id="556" r:id="rId15"/>
    <p:sldId id="571" r:id="rId16"/>
    <p:sldId id="557" r:id="rId17"/>
    <p:sldId id="558" r:id="rId18"/>
    <p:sldId id="559" r:id="rId19"/>
    <p:sldId id="573" r:id="rId20"/>
    <p:sldId id="575" r:id="rId21"/>
    <p:sldId id="577" r:id="rId22"/>
    <p:sldId id="574" r:id="rId23"/>
    <p:sldId id="576" r:id="rId24"/>
    <p:sldId id="578" r:id="rId25"/>
    <p:sldId id="579" r:id="rId26"/>
    <p:sldId id="580" r:id="rId27"/>
    <p:sldId id="564" r:id="rId28"/>
    <p:sldId id="565" r:id="rId29"/>
    <p:sldId id="566" r:id="rId30"/>
    <p:sldId id="567" r:id="rId31"/>
    <p:sldId id="568" r:id="rId32"/>
    <p:sldId id="570" r:id="rId33"/>
    <p:sldId id="583" r:id="rId34"/>
    <p:sldId id="584" r:id="rId35"/>
    <p:sldId id="585" r:id="rId36"/>
    <p:sldId id="586" r:id="rId37"/>
    <p:sldId id="587" r:id="rId38"/>
    <p:sldId id="588" r:id="rId39"/>
    <p:sldId id="589" r:id="rId40"/>
    <p:sldId id="590" r:id="rId41"/>
    <p:sldId id="591" r:id="rId42"/>
    <p:sldId id="593" r:id="rId43"/>
    <p:sldId id="594" r:id="rId44"/>
    <p:sldId id="595" r:id="rId45"/>
    <p:sldId id="596" r:id="rId46"/>
    <p:sldId id="597" r:id="rId47"/>
    <p:sldId id="598" r:id="rId48"/>
    <p:sldId id="599" r:id="rId49"/>
    <p:sldId id="600" r:id="rId50"/>
    <p:sldId id="601" r:id="rId51"/>
    <p:sldId id="602" r:id="rId52"/>
    <p:sldId id="604" r:id="rId53"/>
    <p:sldId id="605" r:id="rId54"/>
    <p:sldId id="606" r:id="rId55"/>
    <p:sldId id="607" r:id="rId56"/>
    <p:sldId id="608" r:id="rId57"/>
    <p:sldId id="609" r:id="rId58"/>
    <p:sldId id="610" r:id="rId59"/>
    <p:sldId id="611" r:id="rId60"/>
    <p:sldId id="612" r:id="rId61"/>
    <p:sldId id="613" r:id="rId62"/>
    <p:sldId id="614" r:id="rId63"/>
    <p:sldId id="615" r:id="rId64"/>
    <p:sldId id="616"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73"/>
    <p:restoredTop sz="94568"/>
  </p:normalViewPr>
  <p:slideViewPr>
    <p:cSldViewPr snapToGrid="0">
      <p:cViewPr varScale="1">
        <p:scale>
          <a:sx n="113" d="100"/>
          <a:sy n="113" d="100"/>
        </p:scale>
        <p:origin x="1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3/26/26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35C09-9A29-8ED7-E0D5-1DAF77A84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4C1F2-1C37-60B0-8699-4FCB429B3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C1D39-DA2C-5755-6565-6C755D2FD1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C6F80D-1303-9F9A-7B95-EB48516796FF}"/>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1190986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31B8E-ACC5-2355-A65A-A49E8DFCA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C570D-FF67-E48F-A3A0-AB47D9F3F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28BEEA-B07D-7C45-444E-D441775047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6788AE-355D-C1E3-69F4-6D582FF01C28}"/>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239895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02884-7DF3-9233-2FE2-F863956CB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21405-7AB8-5312-F2CA-547D8F5A5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44D5FB-CA5B-A975-8AAC-B87D348780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825716-9B30-C8BB-DCC8-10648BCB6E9D}"/>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367378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D426D-8EB8-B4E5-22AE-92EF4471A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7122E-264F-A15E-4E56-982251078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9651B-5513-53E9-9F28-1FDF3C64C5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88B7A3-08A2-0D5F-1723-1B0FA79DA2AB}"/>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3779125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7DE6B-A992-7CC6-EB84-6E19B4093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92D33-0918-FF75-08CF-FAB2991C2F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0834A-61CB-C107-D665-DDE0FFD5E5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B171FC-76FC-C7F3-1979-7566D94DC169}"/>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970958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27E81-000E-C3BF-8B53-1EF093177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B9894-1F46-0529-C265-1CA80DDEC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5E067-782A-9D6F-978C-6726A03D45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5A5DD9-EDB7-543C-B925-66DAEE075193}"/>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3000735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2706C-0ABC-1BEA-85A7-2EB64F8BC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1AFDC-F66A-6753-4406-CA8995BDEF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0A6B3-C07E-7E6C-0590-9A59DD76B3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32E1F4-262A-E05E-1A0E-E02C736CD36B}"/>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609017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EFAD3-9968-83C5-093D-C92DF6544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DD37F-697A-65AA-D293-4B0114720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8894D-747D-3ADC-CC2B-DD8DB25263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BFBFF4-AAD3-40B5-F904-9B3153F7F6C6}"/>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1313098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F148-B93C-A2DA-2BBC-45C7BE266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A20EB-29D4-0CFE-7FBB-08C55A156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B082A-CFFD-09CC-5ACA-4F312788F2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E80CF5-4CD0-1F00-530F-E5F9A3BC2942}"/>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3634680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D83C5-BC1C-0F72-4D47-698CBAD75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8D8F8-C24E-C9EF-3DC2-65A2EADC0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1327D-2357-7C0B-1F55-C945292EDF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B46FE0-C6ED-371F-C057-9B1E7381A9AB}"/>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4112924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37280-1AE5-860B-5A11-03C6FDDB0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0E873-4899-51B0-DBD6-3AC69CB22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63D92-412C-32E8-EEE8-09292CDA3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EF388D-D9C2-E567-0D3D-095F33B98338}"/>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729939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631A-2A50-F5D6-54F7-89FFE2369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A670B-D9FA-0297-55C9-5D88DED03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81DB5-9AFD-76D3-FFB4-F89B5CCD50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DD9508-F105-B97D-B1FA-F073C31E7CBB}"/>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2415111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CFB76-C2F6-F57E-5BB8-49C61C929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E6CCC-A3BC-CC69-7FAD-7BAEEADC9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B8F1E-77C4-BE0B-C387-482D566BDB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5EC49B-A3B8-6DF4-092F-608A7EF579B4}"/>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357633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A62AF-0AE8-4284-43D7-322DA5FAB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AF692-2340-6D06-14E9-26AD40359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B24D7-D287-1F55-DC68-FDCDE8DB95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079943-741D-FFDE-05DF-08179EA19B6F}"/>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1129851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08CEE-E66B-28DC-8C4D-70005B9D3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BF637-46A2-8550-3C84-E1A0E3862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46B83D-C4EA-593F-64E2-95B76829F6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12FF04-F289-774F-D2B9-1E636992BA26}"/>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393652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6B04E-CA43-04D6-CACC-D70F3AB52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94415-6D52-AA62-ADB3-51B7CAF5C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E9B83-F6AD-79E8-E39F-FADA7958A4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ED81A5-3684-6990-A4C4-6123FB11A270}"/>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2469927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340A6-683D-5032-29EB-73B84B432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84684-D12F-4176-0E0D-6C9FDDEC2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5B532-7A3D-2EFF-C7F6-F6240E161C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672154-83A9-7F9B-3EE6-BAE2C65E6CAC}"/>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7053409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0DEDD-B784-C463-AB45-E004C130B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A4ED4-A5AA-EC71-44C9-AED5C7B928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112E8-030A-0B17-9A9A-FF4CCA228F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2A6A90-88BA-B2CC-1A85-219764DC483B}"/>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2841002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693CF-D342-7D53-AC19-D77B8AF64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06A5B-3B27-EC87-B08E-64985F2352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7F39A8-9E24-0B94-CE42-C66E94B828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821483-798D-D619-C9D6-6F2CEBC6A7F6}"/>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670892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E009E-5231-EAC9-74CA-D17706D316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FB8C1-317C-41A8-3C25-177C71010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DA506B-B1F5-0911-40C2-9827C91AA8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F900EB-FD05-A6E5-4F54-7AEBCA3C6847}"/>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25824896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14908-A5D9-BE88-03AD-410FE71BA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065F4-2C6C-5346-1D5E-3819B6CFA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F141C6-B6EF-2C13-9300-636C298618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788B07-A27E-A256-FC4B-F084452A9D7D}"/>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1597815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ABC7B-5EF4-5310-348A-20E2BDC3F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D7D6C-AD84-BAEE-3B27-92859F932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03ED5-A956-7BC7-F947-572AB2B971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C67B45-AE6B-351E-4963-8C198570EEAB}"/>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19908011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C6B9E-EFB7-C02E-6911-2ECCE0F9A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021A6-96B1-0A22-1E62-3D7D2AB08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9D19A-0506-1A6D-AA81-3EC164BF39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9B7C4D-1E04-CC62-93B4-98FF86D13879}"/>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3922404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CBD44-C648-D939-1430-459BEA73D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ECE4A-DA66-7649-8453-B2C941832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06EE2-759F-18AD-834C-E2DF50221D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FD908F-177B-6B13-2CEC-5038C4DEBD1A}"/>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7429976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BFBE4-6111-C45E-E1B7-249215194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D1E49-E385-75C0-FB45-5AB66F611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6FE41-1C36-2DCA-612B-6EC7362A95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FB4566-AFB0-8E1F-0800-9043C946152C}"/>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61221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04DAC-6892-1BA5-901F-C33341974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BBAF7-26B5-2F4C-4554-B251886C6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3561B-5D7C-33CF-EFCE-E27C94E0AF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D0B458-F83F-05B5-2291-17EB3DE2D6CD}"/>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22250699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C4C09-83AA-7E37-36B0-F0C7BB8D7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21DEC-E3A6-8A21-7244-EEE24124D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CBA0A-9825-DB04-7F1A-8CF4346C64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8D0651-24B9-1D73-1CE3-8B19DC8E4CF6}"/>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12782479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98566-47B6-2B86-C1F7-919583318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42B6B-6CB1-FC8E-0E11-1AA77CA43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46371-58CB-F79E-5E7F-AF02B6D631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7639BB-9D4E-C2D7-6274-1C849D164612}"/>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3363537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2635-DB93-6F6A-DABF-A254C4FE9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9D67-4A89-278D-BED0-66079A6C4F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B7AADE-4447-4500-B4BB-AA51FE6E16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75BCD7-040A-79D2-0789-4E91D74C2A33}"/>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39219658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FA948-5CC1-5656-606B-7154271A7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1CC3E-AC6F-BA56-64BE-42CE0DB13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4E965-E894-4558-1882-38D7182CA6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25E9BC-4279-C645-02A3-73699C447EF2}"/>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2311394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11DEC-54D4-E249-8A9E-0A934E1D7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AD87E-6E8A-7843-8815-58372FCD4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881D6A-47B1-74C9-2CCE-27402878EA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BCE5BE-236A-25A8-BF09-116DD4DD3931}"/>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5312693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AE453-4183-7519-9548-16717E7C6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4C798-5094-B609-AAC6-AD44C99505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1B645-406D-8586-2C00-B0DFEF1DD3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17A784-1902-1A3E-4F12-A41E59E1F334}"/>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7218817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96B4-8B11-AF1A-209C-FBDDDF036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2B12-8D82-AFDD-01AA-3AD967CE8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5E911-B7DF-8BF6-CB2C-F6FECFAEE1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411E62-AF2B-BBDB-EC5C-7C88E2D4694C}"/>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18061220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38DAB-B549-0546-7D5C-F4BCDEC45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5B7AF-4887-B58F-3D97-A1F5DEA174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FF7567-4FB9-EFC9-2C03-90038B9687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856B5E-132F-2B83-3643-3C3A94AB370E}"/>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29423873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CF17F-81AD-11F5-9036-F2F3061FA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5B663-1128-2450-42E0-E86D29BCF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B884-CB73-B83A-1C34-D6F348D10D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AF415A-AE54-616E-E5F4-B547F5BE6FF2}"/>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31192865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1D63D-1A7D-974E-887D-3A8420313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05353-115D-DDED-38F9-208B08E20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EEC4E-BAA5-3516-6EC1-D328DC192D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02F9B8-5A11-22DD-1DDA-F6ACE9E6092E}"/>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25338958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33696-5511-2F4F-AF47-B59C01A20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FA7D1-A4D2-8CF8-E873-BE6477699B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6FBF5-D292-0019-16B5-7F3B40A9F1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D61365-F10B-6DC1-C566-1D3E14B7A29A}"/>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8062596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95A59-633B-2B92-AC25-F0D0CD8D4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63DC0-1115-80CA-D60E-B4B8208C7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D8F7B-BBC7-8E29-1EA7-9E81BA1FA3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ECF522-7CFF-E092-FEFD-D8E20621B440}"/>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11749526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4CFCC-2467-9121-00BC-AB9417ED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8C928-F975-1EFE-5236-6A148B855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E699E-1569-4767-0B91-38EC469E9D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5B004B-A29F-FD7C-EC5A-85631EA44AC1}"/>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11963145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7E584-5458-B46B-824A-A7E89E2D5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24380-A9F3-F524-5D89-9506B5EC7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F16F5-4A16-2FC8-6117-AC448436B8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50536A-FE53-73D7-8D7D-32DE8EA5B0D7}"/>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41784417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90748-C857-B17D-5F2A-6BCC88E197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41AD0-0A17-305D-B3FD-05B4E9A99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352EA-A4B2-B5DB-2217-B4A74C0EA2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D4C3C3-1128-3DE5-84C0-54C6A07DFE46}"/>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125561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403AE-BD56-B4E1-62A7-3EDE1504A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3238E-07C4-4F9A-31A3-B8AF4F259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C0FCE-088B-7BD6-9062-50F18CB872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C438FE-40CE-00AB-44A0-07AE75BEE502}"/>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26322194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FE950-F823-16A2-23CD-C30FA44E1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BA6A9-62D4-7C76-554F-D77DE9742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A9E75F-3807-1C40-8097-61EC1819A1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4731DD-214D-5F5A-300B-27BD958D29F7}"/>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42589720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16F9-C241-602C-823B-1E06B2452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D8C0A-D1D4-10B3-C263-1DB0C67E7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6AE7F-1B6D-E9A3-501A-C951D4F199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CBDD8B-7EAF-9FE3-EE04-221C6B08F4BA}"/>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15943989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833D-F8E3-8DB0-C8EA-B5E9D858E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FBEB7-12F0-5D45-FA9B-8C2E401BE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C90F3-1740-6135-C8FE-E517E32911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0C3019-41E3-56A2-6F70-39717BDB9F09}"/>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934538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53147-5A0C-ACF7-61B1-127601915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06E1A-6702-24C1-7EC2-77B4071485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2402C-0413-353F-73FF-C7A52F99AD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45B8D8-864D-65C2-F489-4F5CF13CF1AB}"/>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17176295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2BF54-2F6C-7D01-1CA0-E0ACAC16E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C86E1-4360-9448-33A2-BAC897542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94330-18CF-FC5A-0837-98FC8CCF5E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AE595F-6302-ADCE-475C-14B1FEB616A0}"/>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32859581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CB5A6-B8D6-FF14-3A41-F62717F4B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0453B-F679-B6B2-3DA4-FF0783F3F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E87AB-00D2-D2C4-8B00-1D19036DC2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B080EA-AA7E-CF0D-A9FE-CB70627B95BE}"/>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8824384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5C109-F22F-2A8D-691B-023FBA162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7A301-BBA8-7CDA-7FEB-D17926B32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CCDB7-C44F-4335-B656-9A52186FD6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65BBD8-2C6E-1826-1631-9293F81F32A4}"/>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30882437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48BE5-1986-AB76-6BB2-DD335D8C3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EB155-1DC3-3145-04E7-FA7F8F97F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13861-CF2A-8B18-BA8B-A43569B0D9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FA0B4A-8DBD-9BD5-553B-3658A7DE9E8C}"/>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23588761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61881-E738-2EC0-748F-A6BD1ED67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332A7-FC13-4359-5665-C41BE3E6E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B947C-C342-0A80-8D37-5655A97E96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BBC1F9-3889-AA85-FD79-35A2FAD22422}"/>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28960200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3836D-707F-2A2D-F84E-1978AA8FA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643BF-0BE6-D5AC-15D2-317A3F87A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661F3-5DE0-A47B-ACDA-B533AF5AEE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CCBACB-700D-CE99-4245-2081D1816896}"/>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39419233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CD573-30BB-A6A7-159D-9A209E202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66769-ECE1-027E-4A2F-6A016A881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F2B4A-FAA3-9A4F-7D71-793EE85F9A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306613-5364-7362-C099-D31B51FAD3A6}"/>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10201774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9E992-8304-F3B9-97A9-444B92CBE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18FFF-5CE8-5776-1B83-E365C6C44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B36AE-2EED-F2C2-9BFA-CE6F3DFE78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B91D5D-0106-4AB9-738A-50EFCCFAA58C}"/>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24091887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415FD-781B-E94B-F381-C8CB8B31E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523E0-83A9-9908-A62C-6F9B34F13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17961-66F5-F3E2-4752-EE9844F277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2E3391-236A-3B0F-AE58-61F03EE9F744}"/>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208538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61D6C-02AD-806A-BEF5-5E4B05DF0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924D6-D831-CFC2-B40C-CEE7A6C93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3306C-4C31-CBB7-ECBC-53140AABB4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39F92E-8FD0-EA73-B750-E30D6F3659DF}"/>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6549777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637-938C-6BCB-99F2-2D8EA87EF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9AE97-0789-8814-744B-C04412C15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1EF14-F843-1EDB-66D7-DC708ED3DC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030D6E-7EAF-4B20-BD57-417193243A82}"/>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6845552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13BD2-7634-5A66-EF5E-57CEF719D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8E61D-93BE-BBD0-B9C9-2260AB900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5A898-C06E-F2DF-38F7-4D9F5DA3FE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CD93F8-4EDD-D73A-A7C4-90B9E307CBFE}"/>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23513934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C8322-62FC-F607-5CC9-63095EB7E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2401D-F990-2A84-091F-316481CEA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29294-5813-5AB6-A2F9-A58174A4CA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55CAB8-B411-4844-9029-51B458985C9D}"/>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31235565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37BB5-FA0C-2988-4EFA-4A60AF21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AB794-ED08-04DC-CD65-2BE13A81D1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C886F-300F-097D-54B0-8AB215104A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CABD2D-C675-717B-ACD2-F59436229406}"/>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23087511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A0EDE-492B-D655-2086-2B8589BF1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6AB28-C864-31B8-DEE0-02C0EE1D5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6D073-DF64-25D3-4446-39FF62B707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255E37-BDD2-7EBC-70FC-B1684DBB79C6}"/>
              </a:ext>
            </a:extLst>
          </p:cNvPr>
          <p:cNvSpPr>
            <a:spLocks noGrp="1"/>
          </p:cNvSpPr>
          <p:nvPr>
            <p:ph type="sldNum" sz="quarter" idx="5"/>
          </p:nvPr>
        </p:nvSpPr>
        <p:spPr/>
        <p:txBody>
          <a:bodyPr/>
          <a:lstStyle/>
          <a:p>
            <a:fld id="{C0E9560A-78B4-504A-9396-2AE516B1349B}" type="slidenum">
              <a:rPr lang="en-US" smtClean="0"/>
              <a:t>62</a:t>
            </a:fld>
            <a:endParaRPr lang="en-US"/>
          </a:p>
        </p:txBody>
      </p:sp>
    </p:spTree>
    <p:extLst>
      <p:ext uri="{BB962C8B-B14F-4D97-AF65-F5344CB8AC3E}">
        <p14:creationId xmlns:p14="http://schemas.microsoft.com/office/powerpoint/2010/main" val="115721985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C2CD2-9364-60B8-AF79-0B8BBF2EA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F9BF4-D6DD-1DCA-81D9-F322460B0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0C5EB-6DD8-E054-99E1-678AEC5CA6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91FAA3-6DC8-BEF4-2709-F9BC426F51FC}"/>
              </a:ext>
            </a:extLst>
          </p:cNvPr>
          <p:cNvSpPr>
            <a:spLocks noGrp="1"/>
          </p:cNvSpPr>
          <p:nvPr>
            <p:ph type="sldNum" sz="quarter" idx="5"/>
          </p:nvPr>
        </p:nvSpPr>
        <p:spPr/>
        <p:txBody>
          <a:bodyPr/>
          <a:lstStyle/>
          <a:p>
            <a:fld id="{C0E9560A-78B4-504A-9396-2AE516B1349B}" type="slidenum">
              <a:rPr lang="en-US" smtClean="0"/>
              <a:t>63</a:t>
            </a:fld>
            <a:endParaRPr lang="en-US"/>
          </a:p>
        </p:txBody>
      </p:sp>
    </p:spTree>
    <p:extLst>
      <p:ext uri="{BB962C8B-B14F-4D97-AF65-F5344CB8AC3E}">
        <p14:creationId xmlns:p14="http://schemas.microsoft.com/office/powerpoint/2010/main" val="26837221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5BE86-569E-9861-C9D2-990F01DF14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D0E55-4996-12F8-829D-58B71EACC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2C65F-A7F3-DC2F-29D9-66423A1AA9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D80B65-5DAD-3682-F27E-264F96230C16}"/>
              </a:ext>
            </a:extLst>
          </p:cNvPr>
          <p:cNvSpPr>
            <a:spLocks noGrp="1"/>
          </p:cNvSpPr>
          <p:nvPr>
            <p:ph type="sldNum" sz="quarter" idx="5"/>
          </p:nvPr>
        </p:nvSpPr>
        <p:spPr/>
        <p:txBody>
          <a:bodyPr/>
          <a:lstStyle/>
          <a:p>
            <a:fld id="{C0E9560A-78B4-504A-9396-2AE516B1349B}" type="slidenum">
              <a:rPr lang="en-US" smtClean="0"/>
              <a:t>64</a:t>
            </a:fld>
            <a:endParaRPr lang="en-US"/>
          </a:p>
        </p:txBody>
      </p:sp>
    </p:spTree>
    <p:extLst>
      <p:ext uri="{BB962C8B-B14F-4D97-AF65-F5344CB8AC3E}">
        <p14:creationId xmlns:p14="http://schemas.microsoft.com/office/powerpoint/2010/main" val="41001208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604544-12BE-3999-8986-CF06F451C635}"/>
              </a:ext>
            </a:extLst>
          </p:cNvPr>
          <p:cNvPicPr>
            <a:picLocks noChangeAspect="1"/>
          </p:cNvPicPr>
          <p:nvPr userDrawn="1"/>
        </p:nvPicPr>
        <p:blipFill>
          <a:blip r:embed="rId2"/>
          <a:stretch>
            <a:fillRect/>
          </a:stretch>
        </p:blipFill>
        <p:spPr>
          <a:xfrm>
            <a:off x="3163217" y="120649"/>
            <a:ext cx="4544568" cy="5177355"/>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3/26/26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3/26/26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0E97B-F372-D154-3F1D-41D4252902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10AEC2-3338-856E-CE70-01668414D0E8}"/>
              </a:ext>
            </a:extLst>
          </p:cNvPr>
          <p:cNvSpPr>
            <a:spLocks noGrp="1"/>
          </p:cNvSpPr>
          <p:nvPr>
            <p:ph sz="half" idx="1"/>
          </p:nvPr>
        </p:nvSpPr>
        <p:spPr/>
        <p:txBody>
          <a:bodyPr/>
          <a:lstStyle/>
          <a:p>
            <a:r>
              <a:rPr lang="en-US" dirty="0"/>
              <a:t>Initialize thermometers of length 4 and 6.</a:t>
            </a:r>
          </a:p>
        </p:txBody>
      </p:sp>
      <p:pic>
        <p:nvPicPr>
          <p:cNvPr id="4" name="Picture 3" descr="A grid of sudoku puzzle&#10;&#10;Description automatically generated">
            <a:extLst>
              <a:ext uri="{FF2B5EF4-FFF2-40B4-BE49-F238E27FC236}">
                <a16:creationId xmlns:a16="http://schemas.microsoft.com/office/drawing/2014/main" id="{90D9FAF3-0017-002C-01A7-17EF943AA37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73FD659-57AD-E266-6694-2F71E6EA086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60A05F4-68F0-D649-95E5-A76382CADD7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38A3C74-EE8E-F955-459C-45F0128161C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25A4E04-F364-3ACD-E190-E0F46C8E13F4}"/>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123456</a:t>
            </a:r>
          </a:p>
        </p:txBody>
      </p:sp>
      <p:sp>
        <p:nvSpPr>
          <p:cNvPr id="8" name="TextBox 7">
            <a:extLst>
              <a:ext uri="{FF2B5EF4-FFF2-40B4-BE49-F238E27FC236}">
                <a16:creationId xmlns:a16="http://schemas.microsoft.com/office/drawing/2014/main" id="{D7116BDD-09A3-2BC7-3A1A-9AC59365B5F2}"/>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234567</a:t>
            </a:r>
          </a:p>
        </p:txBody>
      </p:sp>
      <p:sp>
        <p:nvSpPr>
          <p:cNvPr id="9" name="TextBox 8">
            <a:extLst>
              <a:ext uri="{FF2B5EF4-FFF2-40B4-BE49-F238E27FC236}">
                <a16:creationId xmlns:a16="http://schemas.microsoft.com/office/drawing/2014/main" id="{4262A690-B312-06E5-4163-91EAAC092447}"/>
              </a:ext>
            </a:extLst>
          </p:cNvPr>
          <p:cNvSpPr txBox="1"/>
          <p:nvPr/>
        </p:nvSpPr>
        <p:spPr>
          <a:xfrm>
            <a:off x="3138310" y="1903821"/>
            <a:ext cx="570089" cy="230832"/>
          </a:xfrm>
          <a:prstGeom prst="rect">
            <a:avLst/>
          </a:prstGeom>
          <a:noFill/>
        </p:spPr>
        <p:txBody>
          <a:bodyPr wrap="square" rtlCol="0">
            <a:spAutoFit/>
          </a:bodyPr>
          <a:lstStyle/>
          <a:p>
            <a:pPr algn="ctr"/>
            <a:r>
              <a:rPr lang="en-US" sz="900" dirty="0"/>
              <a:t>345678</a:t>
            </a:r>
          </a:p>
        </p:txBody>
      </p:sp>
      <p:sp>
        <p:nvSpPr>
          <p:cNvPr id="10" name="TextBox 9">
            <a:extLst>
              <a:ext uri="{FF2B5EF4-FFF2-40B4-BE49-F238E27FC236}">
                <a16:creationId xmlns:a16="http://schemas.microsoft.com/office/drawing/2014/main" id="{F5D77DF8-339B-3BC1-EC3A-F921694E0C11}"/>
              </a:ext>
            </a:extLst>
          </p:cNvPr>
          <p:cNvSpPr txBox="1"/>
          <p:nvPr/>
        </p:nvSpPr>
        <p:spPr>
          <a:xfrm>
            <a:off x="4143022" y="2404765"/>
            <a:ext cx="570089" cy="230832"/>
          </a:xfrm>
          <a:prstGeom prst="rect">
            <a:avLst/>
          </a:prstGeom>
          <a:noFill/>
        </p:spPr>
        <p:txBody>
          <a:bodyPr wrap="square" rtlCol="0">
            <a:spAutoFit/>
          </a:bodyPr>
          <a:lstStyle/>
          <a:p>
            <a:pPr algn="ctr"/>
            <a:r>
              <a:rPr lang="en-US" sz="900" dirty="0"/>
              <a:t>1234</a:t>
            </a:r>
          </a:p>
        </p:txBody>
      </p:sp>
      <p:sp>
        <p:nvSpPr>
          <p:cNvPr id="11" name="TextBox 10">
            <a:extLst>
              <a:ext uri="{FF2B5EF4-FFF2-40B4-BE49-F238E27FC236}">
                <a16:creationId xmlns:a16="http://schemas.microsoft.com/office/drawing/2014/main" id="{923464CD-89C2-4FCC-A2AE-C8E6BDBF9EE6}"/>
              </a:ext>
            </a:extLst>
          </p:cNvPr>
          <p:cNvSpPr txBox="1"/>
          <p:nvPr/>
        </p:nvSpPr>
        <p:spPr>
          <a:xfrm>
            <a:off x="3138310" y="2531981"/>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3A4448D1-99DC-DD35-A9C1-25EB42DAFC39}"/>
              </a:ext>
            </a:extLst>
          </p:cNvPr>
          <p:cNvSpPr txBox="1"/>
          <p:nvPr/>
        </p:nvSpPr>
        <p:spPr>
          <a:xfrm>
            <a:off x="4143022" y="2905709"/>
            <a:ext cx="570089" cy="230832"/>
          </a:xfrm>
          <a:prstGeom prst="rect">
            <a:avLst/>
          </a:prstGeom>
          <a:noFill/>
        </p:spPr>
        <p:txBody>
          <a:bodyPr wrap="square" rtlCol="0">
            <a:spAutoFit/>
          </a:bodyPr>
          <a:lstStyle/>
          <a:p>
            <a:pPr algn="ctr"/>
            <a:r>
              <a:rPr lang="en-US" sz="900" dirty="0"/>
              <a:t>2345</a:t>
            </a:r>
          </a:p>
        </p:txBody>
      </p:sp>
      <p:sp>
        <p:nvSpPr>
          <p:cNvPr id="13" name="TextBox 12">
            <a:extLst>
              <a:ext uri="{FF2B5EF4-FFF2-40B4-BE49-F238E27FC236}">
                <a16:creationId xmlns:a16="http://schemas.microsoft.com/office/drawing/2014/main" id="{38664ED6-5DF8-1798-5E46-706D3F9811B7}"/>
              </a:ext>
            </a:extLst>
          </p:cNvPr>
          <p:cNvSpPr txBox="1"/>
          <p:nvPr/>
        </p:nvSpPr>
        <p:spPr>
          <a:xfrm>
            <a:off x="3138310" y="2778493"/>
            <a:ext cx="570089" cy="230832"/>
          </a:xfrm>
          <a:prstGeom prst="rect">
            <a:avLst/>
          </a:prstGeom>
          <a:noFill/>
        </p:spPr>
        <p:txBody>
          <a:bodyPr wrap="square" rtlCol="0">
            <a:spAutoFit/>
          </a:bodyPr>
          <a:lstStyle/>
          <a:p>
            <a:pPr algn="ctr"/>
            <a:r>
              <a:rPr lang="en-US" sz="900" dirty="0"/>
              <a:t>6789</a:t>
            </a:r>
          </a:p>
        </p:txBody>
      </p:sp>
      <p:sp>
        <p:nvSpPr>
          <p:cNvPr id="14" name="TextBox 13">
            <a:extLst>
              <a:ext uri="{FF2B5EF4-FFF2-40B4-BE49-F238E27FC236}">
                <a16:creationId xmlns:a16="http://schemas.microsoft.com/office/drawing/2014/main" id="{D3BBCD39-3091-EEF5-29F0-F7016A8FD820}"/>
              </a:ext>
            </a:extLst>
          </p:cNvPr>
          <p:cNvSpPr txBox="1"/>
          <p:nvPr/>
        </p:nvSpPr>
        <p:spPr>
          <a:xfrm>
            <a:off x="3640666" y="3406653"/>
            <a:ext cx="570089" cy="230832"/>
          </a:xfrm>
          <a:prstGeom prst="rect">
            <a:avLst/>
          </a:prstGeom>
          <a:noFill/>
        </p:spPr>
        <p:txBody>
          <a:bodyPr wrap="square" rtlCol="0">
            <a:spAutoFit/>
          </a:bodyPr>
          <a:lstStyle/>
          <a:p>
            <a:pPr algn="ctr"/>
            <a:r>
              <a:rPr lang="en-US" sz="900" dirty="0"/>
              <a:t>4567</a:t>
            </a:r>
          </a:p>
        </p:txBody>
      </p:sp>
      <p:sp>
        <p:nvSpPr>
          <p:cNvPr id="15" name="TextBox 14">
            <a:extLst>
              <a:ext uri="{FF2B5EF4-FFF2-40B4-BE49-F238E27FC236}">
                <a16:creationId xmlns:a16="http://schemas.microsoft.com/office/drawing/2014/main" id="{4E679961-3D55-1DF9-5752-57D5EC769B4C}"/>
              </a:ext>
            </a:extLst>
          </p:cNvPr>
          <p:cNvSpPr txBox="1"/>
          <p:nvPr/>
        </p:nvSpPr>
        <p:spPr>
          <a:xfrm>
            <a:off x="4143022" y="3406653"/>
            <a:ext cx="570089" cy="230832"/>
          </a:xfrm>
          <a:prstGeom prst="rect">
            <a:avLst/>
          </a:prstGeom>
          <a:noFill/>
        </p:spPr>
        <p:txBody>
          <a:bodyPr wrap="square" rtlCol="0">
            <a:spAutoFit/>
          </a:bodyPr>
          <a:lstStyle/>
          <a:p>
            <a:pPr algn="ctr"/>
            <a:r>
              <a:rPr lang="en-US" sz="900" dirty="0"/>
              <a:t>3456</a:t>
            </a:r>
          </a:p>
        </p:txBody>
      </p:sp>
      <p:sp>
        <p:nvSpPr>
          <p:cNvPr id="16" name="TextBox 15">
            <a:extLst>
              <a:ext uri="{FF2B5EF4-FFF2-40B4-BE49-F238E27FC236}">
                <a16:creationId xmlns:a16="http://schemas.microsoft.com/office/drawing/2014/main" id="{CF206D21-E167-F5A8-716E-E8923C00DE0F}"/>
              </a:ext>
            </a:extLst>
          </p:cNvPr>
          <p:cNvSpPr txBox="1"/>
          <p:nvPr/>
        </p:nvSpPr>
        <p:spPr>
          <a:xfrm>
            <a:off x="3138310" y="3406653"/>
            <a:ext cx="570089" cy="230832"/>
          </a:xfrm>
          <a:prstGeom prst="rect">
            <a:avLst/>
          </a:prstGeom>
          <a:noFill/>
        </p:spPr>
        <p:txBody>
          <a:bodyPr wrap="square" rtlCol="0">
            <a:spAutoFit/>
          </a:bodyPr>
          <a:lstStyle/>
          <a:p>
            <a:pPr algn="ctr"/>
            <a:r>
              <a:rPr lang="en-US" sz="900" dirty="0"/>
              <a:t>5678</a:t>
            </a:r>
          </a:p>
        </p:txBody>
      </p:sp>
    </p:spTree>
    <p:extLst>
      <p:ext uri="{BB962C8B-B14F-4D97-AF65-F5344CB8AC3E}">
        <p14:creationId xmlns:p14="http://schemas.microsoft.com/office/powerpoint/2010/main" val="3904891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F181-25E3-3FCC-FB41-5A2724ABC6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FAA098-0E0C-90D7-2443-C0B8B1F0287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EFECE74-078E-0843-90CE-04440B07CC0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F18981A-8C21-FF1B-FB69-E28A5ACE99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4641ABD-36FB-8972-4F7F-1744CFDA6EE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67E62D-4BA5-6A60-3991-2A7AA1837E7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87A776F-7C72-4548-AF95-744DFA52A1F2}"/>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BE06DDAE-3CC1-DE8C-6486-4677C0B980E3}"/>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23456</a:t>
            </a:r>
          </a:p>
        </p:txBody>
      </p:sp>
      <p:sp>
        <p:nvSpPr>
          <p:cNvPr id="9" name="TextBox 8">
            <a:extLst>
              <a:ext uri="{FF2B5EF4-FFF2-40B4-BE49-F238E27FC236}">
                <a16:creationId xmlns:a16="http://schemas.microsoft.com/office/drawing/2014/main" id="{0D7D21F8-7209-7A72-AB9A-BA5400CCAF35}"/>
              </a:ext>
            </a:extLst>
          </p:cNvPr>
          <p:cNvSpPr txBox="1"/>
          <p:nvPr/>
        </p:nvSpPr>
        <p:spPr>
          <a:xfrm>
            <a:off x="3138310" y="1903821"/>
            <a:ext cx="570089" cy="230832"/>
          </a:xfrm>
          <a:prstGeom prst="rect">
            <a:avLst/>
          </a:prstGeom>
          <a:noFill/>
        </p:spPr>
        <p:txBody>
          <a:bodyPr wrap="square" rtlCol="0">
            <a:spAutoFit/>
          </a:bodyPr>
          <a:lstStyle/>
          <a:p>
            <a:pPr algn="ctr"/>
            <a:r>
              <a:rPr lang="en-US" sz="900" dirty="0"/>
              <a:t>4567</a:t>
            </a:r>
          </a:p>
        </p:txBody>
      </p:sp>
      <p:sp>
        <p:nvSpPr>
          <p:cNvPr id="10" name="TextBox 9">
            <a:extLst>
              <a:ext uri="{FF2B5EF4-FFF2-40B4-BE49-F238E27FC236}">
                <a16:creationId xmlns:a16="http://schemas.microsoft.com/office/drawing/2014/main" id="{78709824-74A9-8B5A-472A-1D13F9C7FAB6}"/>
              </a:ext>
            </a:extLst>
          </p:cNvPr>
          <p:cNvSpPr txBox="1"/>
          <p:nvPr/>
        </p:nvSpPr>
        <p:spPr>
          <a:xfrm>
            <a:off x="4143022" y="2404765"/>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EAC13308-9FB8-CEA2-2DAD-BF330232F726}"/>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2" name="TextBox 11">
            <a:extLst>
              <a:ext uri="{FF2B5EF4-FFF2-40B4-BE49-F238E27FC236}">
                <a16:creationId xmlns:a16="http://schemas.microsoft.com/office/drawing/2014/main" id="{B9805A6C-8C6D-4A01-A41A-444BF61DEF4C}"/>
              </a:ext>
            </a:extLst>
          </p:cNvPr>
          <p:cNvSpPr txBox="1"/>
          <p:nvPr/>
        </p:nvSpPr>
        <p:spPr>
          <a:xfrm>
            <a:off x="4143022" y="2905709"/>
            <a:ext cx="570089" cy="230832"/>
          </a:xfrm>
          <a:prstGeom prst="rect">
            <a:avLst/>
          </a:prstGeom>
          <a:noFill/>
        </p:spPr>
        <p:txBody>
          <a:bodyPr wrap="square" rtlCol="0">
            <a:spAutoFit/>
          </a:bodyPr>
          <a:lstStyle/>
          <a:p>
            <a:pPr algn="ctr"/>
            <a:r>
              <a:rPr lang="en-US" sz="900" dirty="0"/>
              <a:t>234</a:t>
            </a:r>
          </a:p>
        </p:txBody>
      </p:sp>
      <p:sp>
        <p:nvSpPr>
          <p:cNvPr id="13" name="TextBox 12">
            <a:extLst>
              <a:ext uri="{FF2B5EF4-FFF2-40B4-BE49-F238E27FC236}">
                <a16:creationId xmlns:a16="http://schemas.microsoft.com/office/drawing/2014/main" id="{9473BBAC-5E49-D232-DD40-88F0A384C43D}"/>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F0097772-0CF2-D067-5DE3-9F7218EB275A}"/>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AE81B4B-BA3D-7135-A5AE-5DD17977AE70}"/>
              </a:ext>
            </a:extLst>
          </p:cNvPr>
          <p:cNvSpPr txBox="1"/>
          <p:nvPr/>
        </p:nvSpPr>
        <p:spPr>
          <a:xfrm>
            <a:off x="4143022" y="3406653"/>
            <a:ext cx="570089" cy="230832"/>
          </a:xfrm>
          <a:prstGeom prst="rect">
            <a:avLst/>
          </a:prstGeom>
          <a:noFill/>
        </p:spPr>
        <p:txBody>
          <a:bodyPr wrap="square" rtlCol="0">
            <a:spAutoFit/>
          </a:bodyPr>
          <a:lstStyle/>
          <a:p>
            <a:pPr algn="ctr"/>
            <a:r>
              <a:rPr lang="en-US" sz="900" dirty="0"/>
              <a:t>35</a:t>
            </a:r>
          </a:p>
        </p:txBody>
      </p:sp>
      <p:sp>
        <p:nvSpPr>
          <p:cNvPr id="16" name="TextBox 15">
            <a:extLst>
              <a:ext uri="{FF2B5EF4-FFF2-40B4-BE49-F238E27FC236}">
                <a16:creationId xmlns:a16="http://schemas.microsoft.com/office/drawing/2014/main" id="{48E6BB28-0380-53A2-4F5D-3FE9A65A478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Tree>
    <p:extLst>
      <p:ext uri="{BB962C8B-B14F-4D97-AF65-F5344CB8AC3E}">
        <p14:creationId xmlns:p14="http://schemas.microsoft.com/office/powerpoint/2010/main" val="724740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DA71-D404-B367-1049-E6F25A0EEC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043F4A-20B1-EDBD-4247-AFBE7BB8C034}"/>
              </a:ext>
            </a:extLst>
          </p:cNvPr>
          <p:cNvSpPr>
            <a:spLocks noGrp="1"/>
          </p:cNvSpPr>
          <p:nvPr>
            <p:ph sz="half" idx="1"/>
          </p:nvPr>
        </p:nvSpPr>
        <p:spPr/>
        <p:txBody>
          <a:bodyPr/>
          <a:lstStyle/>
          <a:p>
            <a:r>
              <a:rPr lang="en-US" dirty="0"/>
              <a:t>In left center block, note 5678/78/67/56 quartet.  Forcing the 35 to be 5 also determines all lower cells on the thermometer.</a:t>
            </a:r>
          </a:p>
        </p:txBody>
      </p:sp>
      <p:pic>
        <p:nvPicPr>
          <p:cNvPr id="4" name="Picture 3" descr="A grid of sudoku puzzle&#10;&#10;Description automatically generated">
            <a:extLst>
              <a:ext uri="{FF2B5EF4-FFF2-40B4-BE49-F238E27FC236}">
                <a16:creationId xmlns:a16="http://schemas.microsoft.com/office/drawing/2014/main" id="{FEE3AF21-200E-E273-1C18-837DCBDA4A2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093E62A-2FA0-D0A0-1600-2230E66B6F9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6B2EF39-D4A4-861F-8A35-DFC3B572B0F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A2ED2BF-37C7-EEE7-B744-A94F78C1616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B4CF813-A018-C1A2-4634-F3331CF3E8DF}"/>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ACB4C778-2269-E13C-B6C3-4AC7B0ABBED4}"/>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23456</a:t>
            </a:r>
          </a:p>
        </p:txBody>
      </p:sp>
      <p:sp>
        <p:nvSpPr>
          <p:cNvPr id="9" name="TextBox 8">
            <a:extLst>
              <a:ext uri="{FF2B5EF4-FFF2-40B4-BE49-F238E27FC236}">
                <a16:creationId xmlns:a16="http://schemas.microsoft.com/office/drawing/2014/main" id="{1A03A916-0578-799F-FD7D-2F57C77FABEC}"/>
              </a:ext>
            </a:extLst>
          </p:cNvPr>
          <p:cNvSpPr txBox="1"/>
          <p:nvPr/>
        </p:nvSpPr>
        <p:spPr>
          <a:xfrm>
            <a:off x="3138310" y="1903821"/>
            <a:ext cx="570089" cy="230832"/>
          </a:xfrm>
          <a:prstGeom prst="rect">
            <a:avLst/>
          </a:prstGeom>
          <a:noFill/>
        </p:spPr>
        <p:txBody>
          <a:bodyPr wrap="square" rtlCol="0">
            <a:spAutoFit/>
          </a:bodyPr>
          <a:lstStyle/>
          <a:p>
            <a:pPr algn="ctr"/>
            <a:r>
              <a:rPr lang="en-US" sz="900" dirty="0"/>
              <a:t>4567</a:t>
            </a:r>
          </a:p>
        </p:txBody>
      </p:sp>
      <p:sp>
        <p:nvSpPr>
          <p:cNvPr id="11" name="TextBox 10">
            <a:extLst>
              <a:ext uri="{FF2B5EF4-FFF2-40B4-BE49-F238E27FC236}">
                <a16:creationId xmlns:a16="http://schemas.microsoft.com/office/drawing/2014/main" id="{F21AB1E2-A29B-BDB0-F210-9EC117152135}"/>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6AC5F482-BF5A-A779-CCBF-F5ADCFAE1622}"/>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43D1F14E-D9F1-7019-7C94-EE3622FD484F}"/>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16E9FD44-826A-4230-8257-75A1F1106BA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806A26A4-9979-44E4-A339-B0EF0A746B6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CEFF58B0-A39C-92C0-C4BD-6873DBDD341A}"/>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4B8565DD-7957-94BA-75C1-41A12C8B390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063409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5424-95D2-A450-A93D-9794ED76EE2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49B0CD-4EDD-504F-77E2-5358992FEAFA}"/>
              </a:ext>
            </a:extLst>
          </p:cNvPr>
          <p:cNvSpPr>
            <a:spLocks noGrp="1"/>
          </p:cNvSpPr>
          <p:nvPr>
            <p:ph sz="half" idx="1"/>
          </p:nvPr>
        </p:nvSpPr>
        <p:spPr/>
        <p:txBody>
          <a:bodyPr/>
          <a:lstStyle/>
          <a:p>
            <a:r>
              <a:rPr lang="en-US" dirty="0"/>
              <a:t>Last possible 4 in left center block.</a:t>
            </a:r>
          </a:p>
        </p:txBody>
      </p:sp>
      <p:pic>
        <p:nvPicPr>
          <p:cNvPr id="4" name="Picture 3" descr="A grid of sudoku puzzle&#10;&#10;Description automatically generated">
            <a:extLst>
              <a:ext uri="{FF2B5EF4-FFF2-40B4-BE49-F238E27FC236}">
                <a16:creationId xmlns:a16="http://schemas.microsoft.com/office/drawing/2014/main" id="{330AE8DC-1792-5573-9A5E-FEBE19FAC0C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D029646-A893-E883-1D73-D8DD5F52CE0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A0CC38F-6B93-BC1A-FD50-D57202856C4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E1AF859-4A5C-9EAE-FE7A-1D232E47794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CB9A6EF-F082-97CF-0E62-AC0B40EB9116}"/>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a:t>
            </a:r>
          </a:p>
        </p:txBody>
      </p:sp>
      <p:sp>
        <p:nvSpPr>
          <p:cNvPr id="8" name="TextBox 7">
            <a:extLst>
              <a:ext uri="{FF2B5EF4-FFF2-40B4-BE49-F238E27FC236}">
                <a16:creationId xmlns:a16="http://schemas.microsoft.com/office/drawing/2014/main" id="{2F2DD1F7-F4CF-0C33-C98B-DC6E94239C71}"/>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23456</a:t>
            </a:r>
          </a:p>
        </p:txBody>
      </p:sp>
      <p:sp>
        <p:nvSpPr>
          <p:cNvPr id="9" name="TextBox 8">
            <a:extLst>
              <a:ext uri="{FF2B5EF4-FFF2-40B4-BE49-F238E27FC236}">
                <a16:creationId xmlns:a16="http://schemas.microsoft.com/office/drawing/2014/main" id="{8E72BC23-3D1B-1F86-7DC9-EC220FAF3A32}"/>
              </a:ext>
            </a:extLst>
          </p:cNvPr>
          <p:cNvSpPr txBox="1"/>
          <p:nvPr/>
        </p:nvSpPr>
        <p:spPr>
          <a:xfrm>
            <a:off x="3138310" y="1903821"/>
            <a:ext cx="570089" cy="230832"/>
          </a:xfrm>
          <a:prstGeom prst="rect">
            <a:avLst/>
          </a:prstGeom>
          <a:noFill/>
        </p:spPr>
        <p:txBody>
          <a:bodyPr wrap="square" rtlCol="0">
            <a:spAutoFit/>
          </a:bodyPr>
          <a:lstStyle/>
          <a:p>
            <a:pPr algn="ctr"/>
            <a:r>
              <a:rPr lang="en-US" sz="900" dirty="0"/>
              <a:t>4567</a:t>
            </a:r>
          </a:p>
        </p:txBody>
      </p:sp>
      <p:sp>
        <p:nvSpPr>
          <p:cNvPr id="11" name="TextBox 10">
            <a:extLst>
              <a:ext uri="{FF2B5EF4-FFF2-40B4-BE49-F238E27FC236}">
                <a16:creationId xmlns:a16="http://schemas.microsoft.com/office/drawing/2014/main" id="{1F94ED4A-9EFD-91F3-0216-163184144DEF}"/>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7689CE6B-9F30-F041-238E-29F1A366C974}"/>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DFB3ABF4-28C4-4F92-C850-E3D099EF857D}"/>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6F0D6091-2EC5-1019-C1DD-96C148C82BFA}"/>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C1F8F42D-17CD-81D9-0444-8DB3859A161C}"/>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DABECE37-AA20-A6EF-D438-203212521F57}"/>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16139431-6A5C-C2C0-20FD-729E9FEB1B59}"/>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7D82D33E-489D-61EE-5059-D43EC155F129}"/>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050784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F8F6D-526C-AC54-922F-5C455D15CDB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A38FD0-5366-F978-D7A5-15BE80CA668F}"/>
              </a:ext>
            </a:extLst>
          </p:cNvPr>
          <p:cNvSpPr>
            <a:spLocks noGrp="1"/>
          </p:cNvSpPr>
          <p:nvPr>
            <p:ph sz="half" idx="1"/>
          </p:nvPr>
        </p:nvSpPr>
        <p:spPr/>
        <p:txBody>
          <a:bodyPr/>
          <a:lstStyle/>
          <a:p>
            <a:r>
              <a:rPr lang="en-US" dirty="0"/>
              <a:t>Nothing on this thermometer can be allowed to force a 78 sequence, because of the 78 cell, below.</a:t>
            </a:r>
          </a:p>
        </p:txBody>
      </p:sp>
      <p:pic>
        <p:nvPicPr>
          <p:cNvPr id="4" name="Picture 3" descr="A grid of sudoku puzzle&#10;&#10;Description automatically generated">
            <a:extLst>
              <a:ext uri="{FF2B5EF4-FFF2-40B4-BE49-F238E27FC236}">
                <a16:creationId xmlns:a16="http://schemas.microsoft.com/office/drawing/2014/main" id="{55D7F123-6933-733C-12ED-4DBA188272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8F4860F-1FAE-87FE-1F00-D9B5CAA03FA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13A9226-6C9A-E953-9D09-AB67ED1925E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7627A02-B590-9853-5FE9-6BE2B14F366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FD40699-FB91-60EC-0EEB-34686394D4E7}"/>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a:t>
            </a:r>
          </a:p>
        </p:txBody>
      </p:sp>
      <p:sp>
        <p:nvSpPr>
          <p:cNvPr id="8" name="TextBox 7">
            <a:extLst>
              <a:ext uri="{FF2B5EF4-FFF2-40B4-BE49-F238E27FC236}">
                <a16:creationId xmlns:a16="http://schemas.microsoft.com/office/drawing/2014/main" id="{C580B673-2872-1CD6-0CCC-5E70CE4A8154}"/>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2345</a:t>
            </a:r>
          </a:p>
        </p:txBody>
      </p:sp>
      <p:sp>
        <p:nvSpPr>
          <p:cNvPr id="9" name="TextBox 8">
            <a:extLst>
              <a:ext uri="{FF2B5EF4-FFF2-40B4-BE49-F238E27FC236}">
                <a16:creationId xmlns:a16="http://schemas.microsoft.com/office/drawing/2014/main" id="{FA4727F2-F4A0-929F-09B5-3D6491A7C654}"/>
              </a:ext>
            </a:extLst>
          </p:cNvPr>
          <p:cNvSpPr txBox="1"/>
          <p:nvPr/>
        </p:nvSpPr>
        <p:spPr>
          <a:xfrm>
            <a:off x="3138310" y="1903821"/>
            <a:ext cx="570089" cy="230832"/>
          </a:xfrm>
          <a:prstGeom prst="rect">
            <a:avLst/>
          </a:prstGeom>
          <a:noFill/>
        </p:spPr>
        <p:txBody>
          <a:bodyPr wrap="square" rtlCol="0">
            <a:spAutoFit/>
          </a:bodyPr>
          <a:lstStyle/>
          <a:p>
            <a:pPr algn="ctr"/>
            <a:r>
              <a:rPr lang="en-US" sz="900" dirty="0"/>
              <a:t>456</a:t>
            </a:r>
          </a:p>
        </p:txBody>
      </p:sp>
      <p:sp>
        <p:nvSpPr>
          <p:cNvPr id="11" name="TextBox 10">
            <a:extLst>
              <a:ext uri="{FF2B5EF4-FFF2-40B4-BE49-F238E27FC236}">
                <a16:creationId xmlns:a16="http://schemas.microsoft.com/office/drawing/2014/main" id="{4763BF74-2B37-0D32-D749-4F23ECC8FAC6}"/>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66EC61DA-EF88-05CD-A801-A6D8D0FB5DF2}"/>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EB62AC81-0359-14F1-E5E6-F566A9173FBE}"/>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4B366F5A-9A2A-79F9-EC85-A5967426510D}"/>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3643693E-DA94-00A5-583E-45EDBF74C31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5AEAA7AB-A3D7-940A-153B-EA79F2C72D73}"/>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717F65C8-A6FC-7C7D-B824-D06294D396A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BCAAB02C-CDCF-2BBA-236B-8CD59B3BA823}"/>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981268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B8161-C941-4E88-7C87-F486C1030E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A4AFFD-6177-7ED9-F3F9-3D5E2847EC9A}"/>
              </a:ext>
            </a:extLst>
          </p:cNvPr>
          <p:cNvSpPr>
            <a:spLocks noGrp="1"/>
          </p:cNvSpPr>
          <p:nvPr>
            <p:ph sz="half" idx="1"/>
          </p:nvPr>
        </p:nvSpPr>
        <p:spPr/>
        <p:txBody>
          <a:bodyPr/>
          <a:lstStyle/>
          <a:p>
            <a:r>
              <a:rPr lang="en-US" dirty="0"/>
              <a:t>Similarly, if this 6 were allowed to stand, this thermometer would have to have a 67 sequence (conflicts with 67 cell, below), or a 68 sequence (which would force consecutive 7’s, below).</a:t>
            </a:r>
          </a:p>
        </p:txBody>
      </p:sp>
      <p:pic>
        <p:nvPicPr>
          <p:cNvPr id="4" name="Picture 3" descr="A grid of sudoku puzzle&#10;&#10;Description automatically generated">
            <a:extLst>
              <a:ext uri="{FF2B5EF4-FFF2-40B4-BE49-F238E27FC236}">
                <a16:creationId xmlns:a16="http://schemas.microsoft.com/office/drawing/2014/main" id="{E5FEBB7F-1A74-B5DC-8DA0-6F73D1E35D4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60AB546-6CC6-40F5-B53D-28E8DEF432C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EEDB879-159A-782B-C6CD-C0116A883AD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D73A94E-D3BC-4842-42CC-BFBD47F649A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2CC7480-57E2-54AC-8D4B-77CFEC268D0E}"/>
              </a:ext>
            </a:extLst>
          </p:cNvPr>
          <p:cNvSpPr txBox="1"/>
          <p:nvPr/>
        </p:nvSpPr>
        <p:spPr>
          <a:xfrm>
            <a:off x="3138310"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BA2E7351-BECE-B159-2EBF-D8693F067AB5}"/>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B716C84A-2FD3-B7D5-C317-464EB7AC7EAF}"/>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4D32E053-7DE0-5E04-D05E-0CD04A3BE99E}"/>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19940939-B3A2-FFE5-DDAA-B62ABA87E236}"/>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55A6E8C5-8280-AA79-714A-A3BF27BE362C}"/>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2E93FCAF-FF88-A643-293C-A6D1A1DF5071}"/>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32267EC1-5675-BEDF-7983-7320DC9EE883}"/>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E603CE7-DDC9-77E9-A47F-BC9546EC0F94}"/>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8535687F-DD1E-E873-57CE-CBE70500432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01124216-8B1F-5293-8937-4963D93E2470}"/>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506001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6F6E8-DBB7-717E-CFB6-7A43D99D3B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50D75-AF22-2E71-9F06-97F561EDDE7E}"/>
              </a:ext>
            </a:extLst>
          </p:cNvPr>
          <p:cNvSpPr>
            <a:spLocks noGrp="1"/>
          </p:cNvSpPr>
          <p:nvPr>
            <p:ph sz="half" idx="1"/>
          </p:nvPr>
        </p:nvSpPr>
        <p:spPr/>
        <p:txBody>
          <a:bodyPr>
            <a:normAutofit/>
          </a:bodyPr>
          <a:lstStyle/>
          <a:p>
            <a:r>
              <a:rPr lang="en-US" dirty="0"/>
              <a:t>In the upper left block, the 9 must be on the tip of a thermometer, since no digit exceeds it. There is only one possibility.</a:t>
            </a:r>
          </a:p>
        </p:txBody>
      </p:sp>
      <p:pic>
        <p:nvPicPr>
          <p:cNvPr id="4" name="Picture 3" descr="A grid of sudoku puzzle&#10;&#10;Description automatically generated">
            <a:extLst>
              <a:ext uri="{FF2B5EF4-FFF2-40B4-BE49-F238E27FC236}">
                <a16:creationId xmlns:a16="http://schemas.microsoft.com/office/drawing/2014/main" id="{B70D6EDD-CFDC-B692-8A18-334BE6F1DA8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4519513-C665-2EC9-F4C0-6DA3DCAA56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A3A0101-3B3E-05FF-8E30-02A52DAFAA0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1063CFC-E76C-3A8E-AC39-D74C0F8501C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87043BA-67EA-4258-E1E5-474354AFA6E5}"/>
              </a:ext>
            </a:extLst>
          </p:cNvPr>
          <p:cNvSpPr txBox="1"/>
          <p:nvPr/>
        </p:nvSpPr>
        <p:spPr>
          <a:xfrm>
            <a:off x="3138310"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3268135B-3EBB-C410-D732-881C7E1DF906}"/>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A1395336-17BF-8859-D26C-D0365DD3379A}"/>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CB47EBD2-3AA5-B8FB-6A5D-FEE297A7AD0E}"/>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D252C3EF-7553-C334-D1D3-439BA54A9F8E}"/>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A423B873-1862-466E-59EC-D73736DCC591}"/>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C1CD1AC5-A5CB-8456-3F70-93A5435C29E5}"/>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67A261DD-7A09-A977-768B-0ED6D3DA687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308904E9-2EDB-49BB-473D-967443B9F5D6}"/>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AB2949A1-E2A7-4CFD-D90D-EAF8FB65FFD0}"/>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62827183-AC13-4200-21EC-AA959120CCC5}"/>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CD3196DE-4B28-E776-007F-CEB5BD6C6E87}"/>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377338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DC33-2419-1EB1-7112-A4F8395AB3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41743F-4481-3029-0DCB-C6BC9F7F6691}"/>
              </a:ext>
            </a:extLst>
          </p:cNvPr>
          <p:cNvSpPr>
            <a:spLocks noGrp="1"/>
          </p:cNvSpPr>
          <p:nvPr>
            <p:ph sz="half" idx="1"/>
          </p:nvPr>
        </p:nvSpPr>
        <p:spPr/>
        <p:txBody>
          <a:bodyPr>
            <a:normAutofit/>
          </a:bodyPr>
          <a:lstStyle/>
          <a:p>
            <a:r>
              <a:rPr lang="en-US" dirty="0"/>
              <a:t>Initialize these thermometers.</a:t>
            </a:r>
          </a:p>
        </p:txBody>
      </p:sp>
      <p:pic>
        <p:nvPicPr>
          <p:cNvPr id="4" name="Picture 3" descr="A grid of sudoku puzzle&#10;&#10;Description automatically generated">
            <a:extLst>
              <a:ext uri="{FF2B5EF4-FFF2-40B4-BE49-F238E27FC236}">
                <a16:creationId xmlns:a16="http://schemas.microsoft.com/office/drawing/2014/main" id="{E5C17F5C-E358-BDAC-A4FF-278720C6DFE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B419B2F-3C5E-8F1C-1F2C-A77A5F316EC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E92333D-1D0F-6431-4CB3-955F2B09AF7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098A52-B31C-0304-BE8F-B39C64C7E75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333BC29-77E5-A817-0957-E579E6433D0B}"/>
              </a:ext>
            </a:extLst>
          </p:cNvPr>
          <p:cNvSpPr txBox="1"/>
          <p:nvPr/>
        </p:nvSpPr>
        <p:spPr>
          <a:xfrm>
            <a:off x="3138310"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FE5F3F16-0752-ADD9-D4C4-C1496EADB539}"/>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4AF64D0E-E3FB-0544-C18F-FC63D3BE4845}"/>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5FAF9533-F629-BA19-683F-1DADBC5191E8}"/>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53C8707B-B22D-CA83-8DB7-4D8139ECD02F}"/>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2859A9E7-7D36-8CB4-4990-84996DFE4E71}"/>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5CC20779-DC07-ACAB-9EF2-370AF5A2911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C670DD32-5067-37D5-50BB-6C5F315E1AC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9049EECA-4E7C-436E-0A44-A0B40A1D00E1}"/>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7FDD3520-7258-2CF9-8964-03D0DF9B804E}"/>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FECEAB66-7A5E-690B-2C81-67027685B5B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6CE2FACB-680D-36B6-009D-A4DB996FE7E5}"/>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6498EB3B-168D-E2CE-8DAD-2FDDC866CD5B}"/>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15" name="TextBox 14">
            <a:extLst>
              <a:ext uri="{FF2B5EF4-FFF2-40B4-BE49-F238E27FC236}">
                <a16:creationId xmlns:a16="http://schemas.microsoft.com/office/drawing/2014/main" id="{96F80915-BF06-A0D8-21B5-821B1195FE8A}"/>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21" name="TextBox 20">
            <a:extLst>
              <a:ext uri="{FF2B5EF4-FFF2-40B4-BE49-F238E27FC236}">
                <a16:creationId xmlns:a16="http://schemas.microsoft.com/office/drawing/2014/main" id="{92F4623E-838A-F84E-D433-B9D220420EA1}"/>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22" name="TextBox 21">
            <a:extLst>
              <a:ext uri="{FF2B5EF4-FFF2-40B4-BE49-F238E27FC236}">
                <a16:creationId xmlns:a16="http://schemas.microsoft.com/office/drawing/2014/main" id="{9DD23EDB-664A-9FC7-8924-BE24CF8AEB82}"/>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23" name="TextBox 22">
            <a:extLst>
              <a:ext uri="{FF2B5EF4-FFF2-40B4-BE49-F238E27FC236}">
                <a16:creationId xmlns:a16="http://schemas.microsoft.com/office/drawing/2014/main" id="{D5A9D3C2-EA62-11E9-5096-BB26A3958078}"/>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Tree>
    <p:extLst>
      <p:ext uri="{BB962C8B-B14F-4D97-AF65-F5344CB8AC3E}">
        <p14:creationId xmlns:p14="http://schemas.microsoft.com/office/powerpoint/2010/main" val="3969323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D1A3-2046-DA24-B02F-79C840F215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29B9A5-937E-8FDE-F877-4F2FC8951B9A}"/>
              </a:ext>
            </a:extLst>
          </p:cNvPr>
          <p:cNvSpPr>
            <a:spLocks noGrp="1"/>
          </p:cNvSpPr>
          <p:nvPr>
            <p:ph sz="half" idx="1"/>
          </p:nvPr>
        </p:nvSpPr>
        <p:spPr/>
        <p:txBody>
          <a:bodyPr/>
          <a:lstStyle/>
          <a:p>
            <a:r>
              <a:rPr lang="en-US" dirty="0"/>
              <a:t>Initialize thermometers in Column 2.</a:t>
            </a:r>
          </a:p>
        </p:txBody>
      </p:sp>
      <p:pic>
        <p:nvPicPr>
          <p:cNvPr id="4" name="Picture 3" descr="A grid of sudoku puzzle&#10;&#10;Description automatically generated">
            <a:extLst>
              <a:ext uri="{FF2B5EF4-FFF2-40B4-BE49-F238E27FC236}">
                <a16:creationId xmlns:a16="http://schemas.microsoft.com/office/drawing/2014/main" id="{30D27F57-0D2B-2E43-C268-BE4ABE8B089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C76CBC5-DF7D-8B3A-7C28-B887BD7CCAE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B704A4-18C8-2726-6EC4-A9B97AF7C20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9D9C77A-C63B-9891-DB37-09309B5375C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3A28F35-5D7E-DE36-C516-A037328285C2}"/>
              </a:ext>
            </a:extLst>
          </p:cNvPr>
          <p:cNvSpPr txBox="1"/>
          <p:nvPr/>
        </p:nvSpPr>
        <p:spPr>
          <a:xfrm>
            <a:off x="3138310"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E42E5F15-5C8A-EA76-A3F1-AA005AF88DF2}"/>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28B73550-4C17-2DB7-0D5B-AEC38848C0AC}"/>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8211FE21-4A21-87FC-0082-85D42C464CE0}"/>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13DB9553-C8A0-855F-C657-B8D6C8B57563}"/>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65AE0DE8-7873-FD0D-927D-927B64A3D442}"/>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0854792B-9D5F-E88D-4E3C-1C7933E95FE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C1CE917E-0060-C865-9174-46F3536C66D3}"/>
              </a:ext>
            </a:extLst>
          </p:cNvPr>
          <p:cNvSpPr txBox="1"/>
          <p:nvPr/>
        </p:nvSpPr>
        <p:spPr>
          <a:xfrm>
            <a:off x="3640666" y="901933"/>
            <a:ext cx="570089" cy="230832"/>
          </a:xfrm>
          <a:prstGeom prst="rect">
            <a:avLst/>
          </a:prstGeom>
          <a:noFill/>
        </p:spPr>
        <p:txBody>
          <a:bodyPr wrap="square" rtlCol="0">
            <a:spAutoFit/>
          </a:bodyPr>
          <a:lstStyle/>
          <a:p>
            <a:pPr algn="ctr"/>
            <a:r>
              <a:rPr lang="en-US" sz="900" dirty="0"/>
              <a:t>12356</a:t>
            </a:r>
          </a:p>
        </p:txBody>
      </p:sp>
      <p:sp>
        <p:nvSpPr>
          <p:cNvPr id="18" name="TextBox 17">
            <a:extLst>
              <a:ext uri="{FF2B5EF4-FFF2-40B4-BE49-F238E27FC236}">
                <a16:creationId xmlns:a16="http://schemas.microsoft.com/office/drawing/2014/main" id="{40FA11CE-FEA2-00A9-5DBB-4EBCFE21372C}"/>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71FE0737-3A69-0C29-FFE2-27116889A340}"/>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453EB223-1E6B-0FDC-8C83-D22B91AF130C}"/>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EF4B4E12-1649-F61A-24FA-BA4941C6EA27}"/>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067192C4-5D8D-81F5-93C5-1794CAAF29D2}"/>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C96A3317-4F49-2C93-B9DE-03780B87D17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22EB639-A017-561F-9B67-9D2A3436D9F6}"/>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836B1BA-A87E-57A4-A71E-4F9D90E073FC}"/>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DC02A262-858A-650D-8711-33F7B57E5272}"/>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660CCCA0-2A58-B48E-D8E1-E007D01668D4}"/>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0F9DE256-0B1F-96E0-5F24-61974C02108E}"/>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CF1583AB-B8E8-1649-F0D0-60165096AE98}"/>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41C289BE-509E-0299-9DA8-B4ACDFDC002E}"/>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D351E779-61EA-1EFE-249F-E8DDEE0F972A}"/>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6AD9BEE5-6F4F-1DAA-4904-4A70E0978A6A}"/>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Tree>
    <p:extLst>
      <p:ext uri="{BB962C8B-B14F-4D97-AF65-F5344CB8AC3E}">
        <p14:creationId xmlns:p14="http://schemas.microsoft.com/office/powerpoint/2010/main" val="2002538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4DF94-4DDE-9B84-8C1F-383528FE053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2907A4-B13A-DB19-3502-C7A2F942F008}"/>
              </a:ext>
            </a:extLst>
          </p:cNvPr>
          <p:cNvSpPr>
            <a:spLocks noGrp="1"/>
          </p:cNvSpPr>
          <p:nvPr>
            <p:ph sz="half" idx="1"/>
          </p:nvPr>
        </p:nvSpPr>
        <p:spPr/>
        <p:txBody>
          <a:bodyPr/>
          <a:lstStyle/>
          <a:p>
            <a:r>
              <a:rPr lang="en-US" dirty="0"/>
              <a:t>Initialize arrows of length 3 (all are within a single column or block).</a:t>
            </a:r>
          </a:p>
        </p:txBody>
      </p:sp>
      <p:pic>
        <p:nvPicPr>
          <p:cNvPr id="4" name="Picture 3" descr="A grid of sudoku puzzle&#10;&#10;Description automatically generated">
            <a:extLst>
              <a:ext uri="{FF2B5EF4-FFF2-40B4-BE49-F238E27FC236}">
                <a16:creationId xmlns:a16="http://schemas.microsoft.com/office/drawing/2014/main" id="{BBE74D81-B3D4-02AA-9351-935D7E64039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BAECDA0-0A94-0CCF-A0AB-36FE58E73C7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A9DF349-B07C-12B0-567F-764C8FF84B6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E8DDBD4-C766-CC10-A6C4-7BB6AD4391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3C8E6EC-C184-03D5-2473-1E437D8532FD}"/>
              </a:ext>
            </a:extLst>
          </p:cNvPr>
          <p:cNvSpPr txBox="1"/>
          <p:nvPr/>
        </p:nvSpPr>
        <p:spPr>
          <a:xfrm>
            <a:off x="3138310"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F0DDA5F2-F041-7AC8-CC76-58229C323D0C}"/>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FBA6A0E1-7B0B-1894-7010-70717119FF2B}"/>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613CABE0-4384-9496-5E05-9259B5AA416C}"/>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056A5F9A-0EB9-D529-9463-A0F7B302F10A}"/>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62847C81-7F56-2C2E-0947-CECEAB8B3DFC}"/>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A7FD5FBD-30ED-57C1-2CA0-57CE411109C3}"/>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584B7C0D-0E5D-ADF3-B43D-5C24A03ED9BB}"/>
              </a:ext>
            </a:extLst>
          </p:cNvPr>
          <p:cNvSpPr txBox="1"/>
          <p:nvPr/>
        </p:nvSpPr>
        <p:spPr>
          <a:xfrm>
            <a:off x="3640666" y="901933"/>
            <a:ext cx="570089" cy="230832"/>
          </a:xfrm>
          <a:prstGeom prst="rect">
            <a:avLst/>
          </a:prstGeom>
          <a:noFill/>
        </p:spPr>
        <p:txBody>
          <a:bodyPr wrap="square" rtlCol="0">
            <a:spAutoFit/>
          </a:bodyPr>
          <a:lstStyle/>
          <a:p>
            <a:pPr algn="ctr"/>
            <a:r>
              <a:rPr lang="en-US" sz="900" dirty="0"/>
              <a:t>12356</a:t>
            </a:r>
          </a:p>
        </p:txBody>
      </p:sp>
      <p:sp>
        <p:nvSpPr>
          <p:cNvPr id="18" name="TextBox 17">
            <a:extLst>
              <a:ext uri="{FF2B5EF4-FFF2-40B4-BE49-F238E27FC236}">
                <a16:creationId xmlns:a16="http://schemas.microsoft.com/office/drawing/2014/main" id="{001931E2-3274-3CF3-4035-6A0D34C934BF}"/>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C4BDCA1A-7FD2-EC6F-519F-3229D2D3ECEA}"/>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590FE936-CFF3-50DC-7A02-43E7978A70F0}"/>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04825EE0-836C-D06F-FABB-4626B111436C}"/>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7F3FA3D3-38A6-E6C6-A221-77BFD6F767BC}"/>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8CF58BDA-0EFF-4E4A-635B-3E2AFAC3B15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BABA7818-DF9D-F53B-58B4-732262311694}"/>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06418721-9723-BA31-5B63-C7E20053C6A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B79A16B-A80C-077C-3DCF-878E31B6E1F5}"/>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471FE8C8-4A46-AD6B-EBBD-3CCA95255D22}"/>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3EDEA210-4EE4-A828-8B87-B105D80B8989}"/>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93A8D5A8-54BB-0A75-FAD5-7DEC6A6C2E3C}"/>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D413A155-9295-3B7E-754B-9045107813AC}"/>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663ABD46-EEA9-BCE7-3F0E-3D5E722CD1A2}"/>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B75E6E76-7B8F-3620-3A2A-E8D1D6857B37}"/>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76C33C0A-601D-C4A4-7EF0-71F2CECC7961}"/>
              </a:ext>
            </a:extLst>
          </p:cNvPr>
          <p:cNvSpPr txBox="1"/>
          <p:nvPr/>
        </p:nvSpPr>
        <p:spPr>
          <a:xfrm>
            <a:off x="5147734" y="774717"/>
            <a:ext cx="570089" cy="230832"/>
          </a:xfrm>
          <a:prstGeom prst="rect">
            <a:avLst/>
          </a:prstGeom>
          <a:noFill/>
        </p:spPr>
        <p:txBody>
          <a:bodyPr wrap="square" rtlCol="0">
            <a:spAutoFit/>
          </a:bodyPr>
          <a:lstStyle/>
          <a:p>
            <a:pPr algn="ctr"/>
            <a:r>
              <a:rPr lang="en-US" sz="900" dirty="0"/>
              <a:t>123456</a:t>
            </a:r>
          </a:p>
        </p:txBody>
      </p:sp>
      <p:sp>
        <p:nvSpPr>
          <p:cNvPr id="12" name="TextBox 11">
            <a:extLst>
              <a:ext uri="{FF2B5EF4-FFF2-40B4-BE49-F238E27FC236}">
                <a16:creationId xmlns:a16="http://schemas.microsoft.com/office/drawing/2014/main" id="{EBD0D175-38A4-8621-7AE6-BD117AA7D72F}"/>
              </a:ext>
            </a:extLst>
          </p:cNvPr>
          <p:cNvSpPr txBox="1"/>
          <p:nvPr/>
        </p:nvSpPr>
        <p:spPr>
          <a:xfrm>
            <a:off x="5650090" y="774717"/>
            <a:ext cx="570089" cy="230832"/>
          </a:xfrm>
          <a:prstGeom prst="rect">
            <a:avLst/>
          </a:prstGeom>
          <a:noFill/>
        </p:spPr>
        <p:txBody>
          <a:bodyPr wrap="square" rtlCol="0">
            <a:spAutoFit/>
          </a:bodyPr>
          <a:lstStyle/>
          <a:p>
            <a:pPr algn="ctr"/>
            <a:r>
              <a:rPr lang="en-US" sz="900" dirty="0"/>
              <a:t>123456</a:t>
            </a:r>
          </a:p>
        </p:txBody>
      </p:sp>
      <p:sp>
        <p:nvSpPr>
          <p:cNvPr id="15" name="TextBox 14">
            <a:extLst>
              <a:ext uri="{FF2B5EF4-FFF2-40B4-BE49-F238E27FC236}">
                <a16:creationId xmlns:a16="http://schemas.microsoft.com/office/drawing/2014/main" id="{8BA5EB4E-F588-74BA-361B-17CA58095E64}"/>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0" name="TextBox 29">
            <a:extLst>
              <a:ext uri="{FF2B5EF4-FFF2-40B4-BE49-F238E27FC236}">
                <a16:creationId xmlns:a16="http://schemas.microsoft.com/office/drawing/2014/main" id="{64C1FA71-E3E3-E769-E776-C0C872830B79}"/>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123456</a:t>
            </a:r>
          </a:p>
        </p:txBody>
      </p:sp>
      <p:sp>
        <p:nvSpPr>
          <p:cNvPr id="34" name="TextBox 33">
            <a:extLst>
              <a:ext uri="{FF2B5EF4-FFF2-40B4-BE49-F238E27FC236}">
                <a16:creationId xmlns:a16="http://schemas.microsoft.com/office/drawing/2014/main" id="{5ED4CB92-2E03-67B7-6EF5-C770D24CBDAE}"/>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123456</a:t>
            </a:r>
          </a:p>
        </p:txBody>
      </p:sp>
      <p:sp>
        <p:nvSpPr>
          <p:cNvPr id="35" name="TextBox 34">
            <a:extLst>
              <a:ext uri="{FF2B5EF4-FFF2-40B4-BE49-F238E27FC236}">
                <a16:creationId xmlns:a16="http://schemas.microsoft.com/office/drawing/2014/main" id="{F856FDBF-48B2-2AAC-92FD-A77598579F7F}"/>
              </a:ext>
            </a:extLst>
          </p:cNvPr>
          <p:cNvSpPr txBox="1"/>
          <p:nvPr/>
        </p:nvSpPr>
        <p:spPr>
          <a:xfrm>
            <a:off x="5650090" y="1903821"/>
            <a:ext cx="570089" cy="230832"/>
          </a:xfrm>
          <a:prstGeom prst="rect">
            <a:avLst/>
          </a:prstGeom>
          <a:noFill/>
        </p:spPr>
        <p:txBody>
          <a:bodyPr wrap="square" rtlCol="0">
            <a:spAutoFit/>
          </a:bodyPr>
          <a:lstStyle/>
          <a:p>
            <a:pPr algn="ctr"/>
            <a:r>
              <a:rPr lang="en-US" sz="900" dirty="0"/>
              <a:t>6789</a:t>
            </a:r>
          </a:p>
        </p:txBody>
      </p:sp>
      <p:sp>
        <p:nvSpPr>
          <p:cNvPr id="36" name="TextBox 35">
            <a:extLst>
              <a:ext uri="{FF2B5EF4-FFF2-40B4-BE49-F238E27FC236}">
                <a16:creationId xmlns:a16="http://schemas.microsoft.com/office/drawing/2014/main" id="{E64AACD9-409E-87EC-8ED4-579434B44E55}"/>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123456</a:t>
            </a:r>
          </a:p>
        </p:txBody>
      </p:sp>
      <p:sp>
        <p:nvSpPr>
          <p:cNvPr id="37" name="TextBox 36">
            <a:extLst>
              <a:ext uri="{FF2B5EF4-FFF2-40B4-BE49-F238E27FC236}">
                <a16:creationId xmlns:a16="http://schemas.microsoft.com/office/drawing/2014/main" id="{DED3D655-1F15-915A-FD77-CCC5C1289CC7}"/>
              </a:ext>
            </a:extLst>
          </p:cNvPr>
          <p:cNvSpPr txBox="1"/>
          <p:nvPr/>
        </p:nvSpPr>
        <p:spPr>
          <a:xfrm>
            <a:off x="7157158" y="2484275"/>
            <a:ext cx="570089" cy="230832"/>
          </a:xfrm>
          <a:prstGeom prst="rect">
            <a:avLst/>
          </a:prstGeom>
          <a:noFill/>
        </p:spPr>
        <p:txBody>
          <a:bodyPr wrap="square" rtlCol="0">
            <a:spAutoFit/>
          </a:bodyPr>
          <a:lstStyle/>
          <a:p>
            <a:pPr algn="ctr"/>
            <a:r>
              <a:rPr lang="en-US" sz="900" dirty="0"/>
              <a:t>123456</a:t>
            </a:r>
          </a:p>
        </p:txBody>
      </p:sp>
      <p:sp>
        <p:nvSpPr>
          <p:cNvPr id="38" name="TextBox 37">
            <a:extLst>
              <a:ext uri="{FF2B5EF4-FFF2-40B4-BE49-F238E27FC236}">
                <a16:creationId xmlns:a16="http://schemas.microsoft.com/office/drawing/2014/main" id="{9776C329-0D27-DDC6-3708-18DC54576695}"/>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56B001EF-42D5-63F0-DEB8-0BD6C76B83BC}"/>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123456</a:t>
            </a:r>
          </a:p>
        </p:txBody>
      </p:sp>
      <p:sp>
        <p:nvSpPr>
          <p:cNvPr id="40" name="TextBox 39">
            <a:extLst>
              <a:ext uri="{FF2B5EF4-FFF2-40B4-BE49-F238E27FC236}">
                <a16:creationId xmlns:a16="http://schemas.microsoft.com/office/drawing/2014/main" id="{51E58D9D-F202-0355-7429-806C6A361008}"/>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86D9544B-F788-BC86-A025-8EDACD501787}"/>
              </a:ext>
            </a:extLst>
          </p:cNvPr>
          <p:cNvSpPr txBox="1"/>
          <p:nvPr/>
        </p:nvSpPr>
        <p:spPr>
          <a:xfrm>
            <a:off x="4645378" y="2985219"/>
            <a:ext cx="570089" cy="230832"/>
          </a:xfrm>
          <a:prstGeom prst="rect">
            <a:avLst/>
          </a:prstGeom>
          <a:noFill/>
        </p:spPr>
        <p:txBody>
          <a:bodyPr wrap="square" rtlCol="0">
            <a:spAutoFit/>
          </a:bodyPr>
          <a:lstStyle/>
          <a:p>
            <a:pPr algn="ctr"/>
            <a:r>
              <a:rPr lang="en-US" sz="900" dirty="0"/>
              <a:t>123456</a:t>
            </a:r>
          </a:p>
        </p:txBody>
      </p:sp>
    </p:spTree>
    <p:extLst>
      <p:ext uri="{BB962C8B-B14F-4D97-AF65-F5344CB8AC3E}">
        <p14:creationId xmlns:p14="http://schemas.microsoft.com/office/powerpoint/2010/main" val="1419622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0F49E-F423-BDC7-EB74-2A7F7F1076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489E5D-3AC4-23F3-B564-319D9B146FA2}"/>
              </a:ext>
            </a:extLst>
          </p:cNvPr>
          <p:cNvSpPr>
            <a:spLocks noGrp="1"/>
          </p:cNvSpPr>
          <p:nvPr>
            <p:ph sz="half" idx="1"/>
          </p:nvPr>
        </p:nvSpPr>
        <p:spPr/>
        <p:txBody>
          <a:bodyPr/>
          <a:lstStyle/>
          <a:p>
            <a:r>
              <a:rPr lang="en-US" dirty="0"/>
              <a:t>Reduce. (Note that the 1 in the upper left block must be in the bulb of a thermometer, since no digit is less than it. No 9 in the sum means no 6 on the arrow.)</a:t>
            </a:r>
          </a:p>
        </p:txBody>
      </p:sp>
      <p:pic>
        <p:nvPicPr>
          <p:cNvPr id="4" name="Picture 3" descr="A grid of sudoku puzzle&#10;&#10;Description automatically generated">
            <a:extLst>
              <a:ext uri="{FF2B5EF4-FFF2-40B4-BE49-F238E27FC236}">
                <a16:creationId xmlns:a16="http://schemas.microsoft.com/office/drawing/2014/main" id="{B921D85E-2F70-1992-48AF-2FA57A40D42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47710BC-8E3F-3C76-5732-EC33B280B2E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39C5511-DC40-FC38-180B-E0C3E40B0D0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5F96DAC-453A-EAC3-F1FD-BAE347A3AD2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F918C2C-A2B4-544E-B2F3-A08454B98E58}"/>
              </a:ext>
            </a:extLst>
          </p:cNvPr>
          <p:cNvSpPr txBox="1"/>
          <p:nvPr/>
        </p:nvSpPr>
        <p:spPr>
          <a:xfrm>
            <a:off x="3138310"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C39971F3-FFE0-7993-BF5D-57893BB020AC}"/>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87D1E342-F984-418A-C22F-C577314701D9}"/>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EB0D916D-DB6D-C65A-6BEB-AE922564E224}"/>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227A624C-9F82-8B32-A761-AD60935F1E00}"/>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6181B8DB-2CF0-1978-6D84-9E65320A46F8}"/>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51B8C2D9-371E-454C-28C7-6BB7CD8DDCF3}"/>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E0CAFB43-8337-ACA4-9C48-4B8BDACB9AA7}"/>
              </a:ext>
            </a:extLst>
          </p:cNvPr>
          <p:cNvSpPr txBox="1"/>
          <p:nvPr/>
        </p:nvSpPr>
        <p:spPr>
          <a:xfrm>
            <a:off x="3640666" y="901933"/>
            <a:ext cx="570089" cy="230832"/>
          </a:xfrm>
          <a:prstGeom prst="rect">
            <a:avLst/>
          </a:prstGeom>
          <a:noFill/>
        </p:spPr>
        <p:txBody>
          <a:bodyPr wrap="square" rtlCol="0">
            <a:spAutoFit/>
          </a:bodyPr>
          <a:lstStyle/>
          <a:p>
            <a:pPr algn="ctr"/>
            <a:r>
              <a:rPr lang="en-US" sz="900" dirty="0"/>
              <a:t>12356</a:t>
            </a:r>
          </a:p>
        </p:txBody>
      </p:sp>
      <p:sp>
        <p:nvSpPr>
          <p:cNvPr id="18" name="TextBox 17">
            <a:extLst>
              <a:ext uri="{FF2B5EF4-FFF2-40B4-BE49-F238E27FC236}">
                <a16:creationId xmlns:a16="http://schemas.microsoft.com/office/drawing/2014/main" id="{1472C455-E87B-58A4-2F70-ACEE40619CCD}"/>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97279DD2-E89C-63B4-D922-A52C94504E64}"/>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5B1ADF26-8478-027E-E942-ED6E831FE041}"/>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AB328AC0-BCC0-C4EB-56DF-4695AABE9118}"/>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B9C54C25-6B30-E84D-357A-9ABCDC74785C}"/>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6EA58FCE-5628-683F-6366-6B0B4DAE9A8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E5111CE4-DB3F-8FD1-43D4-C127E8272F06}"/>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1FA2A633-7F59-5283-8289-A609467FE68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EE2C38CD-638B-6139-5E51-6A3F9557C35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00902E76-5569-D646-3D4E-011F2741CF21}"/>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9B3F46D9-FDEB-E096-670D-123FFEC38CFD}"/>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F23623EE-DEBA-908C-2F82-EA191B276EC9}"/>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C616A87C-505E-E084-CB02-F0F2C7D729B1}"/>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4F8C21D4-DCAE-9E84-648B-1B83B2A21079}"/>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C509FE66-6DBA-DE95-484A-6F95803DD353}"/>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400314ED-1400-DBCD-0EF4-C06DE1C04CBA}"/>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6281365E-4250-E0DA-27C7-08546E009024}"/>
              </a:ext>
            </a:extLst>
          </p:cNvPr>
          <p:cNvSpPr txBox="1"/>
          <p:nvPr/>
        </p:nvSpPr>
        <p:spPr>
          <a:xfrm>
            <a:off x="5650090" y="774717"/>
            <a:ext cx="570089" cy="230832"/>
          </a:xfrm>
          <a:prstGeom prst="rect">
            <a:avLst/>
          </a:prstGeom>
          <a:noFill/>
        </p:spPr>
        <p:txBody>
          <a:bodyPr wrap="square" rtlCol="0">
            <a:spAutoFit/>
          </a:bodyPr>
          <a:lstStyle/>
          <a:p>
            <a:pPr algn="ctr"/>
            <a:r>
              <a:rPr lang="en-US" sz="900" dirty="0"/>
              <a:t>245</a:t>
            </a:r>
          </a:p>
        </p:txBody>
      </p:sp>
      <p:sp>
        <p:nvSpPr>
          <p:cNvPr id="15" name="TextBox 14">
            <a:extLst>
              <a:ext uri="{FF2B5EF4-FFF2-40B4-BE49-F238E27FC236}">
                <a16:creationId xmlns:a16="http://schemas.microsoft.com/office/drawing/2014/main" id="{DFE736E5-4331-6768-7493-57787A080E88}"/>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0" name="TextBox 29">
            <a:extLst>
              <a:ext uri="{FF2B5EF4-FFF2-40B4-BE49-F238E27FC236}">
                <a16:creationId xmlns:a16="http://schemas.microsoft.com/office/drawing/2014/main" id="{6FE07D3A-C345-28C9-BCF1-3AFADA6E4D5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1245</a:t>
            </a:r>
          </a:p>
        </p:txBody>
      </p:sp>
      <p:sp>
        <p:nvSpPr>
          <p:cNvPr id="34" name="TextBox 33">
            <a:extLst>
              <a:ext uri="{FF2B5EF4-FFF2-40B4-BE49-F238E27FC236}">
                <a16:creationId xmlns:a16="http://schemas.microsoft.com/office/drawing/2014/main" id="{7A7DF717-F740-7190-0EFD-83EB2B6D3875}"/>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123456</a:t>
            </a:r>
          </a:p>
        </p:txBody>
      </p:sp>
      <p:sp>
        <p:nvSpPr>
          <p:cNvPr id="35" name="TextBox 34">
            <a:extLst>
              <a:ext uri="{FF2B5EF4-FFF2-40B4-BE49-F238E27FC236}">
                <a16:creationId xmlns:a16="http://schemas.microsoft.com/office/drawing/2014/main" id="{F381881C-9F61-2D5F-63B5-7D273A328C35}"/>
              </a:ext>
            </a:extLst>
          </p:cNvPr>
          <p:cNvSpPr txBox="1"/>
          <p:nvPr/>
        </p:nvSpPr>
        <p:spPr>
          <a:xfrm>
            <a:off x="5650090" y="1903821"/>
            <a:ext cx="570089" cy="230832"/>
          </a:xfrm>
          <a:prstGeom prst="rect">
            <a:avLst/>
          </a:prstGeom>
          <a:noFill/>
        </p:spPr>
        <p:txBody>
          <a:bodyPr wrap="square" rtlCol="0">
            <a:spAutoFit/>
          </a:bodyPr>
          <a:lstStyle/>
          <a:p>
            <a:pPr algn="ctr"/>
            <a:r>
              <a:rPr lang="en-US" sz="900" dirty="0"/>
              <a:t>678</a:t>
            </a:r>
          </a:p>
        </p:txBody>
      </p:sp>
      <p:sp>
        <p:nvSpPr>
          <p:cNvPr id="36" name="TextBox 35">
            <a:extLst>
              <a:ext uri="{FF2B5EF4-FFF2-40B4-BE49-F238E27FC236}">
                <a16:creationId xmlns:a16="http://schemas.microsoft.com/office/drawing/2014/main" id="{4C2C5EF9-FA42-A3FD-5A5E-A1E20A23764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12456</a:t>
            </a:r>
          </a:p>
        </p:txBody>
      </p:sp>
      <p:sp>
        <p:nvSpPr>
          <p:cNvPr id="37" name="TextBox 36">
            <a:extLst>
              <a:ext uri="{FF2B5EF4-FFF2-40B4-BE49-F238E27FC236}">
                <a16:creationId xmlns:a16="http://schemas.microsoft.com/office/drawing/2014/main" id="{3200EF07-FC08-1A81-5EBA-AC8148F7DA14}"/>
              </a:ext>
            </a:extLst>
          </p:cNvPr>
          <p:cNvSpPr txBox="1"/>
          <p:nvPr/>
        </p:nvSpPr>
        <p:spPr>
          <a:xfrm>
            <a:off x="7157158" y="2484275"/>
            <a:ext cx="570089" cy="230832"/>
          </a:xfrm>
          <a:prstGeom prst="rect">
            <a:avLst/>
          </a:prstGeom>
          <a:noFill/>
        </p:spPr>
        <p:txBody>
          <a:bodyPr wrap="square" rtlCol="0">
            <a:spAutoFit/>
          </a:bodyPr>
          <a:lstStyle/>
          <a:p>
            <a:pPr algn="ctr"/>
            <a:r>
              <a:rPr lang="en-US" sz="900" dirty="0"/>
              <a:t>2356</a:t>
            </a:r>
          </a:p>
        </p:txBody>
      </p:sp>
      <p:sp>
        <p:nvSpPr>
          <p:cNvPr id="38" name="TextBox 37">
            <a:extLst>
              <a:ext uri="{FF2B5EF4-FFF2-40B4-BE49-F238E27FC236}">
                <a16:creationId xmlns:a16="http://schemas.microsoft.com/office/drawing/2014/main" id="{2D69A6A1-BBBE-443F-B527-4FEF0D81F10D}"/>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5601AFF0-36AD-33C3-D6A3-E720C4BF44F8}"/>
              </a:ext>
            </a:extLst>
          </p:cNvPr>
          <p:cNvSpPr txBox="1"/>
          <p:nvPr/>
        </p:nvSpPr>
        <p:spPr>
          <a:xfrm>
            <a:off x="4645378" y="1903821"/>
            <a:ext cx="570089" cy="230832"/>
          </a:xfrm>
          <a:prstGeom prst="rect">
            <a:avLst/>
          </a:prstGeom>
          <a:noFill/>
        </p:spPr>
        <p:txBody>
          <a:bodyPr wrap="square" rtlCol="0">
            <a:spAutoFit/>
          </a:bodyPr>
          <a:lstStyle/>
          <a:p>
            <a:pPr algn="ctr"/>
            <a:r>
              <a:rPr lang="en-US" sz="900" dirty="0"/>
              <a:t>12456</a:t>
            </a:r>
          </a:p>
        </p:txBody>
      </p:sp>
      <p:sp>
        <p:nvSpPr>
          <p:cNvPr id="40" name="TextBox 39">
            <a:extLst>
              <a:ext uri="{FF2B5EF4-FFF2-40B4-BE49-F238E27FC236}">
                <a16:creationId xmlns:a16="http://schemas.microsoft.com/office/drawing/2014/main" id="{3FFF14BD-44DD-7D4F-ED8F-9B815F69A545}"/>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2356</a:t>
            </a:r>
          </a:p>
        </p:txBody>
      </p:sp>
      <p:sp>
        <p:nvSpPr>
          <p:cNvPr id="41" name="TextBox 40">
            <a:extLst>
              <a:ext uri="{FF2B5EF4-FFF2-40B4-BE49-F238E27FC236}">
                <a16:creationId xmlns:a16="http://schemas.microsoft.com/office/drawing/2014/main" id="{677DE81B-A495-7502-582D-59953437B2C3}"/>
              </a:ext>
            </a:extLst>
          </p:cNvPr>
          <p:cNvSpPr txBox="1"/>
          <p:nvPr/>
        </p:nvSpPr>
        <p:spPr>
          <a:xfrm>
            <a:off x="4645378" y="2985219"/>
            <a:ext cx="570089" cy="230832"/>
          </a:xfrm>
          <a:prstGeom prst="rect">
            <a:avLst/>
          </a:prstGeom>
          <a:noFill/>
        </p:spPr>
        <p:txBody>
          <a:bodyPr wrap="square" rtlCol="0">
            <a:spAutoFit/>
          </a:bodyPr>
          <a:lstStyle/>
          <a:p>
            <a:pPr algn="ctr"/>
            <a:r>
              <a:rPr lang="en-US" sz="900" dirty="0"/>
              <a:t>356</a:t>
            </a:r>
          </a:p>
        </p:txBody>
      </p:sp>
    </p:spTree>
    <p:extLst>
      <p:ext uri="{BB962C8B-B14F-4D97-AF65-F5344CB8AC3E}">
        <p14:creationId xmlns:p14="http://schemas.microsoft.com/office/powerpoint/2010/main" val="2485875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5D0C1-A4CD-596B-1232-08B971F282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0D13FD-19DE-9B1E-5F71-6EC2E4036B6A}"/>
              </a:ext>
            </a:extLst>
          </p:cNvPr>
          <p:cNvSpPr>
            <a:spLocks noGrp="1"/>
          </p:cNvSpPr>
          <p:nvPr>
            <p:ph sz="half" idx="1"/>
          </p:nvPr>
        </p:nvSpPr>
        <p:spPr/>
        <p:txBody>
          <a:bodyPr/>
          <a:lstStyle/>
          <a:p>
            <a:r>
              <a:rPr lang="en-US" dirty="0"/>
              <a:t>The smallest this arrow sum can be is 1+2+4=7. 8 would have to be 1+2+5. In either case, the arrow would have to contain a 1 (only one place that it fits) and a 2 in Row 1 (the only remaining place that it fits).</a:t>
            </a:r>
          </a:p>
        </p:txBody>
      </p:sp>
      <p:pic>
        <p:nvPicPr>
          <p:cNvPr id="4" name="Picture 3" descr="A grid of sudoku puzzle&#10;&#10;Description automatically generated">
            <a:extLst>
              <a:ext uri="{FF2B5EF4-FFF2-40B4-BE49-F238E27FC236}">
                <a16:creationId xmlns:a16="http://schemas.microsoft.com/office/drawing/2014/main" id="{BFAC6639-8464-318E-8815-C52B763408D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9FA309E-96CC-A2D6-7659-F158A56D54E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230C05C-692F-BF4A-BBF3-C1EE5D7B436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ADB7287-734C-38CC-C2E7-3C687DF4FC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EF2A7F7-2F1C-68FE-D36A-7BB733B38DC3}"/>
              </a:ext>
            </a:extLst>
          </p:cNvPr>
          <p:cNvSpPr txBox="1"/>
          <p:nvPr/>
        </p:nvSpPr>
        <p:spPr>
          <a:xfrm>
            <a:off x="3138310"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5555ACDC-6611-16F6-91B3-2DB74AFBD54F}"/>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D21020E1-A770-F705-C43B-5DE41D8FA8DD}"/>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E81E303F-FBBC-47D6-BFA8-CEE32C8E7115}"/>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437F62AA-88B8-8131-36F4-4200F5961029}"/>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61E47E1A-4BF6-802C-B598-3F69396B4D00}"/>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73BAECCE-F370-0BA1-81D8-0AE361513DAD}"/>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30A25434-74CA-6967-68F4-48168AEBAD03}"/>
              </a:ext>
            </a:extLst>
          </p:cNvPr>
          <p:cNvSpPr txBox="1"/>
          <p:nvPr/>
        </p:nvSpPr>
        <p:spPr>
          <a:xfrm>
            <a:off x="3640666" y="901933"/>
            <a:ext cx="570089" cy="230832"/>
          </a:xfrm>
          <a:prstGeom prst="rect">
            <a:avLst/>
          </a:prstGeom>
          <a:noFill/>
        </p:spPr>
        <p:txBody>
          <a:bodyPr wrap="square" rtlCol="0">
            <a:spAutoFit/>
          </a:bodyPr>
          <a:lstStyle/>
          <a:p>
            <a:pPr algn="ctr"/>
            <a:r>
              <a:rPr lang="en-US" sz="900" dirty="0"/>
              <a:t>12356</a:t>
            </a:r>
          </a:p>
        </p:txBody>
      </p:sp>
      <p:sp>
        <p:nvSpPr>
          <p:cNvPr id="18" name="TextBox 17">
            <a:extLst>
              <a:ext uri="{FF2B5EF4-FFF2-40B4-BE49-F238E27FC236}">
                <a16:creationId xmlns:a16="http://schemas.microsoft.com/office/drawing/2014/main" id="{60CE476A-A44D-FC22-D49D-47F113DB0CE9}"/>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50E888FC-E830-2F01-7456-0E093162AE2C}"/>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1965D349-811C-4436-3373-05FC13C362DB}"/>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9E8E04C4-0AC1-580C-5D6A-4A2DD5DC4AF2}"/>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96577284-9CD0-8F10-A0A5-EC613DC7F168}"/>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C8E7B647-6436-6FA5-6591-984AF6EF8E6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081690D7-46E9-A0F6-C5A3-F9459A048C5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D875B134-1029-04B5-172D-FDF9C78CD53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0E5DD257-B3F3-8BF6-8D23-FB04BC504C93}"/>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70EE44DF-DFC4-5D39-63AE-52392DC69958}"/>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7E3A8324-AFEF-86AE-E67E-F28B38903869}"/>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A6190D0B-BC2F-2969-4099-E74A7206C97A}"/>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A3BA4D6F-A743-69E2-61A3-86E93E25EC9F}"/>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1384C10D-002B-C93C-3646-F458571FC28D}"/>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52AAFB73-627E-E728-90D6-E4852F494FC1}"/>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622ADE0F-D4ED-FE39-5C3D-9CC1C0D0E69A}"/>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64D55C9D-655E-7173-4A18-B48840B2D047}"/>
              </a:ext>
            </a:extLst>
          </p:cNvPr>
          <p:cNvSpPr txBox="1"/>
          <p:nvPr/>
        </p:nvSpPr>
        <p:spPr>
          <a:xfrm>
            <a:off x="5650090" y="774717"/>
            <a:ext cx="570089" cy="230832"/>
          </a:xfrm>
          <a:prstGeom prst="rect">
            <a:avLst/>
          </a:prstGeom>
          <a:noFill/>
        </p:spPr>
        <p:txBody>
          <a:bodyPr wrap="square" rtlCol="0">
            <a:spAutoFit/>
          </a:bodyPr>
          <a:lstStyle/>
          <a:p>
            <a:pPr algn="ctr"/>
            <a:r>
              <a:rPr lang="en-US" sz="900" dirty="0"/>
              <a:t>245</a:t>
            </a:r>
          </a:p>
        </p:txBody>
      </p:sp>
      <p:sp>
        <p:nvSpPr>
          <p:cNvPr id="15" name="TextBox 14">
            <a:extLst>
              <a:ext uri="{FF2B5EF4-FFF2-40B4-BE49-F238E27FC236}">
                <a16:creationId xmlns:a16="http://schemas.microsoft.com/office/drawing/2014/main" id="{E159DD82-C7F8-F398-6B61-24279B6727FE}"/>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4A023547-8085-01C1-8805-14355CFA3094}"/>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123456</a:t>
            </a:r>
          </a:p>
        </p:txBody>
      </p:sp>
      <p:sp>
        <p:nvSpPr>
          <p:cNvPr id="35" name="TextBox 34">
            <a:extLst>
              <a:ext uri="{FF2B5EF4-FFF2-40B4-BE49-F238E27FC236}">
                <a16:creationId xmlns:a16="http://schemas.microsoft.com/office/drawing/2014/main" id="{2FFC4125-0D3B-5195-8371-7B1E73283F38}"/>
              </a:ext>
            </a:extLst>
          </p:cNvPr>
          <p:cNvSpPr txBox="1"/>
          <p:nvPr/>
        </p:nvSpPr>
        <p:spPr>
          <a:xfrm>
            <a:off x="5650090" y="1903821"/>
            <a:ext cx="570089" cy="230832"/>
          </a:xfrm>
          <a:prstGeom prst="rect">
            <a:avLst/>
          </a:prstGeom>
          <a:noFill/>
        </p:spPr>
        <p:txBody>
          <a:bodyPr wrap="square" rtlCol="0">
            <a:spAutoFit/>
          </a:bodyPr>
          <a:lstStyle/>
          <a:p>
            <a:pPr algn="ctr"/>
            <a:r>
              <a:rPr lang="en-US" sz="900" dirty="0"/>
              <a:t>78</a:t>
            </a:r>
          </a:p>
        </p:txBody>
      </p:sp>
      <p:sp>
        <p:nvSpPr>
          <p:cNvPr id="36" name="TextBox 35">
            <a:extLst>
              <a:ext uri="{FF2B5EF4-FFF2-40B4-BE49-F238E27FC236}">
                <a16:creationId xmlns:a16="http://schemas.microsoft.com/office/drawing/2014/main" id="{0B393223-C4C0-05A9-06CC-613F741CA0C1}"/>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12456</a:t>
            </a:r>
          </a:p>
        </p:txBody>
      </p:sp>
      <p:sp>
        <p:nvSpPr>
          <p:cNvPr id="37" name="TextBox 36">
            <a:extLst>
              <a:ext uri="{FF2B5EF4-FFF2-40B4-BE49-F238E27FC236}">
                <a16:creationId xmlns:a16="http://schemas.microsoft.com/office/drawing/2014/main" id="{223595CF-D73E-16C7-A408-4B8BE00A53D1}"/>
              </a:ext>
            </a:extLst>
          </p:cNvPr>
          <p:cNvSpPr txBox="1"/>
          <p:nvPr/>
        </p:nvSpPr>
        <p:spPr>
          <a:xfrm>
            <a:off x="7157158" y="2484275"/>
            <a:ext cx="570089" cy="230832"/>
          </a:xfrm>
          <a:prstGeom prst="rect">
            <a:avLst/>
          </a:prstGeom>
          <a:noFill/>
        </p:spPr>
        <p:txBody>
          <a:bodyPr wrap="square" rtlCol="0">
            <a:spAutoFit/>
          </a:bodyPr>
          <a:lstStyle/>
          <a:p>
            <a:pPr algn="ctr"/>
            <a:r>
              <a:rPr lang="en-US" sz="900" dirty="0"/>
              <a:t>2356</a:t>
            </a:r>
          </a:p>
        </p:txBody>
      </p:sp>
      <p:sp>
        <p:nvSpPr>
          <p:cNvPr id="38" name="TextBox 37">
            <a:extLst>
              <a:ext uri="{FF2B5EF4-FFF2-40B4-BE49-F238E27FC236}">
                <a16:creationId xmlns:a16="http://schemas.microsoft.com/office/drawing/2014/main" id="{5AF7F3F0-3CBD-67A7-41A8-969E95767B92}"/>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AD216FCA-60CD-37FD-7B38-AA69208FD6B1}"/>
              </a:ext>
            </a:extLst>
          </p:cNvPr>
          <p:cNvSpPr txBox="1"/>
          <p:nvPr/>
        </p:nvSpPr>
        <p:spPr>
          <a:xfrm>
            <a:off x="4645378" y="1903821"/>
            <a:ext cx="570089" cy="230832"/>
          </a:xfrm>
          <a:prstGeom prst="rect">
            <a:avLst/>
          </a:prstGeom>
          <a:noFill/>
        </p:spPr>
        <p:txBody>
          <a:bodyPr wrap="square" rtlCol="0">
            <a:spAutoFit/>
          </a:bodyPr>
          <a:lstStyle/>
          <a:p>
            <a:pPr algn="ctr"/>
            <a:r>
              <a:rPr lang="en-US" sz="900" dirty="0"/>
              <a:t>12456</a:t>
            </a:r>
          </a:p>
        </p:txBody>
      </p:sp>
      <p:sp>
        <p:nvSpPr>
          <p:cNvPr id="40" name="TextBox 39">
            <a:extLst>
              <a:ext uri="{FF2B5EF4-FFF2-40B4-BE49-F238E27FC236}">
                <a16:creationId xmlns:a16="http://schemas.microsoft.com/office/drawing/2014/main" id="{ECA4FD2B-8707-993E-08A6-EBB14E12E739}"/>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2356</a:t>
            </a:r>
          </a:p>
        </p:txBody>
      </p:sp>
      <p:sp>
        <p:nvSpPr>
          <p:cNvPr id="41" name="TextBox 40">
            <a:extLst>
              <a:ext uri="{FF2B5EF4-FFF2-40B4-BE49-F238E27FC236}">
                <a16:creationId xmlns:a16="http://schemas.microsoft.com/office/drawing/2014/main" id="{D3F5CBF9-7494-7BA4-81DB-40E88C55E234}"/>
              </a:ext>
            </a:extLst>
          </p:cNvPr>
          <p:cNvSpPr txBox="1"/>
          <p:nvPr/>
        </p:nvSpPr>
        <p:spPr>
          <a:xfrm>
            <a:off x="4645378" y="2985219"/>
            <a:ext cx="570089" cy="230832"/>
          </a:xfrm>
          <a:prstGeom prst="rect">
            <a:avLst/>
          </a:prstGeom>
          <a:noFill/>
        </p:spPr>
        <p:txBody>
          <a:bodyPr wrap="square" rtlCol="0">
            <a:spAutoFit/>
          </a:bodyPr>
          <a:lstStyle/>
          <a:p>
            <a:pPr algn="ctr"/>
            <a:r>
              <a:rPr lang="en-US" sz="900" dirty="0"/>
              <a:t>356</a:t>
            </a:r>
          </a:p>
        </p:txBody>
      </p:sp>
      <p:sp>
        <p:nvSpPr>
          <p:cNvPr id="42" name="TextBox 41">
            <a:extLst>
              <a:ext uri="{FF2B5EF4-FFF2-40B4-BE49-F238E27FC236}">
                <a16:creationId xmlns:a16="http://schemas.microsoft.com/office/drawing/2014/main" id="{A5C134C6-8CA6-F6F6-CF3A-2A4A84DE8E8A}"/>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624080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82ADD-74AA-37D0-DFF3-0311EE63D6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B2D2F2-F2CF-FE14-62B4-03D3BA5575A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9BA7A1E-73B2-8162-F558-E9657482508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FEB85D-9423-C306-57C9-E71046323D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6043507-A43B-A774-DF24-CE19AF2AA6E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5166DBD-F049-EACF-B7AD-03F962E4AEE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9CF811A-D237-83F9-3066-776899F2B7A1}"/>
              </a:ext>
            </a:extLst>
          </p:cNvPr>
          <p:cNvSpPr txBox="1"/>
          <p:nvPr/>
        </p:nvSpPr>
        <p:spPr>
          <a:xfrm>
            <a:off x="3138310" y="901933"/>
            <a:ext cx="570089" cy="230832"/>
          </a:xfrm>
          <a:prstGeom prst="rect">
            <a:avLst/>
          </a:prstGeom>
          <a:noFill/>
        </p:spPr>
        <p:txBody>
          <a:bodyPr wrap="square" rtlCol="0">
            <a:spAutoFit/>
          </a:bodyPr>
          <a:lstStyle/>
          <a:p>
            <a:pPr algn="ctr"/>
            <a:r>
              <a:rPr lang="en-US" sz="900" dirty="0"/>
              <a:t>13</a:t>
            </a:r>
          </a:p>
        </p:txBody>
      </p:sp>
      <p:sp>
        <p:nvSpPr>
          <p:cNvPr id="8" name="TextBox 7">
            <a:extLst>
              <a:ext uri="{FF2B5EF4-FFF2-40B4-BE49-F238E27FC236}">
                <a16:creationId xmlns:a16="http://schemas.microsoft.com/office/drawing/2014/main" id="{A67DDFA6-EBE2-A77B-AD73-5FFFD7284CB7}"/>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44BB5AC0-C1FF-679A-2AA2-76295F847A99}"/>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6656211D-D00A-CA90-97B4-C62E95AB20E8}"/>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13FC16E8-99D3-97CD-1EDA-449FEC31DAFC}"/>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5A19A077-C6A6-6B96-AB85-7D8D190204BA}"/>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AAD04CFB-D72B-F3D6-708A-DF0A31E4E73A}"/>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8CBD43BF-14DB-2D08-3E60-4B09D69FA91C}"/>
              </a:ext>
            </a:extLst>
          </p:cNvPr>
          <p:cNvSpPr txBox="1"/>
          <p:nvPr/>
        </p:nvSpPr>
        <p:spPr>
          <a:xfrm>
            <a:off x="3640666" y="901933"/>
            <a:ext cx="570089" cy="230832"/>
          </a:xfrm>
          <a:prstGeom prst="rect">
            <a:avLst/>
          </a:prstGeom>
          <a:noFill/>
        </p:spPr>
        <p:txBody>
          <a:bodyPr wrap="square" rtlCol="0">
            <a:spAutoFit/>
          </a:bodyPr>
          <a:lstStyle/>
          <a:p>
            <a:pPr algn="ctr"/>
            <a:r>
              <a:rPr lang="en-US" sz="900" dirty="0"/>
              <a:t>1356</a:t>
            </a:r>
          </a:p>
        </p:txBody>
      </p:sp>
      <p:sp>
        <p:nvSpPr>
          <p:cNvPr id="18" name="TextBox 17">
            <a:extLst>
              <a:ext uri="{FF2B5EF4-FFF2-40B4-BE49-F238E27FC236}">
                <a16:creationId xmlns:a16="http://schemas.microsoft.com/office/drawing/2014/main" id="{430A8D22-D1CC-25ED-AB56-6EE613177B37}"/>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A953D08B-F8E9-5D32-DF24-66537E9AC7D8}"/>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986C557D-58E4-2AE7-549A-79F0B9A243D2}"/>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24CF7980-8E9D-EBF9-1ED5-7AA6FD805DA7}"/>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65CE5A31-0DE9-7ACD-B7ED-6833BD3E1B72}"/>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D071EC19-0744-FFE9-DFC1-62D4B1CC4BE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B06A5843-C655-E60D-3384-E5256EB699FA}"/>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449B13CC-A902-4A59-C2EB-07A6EDE07F64}"/>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E517508F-C585-3BA9-58B9-3C4B096B9CEB}"/>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4B6C2102-19B1-9A4B-1998-B01427CB5DDE}"/>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ED1D7115-3C5F-DCE3-EE11-6AAC6485A63E}"/>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6075E778-06BA-8C91-6ABF-3F134426BB09}"/>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961EC369-4909-16B8-9B5A-36D0F1C52CB8}"/>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2D1CFDFF-C5C4-F996-49F9-90CCF910A915}"/>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B51ADBAA-0870-41BD-CC82-49A74323B69C}"/>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C3C8AC19-3375-902D-DEB2-B076ACA5A839}"/>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6DB39CF9-3F2A-3346-7807-E166CEA2D251}"/>
              </a:ext>
            </a:extLst>
          </p:cNvPr>
          <p:cNvSpPr txBox="1"/>
          <p:nvPr/>
        </p:nvSpPr>
        <p:spPr>
          <a:xfrm>
            <a:off x="5650090" y="774717"/>
            <a:ext cx="570089" cy="230832"/>
          </a:xfrm>
          <a:prstGeom prst="rect">
            <a:avLst/>
          </a:prstGeom>
          <a:noFill/>
        </p:spPr>
        <p:txBody>
          <a:bodyPr wrap="square" rtlCol="0">
            <a:spAutoFit/>
          </a:bodyPr>
          <a:lstStyle/>
          <a:p>
            <a:pPr algn="ctr"/>
            <a:r>
              <a:rPr lang="en-US" sz="900" dirty="0"/>
              <a:t>245</a:t>
            </a:r>
          </a:p>
        </p:txBody>
      </p:sp>
      <p:sp>
        <p:nvSpPr>
          <p:cNvPr id="15" name="TextBox 14">
            <a:extLst>
              <a:ext uri="{FF2B5EF4-FFF2-40B4-BE49-F238E27FC236}">
                <a16:creationId xmlns:a16="http://schemas.microsoft.com/office/drawing/2014/main" id="{6DE2F4BB-4A04-4804-8F5D-42BEC67AF23C}"/>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2555C521-BB09-9EF4-FAF3-3369CCC8AAE7}"/>
              </a:ext>
            </a:extLst>
          </p:cNvPr>
          <p:cNvSpPr txBox="1"/>
          <p:nvPr/>
        </p:nvSpPr>
        <p:spPr>
          <a:xfrm>
            <a:off x="7157158" y="1402877"/>
            <a:ext cx="570089" cy="230832"/>
          </a:xfrm>
          <a:prstGeom prst="rect">
            <a:avLst/>
          </a:prstGeom>
          <a:noFill/>
        </p:spPr>
        <p:txBody>
          <a:bodyPr wrap="square" rtlCol="0">
            <a:spAutoFit/>
          </a:bodyPr>
          <a:lstStyle/>
          <a:p>
            <a:pPr algn="ctr"/>
            <a:r>
              <a:rPr lang="en-US" sz="900" dirty="0"/>
              <a:t>23456</a:t>
            </a:r>
          </a:p>
        </p:txBody>
      </p:sp>
      <p:sp>
        <p:nvSpPr>
          <p:cNvPr id="35" name="TextBox 34">
            <a:extLst>
              <a:ext uri="{FF2B5EF4-FFF2-40B4-BE49-F238E27FC236}">
                <a16:creationId xmlns:a16="http://schemas.microsoft.com/office/drawing/2014/main" id="{DA89CA71-18C6-0585-7468-080FDCD638F8}"/>
              </a:ext>
            </a:extLst>
          </p:cNvPr>
          <p:cNvSpPr txBox="1"/>
          <p:nvPr/>
        </p:nvSpPr>
        <p:spPr>
          <a:xfrm>
            <a:off x="5650090" y="1903821"/>
            <a:ext cx="570089" cy="230832"/>
          </a:xfrm>
          <a:prstGeom prst="rect">
            <a:avLst/>
          </a:prstGeom>
          <a:noFill/>
        </p:spPr>
        <p:txBody>
          <a:bodyPr wrap="square" rtlCol="0">
            <a:spAutoFit/>
          </a:bodyPr>
          <a:lstStyle/>
          <a:p>
            <a:pPr algn="ctr"/>
            <a:r>
              <a:rPr lang="en-US" sz="900" dirty="0"/>
              <a:t>78</a:t>
            </a:r>
          </a:p>
        </p:txBody>
      </p:sp>
      <p:sp>
        <p:nvSpPr>
          <p:cNvPr id="36" name="TextBox 35">
            <a:extLst>
              <a:ext uri="{FF2B5EF4-FFF2-40B4-BE49-F238E27FC236}">
                <a16:creationId xmlns:a16="http://schemas.microsoft.com/office/drawing/2014/main" id="{10D43A1C-63F2-46A9-FA25-A5D12B791F4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12456</a:t>
            </a:r>
          </a:p>
        </p:txBody>
      </p:sp>
      <p:sp>
        <p:nvSpPr>
          <p:cNvPr id="37" name="TextBox 36">
            <a:extLst>
              <a:ext uri="{FF2B5EF4-FFF2-40B4-BE49-F238E27FC236}">
                <a16:creationId xmlns:a16="http://schemas.microsoft.com/office/drawing/2014/main" id="{277B2AEC-3589-7B80-84F6-E414E2527838}"/>
              </a:ext>
            </a:extLst>
          </p:cNvPr>
          <p:cNvSpPr txBox="1"/>
          <p:nvPr/>
        </p:nvSpPr>
        <p:spPr>
          <a:xfrm>
            <a:off x="7157158" y="2484275"/>
            <a:ext cx="570089" cy="230832"/>
          </a:xfrm>
          <a:prstGeom prst="rect">
            <a:avLst/>
          </a:prstGeom>
          <a:noFill/>
        </p:spPr>
        <p:txBody>
          <a:bodyPr wrap="square" rtlCol="0">
            <a:spAutoFit/>
          </a:bodyPr>
          <a:lstStyle/>
          <a:p>
            <a:pPr algn="ctr"/>
            <a:r>
              <a:rPr lang="en-US" sz="900" dirty="0"/>
              <a:t>2356</a:t>
            </a:r>
          </a:p>
        </p:txBody>
      </p:sp>
      <p:sp>
        <p:nvSpPr>
          <p:cNvPr id="38" name="TextBox 37">
            <a:extLst>
              <a:ext uri="{FF2B5EF4-FFF2-40B4-BE49-F238E27FC236}">
                <a16:creationId xmlns:a16="http://schemas.microsoft.com/office/drawing/2014/main" id="{55B0575E-0BD6-8DC0-E180-6B370098EF61}"/>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C3C571C2-EE45-DFB4-68DF-90DE17426892}"/>
              </a:ext>
            </a:extLst>
          </p:cNvPr>
          <p:cNvSpPr txBox="1"/>
          <p:nvPr/>
        </p:nvSpPr>
        <p:spPr>
          <a:xfrm>
            <a:off x="4645378" y="1903821"/>
            <a:ext cx="570089" cy="230832"/>
          </a:xfrm>
          <a:prstGeom prst="rect">
            <a:avLst/>
          </a:prstGeom>
          <a:noFill/>
        </p:spPr>
        <p:txBody>
          <a:bodyPr wrap="square" rtlCol="0">
            <a:spAutoFit/>
          </a:bodyPr>
          <a:lstStyle/>
          <a:p>
            <a:pPr algn="ctr"/>
            <a:r>
              <a:rPr lang="en-US" sz="900" dirty="0"/>
              <a:t>456</a:t>
            </a:r>
          </a:p>
        </p:txBody>
      </p:sp>
      <p:sp>
        <p:nvSpPr>
          <p:cNvPr id="40" name="TextBox 39">
            <a:extLst>
              <a:ext uri="{FF2B5EF4-FFF2-40B4-BE49-F238E27FC236}">
                <a16:creationId xmlns:a16="http://schemas.microsoft.com/office/drawing/2014/main" id="{DB61509D-7B47-6080-22F5-7FB2711D302C}"/>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2356</a:t>
            </a:r>
          </a:p>
        </p:txBody>
      </p:sp>
      <p:sp>
        <p:nvSpPr>
          <p:cNvPr id="41" name="TextBox 40">
            <a:extLst>
              <a:ext uri="{FF2B5EF4-FFF2-40B4-BE49-F238E27FC236}">
                <a16:creationId xmlns:a16="http://schemas.microsoft.com/office/drawing/2014/main" id="{28217FEB-D428-412C-15C3-FC8E1231C566}"/>
              </a:ext>
            </a:extLst>
          </p:cNvPr>
          <p:cNvSpPr txBox="1"/>
          <p:nvPr/>
        </p:nvSpPr>
        <p:spPr>
          <a:xfrm>
            <a:off x="4645378" y="2985219"/>
            <a:ext cx="570089" cy="230832"/>
          </a:xfrm>
          <a:prstGeom prst="rect">
            <a:avLst/>
          </a:prstGeom>
          <a:noFill/>
        </p:spPr>
        <p:txBody>
          <a:bodyPr wrap="square" rtlCol="0">
            <a:spAutoFit/>
          </a:bodyPr>
          <a:lstStyle/>
          <a:p>
            <a:pPr algn="ctr"/>
            <a:r>
              <a:rPr lang="en-US" sz="900" dirty="0"/>
              <a:t>356</a:t>
            </a:r>
          </a:p>
        </p:txBody>
      </p:sp>
      <p:sp>
        <p:nvSpPr>
          <p:cNvPr id="42" name="TextBox 41">
            <a:extLst>
              <a:ext uri="{FF2B5EF4-FFF2-40B4-BE49-F238E27FC236}">
                <a16:creationId xmlns:a16="http://schemas.microsoft.com/office/drawing/2014/main" id="{FFDE7581-F09A-0142-E3BA-ED146B981840}"/>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508302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4CD66-BDBD-AA99-F8F2-4523C31C70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A5F866-4B57-80BB-4A9B-B0E538F07FC1}"/>
              </a:ext>
            </a:extLst>
          </p:cNvPr>
          <p:cNvSpPr>
            <a:spLocks noGrp="1"/>
          </p:cNvSpPr>
          <p:nvPr>
            <p:ph sz="half" idx="1"/>
          </p:nvPr>
        </p:nvSpPr>
        <p:spPr/>
        <p:txBody>
          <a:bodyPr/>
          <a:lstStyle/>
          <a:p>
            <a:r>
              <a:rPr lang="en-US" dirty="0"/>
              <a:t>Reduce. (In upper left block, the 2 must be in Row 2).</a:t>
            </a:r>
          </a:p>
        </p:txBody>
      </p:sp>
      <p:pic>
        <p:nvPicPr>
          <p:cNvPr id="4" name="Picture 3" descr="A grid of sudoku puzzle&#10;&#10;Description automatically generated">
            <a:extLst>
              <a:ext uri="{FF2B5EF4-FFF2-40B4-BE49-F238E27FC236}">
                <a16:creationId xmlns:a16="http://schemas.microsoft.com/office/drawing/2014/main" id="{7DBD0900-3D33-E1B7-6BEF-E602BE6BDA4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97A2A5A-4A9D-C4E1-07C6-2646421F331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C415FF0-9C2C-D4C8-6606-FF9A69D8EA8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B1B7A49-A44C-F95A-68C9-10CFD5E6A3C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6573BFB-DC12-EAC9-513A-32E0149F3D85}"/>
              </a:ext>
            </a:extLst>
          </p:cNvPr>
          <p:cNvSpPr txBox="1"/>
          <p:nvPr/>
        </p:nvSpPr>
        <p:spPr>
          <a:xfrm>
            <a:off x="3138310" y="901933"/>
            <a:ext cx="570089" cy="230832"/>
          </a:xfrm>
          <a:prstGeom prst="rect">
            <a:avLst/>
          </a:prstGeom>
          <a:noFill/>
        </p:spPr>
        <p:txBody>
          <a:bodyPr wrap="square" rtlCol="0">
            <a:spAutoFit/>
          </a:bodyPr>
          <a:lstStyle/>
          <a:p>
            <a:pPr algn="ctr"/>
            <a:r>
              <a:rPr lang="en-US" sz="900" dirty="0"/>
              <a:t>13</a:t>
            </a:r>
          </a:p>
        </p:txBody>
      </p:sp>
      <p:sp>
        <p:nvSpPr>
          <p:cNvPr id="8" name="TextBox 7">
            <a:extLst>
              <a:ext uri="{FF2B5EF4-FFF2-40B4-BE49-F238E27FC236}">
                <a16:creationId xmlns:a16="http://schemas.microsoft.com/office/drawing/2014/main" id="{2C03E660-2118-06DE-4AF6-566C8265C4D6}"/>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FFF3428B-55E4-978D-F885-EBBCE4944D3B}"/>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906ED511-CE3B-E6F7-5FB5-EF42184B27A7}"/>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9494B566-D37E-6353-2BC3-07B35057F4C3}"/>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BC298F77-A7BA-9CA4-8642-C1325F89FF3F}"/>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7B0686CB-BF52-7999-A345-44E324944008}"/>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A171FDDC-3A65-99A6-C2D6-968B1B646B21}"/>
              </a:ext>
            </a:extLst>
          </p:cNvPr>
          <p:cNvSpPr txBox="1"/>
          <p:nvPr/>
        </p:nvSpPr>
        <p:spPr>
          <a:xfrm>
            <a:off x="3640666" y="901933"/>
            <a:ext cx="570089" cy="230832"/>
          </a:xfrm>
          <a:prstGeom prst="rect">
            <a:avLst/>
          </a:prstGeom>
          <a:noFill/>
        </p:spPr>
        <p:txBody>
          <a:bodyPr wrap="square" rtlCol="0">
            <a:spAutoFit/>
          </a:bodyPr>
          <a:lstStyle/>
          <a:p>
            <a:pPr algn="ctr"/>
            <a:r>
              <a:rPr lang="en-US" sz="900" dirty="0"/>
              <a:t>1356</a:t>
            </a:r>
          </a:p>
        </p:txBody>
      </p:sp>
      <p:sp>
        <p:nvSpPr>
          <p:cNvPr id="18" name="TextBox 17">
            <a:extLst>
              <a:ext uri="{FF2B5EF4-FFF2-40B4-BE49-F238E27FC236}">
                <a16:creationId xmlns:a16="http://schemas.microsoft.com/office/drawing/2014/main" id="{550CD406-6F8E-F71E-3615-03752963FA7C}"/>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07B114B1-12A9-C2BD-3CAC-E1C3064227D9}"/>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A6A0B97E-DB4D-7926-35A7-9E3085DE5198}"/>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52418488-4039-2716-830F-8D6F495D027E}"/>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454A73F1-C80F-AA5B-CFCE-C0619C3E5BE9}"/>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293E6305-AED7-FC7D-289A-BB2B1CDDE8B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B514F907-AD37-2887-7BEA-329513FAE4CC}"/>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15223474-08DC-D2FE-38AB-C0A5B5DB9708}"/>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B2A1A02A-ACF7-B3E3-CDB2-DD26C2D6FEB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E6CE425-A593-0182-7A40-DB44BED39FA9}"/>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2D271F0C-90CC-00C2-A8DA-55EFE1F384FA}"/>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46CE4D7F-84DD-3828-031B-C8DA8FEA6AF1}"/>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A31EBD8C-60A0-B98D-CE7E-719B6CD6729A}"/>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874E1C39-AE56-FE9E-C518-233FC288A494}"/>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88FDF3B5-8738-48E9-B70C-7D1D252C6357}"/>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DFD310A8-7FA1-F432-E456-9EB41CF83FAC}"/>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CE0DB9E6-853C-FB3D-0CEC-A55F21511E7C}"/>
              </a:ext>
            </a:extLst>
          </p:cNvPr>
          <p:cNvSpPr txBox="1"/>
          <p:nvPr/>
        </p:nvSpPr>
        <p:spPr>
          <a:xfrm>
            <a:off x="5650090" y="774717"/>
            <a:ext cx="570089" cy="230832"/>
          </a:xfrm>
          <a:prstGeom prst="rect">
            <a:avLst/>
          </a:prstGeom>
          <a:noFill/>
        </p:spPr>
        <p:txBody>
          <a:bodyPr wrap="square" rtlCol="0">
            <a:spAutoFit/>
          </a:bodyPr>
          <a:lstStyle/>
          <a:p>
            <a:pPr algn="ctr"/>
            <a:r>
              <a:rPr lang="en-US" sz="900" dirty="0"/>
              <a:t>245</a:t>
            </a:r>
          </a:p>
        </p:txBody>
      </p:sp>
      <p:sp>
        <p:nvSpPr>
          <p:cNvPr id="15" name="TextBox 14">
            <a:extLst>
              <a:ext uri="{FF2B5EF4-FFF2-40B4-BE49-F238E27FC236}">
                <a16:creationId xmlns:a16="http://schemas.microsoft.com/office/drawing/2014/main" id="{8C596437-E937-D9BC-49FC-C4FDF77472CB}"/>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7F0C8E30-C340-6951-B66F-78DE8B2720F3}"/>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3456</a:t>
            </a:r>
          </a:p>
        </p:txBody>
      </p:sp>
      <p:sp>
        <p:nvSpPr>
          <p:cNvPr id="35" name="TextBox 34">
            <a:extLst>
              <a:ext uri="{FF2B5EF4-FFF2-40B4-BE49-F238E27FC236}">
                <a16:creationId xmlns:a16="http://schemas.microsoft.com/office/drawing/2014/main" id="{6D6261AE-904C-4CB3-457C-BD8F0AD5C2B3}"/>
              </a:ext>
            </a:extLst>
          </p:cNvPr>
          <p:cNvSpPr txBox="1"/>
          <p:nvPr/>
        </p:nvSpPr>
        <p:spPr>
          <a:xfrm>
            <a:off x="5650090" y="1903821"/>
            <a:ext cx="570089" cy="230832"/>
          </a:xfrm>
          <a:prstGeom prst="rect">
            <a:avLst/>
          </a:prstGeom>
          <a:noFill/>
        </p:spPr>
        <p:txBody>
          <a:bodyPr wrap="square" rtlCol="0">
            <a:spAutoFit/>
          </a:bodyPr>
          <a:lstStyle/>
          <a:p>
            <a:pPr algn="ctr"/>
            <a:r>
              <a:rPr lang="en-US" sz="900" dirty="0"/>
              <a:t>78</a:t>
            </a:r>
          </a:p>
        </p:txBody>
      </p:sp>
      <p:sp>
        <p:nvSpPr>
          <p:cNvPr id="36" name="TextBox 35">
            <a:extLst>
              <a:ext uri="{FF2B5EF4-FFF2-40B4-BE49-F238E27FC236}">
                <a16:creationId xmlns:a16="http://schemas.microsoft.com/office/drawing/2014/main" id="{03A84400-E371-21C6-BB5B-1A52FE8639D8}"/>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12456</a:t>
            </a:r>
          </a:p>
        </p:txBody>
      </p:sp>
      <p:sp>
        <p:nvSpPr>
          <p:cNvPr id="37" name="TextBox 36">
            <a:extLst>
              <a:ext uri="{FF2B5EF4-FFF2-40B4-BE49-F238E27FC236}">
                <a16:creationId xmlns:a16="http://schemas.microsoft.com/office/drawing/2014/main" id="{971FCF17-E202-6C18-69E3-E8078E4311F7}"/>
              </a:ext>
            </a:extLst>
          </p:cNvPr>
          <p:cNvSpPr txBox="1"/>
          <p:nvPr/>
        </p:nvSpPr>
        <p:spPr>
          <a:xfrm>
            <a:off x="7157158" y="2484275"/>
            <a:ext cx="570089" cy="230832"/>
          </a:xfrm>
          <a:prstGeom prst="rect">
            <a:avLst/>
          </a:prstGeom>
          <a:noFill/>
        </p:spPr>
        <p:txBody>
          <a:bodyPr wrap="square" rtlCol="0">
            <a:spAutoFit/>
          </a:bodyPr>
          <a:lstStyle/>
          <a:p>
            <a:pPr algn="ctr"/>
            <a:r>
              <a:rPr lang="en-US" sz="900" dirty="0"/>
              <a:t>2356</a:t>
            </a:r>
          </a:p>
        </p:txBody>
      </p:sp>
      <p:sp>
        <p:nvSpPr>
          <p:cNvPr id="38" name="TextBox 37">
            <a:extLst>
              <a:ext uri="{FF2B5EF4-FFF2-40B4-BE49-F238E27FC236}">
                <a16:creationId xmlns:a16="http://schemas.microsoft.com/office/drawing/2014/main" id="{7123473E-68DF-2A51-731C-838CAF0DCFCC}"/>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E3A74BC5-D9A6-6316-6FB8-CDF8FBCA5A97}"/>
              </a:ext>
            </a:extLst>
          </p:cNvPr>
          <p:cNvSpPr txBox="1"/>
          <p:nvPr/>
        </p:nvSpPr>
        <p:spPr>
          <a:xfrm>
            <a:off x="4645378" y="1903821"/>
            <a:ext cx="570089" cy="230832"/>
          </a:xfrm>
          <a:prstGeom prst="rect">
            <a:avLst/>
          </a:prstGeom>
          <a:noFill/>
        </p:spPr>
        <p:txBody>
          <a:bodyPr wrap="square" rtlCol="0">
            <a:spAutoFit/>
          </a:bodyPr>
          <a:lstStyle/>
          <a:p>
            <a:pPr algn="ctr"/>
            <a:r>
              <a:rPr lang="en-US" sz="900" dirty="0"/>
              <a:t>456</a:t>
            </a:r>
          </a:p>
        </p:txBody>
      </p:sp>
      <p:sp>
        <p:nvSpPr>
          <p:cNvPr id="40" name="TextBox 39">
            <a:extLst>
              <a:ext uri="{FF2B5EF4-FFF2-40B4-BE49-F238E27FC236}">
                <a16:creationId xmlns:a16="http://schemas.microsoft.com/office/drawing/2014/main" id="{1A3818FE-5DEF-3C7C-D935-A41F3AA1E4A2}"/>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2356</a:t>
            </a:r>
          </a:p>
        </p:txBody>
      </p:sp>
      <p:sp>
        <p:nvSpPr>
          <p:cNvPr id="41" name="TextBox 40">
            <a:extLst>
              <a:ext uri="{FF2B5EF4-FFF2-40B4-BE49-F238E27FC236}">
                <a16:creationId xmlns:a16="http://schemas.microsoft.com/office/drawing/2014/main" id="{059AA8B9-53D9-4683-9E82-4239EA8D32D8}"/>
              </a:ext>
            </a:extLst>
          </p:cNvPr>
          <p:cNvSpPr txBox="1"/>
          <p:nvPr/>
        </p:nvSpPr>
        <p:spPr>
          <a:xfrm>
            <a:off x="4645378" y="2985219"/>
            <a:ext cx="570089" cy="230832"/>
          </a:xfrm>
          <a:prstGeom prst="rect">
            <a:avLst/>
          </a:prstGeom>
          <a:noFill/>
        </p:spPr>
        <p:txBody>
          <a:bodyPr wrap="square" rtlCol="0">
            <a:spAutoFit/>
          </a:bodyPr>
          <a:lstStyle/>
          <a:p>
            <a:pPr algn="ctr"/>
            <a:r>
              <a:rPr lang="en-US" sz="900" dirty="0"/>
              <a:t>356</a:t>
            </a:r>
          </a:p>
        </p:txBody>
      </p:sp>
      <p:sp>
        <p:nvSpPr>
          <p:cNvPr id="42" name="TextBox 41">
            <a:extLst>
              <a:ext uri="{FF2B5EF4-FFF2-40B4-BE49-F238E27FC236}">
                <a16:creationId xmlns:a16="http://schemas.microsoft.com/office/drawing/2014/main" id="{AB2ED02A-C5E9-97B0-B740-B5B96200E91A}"/>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906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5B69C-B1D6-CBF5-03D7-38C614D1B0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0A69C6-238B-2200-4D3E-590881D14B09}"/>
              </a:ext>
            </a:extLst>
          </p:cNvPr>
          <p:cNvSpPr>
            <a:spLocks noGrp="1"/>
          </p:cNvSpPr>
          <p:nvPr>
            <p:ph sz="half" idx="1"/>
          </p:nvPr>
        </p:nvSpPr>
        <p:spPr/>
        <p:txBody>
          <a:bodyPr/>
          <a:lstStyle/>
          <a:p>
            <a:r>
              <a:rPr lang="en-US" dirty="0"/>
              <a:t>Last possible 1 in center block.</a:t>
            </a:r>
          </a:p>
        </p:txBody>
      </p:sp>
      <p:pic>
        <p:nvPicPr>
          <p:cNvPr id="4" name="Picture 3" descr="A grid of sudoku puzzle&#10;&#10;Description automatically generated">
            <a:extLst>
              <a:ext uri="{FF2B5EF4-FFF2-40B4-BE49-F238E27FC236}">
                <a16:creationId xmlns:a16="http://schemas.microsoft.com/office/drawing/2014/main" id="{ED13C954-389C-86CA-9A1D-853FF22B946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B9B53F-9399-03B4-3FC4-20FE67A50D0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E96E2F8-8FF4-A715-EF1C-D38E8C2FF20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300C439-6EEA-54D4-3180-93841DDA5F7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5C6E6C1-CEB1-9696-4AB6-C5A919778006}"/>
              </a:ext>
            </a:extLst>
          </p:cNvPr>
          <p:cNvSpPr txBox="1"/>
          <p:nvPr/>
        </p:nvSpPr>
        <p:spPr>
          <a:xfrm>
            <a:off x="3138310" y="901933"/>
            <a:ext cx="570089" cy="230832"/>
          </a:xfrm>
          <a:prstGeom prst="rect">
            <a:avLst/>
          </a:prstGeom>
          <a:noFill/>
        </p:spPr>
        <p:txBody>
          <a:bodyPr wrap="square" rtlCol="0">
            <a:spAutoFit/>
          </a:bodyPr>
          <a:lstStyle/>
          <a:p>
            <a:pPr algn="ctr"/>
            <a:r>
              <a:rPr lang="en-US" sz="900" dirty="0"/>
              <a:t>13</a:t>
            </a:r>
          </a:p>
        </p:txBody>
      </p:sp>
      <p:sp>
        <p:nvSpPr>
          <p:cNvPr id="8" name="TextBox 7">
            <a:extLst>
              <a:ext uri="{FF2B5EF4-FFF2-40B4-BE49-F238E27FC236}">
                <a16:creationId xmlns:a16="http://schemas.microsoft.com/office/drawing/2014/main" id="{63552F9A-4EC8-85ED-C853-41B1B3137B6A}"/>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1B8874E5-722B-6C65-A43E-75C91F631BCE}"/>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6550F9D5-EE73-6A65-D763-75E996354C22}"/>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A0CE3813-5C91-DD4C-24BB-663088F87112}"/>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896C13D4-BB81-C11C-6273-D4057FFE33CE}"/>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B675CE20-36B2-B83E-3F99-66E11F943AAD}"/>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9B70863E-7A44-FC4E-3706-53EC54C3743F}"/>
              </a:ext>
            </a:extLst>
          </p:cNvPr>
          <p:cNvSpPr txBox="1"/>
          <p:nvPr/>
        </p:nvSpPr>
        <p:spPr>
          <a:xfrm>
            <a:off x="3640666" y="901933"/>
            <a:ext cx="570089" cy="230832"/>
          </a:xfrm>
          <a:prstGeom prst="rect">
            <a:avLst/>
          </a:prstGeom>
          <a:noFill/>
        </p:spPr>
        <p:txBody>
          <a:bodyPr wrap="square" rtlCol="0">
            <a:spAutoFit/>
          </a:bodyPr>
          <a:lstStyle/>
          <a:p>
            <a:pPr algn="ctr"/>
            <a:r>
              <a:rPr lang="en-US" sz="900" dirty="0"/>
              <a:t>1356</a:t>
            </a:r>
          </a:p>
        </p:txBody>
      </p:sp>
      <p:sp>
        <p:nvSpPr>
          <p:cNvPr id="18" name="TextBox 17">
            <a:extLst>
              <a:ext uri="{FF2B5EF4-FFF2-40B4-BE49-F238E27FC236}">
                <a16:creationId xmlns:a16="http://schemas.microsoft.com/office/drawing/2014/main" id="{D0E5F9F0-5388-EF13-6310-4265247F58E2}"/>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B4CC6398-0B02-4545-0458-75E8CF2DDC3C}"/>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98D53BE6-5229-BCCF-45F4-B98EEB39689B}"/>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38A79309-3C8E-A980-7C2E-E7825A0747BC}"/>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536775BE-7643-62DC-3252-10E7391622C2}"/>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1BE4A3DE-5750-3173-6063-CE027687F9E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E0EADE7F-A93C-5BC9-15E6-D1ACF85D2307}"/>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71351ED2-D2C1-C472-4311-728DF90ABE23}"/>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E8F8284C-FC6F-BC5F-46C4-C2644AF4F5DA}"/>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A743727F-5874-97F9-BCDA-F42051EDEAC5}"/>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4E173F6-3406-F072-44FC-CBEBC4D4B3E8}"/>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5E9A1943-818F-47AB-32B6-CB567C9EC361}"/>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6615EC41-536C-BB3D-8170-F36D523333BB}"/>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DF2FB035-90AF-990E-DDE9-B30D3CB6E9D6}"/>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1D7645CB-9F55-B7F5-C0C8-5D99E2F36B11}"/>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C4C3B483-EAA4-5FCD-4470-E7C3A664B8C7}"/>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09A0CD80-38ED-DF50-B47E-1AD220A7052B}"/>
              </a:ext>
            </a:extLst>
          </p:cNvPr>
          <p:cNvSpPr txBox="1"/>
          <p:nvPr/>
        </p:nvSpPr>
        <p:spPr>
          <a:xfrm>
            <a:off x="5650090" y="774717"/>
            <a:ext cx="570089" cy="230832"/>
          </a:xfrm>
          <a:prstGeom prst="rect">
            <a:avLst/>
          </a:prstGeom>
          <a:noFill/>
        </p:spPr>
        <p:txBody>
          <a:bodyPr wrap="square" rtlCol="0">
            <a:spAutoFit/>
          </a:bodyPr>
          <a:lstStyle/>
          <a:p>
            <a:pPr algn="ctr"/>
            <a:r>
              <a:rPr lang="en-US" sz="900" dirty="0"/>
              <a:t>245</a:t>
            </a:r>
          </a:p>
        </p:txBody>
      </p:sp>
      <p:sp>
        <p:nvSpPr>
          <p:cNvPr id="15" name="TextBox 14">
            <a:extLst>
              <a:ext uri="{FF2B5EF4-FFF2-40B4-BE49-F238E27FC236}">
                <a16:creationId xmlns:a16="http://schemas.microsoft.com/office/drawing/2014/main" id="{0EEF7B75-12E6-A77D-8C64-A58F835C6C39}"/>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A7651209-734F-0D78-2BA6-EAB0E757C8B8}"/>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3456</a:t>
            </a:r>
          </a:p>
        </p:txBody>
      </p:sp>
      <p:sp>
        <p:nvSpPr>
          <p:cNvPr id="35" name="TextBox 34">
            <a:extLst>
              <a:ext uri="{FF2B5EF4-FFF2-40B4-BE49-F238E27FC236}">
                <a16:creationId xmlns:a16="http://schemas.microsoft.com/office/drawing/2014/main" id="{E4C3EAA1-FD75-289E-DD27-62EF19B6E87A}"/>
              </a:ext>
            </a:extLst>
          </p:cNvPr>
          <p:cNvSpPr txBox="1"/>
          <p:nvPr/>
        </p:nvSpPr>
        <p:spPr>
          <a:xfrm>
            <a:off x="5650090" y="1903821"/>
            <a:ext cx="570089" cy="230832"/>
          </a:xfrm>
          <a:prstGeom prst="rect">
            <a:avLst/>
          </a:prstGeom>
          <a:noFill/>
        </p:spPr>
        <p:txBody>
          <a:bodyPr wrap="square" rtlCol="0">
            <a:spAutoFit/>
          </a:bodyPr>
          <a:lstStyle/>
          <a:p>
            <a:pPr algn="ctr"/>
            <a:r>
              <a:rPr lang="en-US" sz="900" dirty="0"/>
              <a:t>78</a:t>
            </a:r>
          </a:p>
        </p:txBody>
      </p:sp>
      <p:sp>
        <p:nvSpPr>
          <p:cNvPr id="36" name="TextBox 35">
            <a:extLst>
              <a:ext uri="{FF2B5EF4-FFF2-40B4-BE49-F238E27FC236}">
                <a16:creationId xmlns:a16="http://schemas.microsoft.com/office/drawing/2014/main" id="{679A58E1-8332-8479-C075-B07343A64EE4}"/>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12456</a:t>
            </a:r>
          </a:p>
        </p:txBody>
      </p:sp>
      <p:sp>
        <p:nvSpPr>
          <p:cNvPr id="37" name="TextBox 36">
            <a:extLst>
              <a:ext uri="{FF2B5EF4-FFF2-40B4-BE49-F238E27FC236}">
                <a16:creationId xmlns:a16="http://schemas.microsoft.com/office/drawing/2014/main" id="{19B7F2AC-3A2C-48D9-15F8-26D261A85CF8}"/>
              </a:ext>
            </a:extLst>
          </p:cNvPr>
          <p:cNvSpPr txBox="1"/>
          <p:nvPr/>
        </p:nvSpPr>
        <p:spPr>
          <a:xfrm>
            <a:off x="7157158" y="2484275"/>
            <a:ext cx="570089" cy="230832"/>
          </a:xfrm>
          <a:prstGeom prst="rect">
            <a:avLst/>
          </a:prstGeom>
          <a:noFill/>
        </p:spPr>
        <p:txBody>
          <a:bodyPr wrap="square" rtlCol="0">
            <a:spAutoFit/>
          </a:bodyPr>
          <a:lstStyle/>
          <a:p>
            <a:pPr algn="ctr"/>
            <a:r>
              <a:rPr lang="en-US" sz="900" dirty="0"/>
              <a:t>2356</a:t>
            </a:r>
          </a:p>
        </p:txBody>
      </p:sp>
      <p:sp>
        <p:nvSpPr>
          <p:cNvPr id="38" name="TextBox 37">
            <a:extLst>
              <a:ext uri="{FF2B5EF4-FFF2-40B4-BE49-F238E27FC236}">
                <a16:creationId xmlns:a16="http://schemas.microsoft.com/office/drawing/2014/main" id="{5E2E381B-3733-AA47-A82E-27E7144F00B3}"/>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C6A81A91-6C03-EAEB-07F6-ECDC34257CA2}"/>
              </a:ext>
            </a:extLst>
          </p:cNvPr>
          <p:cNvSpPr txBox="1"/>
          <p:nvPr/>
        </p:nvSpPr>
        <p:spPr>
          <a:xfrm>
            <a:off x="4645378" y="1903821"/>
            <a:ext cx="570089" cy="230832"/>
          </a:xfrm>
          <a:prstGeom prst="rect">
            <a:avLst/>
          </a:prstGeom>
          <a:noFill/>
        </p:spPr>
        <p:txBody>
          <a:bodyPr wrap="square" rtlCol="0">
            <a:spAutoFit/>
          </a:bodyPr>
          <a:lstStyle/>
          <a:p>
            <a:pPr algn="ctr"/>
            <a:r>
              <a:rPr lang="en-US" sz="900" dirty="0"/>
              <a:t>456</a:t>
            </a:r>
          </a:p>
        </p:txBody>
      </p:sp>
      <p:sp>
        <p:nvSpPr>
          <p:cNvPr id="40" name="TextBox 39">
            <a:extLst>
              <a:ext uri="{FF2B5EF4-FFF2-40B4-BE49-F238E27FC236}">
                <a16:creationId xmlns:a16="http://schemas.microsoft.com/office/drawing/2014/main" id="{0E3FFF1E-6460-691C-DDC1-628FCDA1459B}"/>
              </a:ext>
            </a:extLst>
          </p:cNvPr>
          <p:cNvSpPr txBox="1"/>
          <p:nvPr/>
        </p:nvSpPr>
        <p:spPr>
          <a:xfrm>
            <a:off x="4645378" y="2404765"/>
            <a:ext cx="570089" cy="230832"/>
          </a:xfrm>
          <a:prstGeom prst="rect">
            <a:avLst/>
          </a:prstGeom>
          <a:noFill/>
        </p:spPr>
        <p:txBody>
          <a:bodyPr wrap="square" rtlCol="0">
            <a:spAutoFit/>
          </a:bodyPr>
          <a:lstStyle/>
          <a:p>
            <a:pPr algn="ctr"/>
            <a:r>
              <a:rPr lang="en-US" sz="900" dirty="0"/>
              <a:t>2356</a:t>
            </a:r>
          </a:p>
        </p:txBody>
      </p:sp>
      <p:sp>
        <p:nvSpPr>
          <p:cNvPr id="41" name="TextBox 40">
            <a:extLst>
              <a:ext uri="{FF2B5EF4-FFF2-40B4-BE49-F238E27FC236}">
                <a16:creationId xmlns:a16="http://schemas.microsoft.com/office/drawing/2014/main" id="{B37D7DA1-8293-F8D0-6EC3-D85BC9F7438F}"/>
              </a:ext>
            </a:extLst>
          </p:cNvPr>
          <p:cNvSpPr txBox="1"/>
          <p:nvPr/>
        </p:nvSpPr>
        <p:spPr>
          <a:xfrm>
            <a:off x="4645378" y="2985219"/>
            <a:ext cx="570089" cy="230832"/>
          </a:xfrm>
          <a:prstGeom prst="rect">
            <a:avLst/>
          </a:prstGeom>
          <a:noFill/>
        </p:spPr>
        <p:txBody>
          <a:bodyPr wrap="square" rtlCol="0">
            <a:spAutoFit/>
          </a:bodyPr>
          <a:lstStyle/>
          <a:p>
            <a:pPr algn="ctr"/>
            <a:r>
              <a:rPr lang="en-US" sz="900" dirty="0"/>
              <a:t>356</a:t>
            </a:r>
          </a:p>
        </p:txBody>
      </p:sp>
      <p:sp>
        <p:nvSpPr>
          <p:cNvPr id="42" name="TextBox 41">
            <a:extLst>
              <a:ext uri="{FF2B5EF4-FFF2-40B4-BE49-F238E27FC236}">
                <a16:creationId xmlns:a16="http://schemas.microsoft.com/office/drawing/2014/main" id="{42CCFEFF-C7BB-2A9D-5199-EB4A1D759D34}"/>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EF854CE-8D81-2298-DF19-1FFE68BED033}"/>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36520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92783-8BB5-093B-7C2B-7E402625DD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6FCCBA-5F64-4A00-0AD0-E74C22C371A1}"/>
              </a:ext>
            </a:extLst>
          </p:cNvPr>
          <p:cNvSpPr>
            <a:spLocks noGrp="1"/>
          </p:cNvSpPr>
          <p:nvPr>
            <p:ph sz="half" idx="1"/>
          </p:nvPr>
        </p:nvSpPr>
        <p:spPr/>
        <p:txBody>
          <a:bodyPr/>
          <a:lstStyle/>
          <a:p>
            <a:r>
              <a:rPr lang="en-US" dirty="0"/>
              <a:t>This arrow is determined because the lowest possible values sum to 9.</a:t>
            </a:r>
          </a:p>
        </p:txBody>
      </p:sp>
      <p:pic>
        <p:nvPicPr>
          <p:cNvPr id="4" name="Picture 3" descr="A grid of sudoku puzzle&#10;&#10;Description automatically generated">
            <a:extLst>
              <a:ext uri="{FF2B5EF4-FFF2-40B4-BE49-F238E27FC236}">
                <a16:creationId xmlns:a16="http://schemas.microsoft.com/office/drawing/2014/main" id="{AE0673CD-6113-37E3-3FAC-5D4811FA34B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49BA417-7F5C-C572-2F18-5C08346FC5B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48B2808-039F-9F83-9F06-117DC4B7EFE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0A075E7-15F3-C7CB-6BD8-86E3AA5CA71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BE3DFE8-C03C-8547-F430-ADBFE30DE827}"/>
              </a:ext>
            </a:extLst>
          </p:cNvPr>
          <p:cNvSpPr txBox="1"/>
          <p:nvPr/>
        </p:nvSpPr>
        <p:spPr>
          <a:xfrm>
            <a:off x="3138310" y="901933"/>
            <a:ext cx="570089" cy="230832"/>
          </a:xfrm>
          <a:prstGeom prst="rect">
            <a:avLst/>
          </a:prstGeom>
          <a:noFill/>
        </p:spPr>
        <p:txBody>
          <a:bodyPr wrap="square" rtlCol="0">
            <a:spAutoFit/>
          </a:bodyPr>
          <a:lstStyle/>
          <a:p>
            <a:pPr algn="ctr"/>
            <a:r>
              <a:rPr lang="en-US" sz="900" dirty="0"/>
              <a:t>13</a:t>
            </a:r>
          </a:p>
        </p:txBody>
      </p:sp>
      <p:sp>
        <p:nvSpPr>
          <p:cNvPr id="8" name="TextBox 7">
            <a:extLst>
              <a:ext uri="{FF2B5EF4-FFF2-40B4-BE49-F238E27FC236}">
                <a16:creationId xmlns:a16="http://schemas.microsoft.com/office/drawing/2014/main" id="{CDCFFC97-3D74-9342-EC57-BEBCD9BF023C}"/>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C5A20A10-C83C-76CB-6111-239FA71A64F7}"/>
              </a:ext>
            </a:extLst>
          </p:cNvPr>
          <p:cNvSpPr txBox="1"/>
          <p:nvPr/>
        </p:nvSpPr>
        <p:spPr>
          <a:xfrm>
            <a:off x="3138310" y="1903821"/>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C9638518-3B23-21FE-9DA8-C1418EFEAD31}"/>
              </a:ext>
            </a:extLst>
          </p:cNvPr>
          <p:cNvSpPr txBox="1"/>
          <p:nvPr/>
        </p:nvSpPr>
        <p:spPr>
          <a:xfrm>
            <a:off x="3138310" y="2531981"/>
            <a:ext cx="570089" cy="230832"/>
          </a:xfrm>
          <a:prstGeom prst="rect">
            <a:avLst/>
          </a:prstGeom>
          <a:noFill/>
        </p:spPr>
        <p:txBody>
          <a:bodyPr wrap="square" rtlCol="0">
            <a:spAutoFit/>
          </a:bodyPr>
          <a:lstStyle/>
          <a:p>
            <a:pPr algn="ctr"/>
            <a:r>
              <a:rPr lang="en-US" sz="900" dirty="0"/>
              <a:t>5678</a:t>
            </a:r>
          </a:p>
        </p:txBody>
      </p:sp>
      <p:sp>
        <p:nvSpPr>
          <p:cNvPr id="13" name="TextBox 12">
            <a:extLst>
              <a:ext uri="{FF2B5EF4-FFF2-40B4-BE49-F238E27FC236}">
                <a16:creationId xmlns:a16="http://schemas.microsoft.com/office/drawing/2014/main" id="{B3B872C5-2E17-4EB8-ABF1-F8D188E97DE5}"/>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72E782A9-2CB1-FA74-2B5A-CB5825B7A77D}"/>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
        <p:nvSpPr>
          <p:cNvPr id="16" name="TextBox 15">
            <a:extLst>
              <a:ext uri="{FF2B5EF4-FFF2-40B4-BE49-F238E27FC236}">
                <a16:creationId xmlns:a16="http://schemas.microsoft.com/office/drawing/2014/main" id="{13BDFAB8-0C1B-6BB2-002B-DC502254AF9C}"/>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4B733892-82A3-EF47-8127-4A6D50FBA3E5}"/>
              </a:ext>
            </a:extLst>
          </p:cNvPr>
          <p:cNvSpPr txBox="1"/>
          <p:nvPr/>
        </p:nvSpPr>
        <p:spPr>
          <a:xfrm>
            <a:off x="3640666" y="901933"/>
            <a:ext cx="570089" cy="230832"/>
          </a:xfrm>
          <a:prstGeom prst="rect">
            <a:avLst/>
          </a:prstGeom>
          <a:noFill/>
        </p:spPr>
        <p:txBody>
          <a:bodyPr wrap="square" rtlCol="0">
            <a:spAutoFit/>
          </a:bodyPr>
          <a:lstStyle/>
          <a:p>
            <a:pPr algn="ctr"/>
            <a:r>
              <a:rPr lang="en-US" sz="900" dirty="0"/>
              <a:t>1356</a:t>
            </a:r>
          </a:p>
        </p:txBody>
      </p:sp>
      <p:sp>
        <p:nvSpPr>
          <p:cNvPr id="18" name="TextBox 17">
            <a:extLst>
              <a:ext uri="{FF2B5EF4-FFF2-40B4-BE49-F238E27FC236}">
                <a16:creationId xmlns:a16="http://schemas.microsoft.com/office/drawing/2014/main" id="{75B720B3-65BE-4942-B949-53C62A261CB9}"/>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9B8B0AA1-2842-D55E-D9D1-6ECB46BAA890}"/>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0894B050-7D51-D822-70BC-12324848C317}"/>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4E5F8ABB-9F1B-C2F0-8A03-DF92018C1F5C}"/>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B609D407-4088-19D9-2E2D-CBB56525DA9E}"/>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272CC06B-FC0C-59F3-E8DA-FFEACE852FF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1B42273-A78D-A18F-26DB-F4C5482E8BEA}"/>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6C63477-23EF-4776-BE4F-0A9ABDEF886E}"/>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60ACE9A9-562D-650F-855A-4EA82909BABA}"/>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1AF4952-FDD1-1104-56FB-6B480BE89B9F}"/>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FAC75B8B-CFC3-9B2E-4597-1A752A464E0B}"/>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B0597082-6D92-1691-A0B7-34DC5F2C08C1}"/>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4E508768-2DEA-C664-4423-D4D0C4B2CF42}"/>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BB074217-91B6-7366-9EB2-42962D75EBB2}"/>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E51807C3-9816-A990-C00C-6AAD233F9190}"/>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17AE11FD-B88A-6EBF-BE42-8FD82B567261}"/>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EBC6EE18-0EF4-9DF7-752B-74481445F56D}"/>
              </a:ext>
            </a:extLst>
          </p:cNvPr>
          <p:cNvSpPr txBox="1"/>
          <p:nvPr/>
        </p:nvSpPr>
        <p:spPr>
          <a:xfrm>
            <a:off x="5650090" y="774717"/>
            <a:ext cx="570089" cy="230832"/>
          </a:xfrm>
          <a:prstGeom prst="rect">
            <a:avLst/>
          </a:prstGeom>
          <a:noFill/>
        </p:spPr>
        <p:txBody>
          <a:bodyPr wrap="square" rtlCol="0">
            <a:spAutoFit/>
          </a:bodyPr>
          <a:lstStyle/>
          <a:p>
            <a:pPr algn="ctr"/>
            <a:r>
              <a:rPr lang="en-US" sz="900" dirty="0"/>
              <a:t>245</a:t>
            </a:r>
          </a:p>
        </p:txBody>
      </p:sp>
      <p:sp>
        <p:nvSpPr>
          <p:cNvPr id="15" name="TextBox 14">
            <a:extLst>
              <a:ext uri="{FF2B5EF4-FFF2-40B4-BE49-F238E27FC236}">
                <a16:creationId xmlns:a16="http://schemas.microsoft.com/office/drawing/2014/main" id="{8DEF4AED-7FF4-90AA-821D-21D2566246AA}"/>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C99A856A-050F-8234-4985-64344D094E2D}"/>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3456</a:t>
            </a:r>
          </a:p>
        </p:txBody>
      </p:sp>
      <p:sp>
        <p:nvSpPr>
          <p:cNvPr id="35" name="TextBox 34">
            <a:extLst>
              <a:ext uri="{FF2B5EF4-FFF2-40B4-BE49-F238E27FC236}">
                <a16:creationId xmlns:a16="http://schemas.microsoft.com/office/drawing/2014/main" id="{C97627DB-6CD8-15C7-F719-C7B1E6C3A0A9}"/>
              </a:ext>
            </a:extLst>
          </p:cNvPr>
          <p:cNvSpPr txBox="1"/>
          <p:nvPr/>
        </p:nvSpPr>
        <p:spPr>
          <a:xfrm>
            <a:off x="5650090" y="1903821"/>
            <a:ext cx="570089" cy="230832"/>
          </a:xfrm>
          <a:prstGeom prst="rect">
            <a:avLst/>
          </a:prstGeom>
          <a:noFill/>
        </p:spPr>
        <p:txBody>
          <a:bodyPr wrap="square" rtlCol="0">
            <a:spAutoFit/>
          </a:bodyPr>
          <a:lstStyle/>
          <a:p>
            <a:pPr algn="ctr"/>
            <a:r>
              <a:rPr lang="en-US" sz="900" dirty="0"/>
              <a:t>78</a:t>
            </a:r>
          </a:p>
        </p:txBody>
      </p:sp>
      <p:sp>
        <p:nvSpPr>
          <p:cNvPr id="36" name="TextBox 35">
            <a:extLst>
              <a:ext uri="{FF2B5EF4-FFF2-40B4-BE49-F238E27FC236}">
                <a16:creationId xmlns:a16="http://schemas.microsoft.com/office/drawing/2014/main" id="{258A9054-9AEC-82A4-B1FF-2AC99DC820D2}"/>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12456</a:t>
            </a:r>
          </a:p>
        </p:txBody>
      </p:sp>
      <p:sp>
        <p:nvSpPr>
          <p:cNvPr id="37" name="TextBox 36">
            <a:extLst>
              <a:ext uri="{FF2B5EF4-FFF2-40B4-BE49-F238E27FC236}">
                <a16:creationId xmlns:a16="http://schemas.microsoft.com/office/drawing/2014/main" id="{9DE6B60B-73BC-E3DF-31F3-066413ED769F}"/>
              </a:ext>
            </a:extLst>
          </p:cNvPr>
          <p:cNvSpPr txBox="1"/>
          <p:nvPr/>
        </p:nvSpPr>
        <p:spPr>
          <a:xfrm>
            <a:off x="7157158" y="2484275"/>
            <a:ext cx="570089" cy="230832"/>
          </a:xfrm>
          <a:prstGeom prst="rect">
            <a:avLst/>
          </a:prstGeom>
          <a:noFill/>
        </p:spPr>
        <p:txBody>
          <a:bodyPr wrap="square" rtlCol="0">
            <a:spAutoFit/>
          </a:bodyPr>
          <a:lstStyle/>
          <a:p>
            <a:pPr algn="ctr"/>
            <a:r>
              <a:rPr lang="en-US" sz="900" dirty="0"/>
              <a:t>2356</a:t>
            </a:r>
          </a:p>
        </p:txBody>
      </p:sp>
      <p:sp>
        <p:nvSpPr>
          <p:cNvPr id="42" name="TextBox 41">
            <a:extLst>
              <a:ext uri="{FF2B5EF4-FFF2-40B4-BE49-F238E27FC236}">
                <a16:creationId xmlns:a16="http://schemas.microsoft.com/office/drawing/2014/main" id="{CC60F918-4601-1E09-BC76-E359BBD11033}"/>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05216367-F624-DDA6-55E6-ED9181B84E6F}"/>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2F87AF9B-8002-5FB4-10B7-23C11506CBA2}"/>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E64A5CCB-7F2A-E458-DE91-1E295B1A305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19530084-35AE-848F-E565-3FD10BCBFA0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037AC678-EC3B-44FD-0E58-1798959799E7}"/>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697530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8B3AB-215B-1DB7-5E27-5705C660A8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D11597-58C3-E87E-CFC1-634BBB5F720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CB10138-8EE1-6F29-7CCE-6CAE699FD2B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081423-6F51-496B-1382-2F35C20B904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7EAFC66-0039-E422-4561-36B08459985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752A01-BF37-77C6-C883-B926F155B3D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8438509-132F-FD91-7088-744223BDA769}"/>
              </a:ext>
            </a:extLst>
          </p:cNvPr>
          <p:cNvSpPr txBox="1"/>
          <p:nvPr/>
        </p:nvSpPr>
        <p:spPr>
          <a:xfrm>
            <a:off x="3138310" y="901933"/>
            <a:ext cx="570089" cy="230832"/>
          </a:xfrm>
          <a:prstGeom prst="rect">
            <a:avLst/>
          </a:prstGeom>
          <a:noFill/>
        </p:spPr>
        <p:txBody>
          <a:bodyPr wrap="square" rtlCol="0">
            <a:spAutoFit/>
          </a:bodyPr>
          <a:lstStyle/>
          <a:p>
            <a:pPr algn="ctr"/>
            <a:r>
              <a:rPr lang="en-US" sz="900" dirty="0"/>
              <a:t>13</a:t>
            </a:r>
          </a:p>
        </p:txBody>
      </p:sp>
      <p:sp>
        <p:nvSpPr>
          <p:cNvPr id="8" name="TextBox 7">
            <a:extLst>
              <a:ext uri="{FF2B5EF4-FFF2-40B4-BE49-F238E27FC236}">
                <a16:creationId xmlns:a16="http://schemas.microsoft.com/office/drawing/2014/main" id="{F3D984DE-CC6E-BDD1-E798-D9F245558ECD}"/>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11" name="TextBox 10">
            <a:extLst>
              <a:ext uri="{FF2B5EF4-FFF2-40B4-BE49-F238E27FC236}">
                <a16:creationId xmlns:a16="http://schemas.microsoft.com/office/drawing/2014/main" id="{2DDAD915-7806-D3F8-850D-FB530F263F49}"/>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38D3D6F8-9E14-97D8-F328-B9E181AE30EB}"/>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B6E20E47-F9B8-AF14-F276-E939039B2CB1}"/>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11B1D6C4-C158-4FFB-857F-7F1231FC3661}"/>
              </a:ext>
            </a:extLst>
          </p:cNvPr>
          <p:cNvSpPr txBox="1"/>
          <p:nvPr/>
        </p:nvSpPr>
        <p:spPr>
          <a:xfrm>
            <a:off x="3640666" y="901933"/>
            <a:ext cx="570089" cy="230832"/>
          </a:xfrm>
          <a:prstGeom prst="rect">
            <a:avLst/>
          </a:prstGeom>
          <a:noFill/>
        </p:spPr>
        <p:txBody>
          <a:bodyPr wrap="square" rtlCol="0">
            <a:spAutoFit/>
          </a:bodyPr>
          <a:lstStyle/>
          <a:p>
            <a:pPr algn="ctr"/>
            <a:r>
              <a:rPr lang="en-US" sz="900" dirty="0"/>
              <a:t>1356</a:t>
            </a:r>
          </a:p>
        </p:txBody>
      </p:sp>
      <p:sp>
        <p:nvSpPr>
          <p:cNvPr id="18" name="TextBox 17">
            <a:extLst>
              <a:ext uri="{FF2B5EF4-FFF2-40B4-BE49-F238E27FC236}">
                <a16:creationId xmlns:a16="http://schemas.microsoft.com/office/drawing/2014/main" id="{CCC86000-F419-5607-6586-1AC704198B7F}"/>
              </a:ext>
            </a:extLst>
          </p:cNvPr>
          <p:cNvSpPr txBox="1"/>
          <p:nvPr/>
        </p:nvSpPr>
        <p:spPr>
          <a:xfrm>
            <a:off x="3640666" y="1402877"/>
            <a:ext cx="570089" cy="230832"/>
          </a:xfrm>
          <a:prstGeom prst="rect">
            <a:avLst/>
          </a:prstGeom>
          <a:noFill/>
        </p:spPr>
        <p:txBody>
          <a:bodyPr wrap="square" rtlCol="0">
            <a:spAutoFit/>
          </a:bodyPr>
          <a:lstStyle/>
          <a:p>
            <a:pPr algn="ctr"/>
            <a:r>
              <a:rPr lang="en-US" sz="900" dirty="0"/>
              <a:t>23567</a:t>
            </a:r>
          </a:p>
        </p:txBody>
      </p:sp>
      <p:sp>
        <p:nvSpPr>
          <p:cNvPr id="19" name="TextBox 18">
            <a:extLst>
              <a:ext uri="{FF2B5EF4-FFF2-40B4-BE49-F238E27FC236}">
                <a16:creationId xmlns:a16="http://schemas.microsoft.com/office/drawing/2014/main" id="{091DD67D-49AF-DD74-9123-EA0688CA3334}"/>
              </a:ext>
            </a:extLst>
          </p:cNvPr>
          <p:cNvSpPr txBox="1"/>
          <p:nvPr/>
        </p:nvSpPr>
        <p:spPr>
          <a:xfrm>
            <a:off x="3640666" y="2031037"/>
            <a:ext cx="570089" cy="230832"/>
          </a:xfrm>
          <a:prstGeom prst="rect">
            <a:avLst/>
          </a:prstGeom>
          <a:noFill/>
        </p:spPr>
        <p:txBody>
          <a:bodyPr wrap="square" rtlCol="0">
            <a:spAutoFit/>
          </a:bodyPr>
          <a:lstStyle/>
          <a:p>
            <a:pPr algn="ctr"/>
            <a:r>
              <a:rPr lang="en-US" sz="900" dirty="0"/>
              <a:t>5678</a:t>
            </a:r>
          </a:p>
        </p:txBody>
      </p:sp>
      <p:sp>
        <p:nvSpPr>
          <p:cNvPr id="20" name="TextBox 19">
            <a:extLst>
              <a:ext uri="{FF2B5EF4-FFF2-40B4-BE49-F238E27FC236}">
                <a16:creationId xmlns:a16="http://schemas.microsoft.com/office/drawing/2014/main" id="{98FDEEDB-FDA7-8856-9CBE-33118BA08A59}"/>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E1B97A3F-C851-0CD9-DF52-4A3C241B74DC}"/>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8C896E95-3404-52B4-E3EA-47EB2F5B0510}"/>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DAF1BB9D-4A6C-28D4-43B6-2B1468339B8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FC3F7B4-305D-54B8-0F4E-4E304FB28522}"/>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A0C3C49F-EFD3-8304-3BF7-70943B9EBED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648F095-94B6-A4B9-272A-D79AC71A47E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D0ECBA11-8982-A5C7-0E05-373F45710549}"/>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D8423086-ABAC-2574-47B9-B605E599BD21}"/>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a:t>
            </a:r>
          </a:p>
        </p:txBody>
      </p:sp>
      <p:sp>
        <p:nvSpPr>
          <p:cNvPr id="29" name="TextBox 28">
            <a:extLst>
              <a:ext uri="{FF2B5EF4-FFF2-40B4-BE49-F238E27FC236}">
                <a16:creationId xmlns:a16="http://schemas.microsoft.com/office/drawing/2014/main" id="{961C65C0-C2DF-012C-BBB7-06DA943D8414}"/>
              </a:ext>
            </a:extLst>
          </p:cNvPr>
          <p:cNvSpPr txBox="1"/>
          <p:nvPr/>
        </p:nvSpPr>
        <p:spPr>
          <a:xfrm>
            <a:off x="4143022" y="1402877"/>
            <a:ext cx="570089" cy="230832"/>
          </a:xfrm>
          <a:prstGeom prst="rect">
            <a:avLst/>
          </a:prstGeom>
          <a:noFill/>
        </p:spPr>
        <p:txBody>
          <a:bodyPr wrap="square" rtlCol="0">
            <a:spAutoFit/>
          </a:bodyPr>
          <a:lstStyle/>
          <a:p>
            <a:pPr algn="ctr"/>
            <a:r>
              <a:rPr lang="en-US" sz="900" dirty="0"/>
              <a:t>5678</a:t>
            </a:r>
          </a:p>
        </p:txBody>
      </p:sp>
      <p:sp>
        <p:nvSpPr>
          <p:cNvPr id="31" name="TextBox 30">
            <a:extLst>
              <a:ext uri="{FF2B5EF4-FFF2-40B4-BE49-F238E27FC236}">
                <a16:creationId xmlns:a16="http://schemas.microsoft.com/office/drawing/2014/main" id="{159D241C-C9F7-3389-C981-562A03EB92E8}"/>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A5B210EE-5971-0838-A19F-4CE7C58FBCEA}"/>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A5F92D52-6A1F-7986-AC8F-11056365BD81}"/>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FD11384D-8E97-2631-249A-2004D9168AD5}"/>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39EDD35B-BB53-BCD7-96F7-02038C6BDB23}"/>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E3C6A28D-3A30-7F1F-43E7-9B0F13CA8359}"/>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D99D9964-A915-F0EB-1B76-66CCE9B1E72B}"/>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3456</a:t>
            </a:r>
          </a:p>
        </p:txBody>
      </p:sp>
      <p:sp>
        <p:nvSpPr>
          <p:cNvPr id="35" name="TextBox 34">
            <a:extLst>
              <a:ext uri="{FF2B5EF4-FFF2-40B4-BE49-F238E27FC236}">
                <a16:creationId xmlns:a16="http://schemas.microsoft.com/office/drawing/2014/main" id="{A2DECACB-3FAC-413A-C234-3B80A56E0A74}"/>
              </a:ext>
            </a:extLst>
          </p:cNvPr>
          <p:cNvSpPr txBox="1"/>
          <p:nvPr/>
        </p:nvSpPr>
        <p:spPr>
          <a:xfrm>
            <a:off x="5650090" y="1903821"/>
            <a:ext cx="570089" cy="230832"/>
          </a:xfrm>
          <a:prstGeom prst="rect">
            <a:avLst/>
          </a:prstGeom>
          <a:noFill/>
        </p:spPr>
        <p:txBody>
          <a:bodyPr wrap="square" rtlCol="0">
            <a:spAutoFit/>
          </a:bodyPr>
          <a:lstStyle/>
          <a:p>
            <a:pPr algn="ctr"/>
            <a:r>
              <a:rPr lang="en-US" sz="900" dirty="0"/>
              <a:t>78</a:t>
            </a:r>
          </a:p>
        </p:txBody>
      </p:sp>
      <p:sp>
        <p:nvSpPr>
          <p:cNvPr id="36" name="TextBox 35">
            <a:extLst>
              <a:ext uri="{FF2B5EF4-FFF2-40B4-BE49-F238E27FC236}">
                <a16:creationId xmlns:a16="http://schemas.microsoft.com/office/drawing/2014/main" id="{675DA099-5A0E-EF64-7CAC-DB74EED3401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1256</a:t>
            </a:r>
          </a:p>
        </p:txBody>
      </p:sp>
      <p:sp>
        <p:nvSpPr>
          <p:cNvPr id="37" name="TextBox 36">
            <a:extLst>
              <a:ext uri="{FF2B5EF4-FFF2-40B4-BE49-F238E27FC236}">
                <a16:creationId xmlns:a16="http://schemas.microsoft.com/office/drawing/2014/main" id="{FD8F7CDD-3BE8-B5F5-8C33-5AFADB63541F}"/>
              </a:ext>
            </a:extLst>
          </p:cNvPr>
          <p:cNvSpPr txBox="1"/>
          <p:nvPr/>
        </p:nvSpPr>
        <p:spPr>
          <a:xfrm>
            <a:off x="7157158" y="2484275"/>
            <a:ext cx="570089" cy="230832"/>
          </a:xfrm>
          <a:prstGeom prst="rect">
            <a:avLst/>
          </a:prstGeom>
          <a:noFill/>
        </p:spPr>
        <p:txBody>
          <a:bodyPr wrap="square" rtlCol="0">
            <a:spAutoFit/>
          </a:bodyPr>
          <a:lstStyle/>
          <a:p>
            <a:pPr algn="ctr"/>
            <a:r>
              <a:rPr lang="en-US" sz="900" dirty="0"/>
              <a:t>356</a:t>
            </a:r>
          </a:p>
        </p:txBody>
      </p:sp>
      <p:sp>
        <p:nvSpPr>
          <p:cNvPr id="42" name="TextBox 41">
            <a:extLst>
              <a:ext uri="{FF2B5EF4-FFF2-40B4-BE49-F238E27FC236}">
                <a16:creationId xmlns:a16="http://schemas.microsoft.com/office/drawing/2014/main" id="{426FD762-93F6-B2B7-2DD4-2D3D342E83BC}"/>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272C5AF9-F3F2-F1E2-C11E-43DA72A9B419}"/>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7C26B1A0-72B5-9C62-A138-2C7352A2F4E2}"/>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05863CA-64C7-E1CC-F606-5B2851AFCAC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095F579A-A7B6-0DB7-1385-10ED49D8722D}"/>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C3F9B5D2-0BDF-80DA-B967-A1CD4ED468F5}"/>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DA68AE8F-79C5-60B9-F219-C79C1F582C08}"/>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87F8A123-0819-67DD-470F-F344778E96B8}"/>
              </a:ext>
            </a:extLst>
          </p:cNvPr>
          <p:cNvSpPr txBox="1"/>
          <p:nvPr/>
        </p:nvSpPr>
        <p:spPr>
          <a:xfrm>
            <a:off x="3640666" y="3406653"/>
            <a:ext cx="570089" cy="230832"/>
          </a:xfrm>
          <a:prstGeom prst="rect">
            <a:avLst/>
          </a:prstGeom>
          <a:noFill/>
        </p:spPr>
        <p:txBody>
          <a:bodyPr wrap="square" rtlCol="0">
            <a:spAutoFit/>
          </a:bodyPr>
          <a:lstStyle/>
          <a:p>
            <a:pPr algn="ctr"/>
            <a:r>
              <a:rPr lang="en-US" sz="900" dirty="0"/>
              <a:t>56</a:t>
            </a:r>
          </a:p>
        </p:txBody>
      </p:sp>
    </p:spTree>
    <p:extLst>
      <p:ext uri="{BB962C8B-B14F-4D97-AF65-F5344CB8AC3E}">
        <p14:creationId xmlns:p14="http://schemas.microsoft.com/office/powerpoint/2010/main" val="1850944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4AA87-EE7F-2CB8-2EF6-88BE6FD5258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582A94-8AF6-804F-60A8-2C181D0CC6F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8102DCA-67AD-4CD9-01EA-8A45E7B6751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E2548A5-201F-EAE1-244B-AAE0630DFC0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98C5608-E5B7-ED89-C5D3-1E79854297F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F699AB-B0AC-1776-7316-2694F709457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9B5EC5F-DB9B-7312-B6D3-A858FB26D395}"/>
              </a:ext>
            </a:extLst>
          </p:cNvPr>
          <p:cNvSpPr txBox="1"/>
          <p:nvPr/>
        </p:nvSpPr>
        <p:spPr>
          <a:xfrm>
            <a:off x="3138310" y="901933"/>
            <a:ext cx="570089" cy="230832"/>
          </a:xfrm>
          <a:prstGeom prst="rect">
            <a:avLst/>
          </a:prstGeom>
          <a:noFill/>
        </p:spPr>
        <p:txBody>
          <a:bodyPr wrap="square" rtlCol="0">
            <a:spAutoFit/>
          </a:bodyPr>
          <a:lstStyle/>
          <a:p>
            <a:pPr algn="ctr"/>
            <a:r>
              <a:rPr lang="en-US" sz="900" dirty="0"/>
              <a:t>13</a:t>
            </a:r>
          </a:p>
        </p:txBody>
      </p:sp>
      <p:sp>
        <p:nvSpPr>
          <p:cNvPr id="8" name="TextBox 7">
            <a:extLst>
              <a:ext uri="{FF2B5EF4-FFF2-40B4-BE49-F238E27FC236}">
                <a16:creationId xmlns:a16="http://schemas.microsoft.com/office/drawing/2014/main" id="{258FA6C2-18EB-1149-DA95-56A988AB6EE8}"/>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11" name="TextBox 10">
            <a:extLst>
              <a:ext uri="{FF2B5EF4-FFF2-40B4-BE49-F238E27FC236}">
                <a16:creationId xmlns:a16="http://schemas.microsoft.com/office/drawing/2014/main" id="{E4E09377-DD01-7949-D626-E56DD373813B}"/>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F690433C-6436-AF7C-442B-CE27148052A3}"/>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F3822B54-300D-3580-4522-0BED1D39AC7E}"/>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05D0C5C3-4816-D862-C92B-81FA12F1D168}"/>
              </a:ext>
            </a:extLst>
          </p:cNvPr>
          <p:cNvSpPr txBox="1"/>
          <p:nvPr/>
        </p:nvSpPr>
        <p:spPr>
          <a:xfrm>
            <a:off x="3640666" y="901933"/>
            <a:ext cx="570089" cy="230832"/>
          </a:xfrm>
          <a:prstGeom prst="rect">
            <a:avLst/>
          </a:prstGeom>
          <a:noFill/>
        </p:spPr>
        <p:txBody>
          <a:bodyPr wrap="square" rtlCol="0">
            <a:spAutoFit/>
          </a:bodyPr>
          <a:lstStyle/>
          <a:p>
            <a:pPr algn="ctr"/>
            <a:r>
              <a:rPr lang="en-US" sz="900" dirty="0"/>
              <a:t>136</a:t>
            </a:r>
          </a:p>
        </p:txBody>
      </p:sp>
      <p:sp>
        <p:nvSpPr>
          <p:cNvPr id="18" name="TextBox 17">
            <a:extLst>
              <a:ext uri="{FF2B5EF4-FFF2-40B4-BE49-F238E27FC236}">
                <a16:creationId xmlns:a16="http://schemas.microsoft.com/office/drawing/2014/main" id="{7A7D6138-0C04-8D49-10B7-E620830DB258}"/>
              </a:ext>
            </a:extLst>
          </p:cNvPr>
          <p:cNvSpPr txBox="1"/>
          <p:nvPr/>
        </p:nvSpPr>
        <p:spPr>
          <a:xfrm>
            <a:off x="3640666" y="1402877"/>
            <a:ext cx="570089" cy="230832"/>
          </a:xfrm>
          <a:prstGeom prst="rect">
            <a:avLst/>
          </a:prstGeom>
          <a:noFill/>
        </p:spPr>
        <p:txBody>
          <a:bodyPr wrap="square" rtlCol="0">
            <a:spAutoFit/>
          </a:bodyPr>
          <a:lstStyle/>
          <a:p>
            <a:pPr algn="ctr"/>
            <a:r>
              <a:rPr lang="en-US" sz="900" dirty="0"/>
              <a:t>2367</a:t>
            </a:r>
          </a:p>
        </p:txBody>
      </p:sp>
      <p:sp>
        <p:nvSpPr>
          <p:cNvPr id="19" name="TextBox 18">
            <a:extLst>
              <a:ext uri="{FF2B5EF4-FFF2-40B4-BE49-F238E27FC236}">
                <a16:creationId xmlns:a16="http://schemas.microsoft.com/office/drawing/2014/main" id="{DF318A49-1A13-49A1-00A2-EF8785C26DEE}"/>
              </a:ext>
            </a:extLst>
          </p:cNvPr>
          <p:cNvSpPr txBox="1"/>
          <p:nvPr/>
        </p:nvSpPr>
        <p:spPr>
          <a:xfrm>
            <a:off x="3640666" y="2031037"/>
            <a:ext cx="570089" cy="230832"/>
          </a:xfrm>
          <a:prstGeom prst="rect">
            <a:avLst/>
          </a:prstGeom>
          <a:noFill/>
        </p:spPr>
        <p:txBody>
          <a:bodyPr wrap="square" rtlCol="0">
            <a:spAutoFit/>
          </a:bodyPr>
          <a:lstStyle/>
          <a:p>
            <a:pPr algn="ctr"/>
            <a:r>
              <a:rPr lang="en-US" sz="900" dirty="0"/>
              <a:t>678</a:t>
            </a:r>
          </a:p>
        </p:txBody>
      </p:sp>
      <p:sp>
        <p:nvSpPr>
          <p:cNvPr id="20" name="TextBox 19">
            <a:extLst>
              <a:ext uri="{FF2B5EF4-FFF2-40B4-BE49-F238E27FC236}">
                <a16:creationId xmlns:a16="http://schemas.microsoft.com/office/drawing/2014/main" id="{74D00B5A-1DB9-C79C-4238-B48BE40289CD}"/>
              </a:ext>
            </a:extLst>
          </p:cNvPr>
          <p:cNvSpPr txBox="1"/>
          <p:nvPr/>
        </p:nvSpPr>
        <p:spPr>
          <a:xfrm>
            <a:off x="3640666" y="3780381"/>
            <a:ext cx="570089" cy="230832"/>
          </a:xfrm>
          <a:prstGeom prst="rect">
            <a:avLst/>
          </a:prstGeom>
          <a:noFill/>
        </p:spPr>
        <p:txBody>
          <a:bodyPr wrap="square" rtlCol="0">
            <a:spAutoFit/>
          </a:bodyPr>
          <a:lstStyle/>
          <a:p>
            <a:pPr algn="ctr"/>
            <a:r>
              <a:rPr lang="en-US" sz="900" dirty="0"/>
              <a:t>35678</a:t>
            </a:r>
          </a:p>
        </p:txBody>
      </p:sp>
      <p:sp>
        <p:nvSpPr>
          <p:cNvPr id="21" name="TextBox 20">
            <a:extLst>
              <a:ext uri="{FF2B5EF4-FFF2-40B4-BE49-F238E27FC236}">
                <a16:creationId xmlns:a16="http://schemas.microsoft.com/office/drawing/2014/main" id="{2FD941DF-62CF-D504-C115-94F1A794F6F9}"/>
              </a:ext>
            </a:extLst>
          </p:cNvPr>
          <p:cNvSpPr txBox="1"/>
          <p:nvPr/>
        </p:nvSpPr>
        <p:spPr>
          <a:xfrm>
            <a:off x="3640666" y="4408541"/>
            <a:ext cx="570089" cy="230832"/>
          </a:xfrm>
          <a:prstGeom prst="rect">
            <a:avLst/>
          </a:prstGeom>
          <a:noFill/>
        </p:spPr>
        <p:txBody>
          <a:bodyPr wrap="square" rtlCol="0">
            <a:spAutoFit/>
          </a:bodyPr>
          <a:lstStyle/>
          <a:p>
            <a:pPr algn="ctr"/>
            <a:r>
              <a:rPr lang="en-US" sz="900" dirty="0"/>
              <a:t>23567</a:t>
            </a:r>
          </a:p>
        </p:txBody>
      </p:sp>
      <p:sp>
        <p:nvSpPr>
          <p:cNvPr id="22" name="TextBox 21">
            <a:extLst>
              <a:ext uri="{FF2B5EF4-FFF2-40B4-BE49-F238E27FC236}">
                <a16:creationId xmlns:a16="http://schemas.microsoft.com/office/drawing/2014/main" id="{BE2BB0A9-B0E5-19D5-B8AD-85D3147E0B2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12356</a:t>
            </a:r>
          </a:p>
        </p:txBody>
      </p:sp>
      <p:sp>
        <p:nvSpPr>
          <p:cNvPr id="23" name="TextBox 22">
            <a:extLst>
              <a:ext uri="{FF2B5EF4-FFF2-40B4-BE49-F238E27FC236}">
                <a16:creationId xmlns:a16="http://schemas.microsoft.com/office/drawing/2014/main" id="{C103E65B-4518-F84D-E019-F815CB0B3E4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164D224-588A-33CF-8B5A-429E36195FF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090587D7-4F8B-FB02-F9C6-973A6A07EE2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35C10F2A-3A1A-A566-C43A-999E5BABCC14}"/>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EEE9459-9452-F8D9-A17C-433ACD530AEB}"/>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BAC34C9E-3339-451D-6E4D-D39F3E0E1381}"/>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29" name="TextBox 28">
            <a:extLst>
              <a:ext uri="{FF2B5EF4-FFF2-40B4-BE49-F238E27FC236}">
                <a16:creationId xmlns:a16="http://schemas.microsoft.com/office/drawing/2014/main" id="{3BCFAD76-CC83-52E8-934E-A904B5D14B52}"/>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a:t>
            </a:r>
          </a:p>
        </p:txBody>
      </p:sp>
      <p:sp>
        <p:nvSpPr>
          <p:cNvPr id="31" name="TextBox 30">
            <a:extLst>
              <a:ext uri="{FF2B5EF4-FFF2-40B4-BE49-F238E27FC236}">
                <a16:creationId xmlns:a16="http://schemas.microsoft.com/office/drawing/2014/main" id="{AE7F712B-3B30-4AE8-F36D-28D57C723F03}"/>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17DFB313-A81F-FF3A-C808-8C2FB772196E}"/>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7464144C-FCF6-2953-69E8-23F8D8E26F38}"/>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D2075A87-B38D-7CEA-1C70-6928029D1884}"/>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E774B3D9-EDBC-C6C4-2F7B-267E1C93C6BE}"/>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A1BB1992-E5BC-3435-2872-94347E9E19AA}"/>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912FC1C2-0542-886B-1694-C09889C7F09A}"/>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3456</a:t>
            </a:r>
          </a:p>
        </p:txBody>
      </p:sp>
      <p:sp>
        <p:nvSpPr>
          <p:cNvPr id="36" name="TextBox 35">
            <a:extLst>
              <a:ext uri="{FF2B5EF4-FFF2-40B4-BE49-F238E27FC236}">
                <a16:creationId xmlns:a16="http://schemas.microsoft.com/office/drawing/2014/main" id="{D01F5B01-4371-48A6-B7E2-A7D6AF3E18C6}"/>
              </a:ext>
            </a:extLst>
          </p:cNvPr>
          <p:cNvSpPr txBox="1"/>
          <p:nvPr/>
        </p:nvSpPr>
        <p:spPr>
          <a:xfrm>
            <a:off x="7157158" y="1903821"/>
            <a:ext cx="570089" cy="230832"/>
          </a:xfrm>
          <a:prstGeom prst="rect">
            <a:avLst/>
          </a:prstGeom>
          <a:noFill/>
        </p:spPr>
        <p:txBody>
          <a:bodyPr wrap="square" rtlCol="0">
            <a:spAutoFit/>
          </a:bodyPr>
          <a:lstStyle/>
          <a:p>
            <a:pPr algn="ctr"/>
            <a:r>
              <a:rPr lang="en-US" sz="900" dirty="0"/>
              <a:t>126</a:t>
            </a:r>
          </a:p>
        </p:txBody>
      </p:sp>
      <p:sp>
        <p:nvSpPr>
          <p:cNvPr id="37" name="TextBox 36">
            <a:extLst>
              <a:ext uri="{FF2B5EF4-FFF2-40B4-BE49-F238E27FC236}">
                <a16:creationId xmlns:a16="http://schemas.microsoft.com/office/drawing/2014/main" id="{B9B03BEB-6524-597F-A6C1-CDDC17E62835}"/>
              </a:ext>
            </a:extLst>
          </p:cNvPr>
          <p:cNvSpPr txBox="1"/>
          <p:nvPr/>
        </p:nvSpPr>
        <p:spPr>
          <a:xfrm>
            <a:off x="7157158" y="2484275"/>
            <a:ext cx="570089" cy="230832"/>
          </a:xfrm>
          <a:prstGeom prst="rect">
            <a:avLst/>
          </a:prstGeom>
          <a:noFill/>
        </p:spPr>
        <p:txBody>
          <a:bodyPr wrap="square" rtlCol="0">
            <a:spAutoFit/>
          </a:bodyPr>
          <a:lstStyle/>
          <a:p>
            <a:pPr algn="ctr"/>
            <a:r>
              <a:rPr lang="en-US" sz="900" dirty="0"/>
              <a:t>356</a:t>
            </a:r>
          </a:p>
        </p:txBody>
      </p:sp>
      <p:sp>
        <p:nvSpPr>
          <p:cNvPr id="42" name="TextBox 41">
            <a:extLst>
              <a:ext uri="{FF2B5EF4-FFF2-40B4-BE49-F238E27FC236}">
                <a16:creationId xmlns:a16="http://schemas.microsoft.com/office/drawing/2014/main" id="{D7E8493C-58CC-FE27-5170-974772856FAA}"/>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ED5F98A-F13C-2AF7-87A3-81184B595A4F}"/>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B5195643-8516-01EC-362D-897A3667798C}"/>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2CD963F1-03C7-2C1F-B52C-84DD7DBF7FA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1E1FC57-6A04-B3B1-6268-CBD658F55A6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7D2EBA05-D98A-D735-36A9-34EFD359F59C}"/>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672A8615-466E-F466-48D7-F0AABA0D098E}"/>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6791AF7B-BE2A-2178-22AD-611F00CDB00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51B2A6E2-CF3D-0C43-0A19-D80AEC3D0B4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033156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FAA4A-A340-697B-8234-D95E1E453D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F29190-2BCB-6137-6B8A-6A1D47CD4AB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477A55F-3885-5BFD-F53F-42479D0012E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5B2A940-7663-27D5-626A-F82C1A9264C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6B4A94B-C15E-973B-2F20-9C631AD712E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98CFED3-9024-3CB9-0943-CAFEF5E53D0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F71FC61-AE70-25C5-0A3E-CB43482FD1EE}"/>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C2CEB884-AD02-7051-43A0-64AC24AF3741}"/>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a:t>
            </a:r>
          </a:p>
        </p:txBody>
      </p:sp>
      <p:sp>
        <p:nvSpPr>
          <p:cNvPr id="11" name="TextBox 10">
            <a:extLst>
              <a:ext uri="{FF2B5EF4-FFF2-40B4-BE49-F238E27FC236}">
                <a16:creationId xmlns:a16="http://schemas.microsoft.com/office/drawing/2014/main" id="{DF5A1E93-0165-B71C-AA42-412A9C3605CB}"/>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F4C07E20-8197-8F38-114B-841D31163910}"/>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615BD75B-8D13-8DBB-8F56-7565D52C1390}"/>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722AA5F8-2989-D56A-122D-EBF2E1748680}"/>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D66ACBF9-4FA5-9728-66DC-D69AC2261BD2}"/>
              </a:ext>
            </a:extLst>
          </p:cNvPr>
          <p:cNvSpPr txBox="1"/>
          <p:nvPr/>
        </p:nvSpPr>
        <p:spPr>
          <a:xfrm>
            <a:off x="3640666" y="1402877"/>
            <a:ext cx="570089" cy="230832"/>
          </a:xfrm>
          <a:prstGeom prst="rect">
            <a:avLst/>
          </a:prstGeom>
          <a:noFill/>
        </p:spPr>
        <p:txBody>
          <a:bodyPr wrap="square" rtlCol="0">
            <a:spAutoFit/>
          </a:bodyPr>
          <a:lstStyle/>
          <a:p>
            <a:pPr algn="ctr"/>
            <a:r>
              <a:rPr lang="en-US" sz="900" dirty="0"/>
              <a:t>236</a:t>
            </a:r>
          </a:p>
        </p:txBody>
      </p:sp>
      <p:sp>
        <p:nvSpPr>
          <p:cNvPr id="19" name="TextBox 18">
            <a:extLst>
              <a:ext uri="{FF2B5EF4-FFF2-40B4-BE49-F238E27FC236}">
                <a16:creationId xmlns:a16="http://schemas.microsoft.com/office/drawing/2014/main" id="{7880E239-1FB7-964A-E479-C79DBAF744F2}"/>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960F7040-568A-3235-1B0B-CF49C885D2F5}"/>
              </a:ext>
            </a:extLst>
          </p:cNvPr>
          <p:cNvSpPr txBox="1"/>
          <p:nvPr/>
        </p:nvSpPr>
        <p:spPr>
          <a:xfrm>
            <a:off x="3640666" y="3780381"/>
            <a:ext cx="570089" cy="230832"/>
          </a:xfrm>
          <a:prstGeom prst="rect">
            <a:avLst/>
          </a:prstGeom>
          <a:noFill/>
        </p:spPr>
        <p:txBody>
          <a:bodyPr wrap="square" rtlCol="0">
            <a:spAutoFit/>
          </a:bodyPr>
          <a:lstStyle/>
          <a:p>
            <a:pPr algn="ctr"/>
            <a:r>
              <a:rPr lang="en-US" sz="900" dirty="0"/>
              <a:t>3678</a:t>
            </a:r>
          </a:p>
        </p:txBody>
      </p:sp>
      <p:sp>
        <p:nvSpPr>
          <p:cNvPr id="21" name="TextBox 20">
            <a:extLst>
              <a:ext uri="{FF2B5EF4-FFF2-40B4-BE49-F238E27FC236}">
                <a16:creationId xmlns:a16="http://schemas.microsoft.com/office/drawing/2014/main" id="{8F5FC325-5A97-3C85-A3AB-6463918749BC}"/>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B50C2339-0C56-CA50-A955-FB85453913C7}"/>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A67F1292-417E-32A6-D430-1FCD6C412E53}"/>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77E3931B-3C31-C26C-031D-992304CAD473}"/>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93FD43BD-1322-E93A-6670-443BC10BB91B}"/>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0EDE135F-99AA-B1EB-B549-193C216292E4}"/>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D1254E27-9670-0DBA-FBE2-3B819AD9C097}"/>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69650604-9A2D-885B-A9B5-E4465438546E}"/>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29" name="TextBox 28">
            <a:extLst>
              <a:ext uri="{FF2B5EF4-FFF2-40B4-BE49-F238E27FC236}">
                <a16:creationId xmlns:a16="http://schemas.microsoft.com/office/drawing/2014/main" id="{7A477CE2-D432-BE62-8319-2EAD529EABDE}"/>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a:t>
            </a:r>
          </a:p>
        </p:txBody>
      </p:sp>
      <p:sp>
        <p:nvSpPr>
          <p:cNvPr id="31" name="TextBox 30">
            <a:extLst>
              <a:ext uri="{FF2B5EF4-FFF2-40B4-BE49-F238E27FC236}">
                <a16:creationId xmlns:a16="http://schemas.microsoft.com/office/drawing/2014/main" id="{25BE6038-7BEE-9613-0D7F-77FF039A77B2}"/>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A619B55B-6F82-40AF-AE2B-DB115868487A}"/>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D672259B-1E5A-A415-74E6-33709C6219D8}"/>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E16BF730-79BA-3B28-EEAD-5DD5CF12E11D}"/>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061A527A-6CE4-8C3E-9D61-B5099CE34786}"/>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87CD5A9F-A1B6-1D81-D79C-5A91BCC6A2C3}"/>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1C6CA247-8CEF-0276-1816-D4A1FCCED3DA}"/>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3456</a:t>
            </a:r>
          </a:p>
        </p:txBody>
      </p:sp>
      <p:sp>
        <p:nvSpPr>
          <p:cNvPr id="36" name="TextBox 35">
            <a:extLst>
              <a:ext uri="{FF2B5EF4-FFF2-40B4-BE49-F238E27FC236}">
                <a16:creationId xmlns:a16="http://schemas.microsoft.com/office/drawing/2014/main" id="{15E3F393-3C94-F28F-3A03-43A2BB779370}"/>
              </a:ext>
            </a:extLst>
          </p:cNvPr>
          <p:cNvSpPr txBox="1"/>
          <p:nvPr/>
        </p:nvSpPr>
        <p:spPr>
          <a:xfrm>
            <a:off x="7157158" y="1903821"/>
            <a:ext cx="570089" cy="230832"/>
          </a:xfrm>
          <a:prstGeom prst="rect">
            <a:avLst/>
          </a:prstGeom>
          <a:noFill/>
        </p:spPr>
        <p:txBody>
          <a:bodyPr wrap="square" rtlCol="0">
            <a:spAutoFit/>
          </a:bodyPr>
          <a:lstStyle/>
          <a:p>
            <a:pPr algn="ctr"/>
            <a:r>
              <a:rPr lang="en-US" sz="900" dirty="0"/>
              <a:t>126</a:t>
            </a:r>
          </a:p>
        </p:txBody>
      </p:sp>
      <p:sp>
        <p:nvSpPr>
          <p:cNvPr id="37" name="TextBox 36">
            <a:extLst>
              <a:ext uri="{FF2B5EF4-FFF2-40B4-BE49-F238E27FC236}">
                <a16:creationId xmlns:a16="http://schemas.microsoft.com/office/drawing/2014/main" id="{D777FE54-B800-493C-EE04-C1344D7BD92F}"/>
              </a:ext>
            </a:extLst>
          </p:cNvPr>
          <p:cNvSpPr txBox="1"/>
          <p:nvPr/>
        </p:nvSpPr>
        <p:spPr>
          <a:xfrm>
            <a:off x="7157158" y="2484275"/>
            <a:ext cx="570089" cy="230832"/>
          </a:xfrm>
          <a:prstGeom prst="rect">
            <a:avLst/>
          </a:prstGeom>
          <a:noFill/>
        </p:spPr>
        <p:txBody>
          <a:bodyPr wrap="square" rtlCol="0">
            <a:spAutoFit/>
          </a:bodyPr>
          <a:lstStyle/>
          <a:p>
            <a:pPr algn="ctr"/>
            <a:r>
              <a:rPr lang="en-US" sz="900" dirty="0"/>
              <a:t>356</a:t>
            </a:r>
          </a:p>
        </p:txBody>
      </p:sp>
      <p:sp>
        <p:nvSpPr>
          <p:cNvPr id="42" name="TextBox 41">
            <a:extLst>
              <a:ext uri="{FF2B5EF4-FFF2-40B4-BE49-F238E27FC236}">
                <a16:creationId xmlns:a16="http://schemas.microsoft.com/office/drawing/2014/main" id="{A370EC44-5C3B-DBB1-C4F3-51969B194FB6}"/>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266F8F3-4E00-BE28-E863-E783FA85CC04}"/>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D985F768-669F-0C5E-640F-6461512D6EBE}"/>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659A93AE-A534-5777-6794-9236B1675BF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4C714BE8-44C6-3CAF-CAB7-6862A2F797F1}"/>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FFAC0553-945C-0745-9F61-43F5485878C8}"/>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4AF41131-5558-60CB-2E91-0DE4716466A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9B5F376-745B-9EDD-648F-296210C0B1DF}"/>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597E4FC4-2A35-330F-6719-3195C302429B}"/>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280297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8D74E-409D-0012-1F3A-2D02F7BB97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FA8EF2-8C23-8E88-DBEE-1D9FE75AE41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809C4F3-BD18-0D0D-B154-1AD2C086A95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CD58BE6-D73E-4240-F28A-9B2C0EAE0F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74265EB-E864-1DBF-F78D-E0AA0CB8D59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818E428-ADC4-4B56-21FB-EAE75E663C5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51B43C9-C72C-0C89-2CE1-496EC2BF194B}"/>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E563174E-8428-1CA6-ECF5-6706875F3206}"/>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E0012770-A39B-FC1E-DA01-67B5B9EBADC2}"/>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5E495D28-7DF3-A9F0-56EB-EF94EFCE7838}"/>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8B34C857-5A91-9458-C611-C43141B037B1}"/>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969F8A7D-0070-D9C3-1F25-CEDDCB5B9C95}"/>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C20CDFB4-2B39-296E-3B30-C04CF2632D10}"/>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D45E2E57-2264-B8C1-C5B2-66A1D965A3E5}"/>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30DBDB41-E4BD-31C2-6094-6C82D8FBC0BE}"/>
              </a:ext>
            </a:extLst>
          </p:cNvPr>
          <p:cNvSpPr txBox="1"/>
          <p:nvPr/>
        </p:nvSpPr>
        <p:spPr>
          <a:xfrm>
            <a:off x="3640666" y="3780381"/>
            <a:ext cx="570089" cy="230832"/>
          </a:xfrm>
          <a:prstGeom prst="rect">
            <a:avLst/>
          </a:prstGeom>
          <a:noFill/>
        </p:spPr>
        <p:txBody>
          <a:bodyPr wrap="square" rtlCol="0">
            <a:spAutoFit/>
          </a:bodyPr>
          <a:lstStyle/>
          <a:p>
            <a:pPr algn="ctr"/>
            <a:r>
              <a:rPr lang="en-US" sz="900" dirty="0"/>
              <a:t>3678</a:t>
            </a:r>
          </a:p>
        </p:txBody>
      </p:sp>
      <p:sp>
        <p:nvSpPr>
          <p:cNvPr id="21" name="TextBox 20">
            <a:extLst>
              <a:ext uri="{FF2B5EF4-FFF2-40B4-BE49-F238E27FC236}">
                <a16:creationId xmlns:a16="http://schemas.microsoft.com/office/drawing/2014/main" id="{ACC5471D-CED2-5312-45F8-7CB0635132CC}"/>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EDEB68C1-8BA9-24F8-C9BE-FE9F15E5B0C7}"/>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B8F7CF6B-FD6C-9ED4-8947-7733FAB11AC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D4224232-4AB8-8859-3430-CF3835B8A10C}"/>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17C2666F-1DE3-B2DE-6D3A-A97B2FC4397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CF51189C-88AC-701E-ACFC-BBC83C24F28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CEAA003-9E31-3AA8-B99A-69FCE3AAC71C}"/>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57467F44-43A8-E2A2-4575-10CF599FE08E}"/>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29" name="TextBox 28">
            <a:extLst>
              <a:ext uri="{FF2B5EF4-FFF2-40B4-BE49-F238E27FC236}">
                <a16:creationId xmlns:a16="http://schemas.microsoft.com/office/drawing/2014/main" id="{9481E78F-EE9B-A347-A11E-2485C30CF30E}"/>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a:t>
            </a:r>
          </a:p>
        </p:txBody>
      </p:sp>
      <p:sp>
        <p:nvSpPr>
          <p:cNvPr id="31" name="TextBox 30">
            <a:extLst>
              <a:ext uri="{FF2B5EF4-FFF2-40B4-BE49-F238E27FC236}">
                <a16:creationId xmlns:a16="http://schemas.microsoft.com/office/drawing/2014/main" id="{5C9404CB-61C8-BB97-52D0-44CC7A60802F}"/>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E70E6B88-AA2E-7482-0E24-90C207C2CFFA}"/>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9E504858-0417-F41B-5DEE-3E0478568D76}"/>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5F3F26A5-8A83-BE65-A4D1-A43E9079FA4C}"/>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65C76D94-243A-6705-917F-EEB0AA402343}"/>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178AD68D-9CFE-8100-DFE2-C87D8EF7085E}"/>
              </a:ext>
            </a:extLst>
          </p:cNvPr>
          <p:cNvSpPr txBox="1"/>
          <p:nvPr/>
        </p:nvSpPr>
        <p:spPr>
          <a:xfrm>
            <a:off x="7157158" y="901933"/>
            <a:ext cx="570089" cy="230832"/>
          </a:xfrm>
          <a:prstGeom prst="rect">
            <a:avLst/>
          </a:prstGeom>
          <a:noFill/>
        </p:spPr>
        <p:txBody>
          <a:bodyPr wrap="square" rtlCol="0">
            <a:spAutoFit/>
          </a:bodyPr>
          <a:lstStyle/>
          <a:p>
            <a:pPr algn="ctr"/>
            <a:r>
              <a:rPr lang="en-US" sz="900" dirty="0"/>
              <a:t>6789</a:t>
            </a:r>
          </a:p>
        </p:txBody>
      </p:sp>
      <p:sp>
        <p:nvSpPr>
          <p:cNvPr id="34" name="TextBox 33">
            <a:extLst>
              <a:ext uri="{FF2B5EF4-FFF2-40B4-BE49-F238E27FC236}">
                <a16:creationId xmlns:a16="http://schemas.microsoft.com/office/drawing/2014/main" id="{1FE63323-66EA-2698-AAB4-8EBAA0D9EBB7}"/>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3456</a:t>
            </a:r>
          </a:p>
        </p:txBody>
      </p:sp>
      <p:sp>
        <p:nvSpPr>
          <p:cNvPr id="36" name="TextBox 35">
            <a:extLst>
              <a:ext uri="{FF2B5EF4-FFF2-40B4-BE49-F238E27FC236}">
                <a16:creationId xmlns:a16="http://schemas.microsoft.com/office/drawing/2014/main" id="{2D87F048-1C7B-7BD8-36C5-900599662C9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126</a:t>
            </a:r>
          </a:p>
        </p:txBody>
      </p:sp>
      <p:sp>
        <p:nvSpPr>
          <p:cNvPr id="37" name="TextBox 36">
            <a:extLst>
              <a:ext uri="{FF2B5EF4-FFF2-40B4-BE49-F238E27FC236}">
                <a16:creationId xmlns:a16="http://schemas.microsoft.com/office/drawing/2014/main" id="{93D2A51A-6710-0BCC-8C72-2A3D4F556165}"/>
              </a:ext>
            </a:extLst>
          </p:cNvPr>
          <p:cNvSpPr txBox="1"/>
          <p:nvPr/>
        </p:nvSpPr>
        <p:spPr>
          <a:xfrm>
            <a:off x="7157158" y="2484275"/>
            <a:ext cx="570089" cy="230832"/>
          </a:xfrm>
          <a:prstGeom prst="rect">
            <a:avLst/>
          </a:prstGeom>
          <a:noFill/>
        </p:spPr>
        <p:txBody>
          <a:bodyPr wrap="square" rtlCol="0">
            <a:spAutoFit/>
          </a:bodyPr>
          <a:lstStyle/>
          <a:p>
            <a:pPr algn="ctr"/>
            <a:r>
              <a:rPr lang="en-US" sz="900" dirty="0"/>
              <a:t>356</a:t>
            </a:r>
          </a:p>
        </p:txBody>
      </p:sp>
      <p:sp>
        <p:nvSpPr>
          <p:cNvPr id="42" name="TextBox 41">
            <a:extLst>
              <a:ext uri="{FF2B5EF4-FFF2-40B4-BE49-F238E27FC236}">
                <a16:creationId xmlns:a16="http://schemas.microsoft.com/office/drawing/2014/main" id="{C102334F-90F4-A310-BCCF-1CD9073F0DE5}"/>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DCF83C2-57CD-6397-E5BF-9D12AC5833CB}"/>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E32B94DF-BDB0-92F4-62FE-C34B72CBDB30}"/>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48122ED2-B6B6-8FD1-37E6-533DDF76DAE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E4F38A14-D628-03AE-EAD4-347C613101E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DE7C4907-6D29-BCA1-7475-52038660DD14}"/>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74EC0549-F22E-5E9E-9995-5F99A50F5838}"/>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16AC6F26-C4C4-FD1A-B842-B45D8F8CA82E}"/>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1D85349C-FA4E-AEF6-36F7-0C61062D7E6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622732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C05A-CF57-9DBA-9F40-705D18499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2EB5AD-B96B-F96C-D61B-53A420C3F781}"/>
              </a:ext>
            </a:extLst>
          </p:cNvPr>
          <p:cNvSpPr>
            <a:spLocks noGrp="1"/>
          </p:cNvSpPr>
          <p:nvPr>
            <p:ph sz="half" idx="1"/>
          </p:nvPr>
        </p:nvSpPr>
        <p:spPr/>
        <p:txBody>
          <a:bodyPr/>
          <a:lstStyle/>
          <a:p>
            <a:r>
              <a:rPr lang="en-US" dirty="0"/>
              <a:t>The lowest possible combination for this arrow is now 4+1+3=8.</a:t>
            </a:r>
          </a:p>
          <a:p>
            <a:r>
              <a:rPr lang="en-US" dirty="0"/>
              <a:t>Further, 6 on the arrow is impossible because there aren’t two cells that are 1 and 2.</a:t>
            </a:r>
          </a:p>
        </p:txBody>
      </p:sp>
      <p:pic>
        <p:nvPicPr>
          <p:cNvPr id="4" name="Picture 3" descr="A grid of sudoku puzzle&#10;&#10;Description automatically generated">
            <a:extLst>
              <a:ext uri="{FF2B5EF4-FFF2-40B4-BE49-F238E27FC236}">
                <a16:creationId xmlns:a16="http://schemas.microsoft.com/office/drawing/2014/main" id="{5A065D5A-CB5E-1273-52E2-9B441371D3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3D6580-5A92-EF85-7BF9-83F009991B7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6854FE9-78DD-099E-22E2-BCD8D1D33B0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6F32088-F8CA-B421-9AC5-F3304B708DF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0DBD0A7-F6CF-3B45-6CA8-A01A8210B961}"/>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E9499C5F-8096-0036-CFAE-3E18781DE051}"/>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9BD76215-0FBE-2CC2-F84F-15BD89DA324E}"/>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E74C534B-142E-A0B7-57CB-FB10A7FAC867}"/>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22FCC0EA-ADFA-911C-FD96-9A0A66E7F8AC}"/>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F976FEF9-4996-5AAF-4EE0-CEA5E0871656}"/>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4CBF249B-121E-64C8-FCA8-E0E1114CA8A8}"/>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0FE24BBB-CC83-6F52-F6C0-D8B6F5610ED8}"/>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7BDCEE26-564E-E68B-1795-D253429201E1}"/>
              </a:ext>
            </a:extLst>
          </p:cNvPr>
          <p:cNvSpPr txBox="1"/>
          <p:nvPr/>
        </p:nvSpPr>
        <p:spPr>
          <a:xfrm>
            <a:off x="3640666" y="3780381"/>
            <a:ext cx="570089" cy="230832"/>
          </a:xfrm>
          <a:prstGeom prst="rect">
            <a:avLst/>
          </a:prstGeom>
          <a:noFill/>
        </p:spPr>
        <p:txBody>
          <a:bodyPr wrap="square" rtlCol="0">
            <a:spAutoFit/>
          </a:bodyPr>
          <a:lstStyle/>
          <a:p>
            <a:pPr algn="ctr"/>
            <a:r>
              <a:rPr lang="en-US" sz="900" dirty="0"/>
              <a:t>3678</a:t>
            </a:r>
          </a:p>
        </p:txBody>
      </p:sp>
      <p:sp>
        <p:nvSpPr>
          <p:cNvPr id="21" name="TextBox 20">
            <a:extLst>
              <a:ext uri="{FF2B5EF4-FFF2-40B4-BE49-F238E27FC236}">
                <a16:creationId xmlns:a16="http://schemas.microsoft.com/office/drawing/2014/main" id="{7AEBBFB2-4B86-0058-0F57-2303D39DAE0A}"/>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640480DB-2544-1F41-4709-D576B36F873E}"/>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0177197F-95AC-8D0F-437C-AD40FF567623}"/>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BFDEAEC2-6989-F59E-1D0D-228161408A9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C2278C8A-F9BA-631D-70E7-5DE71355C85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F2F9C38-5F1D-5B41-BC4A-71ECB77B166C}"/>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DB44A8EF-FB11-BA3E-D8A5-34481637CFEF}"/>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362AB987-BC1C-4918-E13B-BD9368955271}"/>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29" name="TextBox 28">
            <a:extLst>
              <a:ext uri="{FF2B5EF4-FFF2-40B4-BE49-F238E27FC236}">
                <a16:creationId xmlns:a16="http://schemas.microsoft.com/office/drawing/2014/main" id="{2D28B93E-2428-F3AC-9625-D0131F5C8357}"/>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a:t>
            </a:r>
          </a:p>
        </p:txBody>
      </p:sp>
      <p:sp>
        <p:nvSpPr>
          <p:cNvPr id="31" name="TextBox 30">
            <a:extLst>
              <a:ext uri="{FF2B5EF4-FFF2-40B4-BE49-F238E27FC236}">
                <a16:creationId xmlns:a16="http://schemas.microsoft.com/office/drawing/2014/main" id="{DA505C83-F841-8AB8-3D0E-4068B7E2DC9C}"/>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DB49995D-588C-3885-896F-407807EDD5F3}"/>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1369540E-9B87-44E4-F981-8B82E5DB20DD}"/>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A92F2ABE-9456-01A5-885F-234C85E51637}"/>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B5929B94-668B-6081-B5F1-E20281C4D2AD}"/>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430EBBB8-9D02-C5A8-2949-4A44C06F0A26}"/>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1284DE84-C747-37B3-092E-7C8FA7BA6593}"/>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283706DD-1BD9-7247-EA84-2B38CF206AE2}"/>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9E09E5CE-F856-622C-4660-B79AF13390BA}"/>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CADA3DD1-4C80-0EBA-B6FF-5B62993750AD}"/>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44F0E48-3BBF-D045-5138-D16FC2034861}"/>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94C5A37E-3A1C-2847-ABAC-B3688138AB5B}"/>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C9822CF2-57B1-DC87-D851-F2886C400EA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F06475F3-AC42-39B5-DA60-2BA387CBF14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C4C849A6-52FF-D5F9-A988-D8BFF06DFB63}"/>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609DA4AA-53B5-A3AF-7294-40FD2448B738}"/>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35055A88-7DC3-942E-8254-B31FFB0AD05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A372618-82F1-69BE-D7D9-8455810D56C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995891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FE8BA-10CE-7434-712F-D4B3CF2A5B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AE14E8-8278-5D13-C8EE-2930B79B21CD}"/>
              </a:ext>
            </a:extLst>
          </p:cNvPr>
          <p:cNvSpPr>
            <a:spLocks noGrp="1"/>
          </p:cNvSpPr>
          <p:nvPr>
            <p:ph sz="half" idx="1"/>
          </p:nvPr>
        </p:nvSpPr>
        <p:spPr/>
        <p:txBody>
          <a:bodyPr/>
          <a:lstStyle/>
          <a:p>
            <a:r>
              <a:rPr lang="en-US" dirty="0"/>
              <a:t>Complete Column 1.</a:t>
            </a:r>
          </a:p>
        </p:txBody>
      </p:sp>
      <p:pic>
        <p:nvPicPr>
          <p:cNvPr id="4" name="Picture 3" descr="A grid of sudoku puzzle&#10;&#10;Description automatically generated">
            <a:extLst>
              <a:ext uri="{FF2B5EF4-FFF2-40B4-BE49-F238E27FC236}">
                <a16:creationId xmlns:a16="http://schemas.microsoft.com/office/drawing/2014/main" id="{CEFBB7AA-A14D-2AE0-6EA9-06A0213FB3A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CFBFE03-DAA3-4F86-6CD1-08621E5BD0C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741706-EF2C-82D3-04B7-A8EA1C20961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BAB6539-94C2-E1B4-9ED4-AD515B366D9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908CF23-F8F3-DBEE-6588-8894B5F1EAC9}"/>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3D12D107-96CC-0B7C-C4FA-8762EED8F971}"/>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436FE7A3-7455-1EF2-872B-BE14B63CC970}"/>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21F571B8-21E5-8B1C-E08F-EECC07F0E054}"/>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2AC783FA-4782-8D0A-3C03-076E639069E0}"/>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81C7375C-0C5A-F82D-4771-ADBE7277748B}"/>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A5A6A7A7-CA02-508F-D1FB-21711D5DB894}"/>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3AC0E106-E955-3A33-5EC9-533F50F1578F}"/>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6EE15DB7-37EC-8EEF-B4E5-0CBE37E60AF4}"/>
              </a:ext>
            </a:extLst>
          </p:cNvPr>
          <p:cNvSpPr txBox="1"/>
          <p:nvPr/>
        </p:nvSpPr>
        <p:spPr>
          <a:xfrm>
            <a:off x="3640666" y="3780381"/>
            <a:ext cx="570089" cy="230832"/>
          </a:xfrm>
          <a:prstGeom prst="rect">
            <a:avLst/>
          </a:prstGeom>
          <a:noFill/>
        </p:spPr>
        <p:txBody>
          <a:bodyPr wrap="square" rtlCol="0">
            <a:spAutoFit/>
          </a:bodyPr>
          <a:lstStyle/>
          <a:p>
            <a:pPr algn="ctr"/>
            <a:r>
              <a:rPr lang="en-US" sz="900" dirty="0"/>
              <a:t>3678</a:t>
            </a:r>
          </a:p>
        </p:txBody>
      </p:sp>
      <p:sp>
        <p:nvSpPr>
          <p:cNvPr id="21" name="TextBox 20">
            <a:extLst>
              <a:ext uri="{FF2B5EF4-FFF2-40B4-BE49-F238E27FC236}">
                <a16:creationId xmlns:a16="http://schemas.microsoft.com/office/drawing/2014/main" id="{C92B0F98-12BB-8AD3-54EF-F9B8B57B780E}"/>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E8245DD7-B27F-03E2-1E0F-1279C4117306}"/>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77CE65B4-361F-AED0-D913-0BF377E3777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2B0E08F-72EA-16CE-A5C3-430A9BE25ADC}"/>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3370602-8741-B4B1-4BE5-E1724B903E2A}"/>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49C0F230-8A0C-E062-AA55-0A8D508F447E}"/>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7ADC59F1-4D1B-C069-EBBA-F97564F91323}"/>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0DAAD39-D13C-6FB2-F10E-ADDB8ED579B6}"/>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29" name="TextBox 28">
            <a:extLst>
              <a:ext uri="{FF2B5EF4-FFF2-40B4-BE49-F238E27FC236}">
                <a16:creationId xmlns:a16="http://schemas.microsoft.com/office/drawing/2014/main" id="{BDBC87DD-EF89-DA7F-93E7-79AA4373DC22}"/>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a:t>
            </a:r>
          </a:p>
        </p:txBody>
      </p:sp>
      <p:sp>
        <p:nvSpPr>
          <p:cNvPr id="31" name="TextBox 30">
            <a:extLst>
              <a:ext uri="{FF2B5EF4-FFF2-40B4-BE49-F238E27FC236}">
                <a16:creationId xmlns:a16="http://schemas.microsoft.com/office/drawing/2014/main" id="{30450EB8-E5A0-C67D-45F8-3FE5B6D879B1}"/>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8597CFC9-DED1-7E2B-5987-71AE5C8A950B}"/>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FEEFA5DB-8615-534D-86DF-F1B6CB23F5C9}"/>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26251E2F-2245-052D-45C2-28BD9B2C28F8}"/>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F21E87AC-C2EE-7361-C12A-02E517492609}"/>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D7B4F535-880F-3494-6EB5-7FEA3C4F5119}"/>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F61FCBF8-EDBD-03D0-B1B9-24F6306F9592}"/>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F290D22E-1740-66BD-D6DA-A3DE1666A5A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E165D8C9-0089-D9D0-7836-8F414CA88AEC}"/>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D69A4E6F-5041-DA30-A879-A61B623F9356}"/>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2306ABCA-A091-44DB-4C6F-C76D5856DCED}"/>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C0458B6-F246-1D92-69C8-AB3CB56B3709}"/>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C6934733-53BE-0119-E462-D68B073975D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CC382AB-935C-071E-3B08-00D39494678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5CDC19C1-59D7-79CE-D723-38AB1808A18C}"/>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F5BB3272-67F2-B5A4-5B0A-9F7224CC5A7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A162605B-5E2E-DE0E-F287-52E3B1D9516F}"/>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AEA16C8-190B-5F58-0356-0980451915E6}"/>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39" name="TextBox 38">
            <a:extLst>
              <a:ext uri="{FF2B5EF4-FFF2-40B4-BE49-F238E27FC236}">
                <a16:creationId xmlns:a16="http://schemas.microsoft.com/office/drawing/2014/main" id="{04203B9E-62E9-1912-F9B0-A9E114926BC0}"/>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40" name="TextBox 39">
            <a:extLst>
              <a:ext uri="{FF2B5EF4-FFF2-40B4-BE49-F238E27FC236}">
                <a16:creationId xmlns:a16="http://schemas.microsoft.com/office/drawing/2014/main" id="{EAB86203-87BD-7B65-DE4D-68734C379E4B}"/>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41" name="TextBox 40">
            <a:extLst>
              <a:ext uri="{FF2B5EF4-FFF2-40B4-BE49-F238E27FC236}">
                <a16:creationId xmlns:a16="http://schemas.microsoft.com/office/drawing/2014/main" id="{BB7EDB13-BAEC-5A53-F7DE-40068A14595A}"/>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340664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23A7C-81B2-F448-82D1-D3DED9A769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3AF1EC-EA3A-0A74-CE6A-2261689A2C99}"/>
              </a:ext>
            </a:extLst>
          </p:cNvPr>
          <p:cNvSpPr>
            <a:spLocks noGrp="1"/>
          </p:cNvSpPr>
          <p:nvPr>
            <p:ph sz="half" idx="1"/>
          </p:nvPr>
        </p:nvSpPr>
        <p:spPr/>
        <p:txBody>
          <a:bodyPr/>
          <a:lstStyle/>
          <a:p>
            <a:r>
              <a:rPr lang="en-US" dirty="0"/>
              <a:t>Complete upper center block.</a:t>
            </a:r>
          </a:p>
        </p:txBody>
      </p:sp>
      <p:pic>
        <p:nvPicPr>
          <p:cNvPr id="4" name="Picture 3" descr="A grid of sudoku puzzle&#10;&#10;Description automatically generated">
            <a:extLst>
              <a:ext uri="{FF2B5EF4-FFF2-40B4-BE49-F238E27FC236}">
                <a16:creationId xmlns:a16="http://schemas.microsoft.com/office/drawing/2014/main" id="{DA78360E-CBAC-2B6C-42DB-71585B5CD5C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0E0CB44-7E45-0406-B5ED-6C16D12AEB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0144853-CDB8-3FFC-FFD7-08741B6B1E9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6E475F3-C3EE-48B6-FF00-EF20D019F11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5CF61A2-D4C6-B079-3A50-C54AA00708EB}"/>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58A4F05A-24B3-B5BD-C048-FB3AA51C84A5}"/>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B836B048-72FC-7A7C-0E86-174380B8A4E9}"/>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14BDDE27-FEC5-335A-BA3D-7DADDC60D6D2}"/>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6E319A09-C6A0-8153-B5DB-01BB79463DA3}"/>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869EB892-7BFB-5551-C8CA-5C3E796F3D6C}"/>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F341D71A-0B59-743D-0993-7551FE4DDA7F}"/>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B17A572B-19E8-C144-2E19-FA7337AD4475}"/>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F63F4D53-0E50-7DD5-1011-1DBE5D042C4D}"/>
              </a:ext>
            </a:extLst>
          </p:cNvPr>
          <p:cNvSpPr txBox="1"/>
          <p:nvPr/>
        </p:nvSpPr>
        <p:spPr>
          <a:xfrm>
            <a:off x="3640666" y="3780381"/>
            <a:ext cx="570089" cy="230832"/>
          </a:xfrm>
          <a:prstGeom prst="rect">
            <a:avLst/>
          </a:prstGeom>
          <a:noFill/>
        </p:spPr>
        <p:txBody>
          <a:bodyPr wrap="square" rtlCol="0">
            <a:spAutoFit/>
          </a:bodyPr>
          <a:lstStyle/>
          <a:p>
            <a:pPr algn="ctr"/>
            <a:r>
              <a:rPr lang="en-US" sz="900" dirty="0"/>
              <a:t>3678</a:t>
            </a:r>
          </a:p>
        </p:txBody>
      </p:sp>
      <p:sp>
        <p:nvSpPr>
          <p:cNvPr id="21" name="TextBox 20">
            <a:extLst>
              <a:ext uri="{FF2B5EF4-FFF2-40B4-BE49-F238E27FC236}">
                <a16:creationId xmlns:a16="http://schemas.microsoft.com/office/drawing/2014/main" id="{DD385051-03F8-E55B-2A34-AE32C34BCA4B}"/>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C2C6E2F0-225E-4F84-2080-4F1ABFC3094E}"/>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5BD73B02-F70D-A038-C3B8-B0C981DEB14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3D3300E-42DB-8893-4E4D-AE307A51F9A7}"/>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90E3D570-1ACA-A893-5171-4D156763682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C86E9DE9-8F9F-578F-AE86-BC771E0B6E2D}"/>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69BF923-29C4-1461-82B8-35E6E389FB29}"/>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4D95BF9A-0B2A-9477-F315-EFB5646ECD8A}"/>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29" name="TextBox 28">
            <a:extLst>
              <a:ext uri="{FF2B5EF4-FFF2-40B4-BE49-F238E27FC236}">
                <a16:creationId xmlns:a16="http://schemas.microsoft.com/office/drawing/2014/main" id="{D4846588-5ED9-50F8-FDB9-1468A366CE35}"/>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a:t>
            </a:r>
          </a:p>
        </p:txBody>
      </p:sp>
      <p:sp>
        <p:nvSpPr>
          <p:cNvPr id="31" name="TextBox 30">
            <a:extLst>
              <a:ext uri="{FF2B5EF4-FFF2-40B4-BE49-F238E27FC236}">
                <a16:creationId xmlns:a16="http://schemas.microsoft.com/office/drawing/2014/main" id="{B20E415F-6640-4269-4778-ABDFDAFC3EA6}"/>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7D1C84A6-AB57-39CF-6F90-74CE3C4AB10D}"/>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7D480D19-BF9F-C928-2363-449F7763B7DF}"/>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04B02954-EAE9-AC92-F128-927CC9C7C39D}"/>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8D0C11BC-BF00-C0F6-D6AA-09B1E7BACD81}"/>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8B4338AF-1F31-CBCE-534E-1159AB0A8E1C}"/>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B904BEB9-5AFE-60E3-7FE2-DCA098247309}"/>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E63BE6FE-9009-72E7-7B77-F4981C219E5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8993C57A-46FE-F8B3-7264-B08E45E788B6}"/>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F85326CB-11C5-8651-D22A-110E455DA523}"/>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F701B370-0BAA-A2A2-AC4A-6F2E8BD3754B}"/>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99321736-9E31-2BF1-4473-CCC14412DB6A}"/>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97C3437B-B7C1-DD51-62B1-9B437EAAEF1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1DC50BC-67B1-7E3E-BEEE-C59BA85063BA}"/>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B0993D3A-0CB6-463F-D484-4712710BCB1F}"/>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71CD4DFF-9A12-FF8D-AD60-BAF7216D1CD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2D5369DE-B1F9-B6AC-8906-A648DDC506A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80C85C52-5343-B196-7490-71D3B33183D4}"/>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39" name="TextBox 38">
            <a:extLst>
              <a:ext uri="{FF2B5EF4-FFF2-40B4-BE49-F238E27FC236}">
                <a16:creationId xmlns:a16="http://schemas.microsoft.com/office/drawing/2014/main" id="{9551E5C9-9926-E996-950F-40AAE0303854}"/>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40" name="TextBox 39">
            <a:extLst>
              <a:ext uri="{FF2B5EF4-FFF2-40B4-BE49-F238E27FC236}">
                <a16:creationId xmlns:a16="http://schemas.microsoft.com/office/drawing/2014/main" id="{10A9D487-4EA4-0A6D-7B9D-ABD931FCB852}"/>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41" name="TextBox 40">
            <a:extLst>
              <a:ext uri="{FF2B5EF4-FFF2-40B4-BE49-F238E27FC236}">
                <a16:creationId xmlns:a16="http://schemas.microsoft.com/office/drawing/2014/main" id="{65DECA03-322D-BF1C-29EE-20DC406F3F26}"/>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0A70AE1-DBFC-24A1-9CCE-1196E80F0D61}"/>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47" name="TextBox 46">
            <a:extLst>
              <a:ext uri="{FF2B5EF4-FFF2-40B4-BE49-F238E27FC236}">
                <a16:creationId xmlns:a16="http://schemas.microsoft.com/office/drawing/2014/main" id="{B1A31414-B431-AD2C-F6D7-5080CBD02A51}"/>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Tree>
    <p:extLst>
      <p:ext uri="{BB962C8B-B14F-4D97-AF65-F5344CB8AC3E}">
        <p14:creationId xmlns:p14="http://schemas.microsoft.com/office/powerpoint/2010/main" val="391552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1791D-1F84-D165-EC70-E55A4AF43C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28BA84-2365-E9D3-A908-278B5659964B}"/>
              </a:ext>
            </a:extLst>
          </p:cNvPr>
          <p:cNvSpPr>
            <a:spLocks noGrp="1"/>
          </p:cNvSpPr>
          <p:nvPr>
            <p:ph sz="half" idx="1"/>
          </p:nvPr>
        </p:nvSpPr>
        <p:spPr/>
        <p:txBody>
          <a:bodyPr/>
          <a:lstStyle/>
          <a:p>
            <a:r>
              <a:rPr lang="en-US" dirty="0"/>
              <a:t>Only one remaining possibility for 8 in the upper left block.</a:t>
            </a:r>
          </a:p>
          <a:p>
            <a:r>
              <a:rPr lang="en-US" dirty="0"/>
              <a:t>Only one remaining possibility for 8 in Column 2.</a:t>
            </a:r>
          </a:p>
        </p:txBody>
      </p:sp>
      <p:pic>
        <p:nvPicPr>
          <p:cNvPr id="4" name="Picture 3" descr="A grid of sudoku puzzle&#10;&#10;Description automatically generated">
            <a:extLst>
              <a:ext uri="{FF2B5EF4-FFF2-40B4-BE49-F238E27FC236}">
                <a16:creationId xmlns:a16="http://schemas.microsoft.com/office/drawing/2014/main" id="{8F2BFB7F-B8FA-2CD7-2032-804C68BFA20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959AA69-9DD5-25CC-2668-E9E07262CD7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C143B65-3A58-9F92-9A9F-B8FAB51A243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13EE857-6DCE-F8DB-E19D-42944E2A11C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309E6BA-57E9-91D3-B124-2A9ADF16256A}"/>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D8E490D2-A18A-F1D8-7F7F-84F51B1464D6}"/>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C9616DCC-FA67-B726-EA7B-926A6D5168B6}"/>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733919FC-C932-33BC-3256-D3E657646C29}"/>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56DA8DF4-339F-9CDD-34FE-5F92D168C2C4}"/>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0AAF9716-E437-7E3C-D859-E9A2CA715B15}"/>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C2421E75-1308-8D72-4A88-EECA97A4AD5D}"/>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7A1ADD62-1017-F408-2906-3C0F698CF9F1}"/>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C802D989-908E-04D2-99E9-E83BD653EC35}"/>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078F22E0-3158-649B-A01A-ADD0EE8371D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62CB681F-1352-97FB-7BE6-7AA5C6BB7C3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5A8F75A5-46E0-6632-72AA-FA7C8BE1ABB3}"/>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ACEC4A9D-F973-BDB4-7C28-9FD2617FBD1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B2758AA3-C447-FD1E-2C99-2E8FFD089F65}"/>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CF31AC1-A4F1-A24C-EACA-CFC1CB36AA1F}"/>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B257ABE8-F23D-F454-4555-4D8626B378D3}"/>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FCA964D5-40A8-2BA4-0E12-CD42CDD61513}"/>
              </a:ext>
            </a:extLst>
          </p:cNvPr>
          <p:cNvSpPr txBox="1"/>
          <p:nvPr/>
        </p:nvSpPr>
        <p:spPr>
          <a:xfrm>
            <a:off x="4143022" y="4408541"/>
            <a:ext cx="570089" cy="230832"/>
          </a:xfrm>
          <a:prstGeom prst="rect">
            <a:avLst/>
          </a:prstGeom>
          <a:noFill/>
        </p:spPr>
        <p:txBody>
          <a:bodyPr wrap="square" rtlCol="0">
            <a:spAutoFit/>
          </a:bodyPr>
          <a:lstStyle/>
          <a:p>
            <a:pPr algn="ctr"/>
            <a:r>
              <a:rPr lang="en-US" sz="900" dirty="0"/>
              <a:t>567</a:t>
            </a:r>
          </a:p>
        </p:txBody>
      </p:sp>
      <p:sp>
        <p:nvSpPr>
          <p:cNvPr id="32" name="TextBox 31">
            <a:extLst>
              <a:ext uri="{FF2B5EF4-FFF2-40B4-BE49-F238E27FC236}">
                <a16:creationId xmlns:a16="http://schemas.microsoft.com/office/drawing/2014/main" id="{C3DCF177-3F19-1515-650E-B5F805895A31}"/>
              </a:ext>
            </a:extLst>
          </p:cNvPr>
          <p:cNvSpPr txBox="1"/>
          <p:nvPr/>
        </p:nvSpPr>
        <p:spPr>
          <a:xfrm>
            <a:off x="4143022" y="4909484"/>
            <a:ext cx="570089" cy="230832"/>
          </a:xfrm>
          <a:prstGeom prst="rect">
            <a:avLst/>
          </a:prstGeom>
          <a:noFill/>
        </p:spPr>
        <p:txBody>
          <a:bodyPr wrap="square" rtlCol="0">
            <a:spAutoFit/>
          </a:bodyPr>
          <a:lstStyle/>
          <a:p>
            <a:pPr algn="ctr"/>
            <a:r>
              <a:rPr lang="en-US" sz="900" dirty="0"/>
              <a:t>456</a:t>
            </a:r>
          </a:p>
        </p:txBody>
      </p:sp>
      <p:sp>
        <p:nvSpPr>
          <p:cNvPr id="33" name="TextBox 32">
            <a:extLst>
              <a:ext uri="{FF2B5EF4-FFF2-40B4-BE49-F238E27FC236}">
                <a16:creationId xmlns:a16="http://schemas.microsoft.com/office/drawing/2014/main" id="{086D10BC-403B-A238-FB8D-DDC69F1ABFCD}"/>
              </a:ext>
            </a:extLst>
          </p:cNvPr>
          <p:cNvSpPr txBox="1"/>
          <p:nvPr/>
        </p:nvSpPr>
        <p:spPr>
          <a:xfrm>
            <a:off x="4143022" y="3780381"/>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A41432E3-F04B-27A5-5B2B-2DA5CFA6E55E}"/>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EA17489C-5B89-5528-550B-A358A2E22402}"/>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4079367B-88FA-BEB6-BB4E-8FC0891F3519}"/>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CDEE6C93-0EF3-A9EB-A7F0-3994CBF3AD88}"/>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CFEABD40-338A-5BF0-47BB-C33B6EACA71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BD2ACEC5-1AEF-BC05-ADB1-F06ECCA02068}"/>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8AEEC29F-32B0-DD67-1FD0-197D0355BEA6}"/>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62BD3AE-029A-BF96-6BC4-8923604680D9}"/>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85482BC1-AC14-6718-1C63-E90BF88A5C36}"/>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8C4875CC-F43B-D22E-7B51-97C03D16828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A87E1EE8-93AA-58C0-F24C-9490D60C00D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7AFD9FBB-51D1-952A-0AA9-FB4912A931B4}"/>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B514DE02-612B-1790-C0A3-90B1C09F6316}"/>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1650285-EF21-B687-8653-4F0885B6E43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48530601-87B7-BE26-8E3F-877DE360B7B2}"/>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39" name="TextBox 38">
            <a:extLst>
              <a:ext uri="{FF2B5EF4-FFF2-40B4-BE49-F238E27FC236}">
                <a16:creationId xmlns:a16="http://schemas.microsoft.com/office/drawing/2014/main" id="{A54F4BAF-371F-6B7B-B60B-0870FCC7CDB0}"/>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40" name="TextBox 39">
            <a:extLst>
              <a:ext uri="{FF2B5EF4-FFF2-40B4-BE49-F238E27FC236}">
                <a16:creationId xmlns:a16="http://schemas.microsoft.com/office/drawing/2014/main" id="{4A625AF2-FDA5-5406-0D4F-32CEB6F115DA}"/>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41" name="TextBox 40">
            <a:extLst>
              <a:ext uri="{FF2B5EF4-FFF2-40B4-BE49-F238E27FC236}">
                <a16:creationId xmlns:a16="http://schemas.microsoft.com/office/drawing/2014/main" id="{C9E37EAF-28B7-DDE0-02A5-0D57104CB07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60D1CC72-809C-ED4A-8632-2408AEC1E25B}"/>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47" name="TextBox 46">
            <a:extLst>
              <a:ext uri="{FF2B5EF4-FFF2-40B4-BE49-F238E27FC236}">
                <a16:creationId xmlns:a16="http://schemas.microsoft.com/office/drawing/2014/main" id="{9BEDAC08-82B0-92FC-50B1-22D666298342}"/>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0A87A748-761A-C24D-F964-749C86E526D5}"/>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CF12FA1A-A9A6-BABE-F0DB-28725F485A6F}"/>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379791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09ADE-7ABA-E4CB-0FA9-4DB6253A86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E4CFAD-5D54-6FAE-84AB-3B81B49230B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C1AD72B-6B32-5846-20FA-4184003ED06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BB4F1C3-580D-1AB9-6C81-5BCD762D472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8EE21CF-17CA-470E-A0FC-B435A5620FF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A2AAADC-9940-B540-60EA-0255F78280B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9BAA5C0-C782-B2E8-CFD1-AC63E7835A30}"/>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837DA243-67FF-E3C6-8646-6F0EB1070516}"/>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80C6A510-9EEB-8B43-E8E8-1A2497CB15BC}"/>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6D21FF75-B46A-8911-B8EA-7CFC8FD63F98}"/>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292A6C10-EA09-8CB5-D0D4-0D9AEA2AC00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2CD40E4D-B297-67AD-EF7D-84C2BBC24D16}"/>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E5AE6DEB-A4B6-FCD4-C797-2CC8979153C3}"/>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6FC7EB7B-A541-CB88-B140-4805D74ED637}"/>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4CFD22A1-BD70-315D-4FAA-4FB1D3D1941F}"/>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1C3DC19B-105C-7DEF-43AA-A62A460F9FCB}"/>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FE1C6C7A-EB48-90E7-1E30-3E3B3733B36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50B48284-0903-8EBD-F270-714EB6EEBC96}"/>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C2335EDF-16C5-70B3-2441-2E7B72942BE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10BAF652-CFF7-9E9C-B156-831AEACD4B65}"/>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01A52717-1A09-B91F-8C1C-1C2761F3A27A}"/>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5C0CB6F5-E838-6121-F8AA-9B5D05D64808}"/>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AFB6A728-2CE7-D70C-0AC7-B987E42F00EC}"/>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A69B0A7E-5E60-665C-7414-DEC4F550D7A9}"/>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0CBFB35B-B1AE-CD4A-E7EB-1DE9602B6E6B}"/>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D8FB1651-F1F3-B645-3C44-E48D5E25D7CA}"/>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EC42EA63-0BAF-8EE8-3FF5-55159A4563D9}"/>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4B77D9DD-9848-0D69-789F-970FCA052D26}"/>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D426B01E-FC3E-3E4D-5490-1F7C5E1C5483}"/>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6837BD42-7584-467A-2F93-6C1AEBE2AA36}"/>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3ECA83A6-6B02-631E-936F-1666C2A34C54}"/>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F655620F-4688-B30E-D9AC-E23F6D02BC6F}"/>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C2482B5-4BB8-B5D4-B6C5-EC783773BD56}"/>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3E76797-74F7-15CC-2556-3CF38DEC5185}"/>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3EE8808C-82C4-8548-80B5-DDDFB355987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9C15D846-BD71-35AF-A89B-86CCCCBA196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7631A0A9-6E7C-0241-0DA4-13749421F72B}"/>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97AEAFF9-0254-9232-2409-2A83B3856EA7}"/>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2143780F-310A-C6F7-443B-5CCF2BCF0B7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421EEB45-F3A5-B307-D322-5DBE5304B699}"/>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39" name="TextBox 38">
            <a:extLst>
              <a:ext uri="{FF2B5EF4-FFF2-40B4-BE49-F238E27FC236}">
                <a16:creationId xmlns:a16="http://schemas.microsoft.com/office/drawing/2014/main" id="{C42B5976-F4E7-7F32-F341-86F456740A55}"/>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40" name="TextBox 39">
            <a:extLst>
              <a:ext uri="{FF2B5EF4-FFF2-40B4-BE49-F238E27FC236}">
                <a16:creationId xmlns:a16="http://schemas.microsoft.com/office/drawing/2014/main" id="{37AF54B8-D321-E366-E75C-A0672EE213A4}"/>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41" name="TextBox 40">
            <a:extLst>
              <a:ext uri="{FF2B5EF4-FFF2-40B4-BE49-F238E27FC236}">
                <a16:creationId xmlns:a16="http://schemas.microsoft.com/office/drawing/2014/main" id="{0D73B109-28B1-8644-B0E0-46DFEC035D1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61EFE754-FC95-D988-F397-77852D73FB69}"/>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47" name="TextBox 46">
            <a:extLst>
              <a:ext uri="{FF2B5EF4-FFF2-40B4-BE49-F238E27FC236}">
                <a16:creationId xmlns:a16="http://schemas.microsoft.com/office/drawing/2014/main" id="{8F02AB86-0B4F-243F-4977-14D20B92C9F8}"/>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4856D6F2-D4F8-B369-055A-88929BB54935}"/>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DFAAD3AE-B025-816D-46DB-C0A33DA9FDCF}"/>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4106058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6A2EF-98B2-469B-BA4B-E83AC7D7BB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4D580B-20FD-0F37-5A4C-9FE857952126}"/>
              </a:ext>
            </a:extLst>
          </p:cNvPr>
          <p:cNvSpPr>
            <a:spLocks noGrp="1"/>
          </p:cNvSpPr>
          <p:nvPr>
            <p:ph sz="half" idx="1"/>
          </p:nvPr>
        </p:nvSpPr>
        <p:spPr/>
        <p:txBody>
          <a:bodyPr/>
          <a:lstStyle/>
          <a:p>
            <a:r>
              <a:rPr lang="en-US" dirty="0"/>
              <a:t>Initialize arrow in center block.</a:t>
            </a:r>
          </a:p>
        </p:txBody>
      </p:sp>
      <p:pic>
        <p:nvPicPr>
          <p:cNvPr id="4" name="Picture 3" descr="A grid of sudoku puzzle&#10;&#10;Description automatically generated">
            <a:extLst>
              <a:ext uri="{FF2B5EF4-FFF2-40B4-BE49-F238E27FC236}">
                <a16:creationId xmlns:a16="http://schemas.microsoft.com/office/drawing/2014/main" id="{21B5CE39-4BF7-DA19-2134-D8E41B26D97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5C91FC0-8F55-84EA-C859-5128A04CAEA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3B68C6C-A573-204A-967F-C0833D7CD4D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336E013-3CBB-95E2-B566-DAD8E3D4CAA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9F3FA9C-4321-EB82-4B43-65592A7535E4}"/>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7C19F331-0ADF-B7C2-3187-8E19E89DDBA1}"/>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6F49857F-6604-3263-CFB2-91296B636A6C}"/>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69A1E3B8-0859-7B0F-D3E3-263B43A3F072}"/>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D7DC6882-2CD9-EA9D-1A30-E31171BFA3D5}"/>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F1072D9D-E621-6724-47DE-AC0DE920DE06}"/>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17885DDA-9C35-DB68-BED5-4FC56043A1FE}"/>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5B2C19C4-0087-3C44-2CD7-8D592CF04285}"/>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3DEDB153-BD6D-FD6B-E7BB-02F270F0FF8F}"/>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1CEEC275-6113-3F91-4455-03D850A8A0D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84B2C8BC-990B-2EC2-118B-47860CC3556C}"/>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D90FAD5D-7BC1-EAE1-3B12-F90A1D07DE3B}"/>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FF1CB79D-E3FF-7D16-8676-9CD53D450CB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37E3F8C8-F429-A710-3860-FC2CE9F9B93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2E108452-7D7C-789C-78D4-3E0D47D3D75B}"/>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72C35212-D45A-3AC3-47A1-983A74E43AAC}"/>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E7C8993B-9B4E-A019-DB4E-E545AE4A900B}"/>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B5F5380B-F0D5-FB69-21D1-38253EC65FE0}"/>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5BF6BE93-54F3-5FC9-0A0F-AA57D87A7CE8}"/>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1A08C148-9498-08AB-8DE6-64051F6A319A}"/>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039AB7F8-7BCA-207C-AECE-40ECF0563F7A}"/>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210EC2CA-6D73-858C-DCDD-A9555B61261D}"/>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9F486FF3-3C49-CD30-17B4-0F3945BD5DF3}"/>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BFF3BEDE-0900-5F63-2217-6F6E7ADCD68B}"/>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CBF2CF08-9EF9-4183-432C-D93208AB1912}"/>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8A0BEB4B-3939-A359-596E-2A62BA81C8AA}"/>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F1A69BBF-CA3D-397B-3B32-2130F6DE6A7F}"/>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CEC78247-229C-8B82-E0C2-3B7C30A0BE70}"/>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9B3E1555-DA17-D576-2878-4B4C589621D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4E7E600F-4CC2-78F1-675C-4B296251D8B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62939474-2EB7-A25E-17EF-E6860DF413B4}"/>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368177F5-7236-0BC5-E393-F7FB7F9BE224}"/>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93301C0D-C581-0C2E-D5F5-8B641B01BAFC}"/>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7D09336-C4FA-8DC8-7024-8366D2A8F6DA}"/>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139CFBF3-1EC8-40AC-F1D1-4C3B19483593}"/>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E2A5EC84-5E2B-4888-078B-4E4EA7FC2C92}"/>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10D6B385-6D9A-B803-13A8-2713E8846601}"/>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7" name="TextBox 46">
            <a:extLst>
              <a:ext uri="{FF2B5EF4-FFF2-40B4-BE49-F238E27FC236}">
                <a16:creationId xmlns:a16="http://schemas.microsoft.com/office/drawing/2014/main" id="{665C8CDE-777E-7E37-57A2-4CBD28CA89E2}"/>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D005D910-2CB9-28CE-A1BE-DFDE7F59DF9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0FEDCCD3-F5B4-3E04-7ED9-D1A5763A8B54}"/>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C41875C7-10CB-2E0C-21D6-7B3ADCB31DE5}"/>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1" name="TextBox 50">
            <a:extLst>
              <a:ext uri="{FF2B5EF4-FFF2-40B4-BE49-F238E27FC236}">
                <a16:creationId xmlns:a16="http://schemas.microsoft.com/office/drawing/2014/main" id="{8093D52C-3F43-9E09-2389-C9349E4F0560}"/>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2" name="TextBox 51">
            <a:extLst>
              <a:ext uri="{FF2B5EF4-FFF2-40B4-BE49-F238E27FC236}">
                <a16:creationId xmlns:a16="http://schemas.microsoft.com/office/drawing/2014/main" id="{A1503C55-00E1-FE31-BB58-A0180510F3C2}"/>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Tree>
    <p:extLst>
      <p:ext uri="{BB962C8B-B14F-4D97-AF65-F5344CB8AC3E}">
        <p14:creationId xmlns:p14="http://schemas.microsoft.com/office/powerpoint/2010/main" val="4123100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006FB-2081-423B-19F8-1D94089528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06CD1A-8C15-CC91-1870-1469E41D749C}"/>
              </a:ext>
            </a:extLst>
          </p:cNvPr>
          <p:cNvSpPr>
            <a:spLocks noGrp="1"/>
          </p:cNvSpPr>
          <p:nvPr>
            <p:ph sz="half" idx="1"/>
          </p:nvPr>
        </p:nvSpPr>
        <p:spPr/>
        <p:txBody>
          <a:bodyPr/>
          <a:lstStyle/>
          <a:p>
            <a:r>
              <a:rPr lang="en-US" dirty="0"/>
              <a:t>Initialize remainder of center block.</a:t>
            </a:r>
          </a:p>
        </p:txBody>
      </p:sp>
      <p:pic>
        <p:nvPicPr>
          <p:cNvPr id="4" name="Picture 3" descr="A grid of sudoku puzzle&#10;&#10;Description automatically generated">
            <a:extLst>
              <a:ext uri="{FF2B5EF4-FFF2-40B4-BE49-F238E27FC236}">
                <a16:creationId xmlns:a16="http://schemas.microsoft.com/office/drawing/2014/main" id="{A0C4DA27-37CB-D95C-7C53-99BCB9A7BE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BA97619-5A20-34F3-F1CA-473159C473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188F5D2-D9F5-2C4B-640A-436E8FF4948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73BBBF-19D2-DFD6-C02F-13DB2C90DFF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E9B4F27-A9E5-2C2B-85F9-2AD9D0C3D672}"/>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9A12EDE3-EC7F-79C1-5E62-1CBAAD56B19D}"/>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EB278554-2E49-3A61-E79A-8BA071EA200B}"/>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F4E473CB-20BA-F8A1-0C11-FA5E0473F5F4}"/>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557856C2-8D56-D116-FA6D-7ABADAE4FA9C}"/>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0FF5EB5D-BD68-B29B-3D2E-4A85A89B65F1}"/>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EFC161EE-530E-E7F3-D22A-C0675EAB6F1D}"/>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609ECBDF-C063-95B2-1C79-169F5D818F3A}"/>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EDDA12F7-67B9-F7A2-FC2A-536D66D5B408}"/>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B03EB249-7918-8AC9-449C-B5617E6917C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9172257C-8597-8988-7E02-933B8A97754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EC9BBDF-1FE6-AE79-7092-474A42E4C84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6D39A12-C95B-018D-6F81-15BF31D12D60}"/>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008B3B11-FB7F-8D75-F926-AA6C35401F7F}"/>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EB3ABB0E-0AE6-C0C5-BD95-EE9F0622F93C}"/>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053A1747-C267-45BE-A575-8D56AE0698A8}"/>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5EAE84F4-F78E-9190-06AE-F372D32DDE68}"/>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7AAB95AF-C3A6-D3EA-729D-2BCAA51107EB}"/>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5B61A5FD-896D-A0F1-2C2C-17BEEAB734B5}"/>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77F7641B-5365-9629-6960-89718252FE06}"/>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4D7C059D-B1DD-76EF-C0E4-F865D753FE9C}"/>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65DD3F3E-9C60-C918-2506-47478052A817}"/>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12346869-5B0F-BA5C-D3A7-EE15C23E3F4F}"/>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4C755C84-32AB-8844-79F3-9A558957ED9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4DE494F9-24C9-DE56-34EF-66C9213BFCE0}"/>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A82677E4-A4BD-DF52-719C-51D13C28419B}"/>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D9F21C5A-3798-F53C-5719-2E87648F4CF9}"/>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AC99F7E7-C209-FCA8-7988-F9245CB7E64A}"/>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9127A1C-49C5-CBA9-6C2C-01F853D0EBF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410F4BE-A451-4275-01A4-4FE97CF18A5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288316DD-51BB-E723-EA4A-3DB0EB3999DD}"/>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039F422A-3609-71D0-202A-850AD83A17F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09A14B70-2BBB-41CF-38A8-72A4F333BF39}"/>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BE963B0-2858-87E1-E34A-329C4B36D57B}"/>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760B44EF-05B2-B1D1-9094-BC9E06048F83}"/>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47E54D6C-5A63-9F20-82E3-6D3F85CD3EA5}"/>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D17C5554-A879-42A7-6C03-F81B957F7B99}"/>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7" name="TextBox 46">
            <a:extLst>
              <a:ext uri="{FF2B5EF4-FFF2-40B4-BE49-F238E27FC236}">
                <a16:creationId xmlns:a16="http://schemas.microsoft.com/office/drawing/2014/main" id="{29F51CA7-731A-F8A2-47DE-C89417BA903E}"/>
              </a:ext>
            </a:extLst>
          </p:cNvPr>
          <p:cNvSpPr txBox="1"/>
          <p:nvPr/>
        </p:nvSpPr>
        <p:spPr>
          <a:xfrm>
            <a:off x="5147734" y="2404765"/>
            <a:ext cx="570089" cy="230832"/>
          </a:xfrm>
          <a:prstGeom prst="rect">
            <a:avLst/>
          </a:prstGeom>
          <a:noFill/>
        </p:spPr>
        <p:txBody>
          <a:bodyPr wrap="square" rtlCol="0">
            <a:spAutoFit/>
          </a:bodyPr>
          <a:lstStyle/>
          <a:p>
            <a:pPr algn="ctr"/>
            <a:r>
              <a:rPr lang="en-US" sz="900" dirty="0"/>
              <a:t>578</a:t>
            </a:r>
          </a:p>
        </p:txBody>
      </p:sp>
      <p:sp>
        <p:nvSpPr>
          <p:cNvPr id="48" name="TextBox 47">
            <a:extLst>
              <a:ext uri="{FF2B5EF4-FFF2-40B4-BE49-F238E27FC236}">
                <a16:creationId xmlns:a16="http://schemas.microsoft.com/office/drawing/2014/main" id="{1A7083E1-EF34-E9B5-3497-7054F4A97E5A}"/>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E3727403-7871-240B-C9E4-07F85A92680A}"/>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71AFFD2E-82B4-0F31-A3DA-7D93DC4DA6B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FEDA62AF-F164-9976-10F5-244A162B56F1}"/>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8385ABBB-0661-69E2-4753-41389CBB0B57}"/>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E93191F4-355B-FDC0-D2F8-9FB148B478F4}"/>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10B76FD5-6648-9454-A2EB-1464A7125805}"/>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3FB9E1C9-9082-0524-E34D-D88D9E6C545F}"/>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Tree>
    <p:extLst>
      <p:ext uri="{BB962C8B-B14F-4D97-AF65-F5344CB8AC3E}">
        <p14:creationId xmlns:p14="http://schemas.microsoft.com/office/powerpoint/2010/main" val="131264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73844-7719-61D2-6D2C-E7BBFC0610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74173F-62F7-8A6F-DEF4-DE4393A44FCA}"/>
              </a:ext>
            </a:extLst>
          </p:cNvPr>
          <p:cNvSpPr>
            <a:spLocks noGrp="1"/>
          </p:cNvSpPr>
          <p:nvPr>
            <p:ph sz="half" idx="1"/>
          </p:nvPr>
        </p:nvSpPr>
        <p:spPr/>
        <p:txBody>
          <a:bodyPr/>
          <a:lstStyle/>
          <a:p>
            <a:r>
              <a:rPr lang="en-US" dirty="0"/>
              <a:t>Last possible 8 in center block.</a:t>
            </a:r>
          </a:p>
        </p:txBody>
      </p:sp>
      <p:pic>
        <p:nvPicPr>
          <p:cNvPr id="4" name="Picture 3" descr="A grid of sudoku puzzle&#10;&#10;Description automatically generated">
            <a:extLst>
              <a:ext uri="{FF2B5EF4-FFF2-40B4-BE49-F238E27FC236}">
                <a16:creationId xmlns:a16="http://schemas.microsoft.com/office/drawing/2014/main" id="{4AE9D3D0-8BF5-F21B-A080-F1F6EC71FF0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30FFD41-80E1-CBDC-6F04-53B69FF506E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82A7C79-4BC1-CFDE-7E02-4641BF8643D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F27FD70-BE16-D221-BA03-51AE7CD317C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C433506-46D5-F28E-01B7-8D4102AF43F6}"/>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55C2151B-E7D5-2B57-F9AD-3C06EA212531}"/>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3A3D6A8B-E12F-5941-9106-DA099AF5CC33}"/>
              </a:ext>
            </a:extLst>
          </p:cNvPr>
          <p:cNvSpPr txBox="1"/>
          <p:nvPr/>
        </p:nvSpPr>
        <p:spPr>
          <a:xfrm>
            <a:off x="3138310" y="2531981"/>
            <a:ext cx="570089" cy="230832"/>
          </a:xfrm>
          <a:prstGeom prst="rect">
            <a:avLst/>
          </a:prstGeom>
          <a:noFill/>
        </p:spPr>
        <p:txBody>
          <a:bodyPr wrap="square" rtlCol="0">
            <a:spAutoFit/>
          </a:bodyPr>
          <a:lstStyle/>
          <a:p>
            <a:pPr algn="ctr"/>
            <a:r>
              <a:rPr lang="en-US" sz="900" dirty="0"/>
              <a:t>678</a:t>
            </a:r>
          </a:p>
        </p:txBody>
      </p:sp>
      <p:sp>
        <p:nvSpPr>
          <p:cNvPr id="13" name="TextBox 12">
            <a:extLst>
              <a:ext uri="{FF2B5EF4-FFF2-40B4-BE49-F238E27FC236}">
                <a16:creationId xmlns:a16="http://schemas.microsoft.com/office/drawing/2014/main" id="{92551906-D169-DD84-FA14-FB19A06405F2}"/>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CC02BA03-AD34-6001-AB53-613BECD61CCC}"/>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F07D4FD6-54CE-EC95-9F6E-EDBC14261118}"/>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FC9CBDDD-B0F8-4380-CEDD-4CD3C718A6A5}"/>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84027496-2322-BA39-780F-4F822AFCB944}"/>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70D2F507-A685-3B8C-74ED-2DA18D20E956}"/>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B0B8E142-FFA5-C186-BD0E-B8A4175A9CDE}"/>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80B32E83-9791-37B8-94E7-70798D84AD4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C2C56D7F-1F09-A754-A06C-D5ADCA24E282}"/>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DEC63DF4-91A5-9D05-24A1-732CC95F6E9C}"/>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DBF7F41-F6F1-BD5D-309F-AE6069D1C36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AA8EDED1-6F87-F722-44EC-1EE1724D9C31}"/>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5F40B995-7184-0B1D-C04E-D104D726F7B3}"/>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D1DB5EC7-326F-0787-9B7E-68AABAB5CAC0}"/>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13104F1B-D0B5-1629-D0C0-958CAE64A518}"/>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8DDCEF97-2ECF-BC88-4EA0-649FAD20D16C}"/>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4C03E406-F580-B34C-33B5-857E668CAE10}"/>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46BE1E4E-D284-2621-D644-277807942F61}"/>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F7B003AD-161F-8456-B1F0-9835F587D19F}"/>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E2B0EB21-6C1D-F189-A507-5F1BB10ACF99}"/>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DB992848-1910-7563-8C8D-7884D50EF4B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F69A26FA-09AE-A4F8-2A31-492F09D6FE07}"/>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7177976F-8248-276D-9BD8-50F2B308BA95}"/>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BFB82AA-CFDB-6D79-CCD4-2AE8C05076B3}"/>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58833A92-3873-A077-CB76-248FDB583EDA}"/>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99F2E60A-6F74-11F0-53DD-EF18A28AD12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45779CED-E87A-34B6-71DA-7456BE9B0596}"/>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391FE4CA-E9D5-3C5B-143D-7DA092FF9628}"/>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A477B80D-03CA-5B06-DB1B-10763D52CA62}"/>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179D901-2090-D777-424C-931F99C2DAE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4F3E7FFC-2787-352E-C18A-222B1E281603}"/>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323C58B4-CC91-5D6D-46AA-8B0DB94D50B0}"/>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B9D32461-3044-2849-30CF-7DF259E9F69D}"/>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CA76F49D-5100-DAB2-C207-E84E98C9AC14}"/>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507F51F5-FDE6-B8D8-3385-CCFB3ACC778A}"/>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B4F9B3CD-BACB-2AA5-4CD9-5E411BBDB1FD}"/>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6715DDB4-E755-84FA-AA3D-547E5779325B}"/>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3F29CC8-60F4-4460-1535-CDDE0860CA88}"/>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39E7B0FE-D70D-A63A-DA16-AAA6CD3146FC}"/>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3CB3C559-352F-4D52-7C8F-BE1C81A1BE0F}"/>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EEEBA756-C316-A49E-319F-F2E1A5D13188}"/>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EAEFAA27-C937-B25B-0016-F049A80B7F87}"/>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6" name="TextBox 55">
            <a:extLst>
              <a:ext uri="{FF2B5EF4-FFF2-40B4-BE49-F238E27FC236}">
                <a16:creationId xmlns:a16="http://schemas.microsoft.com/office/drawing/2014/main" id="{2DBFADCF-D22F-F73C-2F28-6EC2BBB77870}"/>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Tree>
    <p:extLst>
      <p:ext uri="{BB962C8B-B14F-4D97-AF65-F5344CB8AC3E}">
        <p14:creationId xmlns:p14="http://schemas.microsoft.com/office/powerpoint/2010/main" val="3584170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F49FA-68E4-0DCB-AAFE-01D4671BD1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E1505C-02D3-0D9B-E2FA-0E6562A9FFA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250DF5E-2C89-A0DD-78C4-0165C65F174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D400962-72ED-4453-2BDB-02E41506F05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3798226-37A2-6C7D-9CC7-1E86B604331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045E0A9-0CBB-B974-8E11-0C7A6AD288A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A86EF64-844E-2189-7016-49208EEEDC5E}"/>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B4451B1E-E46D-FDFC-30C9-78F2C421F6EA}"/>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BA67C87A-AFEB-31D7-5929-0F0017EC86DD}"/>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3" name="TextBox 12">
            <a:extLst>
              <a:ext uri="{FF2B5EF4-FFF2-40B4-BE49-F238E27FC236}">
                <a16:creationId xmlns:a16="http://schemas.microsoft.com/office/drawing/2014/main" id="{CB631122-B441-A258-A837-6259ADFFE10C}"/>
              </a:ext>
            </a:extLst>
          </p:cNvPr>
          <p:cNvSpPr txBox="1"/>
          <p:nvPr/>
        </p:nvSpPr>
        <p:spPr>
          <a:xfrm>
            <a:off x="3138310" y="2778493"/>
            <a:ext cx="570089" cy="230832"/>
          </a:xfrm>
          <a:prstGeom prst="rect">
            <a:avLst/>
          </a:prstGeom>
          <a:no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AC9B8749-9567-D203-AE46-65491C85AAEB}"/>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3DF407A8-C123-EB14-38BD-ABE91556C85B}"/>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8705660A-F935-F8A6-BF25-0C1C70A1ACDA}"/>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84EB189D-ED87-748C-ABEC-43397183F563}"/>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50FBE8FA-A30D-52B1-5CAE-3566C1229C57}"/>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8B125775-D4A1-606D-AC6E-7FF93A1E86C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6346FDC8-EC7F-7996-1A6D-D7000E08AAF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499C6F3E-003C-409C-F6B2-123154AB6377}"/>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C8F05781-99A3-04B3-18FC-6748BF318F18}"/>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C5A109C5-BF7B-65BD-4AC4-6885FC8191B3}"/>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06A5C470-7797-5A5D-59E2-5BAAB6FA1AFE}"/>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CDDF7077-387B-18D1-4FCA-F5267A3AB1C0}"/>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94A7A503-87E8-10BE-B403-BDC7BF0ADF81}"/>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01859328-646A-D965-01C5-18BAE3D30937}"/>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07643B94-B3B1-DFC4-F681-ACC2634F4435}"/>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EC686502-1790-0DF1-2F0B-99E096BCFB38}"/>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4A1E99A6-63CA-E80A-DE9D-48A3028FA757}"/>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E619673F-B42E-0CCE-6ED8-0A62BFA794DE}"/>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36B60B2A-A88F-C551-02B3-E07C4FCA467D}"/>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21F183F8-3984-EDBF-F96F-B00CF0458617}"/>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01F269C8-9FBE-6FD3-008E-E7957B80A27C}"/>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BC28C9B9-55C7-821B-48A6-C8FBE57C076F}"/>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B412EB6-B87F-1C16-4302-D99651C9EE76}"/>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C4E55406-8F2B-44F9-3F99-6E9A98919F0F}"/>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A8033A72-E42F-5D28-1E6D-1E3CC54C095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B11A357-139B-5BA9-0A6B-53DE21BEED7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91D6A219-B145-E107-E1BA-D710150B7EC2}"/>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1683D165-6790-ADC6-84D0-CE5FE8AA881F}"/>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24C6F8DC-B24B-32F6-10F3-80F15A850401}"/>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D7385B03-25EC-B197-F18E-E43DED753C71}"/>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1D16FCF0-EB0E-E378-A5AF-6EA7842F0340}"/>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50B88945-CB00-CA1C-E5A3-264D484AE165}"/>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FD256CA8-0685-EBEA-5E2C-0F51E17FB650}"/>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1AEE4690-4662-A83B-BDFC-52C34AB2B500}"/>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3D136601-0B91-72AB-90AD-FD2ED8B9433C}"/>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4554BAFD-713C-A8F3-63CD-EAE0A0F0C515}"/>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A81280C0-E0C4-3B86-2559-76838CFC912E}"/>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41CD5341-DA0B-6422-7DF7-C3F62E5C7463}"/>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F684E880-0BD2-27E3-0CBE-96F64AB2AE0C}"/>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C6E67517-8CD7-E14F-0EEA-7F677FBBE461}"/>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3" name="TextBox 52">
            <a:extLst>
              <a:ext uri="{FF2B5EF4-FFF2-40B4-BE49-F238E27FC236}">
                <a16:creationId xmlns:a16="http://schemas.microsoft.com/office/drawing/2014/main" id="{EB3CF235-099A-4797-3861-41206E062927}"/>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6C670EB6-6B87-EE79-88E3-5F9B8F6E744C}"/>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Tree>
    <p:extLst>
      <p:ext uri="{BB962C8B-B14F-4D97-AF65-F5344CB8AC3E}">
        <p14:creationId xmlns:p14="http://schemas.microsoft.com/office/powerpoint/2010/main" val="3109129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B973C-A9F0-98AC-757A-E352169CD07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92B781-D5BC-FA24-2584-B1B0F8230D7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68C89FA-0CEF-3C76-AE0D-1E9CBCE3001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AA28BEA-B323-0921-3C35-4077D27CEF2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A36C5A0-8B08-E304-9DC2-0D2B4820F1D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F2FB4CD-A3F3-9EB7-85B4-35E04AD624C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E8C2F09-E940-E231-311E-FA5D17C1EF8A}"/>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82DADF67-94E3-5AA7-AAF3-316D083FF838}"/>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D8C9F87C-C382-620A-2049-47B90AE8959F}"/>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B5454E45-5115-8A92-6F3A-B4DBD01AE440}"/>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7AF52ABF-D957-C352-14DE-C5C271649A29}"/>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F111C265-0D68-B24C-7841-44E16D32BAFC}"/>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57CDD0F1-EEBA-FF0F-185E-2D51F1138C6D}"/>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D2163D18-6E6E-F7BC-5D0D-F53F919611FC}"/>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A8FA2FEA-C982-5787-7F3F-15F8B548BE10}"/>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B9FA65D3-4B21-1662-A63B-6B7DE852A4E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B379772-7231-1794-E990-AF8856C9537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1641C47-3DE5-8FB9-998B-536CCBA0B7CC}"/>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ECA74DEB-34FE-C289-6CBF-B75E70E7DA76}"/>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DEFE1CDA-1215-D346-F416-DE077C4A44D4}"/>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4C4A4471-CBE9-11EA-C133-7DE8C3F825ED}"/>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AB335B55-33F2-39F8-8A36-F61455C385D8}"/>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34C4ED70-A362-2DE4-5CA7-38192F05B0E9}"/>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46BEA0E5-CED2-BA44-EAE7-3AAD3C8E10E2}"/>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82E56A4C-6748-C837-5605-A7D5CB8BFAAC}"/>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EF25F435-24E4-73D5-305B-0DD9C201E914}"/>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AD4AB5BF-6135-25A9-C989-BF6919D5B78F}"/>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5833F8C3-C42E-717B-0D62-B440BE889F25}"/>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1AB5C255-FC07-5E08-18FD-898E5F84E49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828FE5B6-E255-FF64-E4B7-28C01F7A17A9}"/>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27A9D706-D6CB-36A9-9CEB-710752815C70}"/>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D1CAB5A6-65FB-4C86-34EE-017119237C8A}"/>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6DE63FF5-1ABB-3084-BF3A-61077020574E}"/>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4959FC9B-D0CF-53A3-0346-9BB9D7DFC86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45F87C4B-76D1-867B-CB25-67454D4F2F6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973F1A4F-BF6B-1E6F-E3A5-0ACC6D80EE53}"/>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FFDC29C2-E284-A509-CA58-BE6F773E75FD}"/>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A338587F-CD19-AC60-A7D2-1780FE6A0CE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751780DE-4707-79CF-1CA6-D1013D6A35E6}"/>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FC5373E7-01D1-5C77-B68D-56916DD54C8D}"/>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07A4F19D-AB93-0E76-1F8E-A9DA72634F46}"/>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8FB4FFC4-4D41-B85E-EC2D-7356B10053E5}"/>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5588F9F3-6A8D-4DE2-17FB-9AE3D9FE29AB}"/>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DF37BB96-79C9-834C-45F7-0F3E98FE8BDE}"/>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3382D73E-B75D-0A92-6076-761855E53FA0}"/>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61145B0-BE13-5192-B76B-2688FD8207EB}"/>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80C1922E-6957-A98B-0550-371087C6FC7F}"/>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B2229BF9-815C-B947-415A-FB6644BFAEF1}"/>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F31E6B7B-CA7A-F662-A45A-5669F00A57CF}"/>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548168EF-756F-9778-EF77-BD5696011603}"/>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1C7D0A85-F694-8C00-E224-14924EA030C4}"/>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C29C4CC5-7583-1284-DA38-7E3C257A9DFF}"/>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Tree>
    <p:extLst>
      <p:ext uri="{BB962C8B-B14F-4D97-AF65-F5344CB8AC3E}">
        <p14:creationId xmlns:p14="http://schemas.microsoft.com/office/powerpoint/2010/main" val="1210869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5D519-E5AC-9868-CE1A-3F9E085400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76BF34-8D1D-6E57-A866-904CA76E1263}"/>
              </a:ext>
            </a:extLst>
          </p:cNvPr>
          <p:cNvSpPr>
            <a:spLocks noGrp="1"/>
          </p:cNvSpPr>
          <p:nvPr>
            <p:ph sz="half" idx="1"/>
          </p:nvPr>
        </p:nvSpPr>
        <p:spPr/>
        <p:txBody>
          <a:bodyPr/>
          <a:lstStyle/>
          <a:p>
            <a:r>
              <a:rPr lang="en-US" dirty="0"/>
              <a:t>Complete Rows 1–6.</a:t>
            </a:r>
          </a:p>
        </p:txBody>
      </p:sp>
      <p:pic>
        <p:nvPicPr>
          <p:cNvPr id="4" name="Picture 3" descr="A grid of sudoku puzzle&#10;&#10;Description automatically generated">
            <a:extLst>
              <a:ext uri="{FF2B5EF4-FFF2-40B4-BE49-F238E27FC236}">
                <a16:creationId xmlns:a16="http://schemas.microsoft.com/office/drawing/2014/main" id="{7388380C-B91A-583E-EE21-04A11B8D406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75A7F17-3339-809E-C3D6-0E29D63DD0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7B20DE1-78EC-5A0D-F288-6203612F59A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49F4D73-6990-85FB-0CB1-D09DB98FA26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58BF010-A44A-FC8E-D508-7CD64A1898BA}"/>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9402D21B-193B-4D35-DD0C-24A3905B52C2}"/>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15DC8A38-680A-0516-157B-00C637F30639}"/>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138C9ECA-A6FB-AE22-3B37-BD4B1D032987}"/>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1457EC9A-A637-50A6-5B1A-0B2FB6D973E8}"/>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5E89C474-CCF7-E6D6-963B-D830801A26E4}"/>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54ACD7A5-8DC3-AA58-4CC1-BFDBE28412FC}"/>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2F89C147-1442-963A-7615-11CC38D8E2DB}"/>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06CAD145-C924-C0D1-D454-4B0241B7E59B}"/>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D51B5061-F096-C8EB-6E5B-A6DD7F05A34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4BAEBD00-6C13-74C1-8AD5-989A5030C3AA}"/>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EB6A090-E8EB-312F-B7BC-CA470470857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112289C-4386-4E24-0641-185B35C62BD2}"/>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9D05B51E-1EE6-A005-5529-DAEFE370AF04}"/>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3319C81C-3945-2D33-632F-B352EC7265D0}"/>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70AB7EB4-7829-2877-1691-A1CE1B9E887C}"/>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15876BB1-0E0C-7855-A36E-F7561F27BDB1}"/>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3B8FC3D7-8D67-77AF-9CEF-DFB19A81B16D}"/>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3FCEF71B-5BB8-E553-A0C7-0CF5C64DB893}"/>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3552A9F5-5453-652F-5C9A-AEB41D2E2C2A}"/>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79FD5B26-8431-16C8-8D53-045418A9D26A}"/>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1D13E1C4-BB86-662F-67B8-9FA9BAF5E284}"/>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0CC305EE-524E-5E2B-0525-319B918F505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04FB35DD-F87D-443D-DD06-72C37A49B133}"/>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C6DC6330-AC58-B94A-2C23-A026DFEDF17E}"/>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28FC9245-E59D-5C86-4232-B1B5C3122E60}"/>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EE4DF81D-7B1F-40AC-30D8-6F59647D1F65}"/>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167F638-97F5-B114-BE72-BAEAA4DCA0E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6030D7AC-8ACF-EA9E-5439-95D931E59EF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6FBA0668-B29E-29F3-6CC4-0339803F37CB}"/>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0DD1060F-506F-31B4-7F96-C873314FEC0B}"/>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F60EBA8-C1F7-E5DD-005C-D1C706B052D6}"/>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73E87BE-E821-85A9-D38A-B73608F10C52}"/>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E20EAE27-4770-BDBA-2A7B-D4AD06741C11}"/>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D41AFD5D-5B8C-D098-14B6-0F929F8048FF}"/>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3BA95E86-2F4B-3308-C85C-021FAFD18086}"/>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A37F2E3C-7C58-E4CD-A094-904C72015DC3}"/>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1E16F8E2-4029-604A-E687-276D3EDFB084}"/>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0C98A9D1-ED65-DC96-307E-AA81708B1BB5}"/>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CE4D5411-BF5B-809F-4FF4-31D9A0676BB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E139F83-B38D-CBE3-8EF2-1896B761E365}"/>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AD1CD8F2-02DD-9483-1505-DB1DD6C8AA55}"/>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0FDA3579-108A-0F7C-124A-F24A6E8215B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4FBC3C60-198D-D714-54B3-949E0CA0559E}"/>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F47751E9-31AB-FBA1-FE71-CE4FE020C05F}"/>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F9567F44-F2FA-5A2B-35B3-60307C3D1264}"/>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D3F2AEC1-D1EB-F903-4B0B-83BFCD49BD5F}"/>
              </a:ext>
            </a:extLst>
          </p:cNvPr>
          <p:cNvSpPr txBox="1"/>
          <p:nvPr/>
        </p:nvSpPr>
        <p:spPr>
          <a:xfrm>
            <a:off x="6152446" y="901933"/>
            <a:ext cx="570089" cy="230832"/>
          </a:xfrm>
          <a:prstGeom prst="rect">
            <a:avLst/>
          </a:prstGeom>
          <a:noFill/>
        </p:spPr>
        <p:txBody>
          <a:bodyPr wrap="square" rtlCol="0">
            <a:spAutoFit/>
          </a:bodyPr>
          <a:lstStyle/>
          <a:p>
            <a:pPr algn="ctr"/>
            <a:r>
              <a:rPr lang="en-US" sz="900" dirty="0"/>
              <a:t>46789</a:t>
            </a:r>
          </a:p>
        </p:txBody>
      </p:sp>
      <p:sp>
        <p:nvSpPr>
          <p:cNvPr id="20" name="TextBox 19">
            <a:extLst>
              <a:ext uri="{FF2B5EF4-FFF2-40B4-BE49-F238E27FC236}">
                <a16:creationId xmlns:a16="http://schemas.microsoft.com/office/drawing/2014/main" id="{A5E0B5EF-C55D-71B1-233C-DD18E6BF528E}"/>
              </a:ext>
            </a:extLst>
          </p:cNvPr>
          <p:cNvSpPr txBox="1"/>
          <p:nvPr/>
        </p:nvSpPr>
        <p:spPr>
          <a:xfrm>
            <a:off x="6654802" y="901933"/>
            <a:ext cx="570089" cy="230832"/>
          </a:xfrm>
          <a:prstGeom prst="rect">
            <a:avLst/>
          </a:prstGeom>
          <a:noFill/>
        </p:spPr>
        <p:txBody>
          <a:bodyPr wrap="square" rtlCol="0">
            <a:spAutoFit/>
          </a:bodyPr>
          <a:lstStyle/>
          <a:p>
            <a:pPr algn="ctr"/>
            <a:r>
              <a:rPr lang="en-US" sz="900" dirty="0"/>
              <a:t>46789</a:t>
            </a:r>
          </a:p>
        </p:txBody>
      </p:sp>
      <p:sp>
        <p:nvSpPr>
          <p:cNvPr id="29" name="TextBox 28">
            <a:extLst>
              <a:ext uri="{FF2B5EF4-FFF2-40B4-BE49-F238E27FC236}">
                <a16:creationId xmlns:a16="http://schemas.microsoft.com/office/drawing/2014/main" id="{77531F00-9A24-69B2-E127-9E2BAD84D602}"/>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34567</a:t>
            </a:r>
          </a:p>
        </p:txBody>
      </p:sp>
      <p:sp>
        <p:nvSpPr>
          <p:cNvPr id="56" name="TextBox 55">
            <a:extLst>
              <a:ext uri="{FF2B5EF4-FFF2-40B4-BE49-F238E27FC236}">
                <a16:creationId xmlns:a16="http://schemas.microsoft.com/office/drawing/2014/main" id="{DFAB68D7-03AF-1FA8-34AD-70E13FEDCB3B}"/>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34567</a:t>
            </a:r>
          </a:p>
        </p:txBody>
      </p:sp>
      <p:sp>
        <p:nvSpPr>
          <p:cNvPr id="57" name="TextBox 56">
            <a:extLst>
              <a:ext uri="{FF2B5EF4-FFF2-40B4-BE49-F238E27FC236}">
                <a16:creationId xmlns:a16="http://schemas.microsoft.com/office/drawing/2014/main" id="{EF975A60-6F4D-C707-D9FC-6A5E055E95EA}"/>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1267</a:t>
            </a:r>
          </a:p>
        </p:txBody>
      </p:sp>
      <p:sp>
        <p:nvSpPr>
          <p:cNvPr id="58" name="TextBox 57">
            <a:extLst>
              <a:ext uri="{FF2B5EF4-FFF2-40B4-BE49-F238E27FC236}">
                <a16:creationId xmlns:a16="http://schemas.microsoft.com/office/drawing/2014/main" id="{DC501A1F-24BD-AFC7-25EA-B6E7190050E4}"/>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59" name="TextBox 58">
            <a:extLst>
              <a:ext uri="{FF2B5EF4-FFF2-40B4-BE49-F238E27FC236}">
                <a16:creationId xmlns:a16="http://schemas.microsoft.com/office/drawing/2014/main" id="{76C03AE4-CA0F-F9DA-5D16-0581A0358AE0}"/>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C9E2AA14-0D63-333F-44B7-074649DA1C01}"/>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DA268720-564D-8E59-569F-E9EEB47AF6CA}"/>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BD519E9E-AA36-B630-6DF6-4DAD2CE33924}"/>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76679E8B-D2AA-7183-B95F-4298721B4373}"/>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6244F134-B904-1242-55C0-BFF70700A17F}"/>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5849ED72-0919-C3BA-E8DE-279B04AE56CE}"/>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26789</a:t>
            </a:r>
          </a:p>
        </p:txBody>
      </p:sp>
    </p:spTree>
    <p:extLst>
      <p:ext uri="{BB962C8B-B14F-4D97-AF65-F5344CB8AC3E}">
        <p14:creationId xmlns:p14="http://schemas.microsoft.com/office/powerpoint/2010/main" val="46177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06712-B02A-1BEA-64B1-F815180025D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A5338B-504D-AD48-D687-3666BEAF0D3E}"/>
              </a:ext>
            </a:extLst>
          </p:cNvPr>
          <p:cNvSpPr>
            <a:spLocks noGrp="1"/>
          </p:cNvSpPr>
          <p:nvPr>
            <p:ph sz="half" idx="1"/>
          </p:nvPr>
        </p:nvSpPr>
        <p:spPr/>
        <p:txBody>
          <a:bodyPr/>
          <a:lstStyle/>
          <a:p>
            <a:r>
              <a:rPr lang="en-US" dirty="0"/>
              <a:t>The minimum sum on this arrow is 2+3=5.</a:t>
            </a:r>
          </a:p>
        </p:txBody>
      </p:sp>
      <p:pic>
        <p:nvPicPr>
          <p:cNvPr id="4" name="Picture 3" descr="A grid of sudoku puzzle&#10;&#10;Description automatically generated">
            <a:extLst>
              <a:ext uri="{FF2B5EF4-FFF2-40B4-BE49-F238E27FC236}">
                <a16:creationId xmlns:a16="http://schemas.microsoft.com/office/drawing/2014/main" id="{85B4AD25-77A9-C658-D6A8-31705BAD3D7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E78C63E-9210-56EA-A6E7-A6CF42FA752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8B00DA5-2538-27FE-D31A-3224045E75E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1945FC9-9030-238F-1892-DE3085F0928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B4C453F-89E6-2F96-2F2C-D9CC5885D58C}"/>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C20F0219-B570-6962-A1BA-4017CCF403EE}"/>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8CA190CA-F5AB-0005-F24B-773696BF72A2}"/>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FFE675F-C3B6-1680-6883-9DE2192F785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54C1E780-5159-43FB-7E74-5716593BA72A}"/>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373E5C1C-BEBB-127C-C830-D77ADFA7C715}"/>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4B18E5D4-58D4-7D9A-F7C1-3695C188F630}"/>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17715CBA-B994-78D9-F584-EF26188A8722}"/>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11AB306A-8119-0A32-7174-58AE4FAE9AA5}"/>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99085375-C73B-EA3C-3682-7FDBE40ABBA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404CB02-0447-B270-CC2D-00A8B8522FB2}"/>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0D027DB2-18AE-BE12-0473-70A971F2CC5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1A120579-A9FB-3A52-175B-0259F3DD8BD0}"/>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7116082-4E8A-7423-30A4-DF47B1D0B951}"/>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C25146BB-EBEC-565A-83F6-BD0992771428}"/>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AED77970-A917-6111-80DD-B9D8D17DD1CE}"/>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73FE62CD-A253-C3BF-4302-736B363CC1CC}"/>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6B0C45B0-00B2-818A-58B3-3AEB750148B8}"/>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C55E75D4-A1FC-398C-3E00-474343351034}"/>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DC32C2A6-1B05-D7B6-0DFA-806F7BE0DAAF}"/>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9C7DEDEA-3BDB-6199-EA1D-2249F328CB3C}"/>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1D9B0A2A-B7E1-9552-F687-EF127AD01912}"/>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573F6BC5-4003-ECC1-59EF-A85A244DCD6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3E42A43C-2CEF-24EF-6585-91C77196FF8A}"/>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79E45BE3-2DC7-C959-89DC-827E38231830}"/>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CA3A000-EAFB-EC4B-77C8-7C51C53287BE}"/>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B3F1E0A3-DC92-F6A6-74C8-00F0F83A1CFB}"/>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41A44946-8974-722B-49BE-AA94F9F9212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4E817128-6D9C-2A01-E315-DBCF5310F68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458ED0C1-82FB-7FD4-4A4A-26E07EBA4646}"/>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7FEC1D97-CBB1-8161-AF6D-14992C5E03D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02F989A8-C501-6B2B-9760-D0B9C0D30217}"/>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4A846512-E411-3ADC-DCF0-4C5E05A652E3}"/>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42D51253-D354-D61D-B84D-60E4F45AB4DE}"/>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5EF90D6E-E272-8EDB-9E81-046E2B141E8D}"/>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8A52F874-E7EA-3F1A-4204-E1F2C34C5467}"/>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A7E691A3-B462-172E-51EC-59E253EFC1C6}"/>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ABB6BF8F-C5E8-A3AC-3F91-BA5FA8BA5908}"/>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E62603F8-AC6E-7C43-1639-B77DD0064009}"/>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769F3FC-A21D-5BDA-0D83-3AF10AEF5E83}"/>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F482101-1AD1-EF98-9B13-30A11FA93EE7}"/>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FB245E88-33A2-D585-9E66-040631A60275}"/>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1F9AFF9B-82C5-D148-3EFB-19FA09675311}"/>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8C5E0683-8B79-3470-8E67-7243AF9F0605}"/>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1B5EDAB6-E907-C471-8F40-A6CF98561605}"/>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F402439F-DD28-5770-04D4-2E57D9453A98}"/>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10C05EC9-47D4-5AE6-EA39-2065FD4BF4CD}"/>
              </a:ext>
            </a:extLst>
          </p:cNvPr>
          <p:cNvSpPr txBox="1"/>
          <p:nvPr/>
        </p:nvSpPr>
        <p:spPr>
          <a:xfrm>
            <a:off x="6152446" y="901933"/>
            <a:ext cx="570089" cy="230832"/>
          </a:xfrm>
          <a:prstGeom prst="rect">
            <a:avLst/>
          </a:prstGeom>
          <a:noFill/>
        </p:spPr>
        <p:txBody>
          <a:bodyPr wrap="square" rtlCol="0">
            <a:spAutoFit/>
          </a:bodyPr>
          <a:lstStyle/>
          <a:p>
            <a:pPr algn="ctr"/>
            <a:r>
              <a:rPr lang="en-US" sz="900" dirty="0"/>
              <a:t>46789</a:t>
            </a:r>
          </a:p>
        </p:txBody>
      </p:sp>
      <p:sp>
        <p:nvSpPr>
          <p:cNvPr id="20" name="TextBox 19">
            <a:extLst>
              <a:ext uri="{FF2B5EF4-FFF2-40B4-BE49-F238E27FC236}">
                <a16:creationId xmlns:a16="http://schemas.microsoft.com/office/drawing/2014/main" id="{F7133239-7E5A-C41D-0E52-C0B9EFDF1824}"/>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29" name="TextBox 28">
            <a:extLst>
              <a:ext uri="{FF2B5EF4-FFF2-40B4-BE49-F238E27FC236}">
                <a16:creationId xmlns:a16="http://schemas.microsoft.com/office/drawing/2014/main" id="{940C2004-6D6C-D2F0-4EEC-5A2048F88F65}"/>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34567</a:t>
            </a:r>
          </a:p>
        </p:txBody>
      </p:sp>
      <p:sp>
        <p:nvSpPr>
          <p:cNvPr id="56" name="TextBox 55">
            <a:extLst>
              <a:ext uri="{FF2B5EF4-FFF2-40B4-BE49-F238E27FC236}">
                <a16:creationId xmlns:a16="http://schemas.microsoft.com/office/drawing/2014/main" id="{C61D2331-F7FD-A3FD-4656-79BC85ECC949}"/>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34567</a:t>
            </a:r>
          </a:p>
        </p:txBody>
      </p:sp>
      <p:sp>
        <p:nvSpPr>
          <p:cNvPr id="57" name="TextBox 56">
            <a:extLst>
              <a:ext uri="{FF2B5EF4-FFF2-40B4-BE49-F238E27FC236}">
                <a16:creationId xmlns:a16="http://schemas.microsoft.com/office/drawing/2014/main" id="{16F0B717-A8D4-A0E8-F537-DE143F877F5A}"/>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1267</a:t>
            </a:r>
          </a:p>
        </p:txBody>
      </p:sp>
      <p:sp>
        <p:nvSpPr>
          <p:cNvPr id="58" name="TextBox 57">
            <a:extLst>
              <a:ext uri="{FF2B5EF4-FFF2-40B4-BE49-F238E27FC236}">
                <a16:creationId xmlns:a16="http://schemas.microsoft.com/office/drawing/2014/main" id="{5754F457-D451-D695-71B5-C1D68496C7A7}"/>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59" name="TextBox 58">
            <a:extLst>
              <a:ext uri="{FF2B5EF4-FFF2-40B4-BE49-F238E27FC236}">
                <a16:creationId xmlns:a16="http://schemas.microsoft.com/office/drawing/2014/main" id="{F0DEA63A-5D57-EAC9-DF05-B8E983B9EEF3}"/>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5229B8F6-9951-3496-6AB6-0A2B90F86CC7}"/>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8B6DCB42-969F-EE95-C2ED-BE8D1DB1BB91}"/>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E2DF85C2-B50D-5317-B9D4-0C5AE21A126D}"/>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0BEF956F-5F7D-AD87-C221-417F8FA06546}"/>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43004E89-83A3-0262-54ED-089E7FE791B3}"/>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45E4B0D5-8C64-57C7-DBB2-3A4C1FEB61B3}"/>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26789</a:t>
            </a:r>
          </a:p>
        </p:txBody>
      </p:sp>
    </p:spTree>
    <p:extLst>
      <p:ext uri="{BB962C8B-B14F-4D97-AF65-F5344CB8AC3E}">
        <p14:creationId xmlns:p14="http://schemas.microsoft.com/office/powerpoint/2010/main" val="3787009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34EC1-F87D-A748-D6BC-37A8295C9F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3151B3-973A-4687-E14E-B7C2BEC880D1}"/>
              </a:ext>
            </a:extLst>
          </p:cNvPr>
          <p:cNvSpPr>
            <a:spLocks noGrp="1"/>
          </p:cNvSpPr>
          <p:nvPr>
            <p:ph sz="half" idx="1"/>
          </p:nvPr>
        </p:nvSpPr>
        <p:spPr/>
        <p:txBody>
          <a:bodyPr/>
          <a:lstStyle/>
          <a:p>
            <a:r>
              <a:rPr lang="en-US" dirty="0"/>
              <a:t>In the upper right block, since the minimum digit in Row 2 is 3, we cannot support a 7 in Row 3.</a:t>
            </a:r>
          </a:p>
        </p:txBody>
      </p:sp>
      <p:pic>
        <p:nvPicPr>
          <p:cNvPr id="4" name="Picture 3" descr="A grid of sudoku puzzle&#10;&#10;Description automatically generated">
            <a:extLst>
              <a:ext uri="{FF2B5EF4-FFF2-40B4-BE49-F238E27FC236}">
                <a16:creationId xmlns:a16="http://schemas.microsoft.com/office/drawing/2014/main" id="{D8AAE509-A544-568A-740A-D169363D882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FB5B693-B3B1-1EEE-342F-0965AE09D8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6B3E0AF-1EB1-66CA-61B5-729914DA752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A9F47C4-B108-8CDD-640D-D96E6F9056F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321CCF-0226-E969-6D3E-831F995D42FD}"/>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09DF325D-F9DC-263B-2B66-4F3A8AF0B908}"/>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6C9827F0-5571-9D31-B2B5-F2163EAB2B13}"/>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D278ABD-D37F-87DD-9EC5-DA6DEBE608EE}"/>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BB743567-5995-EDE3-538B-3ABF7AA3B6B4}"/>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FE380303-4E0F-04D7-094B-52A4F7BCDF30}"/>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19" name="TextBox 18">
            <a:extLst>
              <a:ext uri="{FF2B5EF4-FFF2-40B4-BE49-F238E27FC236}">
                <a16:creationId xmlns:a16="http://schemas.microsoft.com/office/drawing/2014/main" id="{C3E1EF50-1A78-B20E-9E82-F66AAA3DBB7C}"/>
              </a:ext>
            </a:extLst>
          </p:cNvPr>
          <p:cNvSpPr txBox="1"/>
          <p:nvPr/>
        </p:nvSpPr>
        <p:spPr>
          <a:xfrm>
            <a:off x="3640666" y="2031037"/>
            <a:ext cx="570089" cy="230832"/>
          </a:xfrm>
          <a:prstGeom prst="rect">
            <a:avLst/>
          </a:prstGeom>
          <a:noFill/>
        </p:spPr>
        <p:txBody>
          <a:bodyPr wrap="square" rtlCol="0">
            <a:spAutoFit/>
          </a:bodyPr>
          <a:lstStyle/>
          <a:p>
            <a:pPr algn="ctr"/>
            <a:r>
              <a:rPr lang="en-US" sz="900" dirty="0"/>
              <a:t>67</a:t>
            </a:r>
          </a:p>
        </p:txBody>
      </p:sp>
      <p:sp>
        <p:nvSpPr>
          <p:cNvPr id="21" name="TextBox 20">
            <a:extLst>
              <a:ext uri="{FF2B5EF4-FFF2-40B4-BE49-F238E27FC236}">
                <a16:creationId xmlns:a16="http://schemas.microsoft.com/office/drawing/2014/main" id="{4B846C1B-CD14-A89B-94A9-34A0886C7D70}"/>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9C901E17-36A5-5291-B48A-6AAB06ED3C45}"/>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4703B030-30CA-7FB6-95E9-31A5732FDA02}"/>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1F74AEF-EDE0-902F-E235-053A6E56CB68}"/>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AD7A2266-5242-34B1-B343-C6D9D5C9C7A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11AD1730-0721-11C4-507C-E34D1BB551A0}"/>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E2CE2D4E-33F1-E598-A7BF-482B6648252E}"/>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98BA109-1344-3321-5531-0BB205E5D1CF}"/>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E415A778-5073-292A-0C21-8B137CED6364}"/>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69AB51A1-7B13-3080-BF6D-C60CF65D63D9}"/>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F387E74F-7AEE-5F46-0CA1-7063B2CBFFCC}"/>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60C5BBE3-0360-DE5D-8E90-BB2A73513A17}"/>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307080EE-B337-41B6-AC3C-99A965330451}"/>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0D2160BC-C679-693C-AB75-62CD752AC5DD}"/>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9D2B83F9-19BD-A04D-AB7F-11AC29B0665D}"/>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3B96A527-1E7E-AAC7-7C13-4F32EA63FD0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041983C0-3B14-14E5-6278-D5F47AF099FA}"/>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CE3FDED6-D9FF-4E6D-C730-6E4A3BDE56FF}"/>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F525E4A5-E135-AFFF-2A3C-B8CF299AD9D5}"/>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C79C7465-8EE8-798A-5296-83A308C202A7}"/>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1AE0489B-094F-49BE-B77B-87A95F43251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30EB52F6-F09B-7226-D277-BDFB05BED44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3F2EA855-9DB0-D688-676A-261B85559198}"/>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0F67AAFD-EC5A-78FE-CE02-F42220B9906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2DCCA33-8786-06EB-F369-11A21813578A}"/>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33736F2-148E-7FA1-4268-70C009B8CBDC}"/>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9BD6BC21-B51A-0142-BEA7-54BFFBBB261E}"/>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FF3FD742-D223-5309-BA9A-CD8834D73AEC}"/>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F9FD31B9-5DB4-F294-5C28-023B56DD9DCE}"/>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9A4EA942-B504-5226-0B7A-244B9CBE49C7}"/>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A0F368CE-BF24-6BCD-23DE-F0CFF9876ED1}"/>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5F0D199F-AD2C-B34E-278F-1AEC9179B0A1}"/>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B80F574-34D7-D209-D0A9-D8F1C237001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3490B276-E498-4906-D19A-5FFA36B7210D}"/>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7C6189D9-33D9-50CF-B49E-134F480D9C82}"/>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11C47E85-9581-36A7-1F8E-4B3DB452C1B5}"/>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6D323567-90FA-7D41-1D6B-6C430AC30344}"/>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4276489E-5662-8154-B2E2-9453C0270D76}"/>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25D14F9A-10E5-96FA-32AF-B2F0C8BC7572}"/>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CF529058-503B-7EF8-5740-F92053537850}"/>
              </a:ext>
            </a:extLst>
          </p:cNvPr>
          <p:cNvSpPr txBox="1"/>
          <p:nvPr/>
        </p:nvSpPr>
        <p:spPr>
          <a:xfrm>
            <a:off x="6152446" y="901933"/>
            <a:ext cx="570089" cy="230832"/>
          </a:xfrm>
          <a:prstGeom prst="rect">
            <a:avLst/>
          </a:prstGeom>
          <a:noFill/>
        </p:spPr>
        <p:txBody>
          <a:bodyPr wrap="square" rtlCol="0">
            <a:spAutoFit/>
          </a:bodyPr>
          <a:lstStyle/>
          <a:p>
            <a:pPr algn="ctr"/>
            <a:r>
              <a:rPr lang="en-US" sz="900" dirty="0"/>
              <a:t>46789</a:t>
            </a:r>
          </a:p>
        </p:txBody>
      </p:sp>
      <p:sp>
        <p:nvSpPr>
          <p:cNvPr id="20" name="TextBox 19">
            <a:extLst>
              <a:ext uri="{FF2B5EF4-FFF2-40B4-BE49-F238E27FC236}">
                <a16:creationId xmlns:a16="http://schemas.microsoft.com/office/drawing/2014/main" id="{8077318B-9172-8EA6-FB51-653EA5B6B30B}"/>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29" name="TextBox 28">
            <a:extLst>
              <a:ext uri="{FF2B5EF4-FFF2-40B4-BE49-F238E27FC236}">
                <a16:creationId xmlns:a16="http://schemas.microsoft.com/office/drawing/2014/main" id="{1EE634BA-7DFC-D0B6-1DF6-0BD8066A1D66}"/>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34567</a:t>
            </a:r>
          </a:p>
        </p:txBody>
      </p:sp>
      <p:sp>
        <p:nvSpPr>
          <p:cNvPr id="56" name="TextBox 55">
            <a:extLst>
              <a:ext uri="{FF2B5EF4-FFF2-40B4-BE49-F238E27FC236}">
                <a16:creationId xmlns:a16="http://schemas.microsoft.com/office/drawing/2014/main" id="{341604C2-C056-1180-17B8-3E4C3DB136CF}"/>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34567</a:t>
            </a:r>
          </a:p>
        </p:txBody>
      </p:sp>
      <p:sp>
        <p:nvSpPr>
          <p:cNvPr id="57" name="TextBox 56">
            <a:extLst>
              <a:ext uri="{FF2B5EF4-FFF2-40B4-BE49-F238E27FC236}">
                <a16:creationId xmlns:a16="http://schemas.microsoft.com/office/drawing/2014/main" id="{64A0EF01-F7FA-0307-5155-A5465A171E7D}"/>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a:t>
            </a:r>
          </a:p>
        </p:txBody>
      </p:sp>
      <p:sp>
        <p:nvSpPr>
          <p:cNvPr id="58" name="TextBox 57">
            <a:extLst>
              <a:ext uri="{FF2B5EF4-FFF2-40B4-BE49-F238E27FC236}">
                <a16:creationId xmlns:a16="http://schemas.microsoft.com/office/drawing/2014/main" id="{4C74D9C9-ABFE-A3D1-271D-669F71DEB791}"/>
              </a:ext>
            </a:extLst>
          </p:cNvPr>
          <p:cNvSpPr txBox="1"/>
          <p:nvPr/>
        </p:nvSpPr>
        <p:spPr>
          <a:xfrm>
            <a:off x="6654802" y="1903821"/>
            <a:ext cx="570089" cy="230832"/>
          </a:xfrm>
          <a:prstGeom prst="rect">
            <a:avLst/>
          </a:prstGeom>
          <a:no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EA01A41C-706F-1EFD-D298-B3735F460A09}"/>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A7933ED8-B3C4-F401-52B9-FEB00C68B313}"/>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A220AE47-62E4-6374-CA4D-83FED984B327}"/>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39DB4FD7-D682-C083-1E60-9EDC6BC83D2B}"/>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0322B80B-E097-9D2E-3408-F7EE4A1F0C2F}"/>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A2B8425C-7A03-CC0B-E64E-FF904092C7CF}"/>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0F8EEA00-43C9-D348-CEA8-E30D03A13194}"/>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26789</a:t>
            </a:r>
          </a:p>
        </p:txBody>
      </p:sp>
    </p:spTree>
    <p:extLst>
      <p:ext uri="{BB962C8B-B14F-4D97-AF65-F5344CB8AC3E}">
        <p14:creationId xmlns:p14="http://schemas.microsoft.com/office/powerpoint/2010/main" val="46770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A97C-428E-10F1-564A-14D877CE40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327892-ED75-EB3A-4278-840DA8AD322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E1F220C-E7DB-5845-8AD7-9A306A3D3A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8B1977D-1D55-8D4E-25B1-83ACCE6CAB4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7CB55E7-D91F-F8B6-B88B-8BBB710B038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8D751B7-56DE-1A43-1FE0-4168EDC0A6E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9061BF4-F616-2F50-236E-ACD5B63CF506}"/>
              </a:ext>
            </a:extLst>
          </p:cNvPr>
          <p:cNvSpPr txBox="1"/>
          <p:nvPr/>
        </p:nvSpPr>
        <p:spPr>
          <a:xfrm>
            <a:off x="3138310" y="901933"/>
            <a:ext cx="570089" cy="230832"/>
          </a:xfrm>
          <a:prstGeom prst="rect">
            <a:avLst/>
          </a:prstGeom>
          <a:no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DB6B09EA-751C-D9D3-0C20-9AB03ADC8570}"/>
              </a:ext>
            </a:extLst>
          </p:cNvPr>
          <p:cNvSpPr txBox="1"/>
          <p:nvPr/>
        </p:nvSpPr>
        <p:spPr>
          <a:xfrm>
            <a:off x="3138310" y="1402877"/>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45367DDA-0F11-75CF-F00F-D14610F5FC45}"/>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0C1DB137-DC64-F723-E0E0-8C19EAA4F3CC}"/>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43D11D6C-1BC0-A35A-6965-2AD2B3E1A5C2}"/>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67DFAEEB-292A-97D4-7D83-71DE0BDFD49E}"/>
              </a:ext>
            </a:extLst>
          </p:cNvPr>
          <p:cNvSpPr txBox="1"/>
          <p:nvPr/>
        </p:nvSpPr>
        <p:spPr>
          <a:xfrm>
            <a:off x="3640666" y="1402877"/>
            <a:ext cx="570089" cy="230832"/>
          </a:xfrm>
          <a:prstGeom prst="rect">
            <a:avLst/>
          </a:prstGeom>
          <a:noFill/>
        </p:spPr>
        <p:txBody>
          <a:bodyPr wrap="square" rtlCol="0">
            <a:spAutoFit/>
          </a:bodyPr>
          <a:lstStyle/>
          <a:p>
            <a:pPr algn="ctr"/>
            <a:r>
              <a:rPr lang="en-US" sz="900" dirty="0"/>
              <a:t>26</a:t>
            </a:r>
          </a:p>
        </p:txBody>
      </p:sp>
      <p:sp>
        <p:nvSpPr>
          <p:cNvPr id="21" name="TextBox 20">
            <a:extLst>
              <a:ext uri="{FF2B5EF4-FFF2-40B4-BE49-F238E27FC236}">
                <a16:creationId xmlns:a16="http://schemas.microsoft.com/office/drawing/2014/main" id="{FD2B1EEC-A867-8367-A0C6-F358B0F6D01F}"/>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2367</a:t>
            </a:r>
          </a:p>
        </p:txBody>
      </p:sp>
      <p:sp>
        <p:nvSpPr>
          <p:cNvPr id="22" name="TextBox 21">
            <a:extLst>
              <a:ext uri="{FF2B5EF4-FFF2-40B4-BE49-F238E27FC236}">
                <a16:creationId xmlns:a16="http://schemas.microsoft.com/office/drawing/2014/main" id="{64B8034C-5B40-49D0-9487-66C58E52CA2C}"/>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40D17D9F-27A6-63B1-B5D9-86202E944F9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01D42BB3-0FBC-04B4-3402-EDA615F76D0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4F0118F-B07E-580D-96D5-0FCD05374F1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B9F321F3-4E26-A379-A343-59C5AE655700}"/>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EDDDA582-DE1F-6DF2-F85B-70870AFD2313}"/>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E8B55091-A7D9-8B90-180A-553A51B28CFE}"/>
              </a:ext>
            </a:extLst>
          </p:cNvPr>
          <p:cNvSpPr txBox="1"/>
          <p:nvPr/>
        </p:nvSpPr>
        <p:spPr>
          <a:xfrm>
            <a:off x="4143022" y="901933"/>
            <a:ext cx="570089" cy="230832"/>
          </a:xfrm>
          <a:prstGeom prst="rect">
            <a:avLst/>
          </a:prstGeom>
          <a:noFill/>
        </p:spPr>
        <p:txBody>
          <a:bodyPr wrap="square" rtlCol="0">
            <a:spAutoFit/>
          </a:bodyPr>
          <a:lstStyle/>
          <a:p>
            <a:pPr algn="ctr"/>
            <a:r>
              <a:rPr lang="en-US" sz="900" dirty="0"/>
              <a:t>467</a:t>
            </a:r>
          </a:p>
        </p:txBody>
      </p:sp>
      <p:sp>
        <p:nvSpPr>
          <p:cNvPr id="31" name="TextBox 30">
            <a:extLst>
              <a:ext uri="{FF2B5EF4-FFF2-40B4-BE49-F238E27FC236}">
                <a16:creationId xmlns:a16="http://schemas.microsoft.com/office/drawing/2014/main" id="{95DB92DB-B4BB-5FBB-C235-3239FA0A8FF1}"/>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0F7A4EF6-22DD-CEA5-D0CE-23875D7581CA}"/>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89B12C92-0B83-D606-C39C-C77FED14922A}"/>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AC4297AE-69B8-A2E7-ED55-D87DC7C773BA}"/>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7583E266-252B-4D14-CBF6-E254D144E5DB}"/>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AD900CBF-6C10-6BA5-3052-3A20854ACACE}"/>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008A5B00-D771-47AD-05B1-8896626F6ED8}"/>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18BD44A7-4444-0087-A41F-58E3E79E43D7}"/>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3858D594-AD13-65BB-86FE-F4415E60A478}"/>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5F3E4FD7-1E19-C503-BFFC-5C7887B30D51}"/>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BD60133-B8DC-5DE2-17D8-AD2FF5BAC7CD}"/>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4CAB17D9-EF0C-E8C4-9095-A6880E1CFCAF}"/>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0631E458-4D6C-A410-7DC3-7939EF368A9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B8E7C45B-993A-16C7-0ECF-A512B8882DB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40AA56DA-1035-2673-3676-C852E638FD83}"/>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E34590AB-8C6B-6969-2112-51E5E7C8DBA8}"/>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CEF627A-088D-6217-E81A-2744F63D46A1}"/>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279A9D6-34B0-735A-A557-37647AD44D74}"/>
              </a:ext>
            </a:extLst>
          </p:cNvPr>
          <p:cNvSpPr txBox="1"/>
          <p:nvPr/>
        </p:nvSpPr>
        <p:spPr>
          <a:xfrm>
            <a:off x="4645378" y="901933"/>
            <a:ext cx="570089" cy="230832"/>
          </a:xfrm>
          <a:prstGeom prst="rect">
            <a:avLst/>
          </a:prstGeom>
          <a:no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7B7D09F9-5EEE-6B8B-3012-BFD0EAEC9A67}"/>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F6ED5A5D-614C-5E13-3DBE-169AEA9F45C7}"/>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D3D62909-F0D3-9825-6144-6038DC5ABCF0}"/>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99B1D5AB-68D3-C355-04B5-8C55719AD788}"/>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787EFF77-E397-24A5-D51F-CBE44908E050}"/>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CE6EB164-D2E2-986B-1413-942700CBB03C}"/>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522A61E-C44A-F9C2-1394-5A8858D8EFD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918207E-5D28-B999-870B-AD671EC5363A}"/>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6EE88B91-DDD5-F2B9-7E37-552CAE86F72A}"/>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1FC5916F-8705-ABF7-2967-AAEBED510307}"/>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955F3BC0-B171-141F-E327-BD1B5FD172FC}"/>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D508739D-83B6-9B85-3171-7DA075EB77EB}"/>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53476B44-AB8A-B690-921B-30035CC4B543}"/>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3D77DF54-4661-8B94-B0B3-F0F41FC88304}"/>
              </a:ext>
            </a:extLst>
          </p:cNvPr>
          <p:cNvSpPr txBox="1"/>
          <p:nvPr/>
        </p:nvSpPr>
        <p:spPr>
          <a:xfrm>
            <a:off x="6152446" y="901933"/>
            <a:ext cx="570089" cy="230832"/>
          </a:xfrm>
          <a:prstGeom prst="rect">
            <a:avLst/>
          </a:prstGeom>
          <a:noFill/>
        </p:spPr>
        <p:txBody>
          <a:bodyPr wrap="square" rtlCol="0">
            <a:spAutoFit/>
          </a:bodyPr>
          <a:lstStyle/>
          <a:p>
            <a:pPr algn="ctr"/>
            <a:r>
              <a:rPr lang="en-US" sz="900" dirty="0"/>
              <a:t>4789</a:t>
            </a:r>
          </a:p>
        </p:txBody>
      </p:sp>
      <p:sp>
        <p:nvSpPr>
          <p:cNvPr id="20" name="TextBox 19">
            <a:extLst>
              <a:ext uri="{FF2B5EF4-FFF2-40B4-BE49-F238E27FC236}">
                <a16:creationId xmlns:a16="http://schemas.microsoft.com/office/drawing/2014/main" id="{CB8FA9F7-CB3A-B0D5-91F5-CFFA4B0DC82E}"/>
              </a:ext>
            </a:extLst>
          </p:cNvPr>
          <p:cNvSpPr txBox="1"/>
          <p:nvPr/>
        </p:nvSpPr>
        <p:spPr>
          <a:xfrm>
            <a:off x="6654802" y="901933"/>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1D975DE6-5098-CFFD-26A4-D4184303FCFC}"/>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3457</a:t>
            </a:r>
          </a:p>
        </p:txBody>
      </p:sp>
      <p:sp>
        <p:nvSpPr>
          <p:cNvPr id="56" name="TextBox 55">
            <a:extLst>
              <a:ext uri="{FF2B5EF4-FFF2-40B4-BE49-F238E27FC236}">
                <a16:creationId xmlns:a16="http://schemas.microsoft.com/office/drawing/2014/main" id="{2F9D9200-9062-90E9-3FED-D06F10E07CE9}"/>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a:t>
            </a:r>
          </a:p>
        </p:txBody>
      </p:sp>
      <p:sp>
        <p:nvSpPr>
          <p:cNvPr id="57" name="TextBox 56">
            <a:extLst>
              <a:ext uri="{FF2B5EF4-FFF2-40B4-BE49-F238E27FC236}">
                <a16:creationId xmlns:a16="http://schemas.microsoft.com/office/drawing/2014/main" id="{F9AC9338-1D43-8FBF-19ED-E892BAE3D148}"/>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a:t>
            </a:r>
          </a:p>
        </p:txBody>
      </p:sp>
      <p:sp>
        <p:nvSpPr>
          <p:cNvPr id="58" name="TextBox 57">
            <a:extLst>
              <a:ext uri="{FF2B5EF4-FFF2-40B4-BE49-F238E27FC236}">
                <a16:creationId xmlns:a16="http://schemas.microsoft.com/office/drawing/2014/main" id="{7A127F69-8C40-B9B6-BF3A-CF077CEFC415}"/>
              </a:ext>
            </a:extLst>
          </p:cNvPr>
          <p:cNvSpPr txBox="1"/>
          <p:nvPr/>
        </p:nvSpPr>
        <p:spPr>
          <a:xfrm>
            <a:off x="6654802" y="1903821"/>
            <a:ext cx="570089" cy="230832"/>
          </a:xfrm>
          <a:prstGeom prst="rect">
            <a:avLst/>
          </a:prstGeom>
          <a:no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F05B5B3C-F54D-37AC-E599-FC2B3632A6F1}"/>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3104FEC4-0035-0E20-1A22-E37D9C1E95FF}"/>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164BE21D-9234-B2B3-3FB7-C054931B5F19}"/>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D2FDE419-5198-A6CE-CF71-37A465D8E272}"/>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2A42B7EF-15F4-4674-73CE-101C2D85A2B0}"/>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21BD01ED-5EB7-3751-941B-3AE7FE2A9192}"/>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0920C378-0331-506A-67A9-64024838D05D}"/>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26789</a:t>
            </a:r>
          </a:p>
        </p:txBody>
      </p:sp>
      <p:sp>
        <p:nvSpPr>
          <p:cNvPr id="66" name="TextBox 65">
            <a:extLst>
              <a:ext uri="{FF2B5EF4-FFF2-40B4-BE49-F238E27FC236}">
                <a16:creationId xmlns:a16="http://schemas.microsoft.com/office/drawing/2014/main" id="{660BB610-E4B3-9B9C-17E5-9911BE15F9C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749575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A71AD-9999-A633-2508-FBC012A09E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9D37C8-F42D-7ABC-1D6B-D3FC2B19A11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62A57A2-3C3C-9368-7281-52F739BB5D3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583890-8548-1A2E-A9BC-9C2744636A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39ECD50-5106-DFF6-143F-DC1ED1B8352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5048827-BA05-EC6B-2886-A55CAF37BA4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8F8DB00-7DC8-4B5E-D48D-85D6B691E439}"/>
              </a:ext>
            </a:extLst>
          </p:cNvPr>
          <p:cNvSpPr txBox="1"/>
          <p:nvPr/>
        </p:nvSpPr>
        <p:spPr>
          <a:xfrm>
            <a:off x="313831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1C26526F-C775-035A-C779-5A369E022E62}"/>
              </a:ext>
            </a:extLst>
          </p:cNvPr>
          <p:cNvSpPr txBox="1"/>
          <p:nvPr/>
        </p:nvSpPr>
        <p:spPr>
          <a:xfrm>
            <a:off x="3138310"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F3945E85-E4FF-6F8E-FD8A-59FB722BF2BC}"/>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91FE43DF-B11F-0A5D-1011-40F9D05E89DC}"/>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C7BEC493-0B43-08A1-528D-8E61AC230289}"/>
              </a:ext>
            </a:extLst>
          </p:cNvPr>
          <p:cNvSpPr txBox="1"/>
          <p:nvPr/>
        </p:nvSpPr>
        <p:spPr>
          <a:xfrm>
            <a:off x="3640666"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4EA636CD-7A43-7458-48DB-A9C7082B3EC3}"/>
              </a:ext>
            </a:extLst>
          </p:cNvPr>
          <p:cNvSpPr txBox="1"/>
          <p:nvPr/>
        </p:nvSpPr>
        <p:spPr>
          <a:xfrm>
            <a:off x="3640666"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26</a:t>
            </a:r>
          </a:p>
        </p:txBody>
      </p:sp>
      <p:sp>
        <p:nvSpPr>
          <p:cNvPr id="21" name="TextBox 20">
            <a:extLst>
              <a:ext uri="{FF2B5EF4-FFF2-40B4-BE49-F238E27FC236}">
                <a16:creationId xmlns:a16="http://schemas.microsoft.com/office/drawing/2014/main" id="{9ECBB593-F72E-A974-7013-577D609581D3}"/>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a:t>
            </a:r>
          </a:p>
        </p:txBody>
      </p:sp>
      <p:sp>
        <p:nvSpPr>
          <p:cNvPr id="22" name="TextBox 21">
            <a:extLst>
              <a:ext uri="{FF2B5EF4-FFF2-40B4-BE49-F238E27FC236}">
                <a16:creationId xmlns:a16="http://schemas.microsoft.com/office/drawing/2014/main" id="{4C1EF630-F7E8-703F-E536-6CB0DAD8781D}"/>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57B39B08-6B0B-1761-F2BE-BC636737816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4273137-E287-E710-CCFC-B755387897F9}"/>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9C441F01-F5F4-616A-4786-337048C75CEE}"/>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E4AA24A5-5A05-29AC-5047-B0C46EEDF14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F8C3433F-C4B0-4FD1-A9B1-EB469AA0F309}"/>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AC88DD0-C053-C16E-9361-3649D3801727}"/>
              </a:ext>
            </a:extLst>
          </p:cNvPr>
          <p:cNvSpPr txBox="1"/>
          <p:nvPr/>
        </p:nvSpPr>
        <p:spPr>
          <a:xfrm>
            <a:off x="4143022"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64</a:t>
            </a:r>
          </a:p>
        </p:txBody>
      </p:sp>
      <p:sp>
        <p:nvSpPr>
          <p:cNvPr id="31" name="TextBox 30">
            <a:extLst>
              <a:ext uri="{FF2B5EF4-FFF2-40B4-BE49-F238E27FC236}">
                <a16:creationId xmlns:a16="http://schemas.microsoft.com/office/drawing/2014/main" id="{F2D5868F-C215-E0EB-CC46-5E453AE778A6}"/>
              </a:ext>
            </a:extLst>
          </p:cNvPr>
          <p:cNvSpPr txBox="1"/>
          <p:nvPr/>
        </p:nvSpPr>
        <p:spPr>
          <a:xfrm>
            <a:off x="4143022" y="4408541"/>
            <a:ext cx="570089" cy="230832"/>
          </a:xfrm>
          <a:prstGeom prst="rect">
            <a:avLst/>
          </a:prstGeom>
          <a:no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03688AEA-F037-2535-C8EC-5FCDAC5C3632}"/>
              </a:ext>
            </a:extLst>
          </p:cNvPr>
          <p:cNvSpPr txBox="1"/>
          <p:nvPr/>
        </p:nvSpPr>
        <p:spPr>
          <a:xfrm>
            <a:off x="4143022" y="4909484"/>
            <a:ext cx="570089" cy="230832"/>
          </a:xfrm>
          <a:prstGeom prst="rect">
            <a:avLst/>
          </a:prstGeom>
          <a:noFill/>
        </p:spPr>
        <p:txBody>
          <a:bodyPr wrap="square" rtlCol="0">
            <a:spAutoFit/>
          </a:bodyPr>
          <a:lstStyle/>
          <a:p>
            <a:pPr algn="ctr"/>
            <a:r>
              <a:rPr lang="en-US" sz="900" dirty="0"/>
              <a:t>45</a:t>
            </a:r>
          </a:p>
        </p:txBody>
      </p:sp>
      <p:sp>
        <p:nvSpPr>
          <p:cNvPr id="33" name="TextBox 32">
            <a:extLst>
              <a:ext uri="{FF2B5EF4-FFF2-40B4-BE49-F238E27FC236}">
                <a16:creationId xmlns:a16="http://schemas.microsoft.com/office/drawing/2014/main" id="{83B59CCF-DB5C-9B55-235D-37AA486C7380}"/>
              </a:ext>
            </a:extLst>
          </p:cNvPr>
          <p:cNvSpPr txBox="1"/>
          <p:nvPr/>
        </p:nvSpPr>
        <p:spPr>
          <a:xfrm>
            <a:off x="4143022" y="3780381"/>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09C7FF25-9161-A543-C127-F488DD171029}"/>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65ADCAFE-444F-5BD1-07DF-5E8D2DC9812D}"/>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732188F8-679B-02AD-F2FB-FDCF4C477A7C}"/>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02CCB9AF-5199-8B3C-F7D6-93E7C3C23F09}"/>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4DE4E35D-474E-7C34-3798-208F85C6D5F5}"/>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BFBD6B29-52EB-9918-326B-E53EE56F0977}"/>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28CFD54B-9D8E-5A01-05C5-1F2B9EC15E62}"/>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9DCC99D-DF66-6D8F-74FB-7E100F5EFB41}"/>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056D5875-B159-1844-3D2D-320AB5E9883D}"/>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279FAC79-DDBA-C6BF-9B6D-72B6243C633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1A5058CC-4904-DC7B-1F47-821FE50D9F2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FEB650D3-35C4-AE9D-CC6B-1A6BA37E368C}"/>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F3216826-344E-7622-18B8-4B8C84531F0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FFC6017C-5772-6B9E-375B-4758561FA29C}"/>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6DA8D99F-11CE-072A-9F1B-54C1197ADFD0}"/>
              </a:ext>
            </a:extLst>
          </p:cNvPr>
          <p:cNvSpPr txBox="1"/>
          <p:nvPr/>
        </p:nvSpPr>
        <p:spPr>
          <a:xfrm>
            <a:off x="4645378"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E89FA54A-B905-4C99-D6CB-6957EC813D8E}"/>
              </a:ext>
            </a:extLst>
          </p:cNvPr>
          <p:cNvSpPr txBox="1"/>
          <p:nvPr/>
        </p:nvSpPr>
        <p:spPr>
          <a:xfrm>
            <a:off x="4645378"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519CC652-A021-1265-8A81-AC6913FF2181}"/>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C40E4AD3-C574-1833-53EF-3F342A799BF2}"/>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214B888D-88D7-552A-0EC9-3C8CC2D8ABF6}"/>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27CD57AF-5A8D-23D7-C7BD-D40E499F07B7}"/>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5707FB84-715D-3261-9501-21FFBF834190}"/>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069C336E-1F75-CD0E-DFB2-1F0E94552A60}"/>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0E771A2-529A-4855-5EBD-50ECF6097D9F}"/>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ED3AAC5C-D94B-0739-63A6-528B94A59697}"/>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8D940862-7427-E6B5-FDFB-D574150A8365}"/>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6AC7D901-8741-FE22-54DA-16A3E6F05414}"/>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8207AD58-C1EB-BC31-58F3-CE8598343F62}"/>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58E952B2-0D6A-6B8A-29E2-B0ACB3C1DC71}"/>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B7C480F8-D694-EBD9-3994-8F2284605E44}"/>
              </a:ext>
            </a:extLst>
          </p:cNvPr>
          <p:cNvSpPr txBox="1"/>
          <p:nvPr/>
        </p:nvSpPr>
        <p:spPr>
          <a:xfrm>
            <a:off x="6152446" y="901933"/>
            <a:ext cx="570089" cy="230832"/>
          </a:xfrm>
          <a:prstGeom prst="rect">
            <a:avLst/>
          </a:prstGeom>
          <a:noFill/>
        </p:spPr>
        <p:txBody>
          <a:bodyPr wrap="square" rtlCol="0">
            <a:spAutoFit/>
          </a:bodyPr>
          <a:lstStyle/>
          <a:p>
            <a:pPr algn="ctr"/>
            <a:r>
              <a:rPr lang="en-US" sz="900" dirty="0"/>
              <a:t>4789</a:t>
            </a:r>
          </a:p>
        </p:txBody>
      </p:sp>
      <p:sp>
        <p:nvSpPr>
          <p:cNvPr id="20" name="TextBox 19">
            <a:extLst>
              <a:ext uri="{FF2B5EF4-FFF2-40B4-BE49-F238E27FC236}">
                <a16:creationId xmlns:a16="http://schemas.microsoft.com/office/drawing/2014/main" id="{E0D15D92-68E3-4F67-6088-0918059B80DF}"/>
              </a:ext>
            </a:extLst>
          </p:cNvPr>
          <p:cNvSpPr txBox="1"/>
          <p:nvPr/>
        </p:nvSpPr>
        <p:spPr>
          <a:xfrm>
            <a:off x="6654802" y="901933"/>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2047E152-516B-B95E-6EEE-D491DE14858E}"/>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3457</a:t>
            </a:r>
          </a:p>
        </p:txBody>
      </p:sp>
      <p:sp>
        <p:nvSpPr>
          <p:cNvPr id="56" name="TextBox 55">
            <a:extLst>
              <a:ext uri="{FF2B5EF4-FFF2-40B4-BE49-F238E27FC236}">
                <a16:creationId xmlns:a16="http://schemas.microsoft.com/office/drawing/2014/main" id="{AC1873FF-D10F-74C1-CB99-D803244F932D}"/>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a:t>
            </a:r>
          </a:p>
        </p:txBody>
      </p:sp>
      <p:sp>
        <p:nvSpPr>
          <p:cNvPr id="57" name="TextBox 56">
            <a:extLst>
              <a:ext uri="{FF2B5EF4-FFF2-40B4-BE49-F238E27FC236}">
                <a16:creationId xmlns:a16="http://schemas.microsoft.com/office/drawing/2014/main" id="{F8E11BAF-5C91-6A92-3047-25E65420AF3C}"/>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a:t>
            </a:r>
          </a:p>
        </p:txBody>
      </p:sp>
      <p:sp>
        <p:nvSpPr>
          <p:cNvPr id="58" name="TextBox 57">
            <a:extLst>
              <a:ext uri="{FF2B5EF4-FFF2-40B4-BE49-F238E27FC236}">
                <a16:creationId xmlns:a16="http://schemas.microsoft.com/office/drawing/2014/main" id="{8A48491B-7FDC-F6D6-5363-666C58F5E416}"/>
              </a:ext>
            </a:extLst>
          </p:cNvPr>
          <p:cNvSpPr txBox="1"/>
          <p:nvPr/>
        </p:nvSpPr>
        <p:spPr>
          <a:xfrm>
            <a:off x="6654802" y="1903821"/>
            <a:ext cx="570089" cy="230832"/>
          </a:xfrm>
          <a:prstGeom prst="rect">
            <a:avLst/>
          </a:prstGeom>
          <a:no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0B3B20A6-7D65-A759-D326-8F15AB0E753E}"/>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17E0849C-8B3C-B292-6D4B-B5C5C3249A1B}"/>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F729C27E-8864-BC7B-16A3-2D90EC9CCB26}"/>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32858684-0FE7-2706-64BB-A401980A08BF}"/>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58C65326-DC68-1D6F-0593-E1986CAAB973}"/>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BBED9770-1689-DA43-7DCC-CDE18D607575}"/>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50C7622C-D10C-490D-51D5-DC22F8368E33}"/>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26789</a:t>
            </a:r>
          </a:p>
        </p:txBody>
      </p:sp>
      <p:sp>
        <p:nvSpPr>
          <p:cNvPr id="66" name="TextBox 65">
            <a:extLst>
              <a:ext uri="{FF2B5EF4-FFF2-40B4-BE49-F238E27FC236}">
                <a16:creationId xmlns:a16="http://schemas.microsoft.com/office/drawing/2014/main" id="{A98D593F-F9B1-3DD7-E680-A5D7247A3FC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2057406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9A5E8-2DF0-5623-21CB-9FA682CD03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842A7F-0E5C-B6FE-60DC-6EB127D8D6F9}"/>
              </a:ext>
            </a:extLst>
          </p:cNvPr>
          <p:cNvSpPr>
            <a:spLocks noGrp="1"/>
          </p:cNvSpPr>
          <p:nvPr>
            <p:ph sz="half" idx="1"/>
          </p:nvPr>
        </p:nvSpPr>
        <p:spPr/>
        <p:txBody>
          <a:bodyPr/>
          <a:lstStyle/>
          <a:p>
            <a:r>
              <a:rPr lang="en-US" dirty="0"/>
              <a:t>Last possible 7 in Column 3 (and lower left block).</a:t>
            </a:r>
          </a:p>
        </p:txBody>
      </p:sp>
      <p:pic>
        <p:nvPicPr>
          <p:cNvPr id="4" name="Picture 3" descr="A grid of sudoku puzzle&#10;&#10;Description automatically generated">
            <a:extLst>
              <a:ext uri="{FF2B5EF4-FFF2-40B4-BE49-F238E27FC236}">
                <a16:creationId xmlns:a16="http://schemas.microsoft.com/office/drawing/2014/main" id="{E8417494-F9B5-2512-9AF1-8DE3E7A2465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C1703D9-BE45-F2A5-0A74-1F565D4FAED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4D9763B-45DF-5DE6-94A4-83727834D6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369ECDD-1FF3-CA5D-CB8A-9743C2BA7DA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6321039-62CD-5FBA-CBAA-7A2D99FEEBC0}"/>
              </a:ext>
            </a:extLst>
          </p:cNvPr>
          <p:cNvSpPr txBox="1"/>
          <p:nvPr/>
        </p:nvSpPr>
        <p:spPr>
          <a:xfrm>
            <a:off x="313831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E6BA8E98-BCA5-7C0A-DA21-81B89333FBE2}"/>
              </a:ext>
            </a:extLst>
          </p:cNvPr>
          <p:cNvSpPr txBox="1"/>
          <p:nvPr/>
        </p:nvSpPr>
        <p:spPr>
          <a:xfrm>
            <a:off x="3138310"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B2EF53EC-9BF1-E029-8221-D989BCFD4C5E}"/>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5F16518C-546F-A314-3F5A-73DD0AFDB32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B78B83D5-9315-7948-1A38-DA4169638F99}"/>
              </a:ext>
            </a:extLst>
          </p:cNvPr>
          <p:cNvSpPr txBox="1"/>
          <p:nvPr/>
        </p:nvSpPr>
        <p:spPr>
          <a:xfrm>
            <a:off x="3640666"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FC16B3DF-5A7A-D049-2A55-616BFD34EA56}"/>
              </a:ext>
            </a:extLst>
          </p:cNvPr>
          <p:cNvSpPr txBox="1"/>
          <p:nvPr/>
        </p:nvSpPr>
        <p:spPr>
          <a:xfrm>
            <a:off x="3640666"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26</a:t>
            </a:r>
          </a:p>
        </p:txBody>
      </p:sp>
      <p:sp>
        <p:nvSpPr>
          <p:cNvPr id="21" name="TextBox 20">
            <a:extLst>
              <a:ext uri="{FF2B5EF4-FFF2-40B4-BE49-F238E27FC236}">
                <a16:creationId xmlns:a16="http://schemas.microsoft.com/office/drawing/2014/main" id="{6947CFB6-070D-0544-E061-72B994496F73}"/>
              </a:ext>
            </a:extLst>
          </p:cNvPr>
          <p:cNvSpPr txBox="1"/>
          <p:nvPr/>
        </p:nvSpPr>
        <p:spPr>
          <a:xfrm>
            <a:off x="3640666" y="4408541"/>
            <a:ext cx="570089" cy="230832"/>
          </a:xfrm>
          <a:prstGeom prst="rect">
            <a:avLst/>
          </a:prstGeom>
          <a:noFill/>
        </p:spPr>
        <p:txBody>
          <a:bodyPr wrap="square" rtlCol="0">
            <a:spAutoFit/>
          </a:bodyPr>
          <a:lstStyle/>
          <a:p>
            <a:pPr algn="ctr"/>
            <a:r>
              <a:rPr lang="en-US" sz="900" dirty="0"/>
              <a:t>236</a:t>
            </a:r>
          </a:p>
        </p:txBody>
      </p:sp>
      <p:sp>
        <p:nvSpPr>
          <p:cNvPr id="22" name="TextBox 21">
            <a:extLst>
              <a:ext uri="{FF2B5EF4-FFF2-40B4-BE49-F238E27FC236}">
                <a16:creationId xmlns:a16="http://schemas.microsoft.com/office/drawing/2014/main" id="{B93233FE-E7DC-C928-03B2-F9D255BA1F70}"/>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1236</a:t>
            </a:r>
          </a:p>
        </p:txBody>
      </p:sp>
      <p:sp>
        <p:nvSpPr>
          <p:cNvPr id="23" name="TextBox 22">
            <a:extLst>
              <a:ext uri="{FF2B5EF4-FFF2-40B4-BE49-F238E27FC236}">
                <a16:creationId xmlns:a16="http://schemas.microsoft.com/office/drawing/2014/main" id="{F67D1065-8024-CED8-2615-7B2F95FE370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C36A146D-7678-81C3-F999-11F4178C87EE}"/>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D72A3A2E-556F-4B27-5C0D-2943382F562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ED00237-E801-3CEE-805C-679C5C052A1B}"/>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81C10978-BF33-CCD3-D0C2-6441F008016F}"/>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87068440-8067-6943-2EEC-9DA16FB352ED}"/>
              </a:ext>
            </a:extLst>
          </p:cNvPr>
          <p:cNvSpPr txBox="1"/>
          <p:nvPr/>
        </p:nvSpPr>
        <p:spPr>
          <a:xfrm>
            <a:off x="4143022"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64</a:t>
            </a:r>
          </a:p>
        </p:txBody>
      </p:sp>
      <p:sp>
        <p:nvSpPr>
          <p:cNvPr id="31" name="TextBox 30">
            <a:extLst>
              <a:ext uri="{FF2B5EF4-FFF2-40B4-BE49-F238E27FC236}">
                <a16:creationId xmlns:a16="http://schemas.microsoft.com/office/drawing/2014/main" id="{395FA9E6-BE81-BB73-2E0E-58C6BB2C03AB}"/>
              </a:ext>
            </a:extLst>
          </p:cNvPr>
          <p:cNvSpPr txBox="1"/>
          <p:nvPr/>
        </p:nvSpPr>
        <p:spPr>
          <a:xfrm>
            <a:off x="4143022"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28A8DE5E-0B7C-F902-B97B-4D24C480DC4A}"/>
              </a:ext>
            </a:extLst>
          </p:cNvPr>
          <p:cNvSpPr txBox="1"/>
          <p:nvPr/>
        </p:nvSpPr>
        <p:spPr>
          <a:xfrm>
            <a:off x="414302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C4F6F68D-368C-BB38-3ACB-B9D8FF82B280}"/>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1D525B0A-6009-E1CE-7C89-26BB78DF9697}"/>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C000CD41-1DB8-5FCD-080E-BFE90F512DDA}"/>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C0BD5D49-BE1C-AB1C-3ADD-CCA690C95897}"/>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838EA637-EEFA-E010-9AF9-6A8DECA09498}"/>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F4D2375C-F339-EA47-2F9C-6F4F26D44B06}"/>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176A4AF9-B530-1293-1014-21C164528C29}"/>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CB5AEA3-8E8F-3125-C01A-4770AB37F702}"/>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B67032D5-8333-4F6F-0004-76B58D333F4C}"/>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C47B710B-2071-389D-39AA-C891F9AAC22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17BB3134-DB54-0915-A826-A14884824C91}"/>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F7BA3BA3-E315-B97D-DDDC-2102960B5679}"/>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B34284EF-29BF-112A-B481-DD0848F7BBD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D001E833-8582-4908-2B1A-D4881030E585}"/>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D08A3401-DE20-C258-A5F1-697FD684C127}"/>
              </a:ext>
            </a:extLst>
          </p:cNvPr>
          <p:cNvSpPr txBox="1"/>
          <p:nvPr/>
        </p:nvSpPr>
        <p:spPr>
          <a:xfrm>
            <a:off x="4645378"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300144D2-AD6A-B4AF-0EF0-F418AF94FF86}"/>
              </a:ext>
            </a:extLst>
          </p:cNvPr>
          <p:cNvSpPr txBox="1"/>
          <p:nvPr/>
        </p:nvSpPr>
        <p:spPr>
          <a:xfrm>
            <a:off x="4645378"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474075D4-9FF6-D589-F0BD-F6F644C9D345}"/>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0EFEB49E-B29A-0255-F41E-E623383ABED7}"/>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7424047D-8C6A-9925-E80E-F8AF0208DFC3}"/>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A548B233-A1B3-653E-5D32-A282110CDEF1}"/>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51D3400B-5303-13CF-2D72-5FAB5C6FDEA5}"/>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CBC42EF1-3102-77D7-7AD0-B90033D2B7CF}"/>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9B62E795-F4C6-A172-A725-B5E8ADD1153D}"/>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3F250391-C3D5-89DC-68C8-EA139A4DFF3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015E9E33-C79F-7052-1A04-158BEB0F0085}"/>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09C760F0-32AA-4F15-53E4-4D672817566B}"/>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2E70E89D-64EA-01E7-01FB-400D956D1D14}"/>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2A23E33B-A035-F901-0075-AA552E9B3917}"/>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A1FFE221-8705-B68C-ACF1-DBBCD042687B}"/>
              </a:ext>
            </a:extLst>
          </p:cNvPr>
          <p:cNvSpPr txBox="1"/>
          <p:nvPr/>
        </p:nvSpPr>
        <p:spPr>
          <a:xfrm>
            <a:off x="6152446" y="901933"/>
            <a:ext cx="570089" cy="230832"/>
          </a:xfrm>
          <a:prstGeom prst="rect">
            <a:avLst/>
          </a:prstGeom>
          <a:noFill/>
        </p:spPr>
        <p:txBody>
          <a:bodyPr wrap="square" rtlCol="0">
            <a:spAutoFit/>
          </a:bodyPr>
          <a:lstStyle/>
          <a:p>
            <a:pPr algn="ctr"/>
            <a:r>
              <a:rPr lang="en-US" sz="900" dirty="0"/>
              <a:t>4789</a:t>
            </a:r>
          </a:p>
        </p:txBody>
      </p:sp>
      <p:sp>
        <p:nvSpPr>
          <p:cNvPr id="20" name="TextBox 19">
            <a:extLst>
              <a:ext uri="{FF2B5EF4-FFF2-40B4-BE49-F238E27FC236}">
                <a16:creationId xmlns:a16="http://schemas.microsoft.com/office/drawing/2014/main" id="{68439D6D-DD4A-2316-57E5-2380C59E64C8}"/>
              </a:ext>
            </a:extLst>
          </p:cNvPr>
          <p:cNvSpPr txBox="1"/>
          <p:nvPr/>
        </p:nvSpPr>
        <p:spPr>
          <a:xfrm>
            <a:off x="6654802" y="901933"/>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855A249A-34AA-9106-32CC-D16086A5E9DC}"/>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3457</a:t>
            </a:r>
          </a:p>
        </p:txBody>
      </p:sp>
      <p:sp>
        <p:nvSpPr>
          <p:cNvPr id="56" name="TextBox 55">
            <a:extLst>
              <a:ext uri="{FF2B5EF4-FFF2-40B4-BE49-F238E27FC236}">
                <a16:creationId xmlns:a16="http://schemas.microsoft.com/office/drawing/2014/main" id="{72826B30-AE7C-E4FE-5AD0-EB341260C769}"/>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a:t>
            </a:r>
          </a:p>
        </p:txBody>
      </p:sp>
      <p:sp>
        <p:nvSpPr>
          <p:cNvPr id="57" name="TextBox 56">
            <a:extLst>
              <a:ext uri="{FF2B5EF4-FFF2-40B4-BE49-F238E27FC236}">
                <a16:creationId xmlns:a16="http://schemas.microsoft.com/office/drawing/2014/main" id="{0718F68E-3FA4-2D13-2649-50EA76C7E730}"/>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a:t>
            </a:r>
          </a:p>
        </p:txBody>
      </p:sp>
      <p:sp>
        <p:nvSpPr>
          <p:cNvPr id="58" name="TextBox 57">
            <a:extLst>
              <a:ext uri="{FF2B5EF4-FFF2-40B4-BE49-F238E27FC236}">
                <a16:creationId xmlns:a16="http://schemas.microsoft.com/office/drawing/2014/main" id="{41849F10-D09D-2CCD-55E6-D46D1DCEA844}"/>
              </a:ext>
            </a:extLst>
          </p:cNvPr>
          <p:cNvSpPr txBox="1"/>
          <p:nvPr/>
        </p:nvSpPr>
        <p:spPr>
          <a:xfrm>
            <a:off x="6654802" y="1903821"/>
            <a:ext cx="570089" cy="230832"/>
          </a:xfrm>
          <a:prstGeom prst="rect">
            <a:avLst/>
          </a:prstGeom>
          <a:no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D28940CB-BB15-849D-151F-93C35CCC7184}"/>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11550AE8-5F61-67CF-B888-C8FD672E439D}"/>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6AC42F5A-0403-BCC7-A21B-978EC66812E1}"/>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4AE51F45-05FF-05A6-6423-2C595E6143E9}"/>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793C299D-2B15-2889-2074-6BC25D40D195}"/>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367EBC16-CD9F-21F0-ACF6-628C6F8886B2}"/>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B118592B-3659-E258-DC7E-B86541720B5B}"/>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26789</a:t>
            </a:r>
          </a:p>
        </p:txBody>
      </p:sp>
      <p:sp>
        <p:nvSpPr>
          <p:cNvPr id="66" name="TextBox 65">
            <a:extLst>
              <a:ext uri="{FF2B5EF4-FFF2-40B4-BE49-F238E27FC236}">
                <a16:creationId xmlns:a16="http://schemas.microsoft.com/office/drawing/2014/main" id="{AD6D1366-6DC5-0D74-300A-3E999280D4EC}"/>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C4B1D967-7CD7-1A91-320F-4DBE339FDA92}"/>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280862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0BE52-3DDA-846F-B697-D9DA651859F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4ED657-C1CF-CDAB-73E8-D6067977176C}"/>
              </a:ext>
            </a:extLst>
          </p:cNvPr>
          <p:cNvSpPr>
            <a:spLocks noGrp="1"/>
          </p:cNvSpPr>
          <p:nvPr>
            <p:ph sz="half" idx="1"/>
          </p:nvPr>
        </p:nvSpPr>
        <p:spPr/>
        <p:txBody>
          <a:bodyPr/>
          <a:lstStyle/>
          <a:p>
            <a:r>
              <a:rPr lang="en-US" dirty="0"/>
              <a:t>In Column 2, if the top thermometer were 12, the bottom thermometer would have to be 36, in that order. If the top thermometer were 36, the bottom thermometer would have to be 12, in that order.</a:t>
            </a:r>
          </a:p>
        </p:txBody>
      </p:sp>
      <p:pic>
        <p:nvPicPr>
          <p:cNvPr id="4" name="Picture 3" descr="A grid of sudoku puzzle&#10;&#10;Description automatically generated">
            <a:extLst>
              <a:ext uri="{FF2B5EF4-FFF2-40B4-BE49-F238E27FC236}">
                <a16:creationId xmlns:a16="http://schemas.microsoft.com/office/drawing/2014/main" id="{97EDCF28-FF94-7B16-070E-36BB4FDF36D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4690FFD-731C-6291-68B1-9B68C2BB867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23BB710-961C-A370-FBFD-9EA15858C4E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C97DA4C-8E60-2030-EA80-9E2D561423B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FA5C289-D527-4EBC-0F75-C7D9F25EBB20}"/>
              </a:ext>
            </a:extLst>
          </p:cNvPr>
          <p:cNvSpPr txBox="1"/>
          <p:nvPr/>
        </p:nvSpPr>
        <p:spPr>
          <a:xfrm>
            <a:off x="313831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FE19B58E-7CB1-4667-3C3A-9CA11A28BA77}"/>
              </a:ext>
            </a:extLst>
          </p:cNvPr>
          <p:cNvSpPr txBox="1"/>
          <p:nvPr/>
        </p:nvSpPr>
        <p:spPr>
          <a:xfrm>
            <a:off x="3138310"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A5B3E73E-1DBA-FABB-4B07-5B43466B0D2C}"/>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DC0C34F8-99AF-B467-7338-F412D708FE5F}"/>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38731A45-438E-1FF9-7318-685B36A85D20}"/>
              </a:ext>
            </a:extLst>
          </p:cNvPr>
          <p:cNvSpPr txBox="1"/>
          <p:nvPr/>
        </p:nvSpPr>
        <p:spPr>
          <a:xfrm>
            <a:off x="3640666"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F8ACE864-35B6-5CED-9CE0-261661A064CA}"/>
              </a:ext>
            </a:extLst>
          </p:cNvPr>
          <p:cNvSpPr txBox="1"/>
          <p:nvPr/>
        </p:nvSpPr>
        <p:spPr>
          <a:xfrm>
            <a:off x="3640666"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26</a:t>
            </a:r>
          </a:p>
        </p:txBody>
      </p:sp>
      <p:sp>
        <p:nvSpPr>
          <p:cNvPr id="21" name="TextBox 20">
            <a:extLst>
              <a:ext uri="{FF2B5EF4-FFF2-40B4-BE49-F238E27FC236}">
                <a16:creationId xmlns:a16="http://schemas.microsoft.com/office/drawing/2014/main" id="{A655B9F6-1FAD-4EEB-3465-10E39DD16BA4}"/>
              </a:ext>
            </a:extLst>
          </p:cNvPr>
          <p:cNvSpPr txBox="1"/>
          <p:nvPr/>
        </p:nvSpPr>
        <p:spPr>
          <a:xfrm>
            <a:off x="364066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62</a:t>
            </a:r>
          </a:p>
        </p:txBody>
      </p:sp>
      <p:sp>
        <p:nvSpPr>
          <p:cNvPr id="22" name="TextBox 21">
            <a:extLst>
              <a:ext uri="{FF2B5EF4-FFF2-40B4-BE49-F238E27FC236}">
                <a16:creationId xmlns:a16="http://schemas.microsoft.com/office/drawing/2014/main" id="{415C6D35-C4B3-2009-0C5B-1889853B091F}"/>
              </a:ext>
            </a:extLst>
          </p:cNvPr>
          <p:cNvSpPr txBox="1"/>
          <p:nvPr/>
        </p:nvSpPr>
        <p:spPr>
          <a:xfrm>
            <a:off x="364066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23" name="TextBox 22">
            <a:extLst>
              <a:ext uri="{FF2B5EF4-FFF2-40B4-BE49-F238E27FC236}">
                <a16:creationId xmlns:a16="http://schemas.microsoft.com/office/drawing/2014/main" id="{1235EFDE-E6DD-0431-20CA-B696DB36FE3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FD49235-4FEE-5304-52E1-EA65545BDC0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C22D53C0-71D1-906C-C8D6-D70820F9D8C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244D920-7861-0909-CF5E-9F08D6ABA333}"/>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6D93C98-7769-1146-11C7-91A08C8AFC94}"/>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AF32C09B-0BC6-1639-1977-A49C5F8D6D9C}"/>
              </a:ext>
            </a:extLst>
          </p:cNvPr>
          <p:cNvSpPr txBox="1"/>
          <p:nvPr/>
        </p:nvSpPr>
        <p:spPr>
          <a:xfrm>
            <a:off x="4143022"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64</a:t>
            </a:r>
          </a:p>
        </p:txBody>
      </p:sp>
      <p:sp>
        <p:nvSpPr>
          <p:cNvPr id="31" name="TextBox 30">
            <a:extLst>
              <a:ext uri="{FF2B5EF4-FFF2-40B4-BE49-F238E27FC236}">
                <a16:creationId xmlns:a16="http://schemas.microsoft.com/office/drawing/2014/main" id="{CCC4ACBC-651A-173B-011F-434E30A7D784}"/>
              </a:ext>
            </a:extLst>
          </p:cNvPr>
          <p:cNvSpPr txBox="1"/>
          <p:nvPr/>
        </p:nvSpPr>
        <p:spPr>
          <a:xfrm>
            <a:off x="4143022"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F3AAA1B6-B7C5-65F0-8A5C-8DAA8286A3C0}"/>
              </a:ext>
            </a:extLst>
          </p:cNvPr>
          <p:cNvSpPr txBox="1"/>
          <p:nvPr/>
        </p:nvSpPr>
        <p:spPr>
          <a:xfrm>
            <a:off x="414302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8B7FFD36-22CE-CE46-258E-63F912239AF8}"/>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B5D74B15-769A-C4E0-6090-004B650C3A32}"/>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15" name="TextBox 14">
            <a:extLst>
              <a:ext uri="{FF2B5EF4-FFF2-40B4-BE49-F238E27FC236}">
                <a16:creationId xmlns:a16="http://schemas.microsoft.com/office/drawing/2014/main" id="{727BE02B-AEAA-8327-1171-13285A473D2B}"/>
              </a:ext>
            </a:extLst>
          </p:cNvPr>
          <p:cNvSpPr txBox="1"/>
          <p:nvPr/>
        </p:nvSpPr>
        <p:spPr>
          <a:xfrm>
            <a:off x="7157158" y="90193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8541857A-17CD-5C76-6DD1-06A5439FA71B}"/>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a:t>
            </a:r>
          </a:p>
        </p:txBody>
      </p:sp>
      <p:sp>
        <p:nvSpPr>
          <p:cNvPr id="36" name="TextBox 35">
            <a:extLst>
              <a:ext uri="{FF2B5EF4-FFF2-40B4-BE49-F238E27FC236}">
                <a16:creationId xmlns:a16="http://schemas.microsoft.com/office/drawing/2014/main" id="{9BB7CE6C-26FD-D882-321B-0B797DF6B16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69952D4F-FD2F-5470-54D7-4527C1160E2E}"/>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FE210E2E-7017-49CF-FA36-71480E638F81}"/>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7320135-F26A-706C-DA17-040E9CB8791E}"/>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637D1619-EC4B-8C7D-D9B5-7DD1F1FBD1A1}"/>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7580A82-7AAF-0542-1FB0-D70D7C3F54B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3A1FF752-F5AD-46D6-7696-EECCDA83275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437260A1-7079-EFE6-C129-5973693AEB2A}"/>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B53717C4-F087-9114-48C1-907BDC1E87D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91216C48-B3D2-DCBB-AB97-42C0040B17C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927A9028-C716-2EE7-0032-96C159117F7B}"/>
              </a:ext>
            </a:extLst>
          </p:cNvPr>
          <p:cNvSpPr txBox="1"/>
          <p:nvPr/>
        </p:nvSpPr>
        <p:spPr>
          <a:xfrm>
            <a:off x="4645378"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3CE8AD14-A709-37D5-D597-F873C65DBC8D}"/>
              </a:ext>
            </a:extLst>
          </p:cNvPr>
          <p:cNvSpPr txBox="1"/>
          <p:nvPr/>
        </p:nvSpPr>
        <p:spPr>
          <a:xfrm>
            <a:off x="4645378"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F2B38199-60C3-7FA1-06B1-C5B1A18F47B2}"/>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221EA749-7B28-B0D0-3A1F-BF26F82E9C57}"/>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0CA3C7E8-F26E-50F7-CDCE-7007E90C3588}"/>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0704288F-C9A5-1C13-B3AC-2D7819525EFF}"/>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544556AF-ED7E-0C6D-6340-98AD7BE2FCE6}"/>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38419667-A5AE-7939-5A00-B4FDC4159899}"/>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97B841FD-9C23-4CD1-5EE6-5B728AD0F2A0}"/>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86830891-FD01-A0BC-8BA4-0B6DFB845350}"/>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72B10003-230E-45CD-1BDA-CBF8BD18EE55}"/>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D5D2343A-62EA-E650-3E83-B9906240BA00}"/>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49A2BCE6-19AB-5244-51B2-73C92BEDA3ED}"/>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C335B951-19A7-F1E6-6BC1-12E0208715C0}"/>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526951DB-C26F-A494-6F73-687F85889E02}"/>
              </a:ext>
            </a:extLst>
          </p:cNvPr>
          <p:cNvSpPr txBox="1"/>
          <p:nvPr/>
        </p:nvSpPr>
        <p:spPr>
          <a:xfrm>
            <a:off x="6152446" y="901933"/>
            <a:ext cx="570089" cy="230832"/>
          </a:xfrm>
          <a:prstGeom prst="rect">
            <a:avLst/>
          </a:prstGeom>
          <a:noFill/>
        </p:spPr>
        <p:txBody>
          <a:bodyPr wrap="square" rtlCol="0">
            <a:spAutoFit/>
          </a:bodyPr>
          <a:lstStyle/>
          <a:p>
            <a:pPr algn="ctr"/>
            <a:r>
              <a:rPr lang="en-US" sz="900" dirty="0"/>
              <a:t>4789</a:t>
            </a:r>
          </a:p>
        </p:txBody>
      </p:sp>
      <p:sp>
        <p:nvSpPr>
          <p:cNvPr id="20" name="TextBox 19">
            <a:extLst>
              <a:ext uri="{FF2B5EF4-FFF2-40B4-BE49-F238E27FC236}">
                <a16:creationId xmlns:a16="http://schemas.microsoft.com/office/drawing/2014/main" id="{B9DA6710-D5EC-3D76-6B8D-2AFE3EE0C111}"/>
              </a:ext>
            </a:extLst>
          </p:cNvPr>
          <p:cNvSpPr txBox="1"/>
          <p:nvPr/>
        </p:nvSpPr>
        <p:spPr>
          <a:xfrm>
            <a:off x="6654802" y="901933"/>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D17F67E3-FD8A-CD04-7190-4575DFE01C22}"/>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3457</a:t>
            </a:r>
          </a:p>
        </p:txBody>
      </p:sp>
      <p:sp>
        <p:nvSpPr>
          <p:cNvPr id="56" name="TextBox 55">
            <a:extLst>
              <a:ext uri="{FF2B5EF4-FFF2-40B4-BE49-F238E27FC236}">
                <a16:creationId xmlns:a16="http://schemas.microsoft.com/office/drawing/2014/main" id="{9CEE56E1-CFE6-194C-6D47-286A01D2C2CC}"/>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a:t>
            </a:r>
          </a:p>
        </p:txBody>
      </p:sp>
      <p:sp>
        <p:nvSpPr>
          <p:cNvPr id="57" name="TextBox 56">
            <a:extLst>
              <a:ext uri="{FF2B5EF4-FFF2-40B4-BE49-F238E27FC236}">
                <a16:creationId xmlns:a16="http://schemas.microsoft.com/office/drawing/2014/main" id="{5BC25D44-8793-7F25-B9EB-CC10A44CD681}"/>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a:t>
            </a:r>
          </a:p>
        </p:txBody>
      </p:sp>
      <p:sp>
        <p:nvSpPr>
          <p:cNvPr id="58" name="TextBox 57">
            <a:extLst>
              <a:ext uri="{FF2B5EF4-FFF2-40B4-BE49-F238E27FC236}">
                <a16:creationId xmlns:a16="http://schemas.microsoft.com/office/drawing/2014/main" id="{955DDB59-C887-30A1-7E17-2E3341A4F307}"/>
              </a:ext>
            </a:extLst>
          </p:cNvPr>
          <p:cNvSpPr txBox="1"/>
          <p:nvPr/>
        </p:nvSpPr>
        <p:spPr>
          <a:xfrm>
            <a:off x="6654802" y="1903821"/>
            <a:ext cx="570089" cy="230832"/>
          </a:xfrm>
          <a:prstGeom prst="rect">
            <a:avLst/>
          </a:prstGeom>
          <a:no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730A6560-995A-A4EF-BCE7-16E293F74FB4}"/>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C749FC40-E425-1E8F-6EA8-AFC032493F90}"/>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72E7F4D6-7DC5-3D81-FB09-5CFBF1141742}"/>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EFECEA1E-E931-5838-DCD7-01470EE08C1D}"/>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EDF5867B-F1B8-32A5-4549-EBA10939A78F}"/>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6744CBE1-AA7E-B206-9CCC-7F2E8283324C}"/>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9EBBD5D4-9151-2011-B273-2FC5A63F368E}"/>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26789</a:t>
            </a:r>
          </a:p>
        </p:txBody>
      </p:sp>
      <p:sp>
        <p:nvSpPr>
          <p:cNvPr id="66" name="TextBox 65">
            <a:extLst>
              <a:ext uri="{FF2B5EF4-FFF2-40B4-BE49-F238E27FC236}">
                <a16:creationId xmlns:a16="http://schemas.microsoft.com/office/drawing/2014/main" id="{A42B4215-E9DA-F88D-E580-FB3106521EBB}"/>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3A4C44DA-7932-1D68-53E4-AFD06B83A148}"/>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6980251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877F5-E186-B1F3-8796-DEEB1A9BB9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4CBE7A-C3D8-2D13-D063-C70CAF5CAB6D}"/>
              </a:ext>
            </a:extLst>
          </p:cNvPr>
          <p:cNvSpPr>
            <a:spLocks noGrp="1"/>
          </p:cNvSpPr>
          <p:nvPr>
            <p:ph sz="half" idx="1"/>
          </p:nvPr>
        </p:nvSpPr>
        <p:spPr/>
        <p:txBody>
          <a:bodyPr/>
          <a:lstStyle/>
          <a:p>
            <a:r>
              <a:rPr lang="en-US" dirty="0"/>
              <a:t>In the upper right block, where is the 6? It has to be on one of the left two arrows. That arrow will have to be 6+3=9. This means that a 9 in Row 1 and a 3 in Row 2 are not available to the rightmost of the arrows.</a:t>
            </a:r>
          </a:p>
        </p:txBody>
      </p:sp>
      <p:pic>
        <p:nvPicPr>
          <p:cNvPr id="4" name="Picture 3" descr="A grid of sudoku puzzle&#10;&#10;Description automatically generated">
            <a:extLst>
              <a:ext uri="{FF2B5EF4-FFF2-40B4-BE49-F238E27FC236}">
                <a16:creationId xmlns:a16="http://schemas.microsoft.com/office/drawing/2014/main" id="{4F7BAD56-9C55-35DD-EED3-1C73C4ABEC3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9133327-45ED-BBBE-FA4D-D2CA908D5B9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68288EA-8F84-4A13-6AAB-710F0F33F55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59DCA46-19B9-C935-1EDD-E6D36542DE1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31592D9-0CAF-4619-AD8A-228CD791D2AE}"/>
              </a:ext>
            </a:extLst>
          </p:cNvPr>
          <p:cNvSpPr txBox="1"/>
          <p:nvPr/>
        </p:nvSpPr>
        <p:spPr>
          <a:xfrm>
            <a:off x="313831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AB4BAF17-B920-134F-8E37-0DBBCCFDED0A}"/>
              </a:ext>
            </a:extLst>
          </p:cNvPr>
          <p:cNvSpPr txBox="1"/>
          <p:nvPr/>
        </p:nvSpPr>
        <p:spPr>
          <a:xfrm>
            <a:off x="3138310"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50A7A4C9-10B5-1A76-15F4-B71F49696867}"/>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10B2AFC-8D97-B9DF-A3BC-70CDAC529BC5}"/>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495352A1-A3DE-CC22-96C3-639B72254947}"/>
              </a:ext>
            </a:extLst>
          </p:cNvPr>
          <p:cNvSpPr txBox="1"/>
          <p:nvPr/>
        </p:nvSpPr>
        <p:spPr>
          <a:xfrm>
            <a:off x="3640666"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512C860A-C9B6-202F-AAAC-8A31E9F2D3A0}"/>
              </a:ext>
            </a:extLst>
          </p:cNvPr>
          <p:cNvSpPr txBox="1"/>
          <p:nvPr/>
        </p:nvSpPr>
        <p:spPr>
          <a:xfrm>
            <a:off x="3640666"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26</a:t>
            </a:r>
          </a:p>
        </p:txBody>
      </p:sp>
      <p:sp>
        <p:nvSpPr>
          <p:cNvPr id="21" name="TextBox 20">
            <a:extLst>
              <a:ext uri="{FF2B5EF4-FFF2-40B4-BE49-F238E27FC236}">
                <a16:creationId xmlns:a16="http://schemas.microsoft.com/office/drawing/2014/main" id="{655E0AE7-FF08-C173-6F63-7E47E7F7793F}"/>
              </a:ext>
            </a:extLst>
          </p:cNvPr>
          <p:cNvSpPr txBox="1"/>
          <p:nvPr/>
        </p:nvSpPr>
        <p:spPr>
          <a:xfrm>
            <a:off x="364066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62</a:t>
            </a:r>
          </a:p>
        </p:txBody>
      </p:sp>
      <p:sp>
        <p:nvSpPr>
          <p:cNvPr id="22" name="TextBox 21">
            <a:extLst>
              <a:ext uri="{FF2B5EF4-FFF2-40B4-BE49-F238E27FC236}">
                <a16:creationId xmlns:a16="http://schemas.microsoft.com/office/drawing/2014/main" id="{CBE423B4-6D0B-1E31-E90E-74952699E8BF}"/>
              </a:ext>
            </a:extLst>
          </p:cNvPr>
          <p:cNvSpPr txBox="1"/>
          <p:nvPr/>
        </p:nvSpPr>
        <p:spPr>
          <a:xfrm>
            <a:off x="364066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23" name="TextBox 22">
            <a:extLst>
              <a:ext uri="{FF2B5EF4-FFF2-40B4-BE49-F238E27FC236}">
                <a16:creationId xmlns:a16="http://schemas.microsoft.com/office/drawing/2014/main" id="{879277D7-9CEA-D686-6477-745B4AAD9A9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60420766-C8AD-F4FE-60EA-81F0BEE57C9B}"/>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9C34F8B8-4712-60B8-6B78-775A691D1FC4}"/>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6DC9EBD3-D66E-6834-1977-2AE5E03507BA}"/>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0D05E51-E361-E0CA-4898-6EE3DFDA7FD8}"/>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7DD11D07-ECE9-E46B-DD32-B22E324747D9}"/>
              </a:ext>
            </a:extLst>
          </p:cNvPr>
          <p:cNvSpPr txBox="1"/>
          <p:nvPr/>
        </p:nvSpPr>
        <p:spPr>
          <a:xfrm>
            <a:off x="4143022"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64</a:t>
            </a:r>
          </a:p>
        </p:txBody>
      </p:sp>
      <p:sp>
        <p:nvSpPr>
          <p:cNvPr id="31" name="TextBox 30">
            <a:extLst>
              <a:ext uri="{FF2B5EF4-FFF2-40B4-BE49-F238E27FC236}">
                <a16:creationId xmlns:a16="http://schemas.microsoft.com/office/drawing/2014/main" id="{4D0B74AB-07EF-0B41-D793-8A1669D5E016}"/>
              </a:ext>
            </a:extLst>
          </p:cNvPr>
          <p:cNvSpPr txBox="1"/>
          <p:nvPr/>
        </p:nvSpPr>
        <p:spPr>
          <a:xfrm>
            <a:off x="4143022"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E415A323-560B-5516-916E-2B167B3AC79F}"/>
              </a:ext>
            </a:extLst>
          </p:cNvPr>
          <p:cNvSpPr txBox="1"/>
          <p:nvPr/>
        </p:nvSpPr>
        <p:spPr>
          <a:xfrm>
            <a:off x="414302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476C7134-B3BF-A34C-9B3A-59415D831B1B}"/>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AC062775-4E81-8F36-4F0F-AA2BDCAEBE63}"/>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34" name="TextBox 33">
            <a:extLst>
              <a:ext uri="{FF2B5EF4-FFF2-40B4-BE49-F238E27FC236}">
                <a16:creationId xmlns:a16="http://schemas.microsoft.com/office/drawing/2014/main" id="{7BC7D9CC-DD7B-845D-F3BD-48D1E69AA035}"/>
              </a:ext>
            </a:extLst>
          </p:cNvPr>
          <p:cNvSpPr txBox="1"/>
          <p:nvPr/>
        </p:nvSpPr>
        <p:spPr>
          <a:xfrm>
            <a:off x="7157158" y="1402877"/>
            <a:ext cx="570089" cy="230832"/>
          </a:xfrm>
          <a:prstGeom prst="rect">
            <a:avLst/>
          </a:prstGeom>
          <a:noFill/>
        </p:spPr>
        <p:txBody>
          <a:bodyPr wrap="square" rtlCol="0">
            <a:spAutoFit/>
          </a:bodyPr>
          <a:lstStyle/>
          <a:p>
            <a:pPr algn="ctr"/>
            <a:r>
              <a:rPr lang="en-US" sz="900" dirty="0"/>
              <a:t>45</a:t>
            </a:r>
          </a:p>
        </p:txBody>
      </p:sp>
      <p:sp>
        <p:nvSpPr>
          <p:cNvPr id="36" name="TextBox 35">
            <a:extLst>
              <a:ext uri="{FF2B5EF4-FFF2-40B4-BE49-F238E27FC236}">
                <a16:creationId xmlns:a16="http://schemas.microsoft.com/office/drawing/2014/main" id="{4B767AF7-E348-B4A2-D0F3-5627E31447C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67F1E33E-CF15-8CA3-8062-E8480679599E}"/>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61AD4028-45C3-50DE-BFC9-C80D01FBD66A}"/>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CB06AD62-9091-D83A-B929-B37B1B5E62A8}"/>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EA61C1C3-CB60-BE82-526A-C30CF1C2EF63}"/>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3E686484-1687-013D-4767-5F811B78CF1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FC759E95-F564-79BE-4B3A-165FDBED5D5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53DE3973-D3A8-366A-FBA1-C628BD5DC4EE}"/>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1547CD8B-C64D-7610-27B3-BBD450EE2065}"/>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319A6029-75C4-9A4E-0402-80D3776F1CC8}"/>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3BEB8E3F-FD65-879F-AA78-43DA9A8FCA95}"/>
              </a:ext>
            </a:extLst>
          </p:cNvPr>
          <p:cNvSpPr txBox="1"/>
          <p:nvPr/>
        </p:nvSpPr>
        <p:spPr>
          <a:xfrm>
            <a:off x="4645378"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0C1309AF-EE98-6910-0599-9BE51822208B}"/>
              </a:ext>
            </a:extLst>
          </p:cNvPr>
          <p:cNvSpPr txBox="1"/>
          <p:nvPr/>
        </p:nvSpPr>
        <p:spPr>
          <a:xfrm>
            <a:off x="4645378"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6FD42446-24AC-3090-CADF-2FC464CCB898}"/>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F16D8865-D3AA-AA9C-7D6F-A0D7AB33B9C7}"/>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BEAA7531-44E2-22DC-B382-D228F1FEE874}"/>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D1F19ABE-1966-2A3F-9B26-03C26A5E1475}"/>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5FBA1546-2947-4200-2664-DEEE236080C7}"/>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591B871F-7898-3427-2731-52E7FF580B4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2D4DFBEF-6D22-B0DD-9C48-14B561FDCFF2}"/>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64A72198-8E1D-8191-0797-8E708596A7B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F8F3767B-9474-4226-3AF2-E8760BBFC487}"/>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9C1AE1B-9C53-C2F3-AF03-11FD3E7B955E}"/>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5DB0BB5A-6EC9-9384-E5E4-CF161582B2FA}"/>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C47E24FD-EF03-0395-0AE1-7C98333B00DD}"/>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D7E3A7C1-4EAE-8273-7729-ADE16846B8FB}"/>
              </a:ext>
            </a:extLst>
          </p:cNvPr>
          <p:cNvSpPr txBox="1"/>
          <p:nvPr/>
        </p:nvSpPr>
        <p:spPr>
          <a:xfrm>
            <a:off x="6152446" y="901933"/>
            <a:ext cx="570089" cy="230832"/>
          </a:xfrm>
          <a:prstGeom prst="rect">
            <a:avLst/>
          </a:prstGeom>
          <a:noFill/>
        </p:spPr>
        <p:txBody>
          <a:bodyPr wrap="square" rtlCol="0">
            <a:spAutoFit/>
          </a:bodyPr>
          <a:lstStyle/>
          <a:p>
            <a:pPr algn="ctr"/>
            <a:r>
              <a:rPr lang="en-US" sz="900" dirty="0"/>
              <a:t>4789</a:t>
            </a:r>
          </a:p>
        </p:txBody>
      </p:sp>
      <p:sp>
        <p:nvSpPr>
          <p:cNvPr id="20" name="TextBox 19">
            <a:extLst>
              <a:ext uri="{FF2B5EF4-FFF2-40B4-BE49-F238E27FC236}">
                <a16:creationId xmlns:a16="http://schemas.microsoft.com/office/drawing/2014/main" id="{31A081D3-2920-2E5F-0884-A00394E0BFCB}"/>
              </a:ext>
            </a:extLst>
          </p:cNvPr>
          <p:cNvSpPr txBox="1"/>
          <p:nvPr/>
        </p:nvSpPr>
        <p:spPr>
          <a:xfrm>
            <a:off x="6654802" y="901933"/>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ACA7C8B5-4C6C-1EF8-E186-92E06F22BBB5}"/>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3457</a:t>
            </a:r>
          </a:p>
        </p:txBody>
      </p:sp>
      <p:sp>
        <p:nvSpPr>
          <p:cNvPr id="56" name="TextBox 55">
            <a:extLst>
              <a:ext uri="{FF2B5EF4-FFF2-40B4-BE49-F238E27FC236}">
                <a16:creationId xmlns:a16="http://schemas.microsoft.com/office/drawing/2014/main" id="{C5DB7947-0BB8-857B-035A-2CBFBC2E6B6E}"/>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a:t>
            </a:r>
          </a:p>
        </p:txBody>
      </p:sp>
      <p:sp>
        <p:nvSpPr>
          <p:cNvPr id="57" name="TextBox 56">
            <a:extLst>
              <a:ext uri="{FF2B5EF4-FFF2-40B4-BE49-F238E27FC236}">
                <a16:creationId xmlns:a16="http://schemas.microsoft.com/office/drawing/2014/main" id="{D566432B-2D1D-0F7D-B347-748BF25E2B66}"/>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a:t>
            </a:r>
          </a:p>
        </p:txBody>
      </p:sp>
      <p:sp>
        <p:nvSpPr>
          <p:cNvPr id="58" name="TextBox 57">
            <a:extLst>
              <a:ext uri="{FF2B5EF4-FFF2-40B4-BE49-F238E27FC236}">
                <a16:creationId xmlns:a16="http://schemas.microsoft.com/office/drawing/2014/main" id="{89AC8269-702F-4D68-C5BD-EEDD2ACED999}"/>
              </a:ext>
            </a:extLst>
          </p:cNvPr>
          <p:cNvSpPr txBox="1"/>
          <p:nvPr/>
        </p:nvSpPr>
        <p:spPr>
          <a:xfrm>
            <a:off x="6654802" y="1903821"/>
            <a:ext cx="570089" cy="230832"/>
          </a:xfrm>
          <a:prstGeom prst="rect">
            <a:avLst/>
          </a:prstGeom>
          <a:no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9D1C00B1-C395-BD24-0879-E76AF79FD887}"/>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EFA3344D-F2AA-501B-6CFE-168CD9B9A73D}"/>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3A13AB22-AC76-3A35-36C2-1D9209DABBFE}"/>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CEFEDBA1-2C6F-5D68-4E51-E49B664684C9}"/>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4C8870C7-47D2-3BDD-AEC7-EA58036D11CC}"/>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CC07D73E-6F50-68A2-43C4-A9242A867FDA}"/>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C0F945A7-24C1-144F-31FC-2E73485FBA0D}"/>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26789</a:t>
            </a:r>
          </a:p>
        </p:txBody>
      </p:sp>
      <p:sp>
        <p:nvSpPr>
          <p:cNvPr id="66" name="TextBox 65">
            <a:extLst>
              <a:ext uri="{FF2B5EF4-FFF2-40B4-BE49-F238E27FC236}">
                <a16:creationId xmlns:a16="http://schemas.microsoft.com/office/drawing/2014/main" id="{D424096B-2D91-E115-2F97-D94BBDF48745}"/>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CE272FF9-8EA8-BC70-B5BF-0FA623D57F53}"/>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3C2A0872-0DD3-FCA5-AD81-04899704502F}"/>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807975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CE3C3-4309-4A92-3986-D910E1ED0FB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BB1FC4-E2B6-DEC6-1935-3B7542CC12D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AAF2EEA-B9B1-8D28-BCEF-A7493F5AB03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5E328E7-2113-F189-2EE7-200A4749D26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105EB4F-8C6B-7213-3AC2-DE03E77E90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1870BF0-ED70-0944-C278-7AF163DF56C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0535DCC-D1D5-EA44-08E7-41D6443D1AD5}"/>
              </a:ext>
            </a:extLst>
          </p:cNvPr>
          <p:cNvSpPr txBox="1"/>
          <p:nvPr/>
        </p:nvSpPr>
        <p:spPr>
          <a:xfrm>
            <a:off x="313831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56290C93-EB16-F36C-D9D8-BA20B2BA47C7}"/>
              </a:ext>
            </a:extLst>
          </p:cNvPr>
          <p:cNvSpPr txBox="1"/>
          <p:nvPr/>
        </p:nvSpPr>
        <p:spPr>
          <a:xfrm>
            <a:off x="3138310"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7CAB3D11-5B8D-AF37-CE2D-5F975AF35B4B}"/>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63D1296-574F-03FE-4E05-A60B205FF963}"/>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97D3FFBF-7429-C053-B50C-0FEA57535C8B}"/>
              </a:ext>
            </a:extLst>
          </p:cNvPr>
          <p:cNvSpPr txBox="1"/>
          <p:nvPr/>
        </p:nvSpPr>
        <p:spPr>
          <a:xfrm>
            <a:off x="3640666"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E7EC1B75-D5BA-5DBA-19CC-B9951D901D78}"/>
              </a:ext>
            </a:extLst>
          </p:cNvPr>
          <p:cNvSpPr txBox="1"/>
          <p:nvPr/>
        </p:nvSpPr>
        <p:spPr>
          <a:xfrm>
            <a:off x="3640666"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26</a:t>
            </a:r>
          </a:p>
        </p:txBody>
      </p:sp>
      <p:sp>
        <p:nvSpPr>
          <p:cNvPr id="21" name="TextBox 20">
            <a:extLst>
              <a:ext uri="{FF2B5EF4-FFF2-40B4-BE49-F238E27FC236}">
                <a16:creationId xmlns:a16="http://schemas.microsoft.com/office/drawing/2014/main" id="{584F03FE-9FB5-B199-894C-119134402A2F}"/>
              </a:ext>
            </a:extLst>
          </p:cNvPr>
          <p:cNvSpPr txBox="1"/>
          <p:nvPr/>
        </p:nvSpPr>
        <p:spPr>
          <a:xfrm>
            <a:off x="364066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62</a:t>
            </a:r>
          </a:p>
        </p:txBody>
      </p:sp>
      <p:sp>
        <p:nvSpPr>
          <p:cNvPr id="22" name="TextBox 21">
            <a:extLst>
              <a:ext uri="{FF2B5EF4-FFF2-40B4-BE49-F238E27FC236}">
                <a16:creationId xmlns:a16="http://schemas.microsoft.com/office/drawing/2014/main" id="{F2F80EA8-708B-2E9D-1826-401B3B22291F}"/>
              </a:ext>
            </a:extLst>
          </p:cNvPr>
          <p:cNvSpPr txBox="1"/>
          <p:nvPr/>
        </p:nvSpPr>
        <p:spPr>
          <a:xfrm>
            <a:off x="364066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23" name="TextBox 22">
            <a:extLst>
              <a:ext uri="{FF2B5EF4-FFF2-40B4-BE49-F238E27FC236}">
                <a16:creationId xmlns:a16="http://schemas.microsoft.com/office/drawing/2014/main" id="{4DEDDAB8-1D21-5F58-C057-444F0996AC2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31E69A69-A315-09C1-1664-07FED9BC09E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FD29F13-41B6-D212-C78F-8ACE0B23793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85A3BC0B-F817-55A4-9C91-219E61F02626}"/>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95AFC278-CB6B-BFC7-63D6-FB662A25C6C2}"/>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F142E7BA-C180-B447-7C27-21F4995BD76E}"/>
              </a:ext>
            </a:extLst>
          </p:cNvPr>
          <p:cNvSpPr txBox="1"/>
          <p:nvPr/>
        </p:nvSpPr>
        <p:spPr>
          <a:xfrm>
            <a:off x="4143022"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64</a:t>
            </a:r>
          </a:p>
        </p:txBody>
      </p:sp>
      <p:sp>
        <p:nvSpPr>
          <p:cNvPr id="31" name="TextBox 30">
            <a:extLst>
              <a:ext uri="{FF2B5EF4-FFF2-40B4-BE49-F238E27FC236}">
                <a16:creationId xmlns:a16="http://schemas.microsoft.com/office/drawing/2014/main" id="{86D74D4D-DD4A-8C79-28D4-24D401128C52}"/>
              </a:ext>
            </a:extLst>
          </p:cNvPr>
          <p:cNvSpPr txBox="1"/>
          <p:nvPr/>
        </p:nvSpPr>
        <p:spPr>
          <a:xfrm>
            <a:off x="4143022"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A8A55341-FBBA-1A52-99C8-EACAA0C3E460}"/>
              </a:ext>
            </a:extLst>
          </p:cNvPr>
          <p:cNvSpPr txBox="1"/>
          <p:nvPr/>
        </p:nvSpPr>
        <p:spPr>
          <a:xfrm>
            <a:off x="414302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7C158F9A-BE0C-D888-24B9-2ECBC454FAD8}"/>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E8561672-F80C-2AC8-3004-B67CAC13ECD8}"/>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34" name="TextBox 33">
            <a:extLst>
              <a:ext uri="{FF2B5EF4-FFF2-40B4-BE49-F238E27FC236}">
                <a16:creationId xmlns:a16="http://schemas.microsoft.com/office/drawing/2014/main" id="{0A0C900B-BC4B-69AA-0A92-F75596723117}"/>
              </a:ext>
            </a:extLst>
          </p:cNvPr>
          <p:cNvSpPr txBox="1"/>
          <p:nvPr/>
        </p:nvSpPr>
        <p:spPr>
          <a:xfrm>
            <a:off x="7157158" y="1402877"/>
            <a:ext cx="570089" cy="230832"/>
          </a:xfrm>
          <a:prstGeom prst="rect">
            <a:avLst/>
          </a:prstGeom>
          <a:noFill/>
        </p:spPr>
        <p:txBody>
          <a:bodyPr wrap="square" rtlCol="0">
            <a:spAutoFit/>
          </a:bodyPr>
          <a:lstStyle/>
          <a:p>
            <a:pPr algn="ctr"/>
            <a:r>
              <a:rPr lang="en-US" sz="900" dirty="0"/>
              <a:t>45</a:t>
            </a:r>
          </a:p>
        </p:txBody>
      </p:sp>
      <p:sp>
        <p:nvSpPr>
          <p:cNvPr id="36" name="TextBox 35">
            <a:extLst>
              <a:ext uri="{FF2B5EF4-FFF2-40B4-BE49-F238E27FC236}">
                <a16:creationId xmlns:a16="http://schemas.microsoft.com/office/drawing/2014/main" id="{C53A811F-2CEA-C3B3-5F76-EB826C01085E}"/>
              </a:ext>
            </a:extLst>
          </p:cNvPr>
          <p:cNvSpPr txBox="1"/>
          <p:nvPr/>
        </p:nvSpPr>
        <p:spPr>
          <a:xfrm>
            <a:off x="7157158" y="1903821"/>
            <a:ext cx="570089" cy="230832"/>
          </a:xfrm>
          <a:prstGeom prst="rect">
            <a:avLst/>
          </a:prstGeom>
          <a:noFill/>
        </p:spPr>
        <p:txBody>
          <a:bodyPr wrap="square" rtlCol="0">
            <a:spAutoFit/>
          </a:bodyPr>
          <a:lstStyle/>
          <a:p>
            <a:pPr algn="ctr"/>
            <a:r>
              <a:rPr lang="en-US" sz="900" dirty="0"/>
              <a:t>12</a:t>
            </a:r>
          </a:p>
        </p:txBody>
      </p:sp>
      <p:sp>
        <p:nvSpPr>
          <p:cNvPr id="37" name="TextBox 36">
            <a:extLst>
              <a:ext uri="{FF2B5EF4-FFF2-40B4-BE49-F238E27FC236}">
                <a16:creationId xmlns:a16="http://schemas.microsoft.com/office/drawing/2014/main" id="{CB551344-93C7-578D-BF3A-682EB2CE0C80}"/>
              </a:ext>
            </a:extLst>
          </p:cNvPr>
          <p:cNvSpPr txBox="1"/>
          <p:nvPr/>
        </p:nvSpPr>
        <p:spPr>
          <a:xfrm>
            <a:off x="7157158" y="2484275"/>
            <a:ext cx="570089" cy="230832"/>
          </a:xfrm>
          <a:prstGeom prst="rect">
            <a:avLst/>
          </a:prstGeom>
          <a:noFill/>
        </p:spPr>
        <p:txBody>
          <a:bodyPr wrap="square" rtlCol="0">
            <a:spAutoFit/>
          </a:bodyPr>
          <a:lstStyle/>
          <a:p>
            <a:pPr algn="ctr"/>
            <a:r>
              <a:rPr lang="en-US" sz="900" dirty="0"/>
              <a:t>35</a:t>
            </a:r>
          </a:p>
        </p:txBody>
      </p:sp>
      <p:sp>
        <p:nvSpPr>
          <p:cNvPr id="42" name="TextBox 41">
            <a:extLst>
              <a:ext uri="{FF2B5EF4-FFF2-40B4-BE49-F238E27FC236}">
                <a16:creationId xmlns:a16="http://schemas.microsoft.com/office/drawing/2014/main" id="{0FC4C6AD-1C6C-4A45-2809-68FEE6BD2745}"/>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21A58574-AB90-90C7-FE7B-246DCDB6AEA4}"/>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57A93082-AAB4-326C-C443-625F9581F773}"/>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3BD5335-51D1-A118-FC4E-3A7E7C94045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9ABC7E4B-2E60-B233-7460-23A6E50A695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C1BF5581-C052-87F0-F07A-5106F67E2E28}"/>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B69A8549-4EDF-D02D-18DE-0DF092B51AF6}"/>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22D1F71-B75A-F32D-1FE8-080A8CB8D3D8}"/>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72E0A27-25CA-CC14-4BEE-B1A5234A31A1}"/>
              </a:ext>
            </a:extLst>
          </p:cNvPr>
          <p:cNvSpPr txBox="1"/>
          <p:nvPr/>
        </p:nvSpPr>
        <p:spPr>
          <a:xfrm>
            <a:off x="4645378"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3F4734DF-C251-871B-2610-A5C8462D35FE}"/>
              </a:ext>
            </a:extLst>
          </p:cNvPr>
          <p:cNvSpPr txBox="1"/>
          <p:nvPr/>
        </p:nvSpPr>
        <p:spPr>
          <a:xfrm>
            <a:off x="4645378"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322F0111-7D5E-9284-1BF5-2588A8B57C8F}"/>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16590DAE-C2D9-0F09-36D9-31DE15394216}"/>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0DF0620F-4ED4-AB80-2CDE-FCB9E8E9630E}"/>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FF1BC1A6-A9C0-60B7-FAE4-2A90D923A498}"/>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D7CC0CD3-1928-4CE2-89BA-DAC202B4D246}"/>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0D75BFA1-A480-2A76-B381-26CAF299935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61A155E7-1F7E-4B2E-8E72-EBCE997B76DF}"/>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C4B5095D-9939-1F47-EA3A-80DA504281DA}"/>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699EC874-39D5-8FE8-B1F1-F275E473221F}"/>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614F5509-FBEA-3AFA-4685-60AA3D2FA3D3}"/>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FA7B6FB7-E4D0-068D-911A-3B6C2551CB50}"/>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0868FF90-523D-C89E-0811-0201F696985E}"/>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6BD885B6-D27F-C0DE-5C84-FFE96F510D78}"/>
              </a:ext>
            </a:extLst>
          </p:cNvPr>
          <p:cNvSpPr txBox="1"/>
          <p:nvPr/>
        </p:nvSpPr>
        <p:spPr>
          <a:xfrm>
            <a:off x="6152446" y="901933"/>
            <a:ext cx="570089" cy="230832"/>
          </a:xfrm>
          <a:prstGeom prst="rect">
            <a:avLst/>
          </a:prstGeom>
          <a:noFill/>
        </p:spPr>
        <p:txBody>
          <a:bodyPr wrap="square" rtlCol="0">
            <a:spAutoFit/>
          </a:bodyPr>
          <a:lstStyle/>
          <a:p>
            <a:pPr algn="ctr"/>
            <a:r>
              <a:rPr lang="en-US" sz="900" dirty="0"/>
              <a:t>479</a:t>
            </a:r>
          </a:p>
        </p:txBody>
      </p:sp>
      <p:sp>
        <p:nvSpPr>
          <p:cNvPr id="20" name="TextBox 19">
            <a:extLst>
              <a:ext uri="{FF2B5EF4-FFF2-40B4-BE49-F238E27FC236}">
                <a16:creationId xmlns:a16="http://schemas.microsoft.com/office/drawing/2014/main" id="{B8112BDF-093C-82CA-F6B3-F4863C89F104}"/>
              </a:ext>
            </a:extLst>
          </p:cNvPr>
          <p:cNvSpPr txBox="1"/>
          <p:nvPr/>
        </p:nvSpPr>
        <p:spPr>
          <a:xfrm>
            <a:off x="6654802" y="901933"/>
            <a:ext cx="570089" cy="230832"/>
          </a:xfrm>
          <a:prstGeom prst="rect">
            <a:avLst/>
          </a:prstGeom>
          <a:no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32F8A998-A7B5-FCF6-D8D0-5C2C0B3C956D}"/>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3457</a:t>
            </a:r>
          </a:p>
        </p:txBody>
      </p:sp>
      <p:sp>
        <p:nvSpPr>
          <p:cNvPr id="56" name="TextBox 55">
            <a:extLst>
              <a:ext uri="{FF2B5EF4-FFF2-40B4-BE49-F238E27FC236}">
                <a16:creationId xmlns:a16="http://schemas.microsoft.com/office/drawing/2014/main" id="{E60224EE-91A7-8294-D73B-1FEB713C16E5}"/>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a:t>
            </a:r>
          </a:p>
        </p:txBody>
      </p:sp>
      <p:sp>
        <p:nvSpPr>
          <p:cNvPr id="57" name="TextBox 56">
            <a:extLst>
              <a:ext uri="{FF2B5EF4-FFF2-40B4-BE49-F238E27FC236}">
                <a16:creationId xmlns:a16="http://schemas.microsoft.com/office/drawing/2014/main" id="{DAECDFDF-B108-D808-7488-2BFC87D3CAD3}"/>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a:t>
            </a:r>
          </a:p>
        </p:txBody>
      </p:sp>
      <p:sp>
        <p:nvSpPr>
          <p:cNvPr id="58" name="TextBox 57">
            <a:extLst>
              <a:ext uri="{FF2B5EF4-FFF2-40B4-BE49-F238E27FC236}">
                <a16:creationId xmlns:a16="http://schemas.microsoft.com/office/drawing/2014/main" id="{9A78D229-DDC1-18C5-0202-21A9B5BF253C}"/>
              </a:ext>
            </a:extLst>
          </p:cNvPr>
          <p:cNvSpPr txBox="1"/>
          <p:nvPr/>
        </p:nvSpPr>
        <p:spPr>
          <a:xfrm>
            <a:off x="6654802" y="1903821"/>
            <a:ext cx="570089" cy="230832"/>
          </a:xfrm>
          <a:prstGeom prst="rect">
            <a:avLst/>
          </a:prstGeom>
          <a:no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2DECA035-2E0C-0C6A-3273-A57E791B4BAC}"/>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8416B273-A18C-2A14-5936-5EB2CECFF4A5}"/>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8408C37F-79F2-942C-20EC-51A97FC59FE2}"/>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3391A762-20F2-341C-4BE1-612B40E01419}"/>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2B1ACC73-3640-9490-F38C-B225248D9356}"/>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2970011A-1F41-5E85-32D2-D33F38238E3B}"/>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3FE4E904-B62D-76CF-CD49-F8BB1CF5478D}"/>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378C1B26-C32A-027E-7E82-414077A44B1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7B149C36-08A7-DE94-5940-D5E4FD96B410}"/>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A1C5609-4DEF-76FA-312A-647DA456EF99}"/>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88588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15EA7-A10F-1558-D35A-6F62DB8297E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DF8073-7C38-89C5-B6CC-D19C1F957A76}"/>
              </a:ext>
            </a:extLst>
          </p:cNvPr>
          <p:cNvSpPr>
            <a:spLocks noGrp="1"/>
          </p:cNvSpPr>
          <p:nvPr>
            <p:ph sz="half" idx="1"/>
          </p:nvPr>
        </p:nvSpPr>
        <p:spPr/>
        <p:txBody>
          <a:bodyPr/>
          <a:lstStyle/>
          <a:p>
            <a:r>
              <a:rPr lang="en-US" dirty="0"/>
              <a:t>Now, there is only one way to construct this arrow.</a:t>
            </a:r>
          </a:p>
        </p:txBody>
      </p:sp>
      <p:pic>
        <p:nvPicPr>
          <p:cNvPr id="4" name="Picture 3" descr="A grid of sudoku puzzle&#10;&#10;Description automatically generated">
            <a:extLst>
              <a:ext uri="{FF2B5EF4-FFF2-40B4-BE49-F238E27FC236}">
                <a16:creationId xmlns:a16="http://schemas.microsoft.com/office/drawing/2014/main" id="{9462F035-2500-1522-A391-4BADBFCCD48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4D0ABC2-2A2E-AFC4-CB8F-E05E978FB27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236D783-2B19-F4E8-7A77-998B8D5EF8C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48F30AA-963D-5510-6CAC-A19752A064E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284D1A6-F8B8-C885-3876-ED3A213D657E}"/>
              </a:ext>
            </a:extLst>
          </p:cNvPr>
          <p:cNvSpPr txBox="1"/>
          <p:nvPr/>
        </p:nvSpPr>
        <p:spPr>
          <a:xfrm>
            <a:off x="313831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8" name="TextBox 7">
            <a:extLst>
              <a:ext uri="{FF2B5EF4-FFF2-40B4-BE49-F238E27FC236}">
                <a16:creationId xmlns:a16="http://schemas.microsoft.com/office/drawing/2014/main" id="{8C947D2E-4250-1091-C82F-DCAFDAFAC050}"/>
              </a:ext>
            </a:extLst>
          </p:cNvPr>
          <p:cNvSpPr txBox="1"/>
          <p:nvPr/>
        </p:nvSpPr>
        <p:spPr>
          <a:xfrm>
            <a:off x="3138310"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C0D05E55-CE49-26FE-48A9-13CF79A28C79}"/>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90D09AF9-27A2-F4B3-922A-8C210998F976}"/>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B66B7A49-B320-76A0-D801-B5491F29D397}"/>
              </a:ext>
            </a:extLst>
          </p:cNvPr>
          <p:cNvSpPr txBox="1"/>
          <p:nvPr/>
        </p:nvSpPr>
        <p:spPr>
          <a:xfrm>
            <a:off x="3640666"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13</a:t>
            </a:r>
          </a:p>
        </p:txBody>
      </p:sp>
      <p:sp>
        <p:nvSpPr>
          <p:cNvPr id="18" name="TextBox 17">
            <a:extLst>
              <a:ext uri="{FF2B5EF4-FFF2-40B4-BE49-F238E27FC236}">
                <a16:creationId xmlns:a16="http://schemas.microsoft.com/office/drawing/2014/main" id="{8AEC7572-70AF-83D2-338B-C6CDF2871CAE}"/>
              </a:ext>
            </a:extLst>
          </p:cNvPr>
          <p:cNvSpPr txBox="1"/>
          <p:nvPr/>
        </p:nvSpPr>
        <p:spPr>
          <a:xfrm>
            <a:off x="3640666"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26</a:t>
            </a:r>
          </a:p>
        </p:txBody>
      </p:sp>
      <p:sp>
        <p:nvSpPr>
          <p:cNvPr id="21" name="TextBox 20">
            <a:extLst>
              <a:ext uri="{FF2B5EF4-FFF2-40B4-BE49-F238E27FC236}">
                <a16:creationId xmlns:a16="http://schemas.microsoft.com/office/drawing/2014/main" id="{C7D4906C-36CD-B530-B53B-148AB1FB7D0B}"/>
              </a:ext>
            </a:extLst>
          </p:cNvPr>
          <p:cNvSpPr txBox="1"/>
          <p:nvPr/>
        </p:nvSpPr>
        <p:spPr>
          <a:xfrm>
            <a:off x="364066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62</a:t>
            </a:r>
          </a:p>
        </p:txBody>
      </p:sp>
      <p:sp>
        <p:nvSpPr>
          <p:cNvPr id="22" name="TextBox 21">
            <a:extLst>
              <a:ext uri="{FF2B5EF4-FFF2-40B4-BE49-F238E27FC236}">
                <a16:creationId xmlns:a16="http://schemas.microsoft.com/office/drawing/2014/main" id="{28C281AE-5083-DB31-AF8D-45CD6A934960}"/>
              </a:ext>
            </a:extLst>
          </p:cNvPr>
          <p:cNvSpPr txBox="1"/>
          <p:nvPr/>
        </p:nvSpPr>
        <p:spPr>
          <a:xfrm>
            <a:off x="364066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31</a:t>
            </a:r>
          </a:p>
        </p:txBody>
      </p:sp>
      <p:sp>
        <p:nvSpPr>
          <p:cNvPr id="23" name="TextBox 22">
            <a:extLst>
              <a:ext uri="{FF2B5EF4-FFF2-40B4-BE49-F238E27FC236}">
                <a16:creationId xmlns:a16="http://schemas.microsoft.com/office/drawing/2014/main" id="{2D797CA5-3027-2081-5A71-776D366F738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D6308C1-33AD-DC06-596F-341C4F42B881}"/>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7FB90CA4-5524-CF74-0F3A-208E9EF5DAA5}"/>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D0F280E0-EFFA-6CD4-A675-D24D794CF5AA}"/>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5E7DC0B1-F85C-2E4F-650B-FEDC51310042}"/>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63CE1B47-A108-8318-A286-DA9AA637F869}"/>
              </a:ext>
            </a:extLst>
          </p:cNvPr>
          <p:cNvSpPr txBox="1"/>
          <p:nvPr/>
        </p:nvSpPr>
        <p:spPr>
          <a:xfrm>
            <a:off x="4143022"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64</a:t>
            </a:r>
          </a:p>
        </p:txBody>
      </p:sp>
      <p:sp>
        <p:nvSpPr>
          <p:cNvPr id="31" name="TextBox 30">
            <a:extLst>
              <a:ext uri="{FF2B5EF4-FFF2-40B4-BE49-F238E27FC236}">
                <a16:creationId xmlns:a16="http://schemas.microsoft.com/office/drawing/2014/main" id="{06A8FBD3-1517-F7A2-CF13-C8B414B3D43F}"/>
              </a:ext>
            </a:extLst>
          </p:cNvPr>
          <p:cNvSpPr txBox="1"/>
          <p:nvPr/>
        </p:nvSpPr>
        <p:spPr>
          <a:xfrm>
            <a:off x="4143022"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56</a:t>
            </a:r>
          </a:p>
        </p:txBody>
      </p:sp>
      <p:sp>
        <p:nvSpPr>
          <p:cNvPr id="32" name="TextBox 31">
            <a:extLst>
              <a:ext uri="{FF2B5EF4-FFF2-40B4-BE49-F238E27FC236}">
                <a16:creationId xmlns:a16="http://schemas.microsoft.com/office/drawing/2014/main" id="{92339A6C-5F66-E0CA-AF7B-26303B82A249}"/>
              </a:ext>
            </a:extLst>
          </p:cNvPr>
          <p:cNvSpPr txBox="1"/>
          <p:nvPr/>
        </p:nvSpPr>
        <p:spPr>
          <a:xfrm>
            <a:off x="414302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5F2D5A36-BB8E-FAE4-9FA5-49C39D277B58}"/>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88072DBC-CD72-3FF5-03E1-EEC3D40ECB82}"/>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B966357D-4113-DAEC-2C67-ABC2266A7012}"/>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65E3246E-D499-299E-CE48-751219435DF1}"/>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C37840F6-8E84-1889-0976-882CD948C610}"/>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27B0E017-F690-0A24-8BBA-B0096FD4280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882434B0-F105-F169-50A4-CED4BFD1FCDD}"/>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BE161DDB-D118-325E-9259-4C9CF093AFA2}"/>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E060E9D2-CDA9-482C-9378-77DD0D0284FA}"/>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D66C292-F9F7-5A57-FDD0-935C425D19CA}"/>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1C6F425-DE0A-577D-188D-8CB0877B8585}"/>
              </a:ext>
            </a:extLst>
          </p:cNvPr>
          <p:cNvSpPr txBox="1"/>
          <p:nvPr/>
        </p:nvSpPr>
        <p:spPr>
          <a:xfrm>
            <a:off x="4645378"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76</a:t>
            </a:r>
          </a:p>
        </p:txBody>
      </p:sp>
      <p:sp>
        <p:nvSpPr>
          <p:cNvPr id="39" name="TextBox 38">
            <a:extLst>
              <a:ext uri="{FF2B5EF4-FFF2-40B4-BE49-F238E27FC236}">
                <a16:creationId xmlns:a16="http://schemas.microsoft.com/office/drawing/2014/main" id="{8C079F27-1C01-3FB4-72B3-FDB3377568CA}"/>
              </a:ext>
            </a:extLst>
          </p:cNvPr>
          <p:cNvSpPr txBox="1"/>
          <p:nvPr/>
        </p:nvSpPr>
        <p:spPr>
          <a:xfrm>
            <a:off x="4645378"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67</a:t>
            </a:r>
          </a:p>
        </p:txBody>
      </p:sp>
      <p:sp>
        <p:nvSpPr>
          <p:cNvPr id="40" name="TextBox 39">
            <a:extLst>
              <a:ext uri="{FF2B5EF4-FFF2-40B4-BE49-F238E27FC236}">
                <a16:creationId xmlns:a16="http://schemas.microsoft.com/office/drawing/2014/main" id="{C56F5AA0-37EA-9234-1876-5B5FE71B65DE}"/>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292007A4-7F3C-3F59-59B9-8B4D190E31B2}"/>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76D5C205-761A-55D5-34A9-52D7AD00EDE0}"/>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50BE497A-7FCC-4B1E-1B49-D26421898769}"/>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126861CE-A57F-3C5D-2A9A-F7769E842940}"/>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1CF0769A-9D1C-1A64-CD64-76ED52C6121B}"/>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B44F13AD-0C3F-D49A-CF57-E618DBDBFCC0}"/>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8A2DE1AD-87B0-0819-9480-2DF900EBCC49}"/>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C3289295-1248-0430-32D4-4F273C866854}"/>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DE7871CD-7640-743A-79D9-DB11B9B8E474}"/>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D926E0B8-66DF-4A41-86F2-335C273EF3E3}"/>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6EDB125F-A89A-C73F-2677-07D99120E8FE}"/>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BAE261B8-C841-950B-1B24-D7B251034B8A}"/>
              </a:ext>
            </a:extLst>
          </p:cNvPr>
          <p:cNvSpPr txBox="1"/>
          <p:nvPr/>
        </p:nvSpPr>
        <p:spPr>
          <a:xfrm>
            <a:off x="6152446" y="901933"/>
            <a:ext cx="570089" cy="230832"/>
          </a:xfrm>
          <a:prstGeom prst="rect">
            <a:avLst/>
          </a:prstGeom>
          <a:noFill/>
        </p:spPr>
        <p:txBody>
          <a:bodyPr wrap="square" rtlCol="0">
            <a:spAutoFit/>
          </a:bodyPr>
          <a:lstStyle/>
          <a:p>
            <a:pPr algn="ctr"/>
            <a:r>
              <a:rPr lang="en-US" sz="900" dirty="0"/>
              <a:t>479</a:t>
            </a:r>
          </a:p>
        </p:txBody>
      </p:sp>
      <p:sp>
        <p:nvSpPr>
          <p:cNvPr id="20" name="TextBox 19">
            <a:extLst>
              <a:ext uri="{FF2B5EF4-FFF2-40B4-BE49-F238E27FC236}">
                <a16:creationId xmlns:a16="http://schemas.microsoft.com/office/drawing/2014/main" id="{CF63BB8B-E095-DDC1-D276-19634DF67753}"/>
              </a:ext>
            </a:extLst>
          </p:cNvPr>
          <p:cNvSpPr txBox="1"/>
          <p:nvPr/>
        </p:nvSpPr>
        <p:spPr>
          <a:xfrm>
            <a:off x="6654802" y="901933"/>
            <a:ext cx="570089" cy="230832"/>
          </a:xfrm>
          <a:prstGeom prst="rect">
            <a:avLst/>
          </a:prstGeom>
          <a:no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4C2F4D60-C6FA-9E4F-38B7-2C1FF6F17527}"/>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3457</a:t>
            </a:r>
          </a:p>
        </p:txBody>
      </p:sp>
      <p:sp>
        <p:nvSpPr>
          <p:cNvPr id="56" name="TextBox 55">
            <a:extLst>
              <a:ext uri="{FF2B5EF4-FFF2-40B4-BE49-F238E27FC236}">
                <a16:creationId xmlns:a16="http://schemas.microsoft.com/office/drawing/2014/main" id="{51937FBB-3903-54B1-587E-299CA6DD1AAC}"/>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a:t>
            </a:r>
          </a:p>
        </p:txBody>
      </p:sp>
      <p:sp>
        <p:nvSpPr>
          <p:cNvPr id="57" name="TextBox 56">
            <a:extLst>
              <a:ext uri="{FF2B5EF4-FFF2-40B4-BE49-F238E27FC236}">
                <a16:creationId xmlns:a16="http://schemas.microsoft.com/office/drawing/2014/main" id="{EED93B20-95EF-5D45-24E6-25EC1A24DDE7}"/>
              </a:ext>
            </a:extLst>
          </p:cNvPr>
          <p:cNvSpPr txBox="1"/>
          <p:nvPr/>
        </p:nvSpPr>
        <p:spPr>
          <a:xfrm>
            <a:off x="6152446" y="1903821"/>
            <a:ext cx="570089" cy="230832"/>
          </a:xfrm>
          <a:prstGeom prst="rect">
            <a:avLst/>
          </a:prstGeom>
          <a:noFill/>
        </p:spPr>
        <p:txBody>
          <a:bodyPr wrap="square" rtlCol="0">
            <a:spAutoFit/>
          </a:bodyPr>
          <a:lstStyle/>
          <a:p>
            <a:pPr algn="ctr"/>
            <a:r>
              <a:rPr lang="en-US" sz="900" dirty="0"/>
              <a:t>126</a:t>
            </a:r>
          </a:p>
        </p:txBody>
      </p:sp>
      <p:sp>
        <p:nvSpPr>
          <p:cNvPr id="58" name="TextBox 57">
            <a:extLst>
              <a:ext uri="{FF2B5EF4-FFF2-40B4-BE49-F238E27FC236}">
                <a16:creationId xmlns:a16="http://schemas.microsoft.com/office/drawing/2014/main" id="{30AA1F6B-D882-D62B-3B4F-F91F23C2A2A4}"/>
              </a:ext>
            </a:extLst>
          </p:cNvPr>
          <p:cNvSpPr txBox="1"/>
          <p:nvPr/>
        </p:nvSpPr>
        <p:spPr>
          <a:xfrm>
            <a:off x="6654802" y="1903821"/>
            <a:ext cx="570089" cy="230832"/>
          </a:xfrm>
          <a:prstGeom prst="rect">
            <a:avLst/>
          </a:prstGeom>
          <a:no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F89BF13A-D57C-1BE9-5837-303C2FB0919F}"/>
              </a:ext>
            </a:extLst>
          </p:cNvPr>
          <p:cNvSpPr txBox="1"/>
          <p:nvPr/>
        </p:nvSpPr>
        <p:spPr>
          <a:xfrm>
            <a:off x="6152446" y="2404765"/>
            <a:ext cx="570089" cy="230832"/>
          </a:xfrm>
          <a:prstGeom prst="rect">
            <a:avLst/>
          </a:prstGeom>
          <a:noFill/>
        </p:spPr>
        <p:txBody>
          <a:bodyPr wrap="square" rtlCol="0">
            <a:spAutoFit/>
          </a:bodyPr>
          <a:lstStyle/>
          <a:p>
            <a:pPr algn="ctr"/>
            <a:r>
              <a:rPr lang="en-US" sz="900" dirty="0"/>
              <a:t>35679</a:t>
            </a:r>
          </a:p>
        </p:txBody>
      </p:sp>
      <p:sp>
        <p:nvSpPr>
          <p:cNvPr id="60" name="TextBox 59">
            <a:extLst>
              <a:ext uri="{FF2B5EF4-FFF2-40B4-BE49-F238E27FC236}">
                <a16:creationId xmlns:a16="http://schemas.microsoft.com/office/drawing/2014/main" id="{D891F672-65ED-AF6F-EC34-16DF96B48288}"/>
              </a:ext>
            </a:extLst>
          </p:cNvPr>
          <p:cNvSpPr txBox="1"/>
          <p:nvPr/>
        </p:nvSpPr>
        <p:spPr>
          <a:xfrm>
            <a:off x="6654802" y="2404765"/>
            <a:ext cx="570089" cy="230832"/>
          </a:xfrm>
          <a:prstGeom prst="rect">
            <a:avLst/>
          </a:prstGeom>
          <a:noFill/>
        </p:spPr>
        <p:txBody>
          <a:bodyPr wrap="square" rtlCol="0">
            <a:spAutoFit/>
          </a:bodyPr>
          <a:lstStyle/>
          <a:p>
            <a:pPr algn="ctr"/>
            <a:r>
              <a:rPr lang="en-US" sz="900" dirty="0"/>
              <a:t>35679</a:t>
            </a:r>
          </a:p>
        </p:txBody>
      </p:sp>
      <p:sp>
        <p:nvSpPr>
          <p:cNvPr id="61" name="TextBox 60">
            <a:extLst>
              <a:ext uri="{FF2B5EF4-FFF2-40B4-BE49-F238E27FC236}">
                <a16:creationId xmlns:a16="http://schemas.microsoft.com/office/drawing/2014/main" id="{D51731C6-5A3F-BDB9-F5F5-84387E73BFB9}"/>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0C9995FB-9778-DE2B-28C1-4F2797342F9B}"/>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a:t>
            </a:r>
          </a:p>
        </p:txBody>
      </p:sp>
      <p:sp>
        <p:nvSpPr>
          <p:cNvPr id="63" name="TextBox 62">
            <a:extLst>
              <a:ext uri="{FF2B5EF4-FFF2-40B4-BE49-F238E27FC236}">
                <a16:creationId xmlns:a16="http://schemas.microsoft.com/office/drawing/2014/main" id="{F4DB9E10-03F9-40DC-8061-34B77D3485FA}"/>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0D5C9851-798C-A6DC-3316-C249925024DF}"/>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3F8E340A-FB4C-90B3-ABF7-857B80AA3B39}"/>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920A6B96-2902-5ABB-0FD0-F020C87F2FCB}"/>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51FDAE5C-C0C5-F964-D632-BBCB6BB6CA79}"/>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871BA203-2D4E-61EC-9AB0-6BAFC3B1F069}"/>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0A61FC82-2D79-4A03-618F-663F110D1A5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C8256372-689E-F127-C679-345A96FB9722}"/>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CAD17784-934F-0B49-99BB-601049AE7404}"/>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245859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B3017-C7C2-531E-1A8C-AAF75664C8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3D7BD6-0136-7D7B-C9EF-846B0F00CBA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E038346-CC12-06C1-DC14-D4EA199C786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8E241E7-0568-054C-5153-03BA4E8F5FE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2D2EDB4-EF92-D840-DC4E-423C06B0EB9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DB5106-D923-AAE0-92ED-6DFABE6E2B1A}"/>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20C38136-F6A3-8D99-D2D0-F0AFE007820F}"/>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7A800B1-752F-42EA-B089-EFA5B7AC761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0468B6B9-C21A-7D11-155B-E5590F2B529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9EC984C-997A-CAE6-EE25-007EAE052939}"/>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19994AF-4D81-8F55-E82E-9438EFD1F890}"/>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1DE13443-1505-E7F3-9440-951AB1DE448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FA603727-E2A4-244D-F5A3-0CF6DD86D643}"/>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423CE236-664E-C71C-1E4B-54E40FB8288A}"/>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3B0498DF-CA89-4D83-D9BE-71F41238269C}"/>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8D151790-C6B6-F9B6-A6D6-9DCA8F8565B0}"/>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2D31CA6-0E19-A346-46B8-D8B5F56FFD36}"/>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DE6AB19-6B84-E18D-C9EB-7150CA53FF7E}"/>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B4E1D6AA-A459-9242-5C3A-C8EFD9A466B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59B650DD-0D0E-C50F-1792-660F6FB72DC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48F3C7E6-AEBC-C9BB-B784-1B51D441DB41}"/>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68C5575F-6ADB-FC5D-EF4F-B340D319F6B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3CC5E54A-03AD-F8BC-5863-370F11E8CA1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A4A196D2-E2FA-45E6-DFB3-DBC45792E1B7}"/>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F6314F59-349D-8FB9-A0BD-04CC7B96D4AD}"/>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4EAB7305-9497-142B-5183-FF065B2DC33B}"/>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389745B5-92E0-25DB-C254-FE8AF82B193E}"/>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259A1609-4832-A6E2-856D-465A160F2EBF}"/>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CD21E17-27C4-BE7A-9FBA-0BD0D54D701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8026A718-3D54-B73F-DD5D-D516F3BEB53D}"/>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C1EF8588-6463-9A87-B514-C3A8E8565F49}"/>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0BDC85E3-979E-703A-F1E6-3A54777DE0CF}"/>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8DDF477A-B9BF-A526-3044-56F39217E48C}"/>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12349</a:t>
            </a:r>
          </a:p>
        </p:txBody>
      </p:sp>
      <p:sp>
        <p:nvSpPr>
          <p:cNvPr id="54" name="TextBox 53">
            <a:extLst>
              <a:ext uri="{FF2B5EF4-FFF2-40B4-BE49-F238E27FC236}">
                <a16:creationId xmlns:a16="http://schemas.microsoft.com/office/drawing/2014/main" id="{6B91B8F5-5FF5-D7B3-A0C0-75129018FAA3}"/>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12349</a:t>
            </a:r>
          </a:p>
        </p:txBody>
      </p:sp>
      <p:sp>
        <p:nvSpPr>
          <p:cNvPr id="55" name="TextBox 54">
            <a:extLst>
              <a:ext uri="{FF2B5EF4-FFF2-40B4-BE49-F238E27FC236}">
                <a16:creationId xmlns:a16="http://schemas.microsoft.com/office/drawing/2014/main" id="{CC5F7D0C-93C5-99EC-967D-43ED7A30C5F0}"/>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12349</a:t>
            </a:r>
          </a:p>
        </p:txBody>
      </p:sp>
      <p:sp>
        <p:nvSpPr>
          <p:cNvPr id="13" name="TextBox 12">
            <a:extLst>
              <a:ext uri="{FF2B5EF4-FFF2-40B4-BE49-F238E27FC236}">
                <a16:creationId xmlns:a16="http://schemas.microsoft.com/office/drawing/2014/main" id="{1D2E8C7D-88DA-96C3-558D-659449C08A0A}"/>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90CD89BC-8197-0854-1C2F-D9A82E8A8393}"/>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74ECB1C1-FC08-CA0B-8CEB-D00CE978AF78}"/>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CB38208C-BC8A-0BF3-3A1D-B75129C4537B}"/>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80BB30CA-F163-01A9-6AFA-2F2D63E05C5C}"/>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51D6C790-BCDC-F655-1E51-EDE7FFEEFB96}"/>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A1DC3685-B698-02EE-ED28-56C37AFAF2AA}"/>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3CB664A0-CBE8-5A44-BCD2-A40951CFDA7B}"/>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1" name="TextBox 60">
            <a:extLst>
              <a:ext uri="{FF2B5EF4-FFF2-40B4-BE49-F238E27FC236}">
                <a16:creationId xmlns:a16="http://schemas.microsoft.com/office/drawing/2014/main" id="{DCCA6B2F-B4AD-EA9B-8C34-BB807AEA916F}"/>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a:t>
            </a:r>
          </a:p>
        </p:txBody>
      </p:sp>
      <p:sp>
        <p:nvSpPr>
          <p:cNvPr id="62" name="TextBox 61">
            <a:extLst>
              <a:ext uri="{FF2B5EF4-FFF2-40B4-BE49-F238E27FC236}">
                <a16:creationId xmlns:a16="http://schemas.microsoft.com/office/drawing/2014/main" id="{F772B6F8-697C-F343-B18F-08045FC8503B}"/>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73977FE8-F252-B869-6D83-2B31B63FFE56}"/>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0179794A-8A75-231C-92AC-55431D45E364}"/>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8D555EEA-7FCA-EEEA-666A-B6AB98D7264E}"/>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529B4B7C-34A5-4D8B-6E28-534F09AA16DD}"/>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611D3F4-03E3-0A05-7C50-F74BDDE9D156}"/>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D7D71E5-91A9-A93D-EA68-B7BCAB08C984}"/>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75E9F409-3306-0259-90DB-A03CA430A84A}"/>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7260FFF3-DC74-A3DF-7265-569CEFF887DD}"/>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059C5F99-FFFC-5151-7F3C-4777858EDF5C}"/>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0C3A671A-3809-E5F2-C589-DBC5E01C2A8E}"/>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69EF6B88-F393-B0B3-9202-D17683B1378F}"/>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13FE8047-C19D-D74C-3AF2-4E5F405C9B24}"/>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3ADE077C-2588-0279-1C44-689411097AA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BFE9F4D8-9D81-8DA1-80A1-F9B76A332953}"/>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AA4FE511-C283-26F9-3E34-4A3AA4300166}"/>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A95824E0-0EB8-B71B-C695-9E99F1FFFA8B}"/>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27970D1B-594F-2642-5542-E3879B756B38}"/>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F1138360-DF2E-8ED5-D2DE-E126366C139B}"/>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A418C02C-4300-1C0A-BBD1-2FBAF1C97CEC}"/>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A477884E-7050-2860-F3BE-8AE72FC5195E}"/>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1855013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2BA2B-05FA-7E85-DAD2-F850EB39BFD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5FABEE-94F4-9177-C15B-ECDA01A25919}"/>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7E582C9-A681-1131-DA9A-4CAE6E894FB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FBDFA9A-02C4-0EFC-7ACB-9E22DBCB5D2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55CC5A3-D2F7-518A-87C2-72D6A57FFE3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079C86D-0D88-F619-92D9-9079DE83BFFD}"/>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1F7A12E6-5D38-1610-6EF0-61B308886945}"/>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756B08A-1180-E1A4-9613-1BB8B6C90F0B}"/>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7CFCE778-246A-9599-C495-597E70E6ABD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7FA7E48-3954-F923-084A-E2F4440EF8B4}"/>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C108292-D0D6-AC56-F3B7-5E74F50575CE}"/>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94BB4062-3208-C50E-93EE-9527913FA2F2}"/>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71797BC7-924D-BA94-C20F-DB57270A9A48}"/>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FCFF6E7-3471-7D08-E4D9-74A2EA0DBFBF}"/>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915D46D2-E8FD-ED26-C2E9-A4562C85607F}"/>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BC933DFD-93EC-A9FC-0D37-976C5C3A1184}"/>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DB9B064-14EC-C07A-6FB0-5CBB5AECFB71}"/>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598E1E74-8572-8DE6-71ED-830D08F80E3E}"/>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A4F82250-9B10-9885-899C-23BD579C79D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BD83E2C8-2320-813A-4F08-82C6C942897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09653DF1-68B1-E58D-2336-7DEBC9C0E4B4}"/>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FF28773A-6045-780D-6782-F97146612317}"/>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F42904DA-23BC-0B3C-B6CF-78457739C355}"/>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80368505-28D3-C3D0-20A6-CC06C618E086}"/>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2E8EBEEB-FF6E-D481-F310-F8DF929F672B}"/>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B79E0218-3038-2A05-782F-72D7DC37DA52}"/>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DC0A9928-6DCC-AAEA-5B96-5206E4CDAE8B}"/>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05A9388B-71B9-C055-215B-B127C602E39A}"/>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1B28A0D-D7B0-546E-E06F-8D59B5BF830E}"/>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CDE7B6CB-9646-F750-E494-EE4D9480013E}"/>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25E8CEF0-3CED-69C5-6C67-916320BD6329}"/>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61B90092-AE4F-D628-2178-8C5E8AE25B9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05DFD038-90D2-B080-A0F1-A6F5ADBFE02C}"/>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657151EE-58F2-4298-84EF-2FE090C33C2C}"/>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44798B72-C0D3-AAF3-E851-E350EA00BE52}"/>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CD32223C-7446-03EA-25A4-8FED1447ACCD}"/>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6AF78470-DCFF-AF51-E7E7-DD035E3E630A}"/>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72F20F9D-7E6B-8CF4-F16D-9D813764797A}"/>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631F4A39-DF31-C03A-6AD8-FA8D42DF921C}"/>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D8260D65-528F-60CA-B3CD-EE42B492A3B7}"/>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58C6EAE0-60D1-6EC4-1435-93211FB03E9A}"/>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C110FB45-ECC1-9262-43E5-3BAFEC87E98E}"/>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777B8E51-F5A2-C42C-A51F-021A5504C563}"/>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84C263F6-1226-165E-2251-D7FE3A353C23}"/>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A49875B0-CED9-568B-4A67-EAAF5A3B7F78}"/>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A05BD19A-C35C-4AC3-534C-6F709ABC2B8B}"/>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BA522804-4297-3EB2-51C8-0406CC9A1121}"/>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AFDDEABD-D490-9A76-E9F4-4122988BC8D6}"/>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1AF51399-0078-08C4-0481-CAF7C0FF3DBC}"/>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7F62140-611E-D3F0-F894-9F83D5418EF5}"/>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B1AEFADB-310F-BB68-190D-4E7590EB9A47}"/>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C5CAC9FC-F138-B882-48E7-CFC8E66EF178}"/>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07A3F587-6B77-E59F-31F8-E1A3EF6A23F6}"/>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53B7E952-B8B2-E1A9-EE09-C56E9FB16144}"/>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2052FACC-E9E2-A307-E647-7DEF47E6AEE8}"/>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7D67DA2A-5806-06F6-4F6E-397C9B0DB83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F092822E-2D9C-0A5E-ED4E-6499F241EA4B}"/>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4DE3587E-F790-0073-E440-F424B831414E}"/>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C482673C-3895-C74C-88B5-95BC97CA7226}"/>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317F57DB-CB05-5653-3C63-D7E73DA3411B}"/>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E443B740-25D5-7741-B95C-C7F18E635EFF}"/>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8D6F16AD-33FD-4380-736D-42166114E3DC}"/>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ECE5EE30-7851-BC95-2BB3-ACED0FCAF8BD}"/>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99F5815D-903D-B2ED-4505-D4BDBDD73862}"/>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B6D0FA37-5183-9EBB-D966-4D5D7DB15F5E}"/>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354082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1F009-42EB-9902-87EF-938ABBB181E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B87B37-B92E-656E-5FFF-3CCF76B863DD}"/>
              </a:ext>
            </a:extLst>
          </p:cNvPr>
          <p:cNvSpPr>
            <a:spLocks noGrp="1"/>
          </p:cNvSpPr>
          <p:nvPr>
            <p:ph sz="half" idx="1"/>
          </p:nvPr>
        </p:nvSpPr>
        <p:spPr/>
        <p:txBody>
          <a:bodyPr/>
          <a:lstStyle/>
          <a:p>
            <a:r>
              <a:rPr lang="en-US" dirty="0"/>
              <a:t>Complete Columns 3–6.</a:t>
            </a:r>
          </a:p>
          <a:p>
            <a:r>
              <a:rPr lang="en-US" dirty="0"/>
              <a:t>(Note that in the center block, 7 and 9 must be in Column 6.)</a:t>
            </a:r>
          </a:p>
        </p:txBody>
      </p:sp>
      <p:pic>
        <p:nvPicPr>
          <p:cNvPr id="4" name="Picture 3" descr="A grid of sudoku puzzle&#10;&#10;Description automatically generated">
            <a:extLst>
              <a:ext uri="{FF2B5EF4-FFF2-40B4-BE49-F238E27FC236}">
                <a16:creationId xmlns:a16="http://schemas.microsoft.com/office/drawing/2014/main" id="{EBC6245C-6F55-C5B2-F387-208BC81C82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FDC9EDE-D110-6F8A-071D-47FB764AE1E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B1BF068-426F-903D-9281-8CD1025FB87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19C6863-040F-2257-4BED-EC2193121E92}"/>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0C8A67FE-F5CC-3032-0037-CD6463677796}"/>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BA7B9B1A-9357-70DA-E889-807D19A20B48}"/>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1C24F1F3-EA13-214A-9DC0-54DD74716A9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1094E0A6-8796-A6A8-260A-518FD59E6DF6}"/>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615DFCBB-BF6E-6EBE-B2F0-BFC4B0EEB18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7E02E11-8074-1950-B31F-DD19313241E4}"/>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F631D4CD-3A22-2E64-A751-81B7EB4F8592}"/>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DF234A75-4C59-B879-B40E-EBB2E2B3DE52}"/>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F5B7A76F-051F-724E-706B-E275B3D5B5BC}"/>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D5B67A71-9540-1E01-0B2C-758B3155C106}"/>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6F0B35AA-68B4-126F-04AF-43DBFB5465C5}"/>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5499BC0F-B3DE-8CD7-457A-9FA3453F474E}"/>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3CF94BFF-EA00-BFDE-2560-C00FA52D7EE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3D7B5A6A-096F-6C21-8C1A-8674D32C434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A0766425-32AD-44F0-4EC5-63B437D19BC9}"/>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9529A5BB-7456-ECA4-84BB-5D242BA9316F}"/>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DB97AF28-43A9-D30C-4103-4027CC1B4AD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18664FDF-3DB3-C5C0-2836-F478A850C203}"/>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03202B7C-E605-AB03-10A3-00DF3EB8818D}"/>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0CFCAEAA-0C88-2547-2DA0-3B8F78669B6B}"/>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C34CC8D6-B753-B0C1-1DB6-CC3F7A726055}"/>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D4AFCBB-1AF5-45C0-C0C7-5A0632EAB2D4}"/>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66E8072E-9930-CDC0-0A3F-069438725299}"/>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FC374A1-7610-B2E7-C196-7B5FB12EE8BE}"/>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8FE6F220-3A8C-8089-84DE-0EA478A8DA4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BC811CC7-9B9C-8022-9457-2D5C4FAEFF2B}"/>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600752A1-7F43-1065-B655-D54A3DD2168A}"/>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C2968A8E-E988-BCB8-9D79-EE2CD4E089A2}"/>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A0815650-DCA5-2DD2-F56D-6E6C05B65ED5}"/>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938BEFE1-7499-C07B-BA07-EE0E4F0B896A}"/>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322193AC-2AB5-BC57-A502-991C672D72F9}"/>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2A5CFB86-0067-4968-BC20-6700F1A96578}"/>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B85591BC-8DAC-0246-6452-972D48866FC3}"/>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C18ABDC1-50F9-F2A4-CFF7-77D4E77474D4}"/>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1C7C56EB-7813-4BB4-2C31-867AB1EC297B}"/>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96517565-CE76-D824-796D-43925F1BD1A7}"/>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F0180DC7-40B4-6458-A8EB-5EE2BF4ED314}"/>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8D209F63-0031-8807-2042-379C2D86CFA0}"/>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281FD0C2-08B4-EE5D-648D-5A8998FB98D3}"/>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7F653FBC-F4A4-66DA-7E23-BE50AB52B335}"/>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20F4DFDF-DD63-FA9A-1033-A93CAD7A86BF}"/>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A32E9E07-9A52-44FC-B3C0-7CF2F5522966}"/>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7B7808D-10FA-5F1C-30FD-C956132E3002}"/>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27FC3434-57A8-592C-894E-21164D7E6536}"/>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12075771-AFFA-65D7-D764-C8B1EC318E7A}"/>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24A3DD90-E129-8729-FAD2-6959D732C7E9}"/>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5E348FAC-8930-4429-E140-7601CDEE92D7}"/>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859E34DC-8360-DF8B-A868-6835C136603C}"/>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56969CB0-F949-C0AB-552D-14B67CF9525B}"/>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980879EA-0E4F-D169-2396-DBE616D60809}"/>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48EC95D0-9AA6-629F-23BB-909EE416C7CF}"/>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A01A6E82-A8BA-4ADB-D81B-61FBE686A6AC}"/>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6ABDDF9C-8F60-BC1B-181A-598AEE23D80F}"/>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E06F4BE4-D7AD-DF89-054B-0B0CC5E6856D}"/>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6AB8EE51-7A00-6A8A-7275-7FA4FF9FC6BF}"/>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482A10AE-929E-1637-1F21-C398B9ABB90A}"/>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D21E67B9-41B8-2B44-F25C-57F64DFF9DC4}"/>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740147FC-F64F-4E2F-F35A-6F138AE3BC6D}"/>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0B165A3A-E9EB-AD96-A543-6D5FB7F7DBD6}"/>
              </a:ext>
            </a:extLst>
          </p:cNvPr>
          <p:cNvSpPr txBox="1"/>
          <p:nvPr/>
        </p:nvSpPr>
        <p:spPr>
          <a:xfrm>
            <a:off x="4645378" y="3907597"/>
            <a:ext cx="570089" cy="230832"/>
          </a:xfrm>
          <a:prstGeom prst="rect">
            <a:avLst/>
          </a:prstGeom>
          <a:noFill/>
        </p:spPr>
        <p:txBody>
          <a:bodyPr wrap="square" rtlCol="0">
            <a:spAutoFit/>
          </a:bodyPr>
          <a:lstStyle/>
          <a:p>
            <a:pPr algn="ctr"/>
            <a:r>
              <a:rPr lang="en-US" sz="900" dirty="0"/>
              <a:t>589</a:t>
            </a:r>
          </a:p>
        </p:txBody>
      </p:sp>
      <p:sp>
        <p:nvSpPr>
          <p:cNvPr id="8" name="TextBox 7">
            <a:extLst>
              <a:ext uri="{FF2B5EF4-FFF2-40B4-BE49-F238E27FC236}">
                <a16:creationId xmlns:a16="http://schemas.microsoft.com/office/drawing/2014/main" id="{CE1D09C8-28FF-81AE-C579-DD8A1ED365D2}"/>
              </a:ext>
            </a:extLst>
          </p:cNvPr>
          <p:cNvSpPr txBox="1"/>
          <p:nvPr/>
        </p:nvSpPr>
        <p:spPr>
          <a:xfrm>
            <a:off x="5147734" y="3907597"/>
            <a:ext cx="570089" cy="230832"/>
          </a:xfrm>
          <a:prstGeom prst="rect">
            <a:avLst/>
          </a:prstGeom>
          <a:noFill/>
        </p:spPr>
        <p:txBody>
          <a:bodyPr wrap="square" rtlCol="0">
            <a:spAutoFit/>
          </a:bodyPr>
          <a:lstStyle/>
          <a:p>
            <a:pPr algn="ctr"/>
            <a:r>
              <a:rPr lang="en-US" sz="900" dirty="0"/>
              <a:t>12567</a:t>
            </a:r>
          </a:p>
        </p:txBody>
      </p:sp>
      <p:sp>
        <p:nvSpPr>
          <p:cNvPr id="17" name="TextBox 16">
            <a:extLst>
              <a:ext uri="{FF2B5EF4-FFF2-40B4-BE49-F238E27FC236}">
                <a16:creationId xmlns:a16="http://schemas.microsoft.com/office/drawing/2014/main" id="{6F19957F-D97F-5FB5-85C8-4888F3AC37DB}"/>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23456</a:t>
            </a:r>
          </a:p>
        </p:txBody>
      </p:sp>
      <p:sp>
        <p:nvSpPr>
          <p:cNvPr id="18" name="TextBox 17">
            <a:extLst>
              <a:ext uri="{FF2B5EF4-FFF2-40B4-BE49-F238E27FC236}">
                <a16:creationId xmlns:a16="http://schemas.microsoft.com/office/drawing/2014/main" id="{0C6EE27E-DD1F-61D6-FA66-4F776F1845CB}"/>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07100A90-398A-6DE6-56EC-2FA0CBA31E91}"/>
              </a:ext>
            </a:extLst>
          </p:cNvPr>
          <p:cNvSpPr txBox="1"/>
          <p:nvPr/>
        </p:nvSpPr>
        <p:spPr>
          <a:xfrm>
            <a:off x="5147734" y="4408541"/>
            <a:ext cx="570089" cy="230832"/>
          </a:xfrm>
          <a:prstGeom prst="rect">
            <a:avLst/>
          </a:prstGeom>
          <a:noFill/>
        </p:spPr>
        <p:txBody>
          <a:bodyPr wrap="square" rtlCol="0">
            <a:spAutoFit/>
          </a:bodyPr>
          <a:lstStyle/>
          <a:p>
            <a:pPr algn="ctr"/>
            <a:r>
              <a:rPr lang="en-US" sz="900" dirty="0"/>
              <a:t>12567</a:t>
            </a:r>
          </a:p>
        </p:txBody>
      </p:sp>
      <p:sp>
        <p:nvSpPr>
          <p:cNvPr id="22" name="TextBox 21">
            <a:extLst>
              <a:ext uri="{FF2B5EF4-FFF2-40B4-BE49-F238E27FC236}">
                <a16:creationId xmlns:a16="http://schemas.microsoft.com/office/drawing/2014/main" id="{A7B116D6-1683-9949-55F6-F0D7BC5DD1ED}"/>
              </a:ext>
            </a:extLst>
          </p:cNvPr>
          <p:cNvSpPr txBox="1"/>
          <p:nvPr/>
        </p:nvSpPr>
        <p:spPr>
          <a:xfrm>
            <a:off x="5650090" y="4408541"/>
            <a:ext cx="570089" cy="230832"/>
          </a:xfrm>
          <a:prstGeom prst="rect">
            <a:avLst/>
          </a:prstGeom>
          <a:noFill/>
        </p:spPr>
        <p:txBody>
          <a:bodyPr wrap="square" rtlCol="0">
            <a:spAutoFit/>
          </a:bodyPr>
          <a:lstStyle/>
          <a:p>
            <a:pPr algn="ctr"/>
            <a:r>
              <a:rPr lang="en-US" sz="900" dirty="0"/>
              <a:t>23456</a:t>
            </a:r>
          </a:p>
        </p:txBody>
      </p:sp>
      <p:sp>
        <p:nvSpPr>
          <p:cNvPr id="28" name="TextBox 27">
            <a:extLst>
              <a:ext uri="{FF2B5EF4-FFF2-40B4-BE49-F238E27FC236}">
                <a16:creationId xmlns:a16="http://schemas.microsoft.com/office/drawing/2014/main" id="{FA2716C9-F0A6-06E5-772B-5455951473C4}"/>
              </a:ext>
            </a:extLst>
          </p:cNvPr>
          <p:cNvSpPr txBox="1"/>
          <p:nvPr/>
        </p:nvSpPr>
        <p:spPr>
          <a:xfrm>
            <a:off x="4645378" y="4909484"/>
            <a:ext cx="570089" cy="230832"/>
          </a:xfrm>
          <a:prstGeom prst="rect">
            <a:avLst/>
          </a:prstGeom>
          <a:noFill/>
        </p:spPr>
        <p:txBody>
          <a:bodyPr wrap="square" rtlCol="0">
            <a:spAutoFit/>
          </a:bodyPr>
          <a:lstStyle/>
          <a:p>
            <a:pPr algn="ctr"/>
            <a:r>
              <a:rPr lang="en-US" sz="900" dirty="0"/>
              <a:t>589</a:t>
            </a:r>
          </a:p>
        </p:txBody>
      </p:sp>
      <p:sp>
        <p:nvSpPr>
          <p:cNvPr id="31" name="TextBox 30">
            <a:extLst>
              <a:ext uri="{FF2B5EF4-FFF2-40B4-BE49-F238E27FC236}">
                <a16:creationId xmlns:a16="http://schemas.microsoft.com/office/drawing/2014/main" id="{82172D85-DEB6-5AF6-A025-EB0981E7D639}"/>
              </a:ext>
            </a:extLst>
          </p:cNvPr>
          <p:cNvSpPr txBox="1"/>
          <p:nvPr/>
        </p:nvSpPr>
        <p:spPr>
          <a:xfrm>
            <a:off x="5147734" y="4909484"/>
            <a:ext cx="570089" cy="230832"/>
          </a:xfrm>
          <a:prstGeom prst="rect">
            <a:avLst/>
          </a:prstGeom>
          <a:noFill/>
        </p:spPr>
        <p:txBody>
          <a:bodyPr wrap="square" rtlCol="0">
            <a:spAutoFit/>
          </a:bodyPr>
          <a:lstStyle/>
          <a:p>
            <a:pPr algn="ctr"/>
            <a:r>
              <a:rPr lang="en-US" sz="900" dirty="0"/>
              <a:t>12567</a:t>
            </a:r>
          </a:p>
        </p:txBody>
      </p:sp>
      <p:sp>
        <p:nvSpPr>
          <p:cNvPr id="32" name="TextBox 31">
            <a:extLst>
              <a:ext uri="{FF2B5EF4-FFF2-40B4-BE49-F238E27FC236}">
                <a16:creationId xmlns:a16="http://schemas.microsoft.com/office/drawing/2014/main" id="{E4F8B254-B614-20F1-5C84-7F2BD164B4DA}"/>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23456</a:t>
            </a:r>
          </a:p>
        </p:txBody>
      </p:sp>
      <p:sp>
        <p:nvSpPr>
          <p:cNvPr id="35" name="TextBox 34">
            <a:extLst>
              <a:ext uri="{FF2B5EF4-FFF2-40B4-BE49-F238E27FC236}">
                <a16:creationId xmlns:a16="http://schemas.microsoft.com/office/drawing/2014/main" id="{7A2F0B5B-D652-A75A-96E3-6429659FBC29}"/>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703614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15BCF-0D2D-0DBC-27F7-CA2B39AE470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62C3DE-030C-41EE-E481-CA7B69580C5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8C5661A-0FEB-C7F6-8CD8-4409A7FD163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EB7B2E6-A0E6-20DA-D4FE-37E6AECF10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92CC1FD-52B6-C197-BE15-C9FA2A107BF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18B7208-38F1-8FCF-0062-9E79D8CCFB09}"/>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0B8DA2B2-2C3B-DF25-3705-F26D1DAC6F49}"/>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AAB68CA2-02EE-45F8-D103-198520C62938}"/>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590B4B7F-7127-516E-0090-D42125C86AD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EE0EE203-F0DE-87D8-A7D3-896524D41B5C}"/>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DC350166-C88F-0E94-F028-D4781F04C198}"/>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01BCADB8-7808-DAD2-0061-BF2C5A6BA54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E99B9823-FBB8-79F7-8624-AC7920A31FDD}"/>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5A919569-E0E6-10EA-3BED-F98E7673F6FF}"/>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6CAB2C98-ED05-0DBC-4E56-7ED5E174BE17}"/>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D2784117-C648-0357-CAAD-DED6A13C7777}"/>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517ECE15-0079-E704-DB9F-59C400F00DE0}"/>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3B595123-4E4D-9F57-66C2-B638F43CACCB}"/>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59045FBA-BEEE-96FF-2C2D-E0E1AD5FCA0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DFC5F637-5F2E-DD74-E58F-D237A65B1286}"/>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260B64F8-9090-EB7C-4A67-CBCFAC80E002}"/>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E876AD5F-7395-AF99-EB09-639A3DE52BBB}"/>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05B95758-40A7-0550-274C-EAF15944BD1B}"/>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D9723F50-224B-D530-1487-ECA58144BA8A}"/>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513D4A1F-991D-1800-C41D-1E6B6107B9F9}"/>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C5DB0A19-818F-CFFD-F737-8D970DE8ED20}"/>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81A5900E-C09E-E29C-FB86-9BC6D658778B}"/>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7176CA5-7CE7-71A3-2F85-453799BBB0E3}"/>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F8D1EE7-AD57-46A2-541D-969C08DE1C2B}"/>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87DB8A0C-49BB-2C40-27DD-1C3542F88C32}"/>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16FEF72C-06C5-9324-1A25-C40BCF39A49E}"/>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A348B691-BB87-DD5B-65DF-D9B30305C7EA}"/>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D5847CDE-48B5-D6E5-539C-482CE62D445F}"/>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F21BA2D2-83CB-512F-5038-B6D1706C9491}"/>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B19EC419-F738-3759-A351-F1955CD6B4B2}"/>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5DF0DBBA-44AD-68D8-F8F1-33FF5F9F3EBD}"/>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E2012648-6B9D-E1B3-6BEC-9826B5BE7230}"/>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1CF684A6-C74E-3FA9-FD04-1A33ECA3EAB2}"/>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CB00EFF6-A570-3257-A5B5-016E5C72068A}"/>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D277B07A-F692-88EF-3A5B-602E22283195}"/>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CD614491-FF31-8CC9-5A21-33E07672F0A2}"/>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484D0908-EC56-C424-AE30-CF3A30E9E174}"/>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9D4B4F22-91E4-FBD3-14DD-347B7695552B}"/>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EB6B10DD-F71C-A8B9-D928-C71077749816}"/>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6562C7E4-D152-48F1-D0D0-94F6EC5BE21F}"/>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20402FD9-E9A1-652B-166F-3657168F713E}"/>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5453EA08-7A0B-1C32-854E-392EFF10A28D}"/>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BB4432D1-376A-3B42-16EA-786B1F8F533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4EFF3513-52AC-47AF-FAD4-3E34B3B55201}"/>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2DCA516-514C-EBC8-FD8F-75BFFE6FCDB9}"/>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F712FC22-044F-B374-92C8-9BF1A32CBC0E}"/>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73985A75-E61F-4C2E-BB4A-ED7FEACE94BC}"/>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FB6DED51-212B-6BC3-E3E9-E5EFC7D6C539}"/>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D1279247-C4C3-9CAD-A754-739F57A83475}"/>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8E431BD0-562E-CA79-670E-F5056C479602}"/>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9271337B-AC30-C4C6-EB2D-E10C1B6DF844}"/>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6A56982A-0BC6-5701-FF4F-C55A27E64530}"/>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D4DEC284-C4A4-0348-FB3A-A07E0E80006F}"/>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BF904150-EC74-2BB3-16A7-F96E2763702B}"/>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3EC52BAD-752F-8CC0-A837-2CF2710AC8FC}"/>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BC40E1D8-CC1C-71A0-0C1E-7344E8654F4D}"/>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0EE8B7B7-8596-1B01-BAB9-8E691C545695}"/>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390BA57C-10CA-DF1A-C5DF-B1D1BF0CF46B}"/>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DEB7FF5A-44FE-CE78-450C-F8BAD9288C20}"/>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1BB271BB-CD8C-1428-A682-19CC1A6E7B1A}"/>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1CEE8915-DCA9-E5F5-D222-45E2CEED769D}"/>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ED962711-AE29-FCCD-998D-EBA7A2265AFD}"/>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C185B748-0C61-B7F9-B538-D2CA5F1D6EEA}"/>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BA977F2F-6D59-2F9F-39FA-98E1527A1F40}"/>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54F911C6-C187-932D-3085-3E89C825B332}"/>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EF854AF8-7AD3-02F4-3778-1E87CD7E9279}"/>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3A874F21-14F8-156B-1C51-15F551CD359A}"/>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5767555C-5709-E952-254B-16D20186975E}"/>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176951EF-3317-0EC9-2218-A74C01C8A716}"/>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4497425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41BB0-A579-25D3-53E0-1599A2837D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3024C-8D34-355B-77EA-0A09147FF0EA}"/>
              </a:ext>
            </a:extLst>
          </p:cNvPr>
          <p:cNvSpPr>
            <a:spLocks noGrp="1"/>
          </p:cNvSpPr>
          <p:nvPr>
            <p:ph sz="half" idx="1"/>
          </p:nvPr>
        </p:nvSpPr>
        <p:spPr/>
        <p:txBody>
          <a:bodyPr/>
          <a:lstStyle/>
          <a:p>
            <a:r>
              <a:rPr lang="en-US" dirty="0"/>
              <a:t>Complete Column 9.</a:t>
            </a:r>
          </a:p>
        </p:txBody>
      </p:sp>
      <p:pic>
        <p:nvPicPr>
          <p:cNvPr id="4" name="Picture 3" descr="A grid of sudoku puzzle&#10;&#10;Description automatically generated">
            <a:extLst>
              <a:ext uri="{FF2B5EF4-FFF2-40B4-BE49-F238E27FC236}">
                <a16:creationId xmlns:a16="http://schemas.microsoft.com/office/drawing/2014/main" id="{273F0B36-5F37-AED3-4154-83F3D0F3552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AB051D6-7CC4-1410-3375-DEDF737ED7D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126843C-4D02-B5AE-8A1E-479B5A1B18F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A5EC19-AE72-5963-373F-055BAE42BE56}"/>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8E906DE3-F5E4-143E-1D7E-84FB537823F3}"/>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BF450F2E-9D95-3916-89A1-0ED5695D1620}"/>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C99C9493-A990-CEDC-9CD8-622266127DF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6EAFDD2E-EDE8-C818-5F01-A41FF1197C8A}"/>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F6CCA3C-F5C9-8177-0225-76DFBA0869B8}"/>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45D551F-5DDA-E0B1-E890-78042118CA1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8F8740ED-237A-E79A-E8F6-AA0A07B31E6C}"/>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C81495C8-001A-688D-8473-EA54412EA929}"/>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CB48C401-E92D-80F5-7BC6-127ADC63446C}"/>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1423FDF0-53C2-A84D-F78C-AF0556BF642F}"/>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C86C811-A203-F0D2-8143-7A1A93BB034D}"/>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08F84E91-F840-2355-C1EE-B0CB53D692FC}"/>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07347B76-D9D6-AC1F-2559-139F45776C3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F191D39-9128-5CF5-25B6-5524C67F761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4AA036A9-EA7B-92A0-2C0A-3A0726B52ECB}"/>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A4A09B88-2BB7-E211-6483-B11BCAD5234E}"/>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2EC292C9-BA50-D8AC-89E1-039451752B25}"/>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C346B4B1-EE53-39C5-7FCF-5C9DB873C588}"/>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55AA38C8-B4AC-5DC8-0407-C05AD0471859}"/>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5DC292C1-9D79-9624-A215-D9C77AC57F93}"/>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E55DCB35-00F0-A12C-7423-C0FF4F2A878F}"/>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62C308BB-3883-E744-0C08-9E937C31393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82DB3E4-96F7-6EF6-6467-C337C88BA57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AA78759-75D6-30E7-4E59-28433D2BA361}"/>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18805324-2F14-2FE9-1316-DD4C80F8FCD4}"/>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D45244D2-B0E3-027B-E4F9-E4165BE821B9}"/>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FA453401-3D9F-789E-9650-757DF6CC0EC6}"/>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E8E4C4BD-C4FF-4794-9F85-B1BCD2AF8C6F}"/>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1BE871F2-8163-991F-8C56-D2E395B9220E}"/>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0616296B-7201-ABC9-ABFD-915C9A09BEB0}"/>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6761E744-A14C-18FA-28DC-C8B7603C3133}"/>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F43954C3-2EBE-A61A-9103-6BCC8A5B4544}"/>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4A202CA5-E1BB-00C7-950D-51B22293AFF4}"/>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FD44F76B-A25A-F3D4-53B4-9BC854C2C5A2}"/>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0F9A009A-B197-3F91-34C2-97643CD6AFC2}"/>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D12D22B9-E2A2-8569-8161-AB85589B4E1D}"/>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42B74DA5-4ACD-8E79-C164-154288AEBA0E}"/>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2E4F1E73-8CBB-3606-7508-B6276D426F73}"/>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016E4D2B-63FE-D176-0658-E2B99FD63801}"/>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E5697C3B-03EB-64E5-6A4D-54A4F2A1AF2B}"/>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7045450C-73FE-68E8-D880-5C4C8A5E77C6}"/>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A2263662-2FE1-E39A-02CD-87627A89714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5FA50C32-9D08-845A-22B5-23B69159F390}"/>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DD6D3B30-3AA7-62A8-5599-102E0CB631AF}"/>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74471555-4170-B7BA-AD83-14C08050B428}"/>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9F6BD4FD-2D0A-5B67-CAC5-34C6577CD57C}"/>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23CFFD00-843C-3F4E-E179-C70103DDF42A}"/>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AA8CBA66-3799-C5D2-776A-C1DC94964155}"/>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1BE4644C-E545-77A9-FE1C-1D03ECB8FB3D}"/>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FE1202CF-BE6B-CB2B-05CB-A367407B8C41}"/>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1F6B15B3-53B1-2E80-F509-DB2EAA39933E}"/>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5FC984E0-B096-AEB4-E891-2488C10D6F90}"/>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48D2B77A-A4E8-20B3-4698-B3E6CC1BFD28}"/>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8D5396C1-BA0A-3A3C-8A91-F2BCBAEA3354}"/>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505FB6C0-BFF9-FB41-9D73-E18078C85890}"/>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6689E013-C806-A492-B9B1-755F97138447}"/>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966345F4-41B8-885C-480E-6F9A3FA559B1}"/>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66D69E8B-4774-596A-BDD5-8FE4F8631BE0}"/>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4B1ADADD-61A7-B5BE-3BA6-24692D2F2250}"/>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CE1C8B70-2D13-0C66-4A36-3AF2861783BB}"/>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CFEB572A-D9BA-58CB-0C6F-BEB06D25550C}"/>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5C861A88-F56B-633B-CC3E-46AF7C99A735}"/>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596007DB-1D9D-F7D4-0550-A07BF76F306E}"/>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E4EF66FA-6309-B62B-1341-B0F6F480AC97}"/>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0BFCDAA9-60DE-26BC-4900-3C03511E902D}"/>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B178D267-4C27-EC83-9358-83F1FC4D0A86}"/>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846076FC-1DD1-E74C-AB3D-56E2CDF79E91}"/>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D83ABCF9-7647-14D4-5A72-6D9EF9F032E2}"/>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25679</a:t>
            </a:r>
          </a:p>
        </p:txBody>
      </p:sp>
      <p:sp>
        <p:nvSpPr>
          <p:cNvPr id="39" name="TextBox 38">
            <a:extLst>
              <a:ext uri="{FF2B5EF4-FFF2-40B4-BE49-F238E27FC236}">
                <a16:creationId xmlns:a16="http://schemas.microsoft.com/office/drawing/2014/main" id="{01DEC84F-361D-FC1A-E6B5-7190D5412773}"/>
              </a:ext>
            </a:extLst>
          </p:cNvPr>
          <p:cNvSpPr txBox="1"/>
          <p:nvPr/>
        </p:nvSpPr>
        <p:spPr>
          <a:xfrm>
            <a:off x="7157158" y="4408541"/>
            <a:ext cx="570089" cy="230832"/>
          </a:xfrm>
          <a:prstGeom prst="rect">
            <a:avLst/>
          </a:prstGeom>
          <a:noFill/>
        </p:spPr>
        <p:txBody>
          <a:bodyPr wrap="square" rtlCol="0">
            <a:spAutoFit/>
          </a:bodyPr>
          <a:lstStyle/>
          <a:p>
            <a:pPr algn="ctr"/>
            <a:r>
              <a:rPr lang="en-US" sz="900" dirty="0"/>
              <a:t>25679</a:t>
            </a:r>
          </a:p>
        </p:txBody>
      </p:sp>
      <p:sp>
        <p:nvSpPr>
          <p:cNvPr id="77" name="TextBox 76">
            <a:extLst>
              <a:ext uri="{FF2B5EF4-FFF2-40B4-BE49-F238E27FC236}">
                <a16:creationId xmlns:a16="http://schemas.microsoft.com/office/drawing/2014/main" id="{7F140BCA-DB7F-6F45-A6FA-6A31A787ADFF}"/>
              </a:ext>
            </a:extLst>
          </p:cNvPr>
          <p:cNvSpPr txBox="1"/>
          <p:nvPr/>
        </p:nvSpPr>
        <p:spPr>
          <a:xfrm>
            <a:off x="7157158" y="5036700"/>
            <a:ext cx="570089" cy="230832"/>
          </a:xfrm>
          <a:prstGeom prst="rect">
            <a:avLst/>
          </a:prstGeom>
          <a:noFill/>
        </p:spPr>
        <p:txBody>
          <a:bodyPr wrap="square" rtlCol="0">
            <a:spAutoFit/>
          </a:bodyPr>
          <a:lstStyle/>
          <a:p>
            <a:pPr algn="ctr"/>
            <a:r>
              <a:rPr lang="en-US" sz="900" dirty="0"/>
              <a:t>25679</a:t>
            </a:r>
          </a:p>
        </p:txBody>
      </p:sp>
      <p:sp>
        <p:nvSpPr>
          <p:cNvPr id="78" name="TextBox 77">
            <a:extLst>
              <a:ext uri="{FF2B5EF4-FFF2-40B4-BE49-F238E27FC236}">
                <a16:creationId xmlns:a16="http://schemas.microsoft.com/office/drawing/2014/main" id="{36741AE7-9092-601E-B381-0043C0CCDAD2}"/>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4115224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842B3-A4CF-E357-A9AD-2824FEDFD3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B5B312-DC80-DC8F-54FF-44877B19C949}"/>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0DA4201-5CCF-C79C-1833-8C8E18407C2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EC82580-23D7-74F3-35F1-629AF3D8109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81BF9D9-CF8F-5F32-65D2-00C760EFD30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AACC88-1377-96F5-BEE9-255343CBFE76}"/>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2A05B7DC-7EDC-372D-7D00-AA2A3C43E1FC}"/>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7C414B82-A89A-7012-5712-7E8D037963CB}"/>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DACBF130-374A-D647-FCE3-C5DD96A5A99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EAA8EAC2-64CE-DA63-0C7B-DEDD6B8468C0}"/>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C128CF6-8A3D-9BBF-66C4-10D69F937FAE}"/>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D431E392-6C1C-92F4-7DC9-2D80837B5C9F}"/>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A6C17958-F541-7CC8-9C71-DBE54FEB8A22}"/>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C2825BD-B159-4370-25D1-B3E55B3D7480}"/>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256B4C12-27E8-AA7C-D7FE-241F19532AB2}"/>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E985A27C-9286-A8B9-92D1-D457F7B8217C}"/>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5210277D-F2B2-9B9F-9A69-A8889BE3B37D}"/>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B457885E-987B-639C-2780-F6C2249EE8C2}"/>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918288AB-2724-BA1F-4C28-12E2301E908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E366A260-A807-2A2D-DDFB-99ADF0032B6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797BDBE7-F352-2C84-238F-EEC38BF3B0A8}"/>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F8748F19-E149-682D-2D5C-415547936225}"/>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F0DF7EC-F1C0-9D29-28CA-5EE66ACD4A39}"/>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088C614B-A964-242E-6F07-3EB5BE19E9E4}"/>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0150C6C6-71EA-BEBF-F295-A9D153871910}"/>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7FCDA193-21AC-6B12-111E-55680C95D47B}"/>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B18077C6-6594-F4B4-D05D-C947A18186DF}"/>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A01AC6EE-8073-0F1B-5943-C465AB761104}"/>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838175AB-34D0-43D9-105F-98181F8866BF}"/>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8975F1AB-6342-A58C-E568-8D25D52248E2}"/>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4EA209B8-FA35-1A25-334C-9B7AE1A5257C}"/>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E3908F5F-7C81-6DF4-010C-DB828A46C39B}"/>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0C7E67C7-B2E8-F55F-B54B-A499D9E4191B}"/>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5C43AD19-2119-6979-48CC-52D18728F222}"/>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25ABD271-0849-E161-51D1-687778E37BF1}"/>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C40DFFB8-6602-1DFF-9B82-2694CE3914D2}"/>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9BFDB9FC-8F2D-3226-E664-C0C1CFC3BA1E}"/>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3D4539AC-B5A9-03CB-1586-A24011FB7DDF}"/>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B22B98BC-999D-BAD1-1AAD-4DAAD8227D47}"/>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F627A7F7-CF43-FE07-99DF-12E30CB32C61}"/>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7FE58F5B-277C-1A11-C520-37684F1B927F}"/>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EC92EC02-EC1E-EF8F-07FF-54948C4B8C6C}"/>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DDD964F0-899C-4BA8-3D6A-120B7692BDD1}"/>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AF5700A9-5D12-405E-2FB4-8007C6D13E67}"/>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5A1F363F-2FD5-F33A-8C6F-0310CA2FAC3D}"/>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3DFC8000-175E-0261-58D3-E7EEBD6DBFC2}"/>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9531855E-2108-306E-B8E6-E41A93954809}"/>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3F6A3958-6CE1-9E03-31F8-890336E1AA0C}"/>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D58FCCD5-624F-C7B5-60C8-2B95AB8D399B}"/>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DCDEBDE-970A-5181-77EB-11B6D5BF7563}"/>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617F2EB1-2046-59AD-3EE7-33B49E8E5FCA}"/>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8D979BF-46D3-4176-CF75-A8504348BC7B}"/>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AEB4B297-B735-8403-CB6D-32550D716233}"/>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8A383416-C6C1-9410-433F-A00CBC36F53B}"/>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E10D8A73-5EBD-4315-BDA5-EB39F121D94D}"/>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8A41B983-3768-663D-7861-AE7E87347D6E}"/>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D902D20D-90AB-790D-C2D4-0EAD65A3EC08}"/>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59F216ED-658D-D305-FF16-CC3E7D7762D5}"/>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E4E5B3A0-5533-813F-C3CD-9CA0EAAACBF5}"/>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A7A64DF5-955D-C49A-F40B-D37FBF179A20}"/>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44178A1E-0503-A5DC-070B-D709DA547BBA}"/>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DE655596-191E-224E-C725-3A53B299CC43}"/>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A3EF2FA1-6602-40D9-3647-028996083F4E}"/>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28498380-2391-C764-4434-BD1640950EE0}"/>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37FCB34C-C5DD-4E1C-F143-60E3CEDA18FD}"/>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BFC90650-934C-0FA7-3B9F-2CC640229B25}"/>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FE8D7D3D-B639-0099-2E0F-C754ADD6DF54}"/>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AAC98762-1350-FEDF-9E17-D1509FF54ECB}"/>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99FB3DC9-7C2E-51E3-27F7-C4A66A12C50A}"/>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A12FB1F0-B3F8-E108-1BDD-B4B62694A961}"/>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7734A3CD-5268-E4A4-6F58-6E3CDE260F69}"/>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62602FF1-52A4-4AC9-5733-8ACE30A7D59E}"/>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F2CC3B91-A0BF-04C8-4B3F-85DB2B198DC6}"/>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8DD4E90C-FD13-B131-EE51-14C4D0BB445F}"/>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5DAA7B91-DB32-1B42-25CD-0459DB979A27}"/>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74744778-7D2A-3101-7B27-438A631F686F}"/>
              </a:ext>
            </a:extLst>
          </p:cNvPr>
          <p:cNvSpPr txBox="1"/>
          <p:nvPr/>
        </p:nvSpPr>
        <p:spPr>
          <a:xfrm>
            <a:off x="7157158" y="5036700"/>
            <a:ext cx="570089" cy="230832"/>
          </a:xfrm>
          <a:prstGeom prst="rect">
            <a:avLst/>
          </a:prstGeom>
          <a:noFill/>
        </p:spPr>
        <p:txBody>
          <a:bodyPr wrap="square" rtlCol="0">
            <a:spAutoFit/>
          </a:bodyPr>
          <a:lstStyle/>
          <a:p>
            <a:pPr algn="ctr"/>
            <a:r>
              <a:rPr lang="en-US" sz="900" dirty="0"/>
              <a:t>2679</a:t>
            </a:r>
          </a:p>
        </p:txBody>
      </p:sp>
      <p:sp>
        <p:nvSpPr>
          <p:cNvPr id="78" name="TextBox 77">
            <a:extLst>
              <a:ext uri="{FF2B5EF4-FFF2-40B4-BE49-F238E27FC236}">
                <a16:creationId xmlns:a16="http://schemas.microsoft.com/office/drawing/2014/main" id="{03520E80-F763-79B4-610A-E4920B20BE32}"/>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308560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3D39-F1DA-2581-D68E-99071497D67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883861-DE83-9334-3609-4FEF61CC9A4A}"/>
              </a:ext>
            </a:extLst>
          </p:cNvPr>
          <p:cNvSpPr>
            <a:spLocks noGrp="1"/>
          </p:cNvSpPr>
          <p:nvPr>
            <p:ph sz="half" idx="1"/>
          </p:nvPr>
        </p:nvSpPr>
        <p:spPr/>
        <p:txBody>
          <a:bodyPr/>
          <a:lstStyle/>
          <a:p>
            <a:r>
              <a:rPr lang="en-US" dirty="0"/>
              <a:t>Initialize key cell.</a:t>
            </a:r>
          </a:p>
        </p:txBody>
      </p:sp>
      <p:pic>
        <p:nvPicPr>
          <p:cNvPr id="4" name="Picture 3" descr="A grid of sudoku puzzle&#10;&#10;Description automatically generated">
            <a:extLst>
              <a:ext uri="{FF2B5EF4-FFF2-40B4-BE49-F238E27FC236}">
                <a16:creationId xmlns:a16="http://schemas.microsoft.com/office/drawing/2014/main" id="{DE0FBF95-FABE-C03D-F9D3-178B8769337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9D3BABA-33A4-3570-E8FB-14EA7EEB60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41E7889-2C9B-C362-0531-F8A4F341137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A99E31-07A5-9979-90B9-3E22D7B0D010}"/>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13E5D64F-4FDB-76CA-E29D-4F456BC55ED4}"/>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9B65D7EF-59D9-01AD-7179-D4D6142FA4C4}"/>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3BBFF69D-9F40-17DC-1759-3F04BC59C6C2}"/>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C6597071-C71B-4CA0-8C06-4E5BD6435FF6}"/>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91DAD688-323C-3CA4-028F-46091AECDD1F}"/>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DE2CD732-F42F-EB5C-5811-BBED049727D9}"/>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EB73EECF-EB3B-1C8C-90FD-1C1F19E74E52}"/>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376BAE6-FE01-40B2-9C9F-357B4CF85E22}"/>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DCD3629F-7486-97BA-13E4-1C1911B68A3E}"/>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A0C6C099-3F1A-E41B-9C40-3F8F52F08077}"/>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274808E-FA7B-73FF-264D-EC0798CEEC6B}"/>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D658757A-0005-B76D-4514-83A6BBFDE4A3}"/>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21A81071-DD0E-0D00-16F8-AC7EE6370E7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AF0F3578-00AA-D5D2-9709-CE43901CBDC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A63875B1-4A6D-6214-B934-376EEAE52160}"/>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6B465244-2C3B-F074-5487-59953070B702}"/>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EBD12DB-D9F8-410B-DAC5-3F9CCEA9BB21}"/>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69C3014A-23A8-7530-A472-F687FD1D590E}"/>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51FB935A-F718-80B7-9387-9FFD1E658550}"/>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6005B217-9185-FF9D-0F3E-89EB00AFF63B}"/>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4674DF5A-0F44-C041-5AAA-E356BCB1F9BE}"/>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A3471AB3-DFD5-EC44-1117-A51FA4261B09}"/>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6C865CB-C8B0-1CF3-FFE4-841C9EDC4C7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B7563BC2-6E5F-0483-8926-2114513BC029}"/>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2E7BE6C8-B031-62D7-8F41-DEADB6D13CA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CB2A4143-EC94-5E8E-ABE1-7DA09115A4F9}"/>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0E4C4F9A-2124-2B76-EF5E-969E6507B081}"/>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C1E14913-4C06-8BA3-5EDF-181EEB225A3B}"/>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53D7AF6F-5530-0D2A-9CBD-7CA42A3C6569}"/>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DA4D0A92-D4E0-0FDB-2A1E-E95799986996}"/>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74657EEF-A20A-6975-F80A-F29CA376624A}"/>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E219A05D-D86E-CF36-5062-F736E81747EC}"/>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970EC610-443B-391F-E357-37E9E6858FD8}"/>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CB5DDDD6-62FB-9363-CB5F-85F02989527A}"/>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70642C6D-CEE3-9804-018A-E7F9D7309C22}"/>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6C4B46A7-2285-00BC-D6AB-9F5ED4E2C9B1}"/>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801AE1ED-4246-6508-DCF0-2688613748FB}"/>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484B6CA9-CEA7-FF40-FC33-22E245C12877}"/>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7C1E65ED-D544-C4ED-CB03-00231173BC5D}"/>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17F1BBF4-5955-D56B-0D17-6AB36FAC2403}"/>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48EFCD69-43B8-D050-27D2-64C94F407183}"/>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1A76CB49-5308-AF79-E88C-861FAA9D1F0E}"/>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2040F81-82CB-BDD8-B08E-FEDF58DA2506}"/>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DFFC6917-83A4-5CAF-13BF-3E74CBC7E717}"/>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BD6098A7-C658-48C8-1F6B-D598B84932C1}"/>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F8C38AEA-B582-4699-2AB4-69D1E402F810}"/>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801D22AB-B7F6-188A-B744-F33B51ECE523}"/>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213FBC1F-D14E-0F6F-1C8A-C79A39F5CF87}"/>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48BE1B40-F78D-CB09-11B0-75015048FC81}"/>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C911AAC1-46EE-ADE7-D1E8-F4C7008E0705}"/>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33753658-09D4-8E73-93C0-08B1A9B71701}"/>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9D133EC2-4032-7567-F7F2-115349479845}"/>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2B0D8345-8910-9C4A-BA47-75164A48672F}"/>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52A9C099-766F-A1F6-7377-26783AE42E62}"/>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8B3227A9-ABC4-54D1-6E8F-34DC9F0436F8}"/>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E6048F33-6CBF-368E-4765-6DB99D47F953}"/>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2C0ACF37-156A-AE25-D741-4B1AFDF9877B}"/>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A04C9AC0-6796-E295-A40B-8DC5F4D9C6F7}"/>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9CCA62E4-6B38-235D-CF99-7FCADAC60DBA}"/>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780B08EB-A358-4D76-E4A3-48A1B4168E61}"/>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98D7E484-4EF4-EDA3-B835-BECA053CA47F}"/>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10A62622-5596-B395-3C92-4626E9ED2923}"/>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3804C339-C77B-42A2-29B0-20646CF8A30E}"/>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081AB431-E86B-8106-84DA-46BED5AB0F66}"/>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5514C87A-5433-8CF9-8A0D-785AD96F1AC6}"/>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40D43B68-0E55-2D0D-2B18-9CA664D8D982}"/>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C5766880-B2C8-3FF0-7C99-1986CE5E14A9}"/>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BF8B97D3-5147-9B16-58AB-6881199D007A}"/>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5F3116B7-E72B-27A9-06AD-6F10299C0C34}"/>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3BEF1CD2-2C0A-B53B-CC4C-BB4E32DC967B}"/>
              </a:ext>
            </a:extLst>
          </p:cNvPr>
          <p:cNvSpPr txBox="1"/>
          <p:nvPr/>
        </p:nvSpPr>
        <p:spPr>
          <a:xfrm>
            <a:off x="7157158" y="5036700"/>
            <a:ext cx="570089" cy="230832"/>
          </a:xfrm>
          <a:prstGeom prst="rect">
            <a:avLst/>
          </a:prstGeom>
          <a:noFill/>
        </p:spPr>
        <p:txBody>
          <a:bodyPr wrap="square" rtlCol="0">
            <a:spAutoFit/>
          </a:bodyPr>
          <a:lstStyle/>
          <a:p>
            <a:pPr algn="ctr"/>
            <a:r>
              <a:rPr lang="en-US" sz="900" dirty="0"/>
              <a:t>2679</a:t>
            </a:r>
          </a:p>
        </p:txBody>
      </p:sp>
      <p:sp>
        <p:nvSpPr>
          <p:cNvPr id="78" name="TextBox 77">
            <a:extLst>
              <a:ext uri="{FF2B5EF4-FFF2-40B4-BE49-F238E27FC236}">
                <a16:creationId xmlns:a16="http://schemas.microsoft.com/office/drawing/2014/main" id="{94EA39B9-CAEB-ACE1-A7AE-CC858AA32B30}"/>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D462A8FB-76FF-6CEC-49E4-A2F7B8E590DE}"/>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345789</a:t>
            </a:r>
          </a:p>
        </p:txBody>
      </p:sp>
    </p:spTree>
    <p:extLst>
      <p:ext uri="{BB962C8B-B14F-4D97-AF65-F5344CB8AC3E}">
        <p14:creationId xmlns:p14="http://schemas.microsoft.com/office/powerpoint/2010/main" val="485200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BE819-F577-4972-DB23-D441BC54FB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371E40-DD38-1670-D805-F7B54D01ACE1}"/>
              </a:ext>
            </a:extLst>
          </p:cNvPr>
          <p:cNvSpPr>
            <a:spLocks noGrp="1"/>
          </p:cNvSpPr>
          <p:nvPr>
            <p:ph sz="half" idx="1"/>
          </p:nvPr>
        </p:nvSpPr>
        <p:spPr/>
        <p:txBody>
          <a:bodyPr/>
          <a:lstStyle/>
          <a:p>
            <a:r>
              <a:rPr lang="en-US" dirty="0"/>
              <a:t>Because of the arrow, the key cell from the previous slide cannot exceed 7 (which, plus 2, would be 9), and the cell in the bottom right corner cannot exceed 6 (which, plus 3, would be 9).</a:t>
            </a:r>
          </a:p>
        </p:txBody>
      </p:sp>
      <p:pic>
        <p:nvPicPr>
          <p:cNvPr id="4" name="Picture 3" descr="A grid of sudoku puzzle&#10;&#10;Description automatically generated">
            <a:extLst>
              <a:ext uri="{FF2B5EF4-FFF2-40B4-BE49-F238E27FC236}">
                <a16:creationId xmlns:a16="http://schemas.microsoft.com/office/drawing/2014/main" id="{45B17BD3-E031-F7D4-AFD1-F25F1D6B8AF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48BD709-21AA-80B8-785B-78B7ABF4F2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33F8F7A-C12A-23B3-3D59-C5C7B094AB1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C52B792-641E-04E1-DA5C-6F39F3A3DC6A}"/>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C018FF5D-13EC-CD19-4C5F-ED9721D35B1A}"/>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3546538-5938-87EB-E137-9559FEA2367E}"/>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33B7BFB0-5530-B3E5-F131-CA375B4E951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5072391-3DD6-9F13-B47A-F0B00AE002C2}"/>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2A0BF292-B236-983B-6A31-568F7619B06B}"/>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822B815A-7D6C-C049-AE14-701BD76D6BBD}"/>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5E6D071C-F100-5A5D-FB83-1CA40D78BAD8}"/>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07FE540-56D3-4884-82B1-C6B4D4F82B65}"/>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05438D68-9AE0-0CF2-12E3-FC1B2511A2EE}"/>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C7D9509D-9846-4E29-0261-E13FDFB0CBF4}"/>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945C34B-3B56-134F-8CA2-09464E576E46}"/>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08FFB996-F446-8CF8-3D7C-8EAF0B01AA16}"/>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A126A5C0-0C36-8C7E-EA70-B4EAC827AEE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E7374EE-3559-2ED9-D018-D7DD4DABB44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53EB6004-8A87-003F-CC8E-EE5A29711E6D}"/>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A51B6177-E6F1-1B3E-6AEC-F6226E69BF32}"/>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FC34B22E-B5BB-C3E7-5C43-E9AD6194273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51EF7A78-E0A8-0206-9AA8-0218848500C1}"/>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E9B3CB39-4F6E-84D8-7D71-E30C52BC4BCD}"/>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EB3F43F3-1D3A-BE62-F33F-917E226E9667}"/>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4EDF3983-D528-1AF9-011D-E47E353C655E}"/>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C9D7214B-20E2-EA22-2403-5A15CC212DF6}"/>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8CB21D81-1129-6557-A968-9BE2E9FF80D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DB669324-FB61-EAF2-C370-65B9F65DD290}"/>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1C22CF99-8589-D5E9-7CBA-F6FF9DFD7A23}"/>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C4060439-1D31-F71E-97BE-AC07C48B872F}"/>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DEAB471C-BC28-5AC9-FEF8-66D241B44979}"/>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755B76D8-E456-A6EC-9F5F-558DB015E349}"/>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78ADB1A5-DA7E-7F81-E7AC-9349DE66BB94}"/>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C886601F-8062-EFC7-890E-6D9544816658}"/>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E758FC45-7E3B-14A8-03EF-8A0AC4A35441}"/>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78644327-3585-EE4D-7C7C-569A49BD200B}"/>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40032D0C-1956-85B2-2C83-2BA562501FFC}"/>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454B7D16-1E55-5B05-0B61-67FBD357273F}"/>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14737466-9241-4A42-3138-DC41BD26389B}"/>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B0B43FFD-6118-F5B3-2065-83C2A3545729}"/>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A875EF88-CE52-1B5C-0E3F-C765A0726B2C}"/>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EF0C9D33-B0A1-F5DC-5DBB-40695805EA6D}"/>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8EE0B641-07E5-E1C1-1A98-978C322F01F3}"/>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FF58A1AE-2E68-508C-A0AF-BD81C4F30F3E}"/>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581D288E-829F-D0B0-9AA6-67B81BF88881}"/>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E6B801AE-0B9B-BD49-4AA9-5DAD33300D8B}"/>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B40FE0D-9022-FD7A-D9BE-728BD44C63B2}"/>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C4EE0940-D568-5B0C-1800-60066456F08B}"/>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8AB623B6-6E8B-6D5F-FC7C-E9C41FB155AF}"/>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E05BEB0E-6C5A-1770-8DD8-1517F49898A8}"/>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4621E315-70E1-69B4-6A79-FB7D7F4A930A}"/>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2C809068-3034-6402-A132-2819F0C5025F}"/>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ED43E933-CF07-12FD-674B-0E1CD711FD3A}"/>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9FAAE364-E4A2-2ADA-5EF4-E98856281D83}"/>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5AD3C29B-169D-953B-B92E-CE113BF13B4B}"/>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3229F7AE-37EA-2ABF-4B73-502FB0330AB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F69FAE42-29E7-2305-85A6-12FD6F471C7D}"/>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053888BA-9043-5C37-DF20-4F72AD40A32D}"/>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BA4B5F9E-3B9E-F160-9C98-564D87AA96FE}"/>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F5841C15-00F0-C16D-FA3F-55AF027DFFC1}"/>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FBF4D5D0-97A8-03C1-BCF8-0E0BCD45387D}"/>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E40AA433-03F4-E9C5-62B4-0A029E0610CF}"/>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3B1BE632-3D27-0DD3-C3F4-E56F262177ED}"/>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343E6F34-2FCC-7085-0800-7D91DB64F6B5}"/>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72712C8A-AFEF-5A1C-3F0A-7E7B46112EF7}"/>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3CE66063-ECC2-E7B2-97D9-028E6728E8CA}"/>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99E7284E-847A-6F56-F87A-74E3DA5B505C}"/>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F2FA285D-3E7F-41E0-0AF4-D6812F742EF1}"/>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EC4963E6-1FB8-E8CF-BE8A-467D51919B54}"/>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FB147856-ED65-3919-1059-452DBB9DB682}"/>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60FDA389-EF11-5559-9978-07EA50983C8A}"/>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41E2DB16-2827-1110-6E91-2A1F06D0130B}"/>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99974C96-9729-B4F3-AB76-2184494614DA}"/>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285B20C6-5E70-266D-4090-80BB692DE6FA}"/>
              </a:ext>
            </a:extLst>
          </p:cNvPr>
          <p:cNvSpPr txBox="1"/>
          <p:nvPr/>
        </p:nvSpPr>
        <p:spPr>
          <a:xfrm>
            <a:off x="7157158" y="5036700"/>
            <a:ext cx="570089" cy="230832"/>
          </a:xfrm>
          <a:prstGeom prst="rect">
            <a:avLst/>
          </a:prstGeom>
          <a:noFill/>
        </p:spPr>
        <p:txBody>
          <a:bodyPr wrap="square" rtlCol="0">
            <a:spAutoFit/>
          </a:bodyPr>
          <a:lstStyle/>
          <a:p>
            <a:pPr algn="ctr"/>
            <a:r>
              <a:rPr lang="en-US" sz="900" dirty="0"/>
              <a:t>26</a:t>
            </a:r>
          </a:p>
        </p:txBody>
      </p:sp>
      <p:sp>
        <p:nvSpPr>
          <p:cNvPr id="78" name="TextBox 77">
            <a:extLst>
              <a:ext uri="{FF2B5EF4-FFF2-40B4-BE49-F238E27FC236}">
                <a16:creationId xmlns:a16="http://schemas.microsoft.com/office/drawing/2014/main" id="{24CF093B-FA32-19EA-CEFE-280DC5274078}"/>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28AEF3DD-FE6B-DF12-36A9-BF2CC0AED153}"/>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3457</a:t>
            </a:r>
          </a:p>
        </p:txBody>
      </p:sp>
    </p:spTree>
    <p:extLst>
      <p:ext uri="{BB962C8B-B14F-4D97-AF65-F5344CB8AC3E}">
        <p14:creationId xmlns:p14="http://schemas.microsoft.com/office/powerpoint/2010/main" val="2173733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3FDEF-8EFE-8313-7A9E-DFCC7417964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42F3C-D5EC-35E9-F0A1-6367904BCDF6}"/>
              </a:ext>
            </a:extLst>
          </p:cNvPr>
          <p:cNvSpPr>
            <a:spLocks noGrp="1"/>
          </p:cNvSpPr>
          <p:nvPr>
            <p:ph sz="half" idx="1"/>
          </p:nvPr>
        </p:nvSpPr>
        <p:spPr/>
        <p:txBody>
          <a:bodyPr/>
          <a:lstStyle/>
          <a:p>
            <a:r>
              <a:rPr lang="en-US" dirty="0"/>
              <a:t>Possible sums are as given.</a:t>
            </a:r>
          </a:p>
        </p:txBody>
      </p:sp>
      <p:pic>
        <p:nvPicPr>
          <p:cNvPr id="4" name="Picture 3" descr="A grid of sudoku puzzle&#10;&#10;Description automatically generated">
            <a:extLst>
              <a:ext uri="{FF2B5EF4-FFF2-40B4-BE49-F238E27FC236}">
                <a16:creationId xmlns:a16="http://schemas.microsoft.com/office/drawing/2014/main" id="{7DACB65E-C2B9-0B3A-D0ED-F185BEC823C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B4369BE-6684-877F-004C-48AABA6BEC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A9E3568-CB7B-9033-D12D-E9C0734341E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DAF95C6-DC5D-9836-E287-D4346592AD18}"/>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C6BA22BF-1594-BFA1-E173-754CEA378539}"/>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4431DA0-A586-FDFF-58F3-1E6E4A2FD2BD}"/>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4DB88B2F-4261-841B-7EE2-807EEB0BCC33}"/>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1C01E5A-0997-89F6-054C-72D3F2ADE20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78B8610F-B070-D0A3-34AD-65FAAB4C907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BCA36013-B829-636A-A3E3-911E35DA1226}"/>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92BE46D0-E4E5-ED20-E0A5-9A1876418BCE}"/>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78762F4A-DF36-C36F-1A0C-6719E9A49998}"/>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1AC2A149-FDB1-0E16-89D5-CB52249CD7DE}"/>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788BA336-84FF-D7E8-4EDD-936801A5847D}"/>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55DDDBC-2624-FDAF-22E6-C5340E09DF5C}"/>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DA74DE5-BB95-6C62-CB53-F09CE2EAE2AB}"/>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578AA13D-AE7A-714E-3BF0-065B4DAF86A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69D02D93-FB8E-6DED-688A-388A162DF33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FBBB3A49-5247-AD8A-5794-07BE9C640FD3}"/>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E47C49E4-7039-619F-C91B-C7F737C4FF3E}"/>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D3EDA3B0-E70A-3D62-0CB3-E5D8B6C5D696}"/>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A3DA3D94-9F26-B8CD-EB72-4EA749065E7D}"/>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748C1CAA-D67C-BE6F-E25F-4BE68BAEE1F3}"/>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3C9C96D1-FCE8-DACE-5F69-8D1C90077C4F}"/>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C496DADF-10D8-E342-051A-5AF991247A59}"/>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899DD539-B431-AEBF-BDA5-57FD34B4A19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1973CE7-FD04-AF1A-88AD-DCBB019A0F2D}"/>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5A99CB2B-91C0-C069-9A37-0D392AF9DA16}"/>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9F3D689E-CE56-B889-EE70-DB170AB6223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881712E4-3681-D26C-3F67-A2EC66CE01B7}"/>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DD0C703C-6495-4153-D249-A04064A6D188}"/>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E9030A12-DCFD-9EA0-4814-3C7AFFD54122}"/>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9AF9489A-A097-E36D-FB59-DEB86CE4C85F}"/>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4045D36F-928F-13A8-F851-2FFBDDC4BF8C}"/>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169CD953-9848-E7D8-6987-8CDAF86C4DEC}"/>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C6269BC3-1021-94BE-44EA-E5507CD2B9A8}"/>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C56A120B-609E-08F6-0D4A-976AE77D1780}"/>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7FE173FA-B136-8EB4-9A60-C705AEF25111}"/>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F4091667-7BD0-935C-337B-B77BE49DBDBE}"/>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DCAF44AB-BF0B-0BE1-A062-CCDF595A8B23}"/>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92E68DDE-7983-B9A7-AECD-DB1925201E5D}"/>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09468819-B42F-711C-39A2-D78668559468}"/>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5EAF64A6-9647-B19D-9471-A70C35B4795E}"/>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A890E2BA-8EB9-731C-3430-9DE662961E26}"/>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31CC2267-43A7-6E8B-2786-DCEECA61F040}"/>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E9966FFF-C055-0075-DC50-58FC56F689E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2D3D1555-086D-C7CB-EE71-1A94CF0F5193}"/>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3A2D627-8C8C-426A-BA18-755FFA4BA8FA}"/>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B4938C5C-94AD-F23E-659E-0E8A63DD2C5E}"/>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C36D8802-788B-A807-C111-E39961170A8F}"/>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30515516-48D0-BA73-877A-A636D68A7078}"/>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9FE3F6F5-BE65-B13D-1393-44EE7DE457E2}"/>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2ACF03D1-9C37-71D3-86CB-B114FDD74D88}"/>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40E0C108-38FD-F8D8-045F-E694D691D984}"/>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B927337D-E9E8-F1B9-261B-C119334F78BF}"/>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66176A5A-03A1-EBDC-9BA3-71F6EDEC5205}"/>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0D512737-B8D7-6CEC-BAAC-420E426CE28B}"/>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FDA631D3-689C-481E-2C1E-4B8821AE1890}"/>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A0B8D059-1250-A4DC-F2CD-62EBDE090BC7}"/>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4AD14760-84C8-6CB9-CCE4-1A5CA369D974}"/>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CF89882F-73C9-4C62-AFA0-D12E09F0F474}"/>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DD9CA8D5-5BA1-86DC-D14C-74F51544AB75}"/>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30AA23A6-F8A6-100A-0700-2A860782FBF2}"/>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DDB4F233-CAC0-360B-DD59-051FB4DB5B85}"/>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A5D3193A-48CB-36A8-83FF-45F14386EA14}"/>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5FAF355D-ECA8-885F-7FDC-8714474BB8FD}"/>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B2527413-2B76-88A4-D3A0-428B6BDEDBCE}"/>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2B7C6255-A8F6-9144-9A8D-215BA6CE616C}"/>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4FB50190-8E19-0490-98D7-EF4AAB768FD1}"/>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67506837-97E0-75CD-3F7B-65B535F13B09}"/>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4D6D862D-56F7-8586-272C-0AEDB08C70FE}"/>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AF091972-F53E-067C-AAB6-68EB6509C4EB}"/>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E591FD56-AF7F-9892-A8F5-E19EC22E5959}"/>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D5038687-EEC4-6AED-6AD6-51940C10450A}"/>
              </a:ext>
            </a:extLst>
          </p:cNvPr>
          <p:cNvSpPr txBox="1"/>
          <p:nvPr/>
        </p:nvSpPr>
        <p:spPr>
          <a:xfrm>
            <a:off x="7157158" y="5036700"/>
            <a:ext cx="570089" cy="230832"/>
          </a:xfrm>
          <a:prstGeom prst="rect">
            <a:avLst/>
          </a:prstGeom>
          <a:noFill/>
        </p:spPr>
        <p:txBody>
          <a:bodyPr wrap="square" rtlCol="0">
            <a:spAutoFit/>
          </a:bodyPr>
          <a:lstStyle/>
          <a:p>
            <a:pPr algn="ctr"/>
            <a:r>
              <a:rPr lang="en-US" sz="900" dirty="0"/>
              <a:t>26</a:t>
            </a:r>
          </a:p>
        </p:txBody>
      </p:sp>
      <p:sp>
        <p:nvSpPr>
          <p:cNvPr id="78" name="TextBox 77">
            <a:extLst>
              <a:ext uri="{FF2B5EF4-FFF2-40B4-BE49-F238E27FC236}">
                <a16:creationId xmlns:a16="http://schemas.microsoft.com/office/drawing/2014/main" id="{6585F6D9-C4D2-45A6-218F-CD671558306C}"/>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E7491061-0FC4-53EB-1D1B-DC150B23FE4E}"/>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3457</a:t>
            </a:r>
          </a:p>
        </p:txBody>
      </p:sp>
      <p:sp>
        <p:nvSpPr>
          <p:cNvPr id="79" name="TextBox 78">
            <a:extLst>
              <a:ext uri="{FF2B5EF4-FFF2-40B4-BE49-F238E27FC236}">
                <a16:creationId xmlns:a16="http://schemas.microsoft.com/office/drawing/2014/main" id="{CCD8854F-5689-4B4B-8AA3-662E3A8B895A}"/>
              </a:ext>
            </a:extLst>
          </p:cNvPr>
          <p:cNvSpPr txBox="1"/>
          <p:nvPr/>
        </p:nvSpPr>
        <p:spPr>
          <a:xfrm>
            <a:off x="6654802" y="4909484"/>
            <a:ext cx="570089" cy="230832"/>
          </a:xfrm>
          <a:prstGeom prst="rect">
            <a:avLst/>
          </a:prstGeom>
          <a:noFill/>
        </p:spPr>
        <p:txBody>
          <a:bodyPr wrap="square" rtlCol="0">
            <a:spAutoFit/>
          </a:bodyPr>
          <a:lstStyle/>
          <a:p>
            <a:pPr algn="ctr"/>
            <a:r>
              <a:rPr lang="en-US" sz="900" dirty="0"/>
              <a:t>5679</a:t>
            </a:r>
          </a:p>
        </p:txBody>
      </p:sp>
    </p:spTree>
    <p:extLst>
      <p:ext uri="{BB962C8B-B14F-4D97-AF65-F5344CB8AC3E}">
        <p14:creationId xmlns:p14="http://schemas.microsoft.com/office/powerpoint/2010/main" val="22673934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00A0B-8CC1-6630-AE59-B424078784F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A0D06F-E310-888F-913A-431F7031B0FA}"/>
              </a:ext>
            </a:extLst>
          </p:cNvPr>
          <p:cNvSpPr>
            <a:spLocks noGrp="1"/>
          </p:cNvSpPr>
          <p:nvPr>
            <p:ph sz="half" idx="1"/>
          </p:nvPr>
        </p:nvSpPr>
        <p:spPr/>
        <p:txBody>
          <a:bodyPr>
            <a:normAutofit fontScale="92500" lnSpcReduction="20000"/>
          </a:bodyPr>
          <a:lstStyle/>
          <a:p>
            <a:r>
              <a:rPr lang="en-US" dirty="0"/>
              <a:t>7 isn’t possible on the arrow. It implies a sum of 9, which conflicts with the 79 cell, above.</a:t>
            </a:r>
          </a:p>
          <a:p>
            <a:r>
              <a:rPr lang="en-US" dirty="0"/>
              <a:t>5 isn’t possible in the total. It implies 3 on the arrow, which conflicts with the 53 cell, above.</a:t>
            </a:r>
          </a:p>
        </p:txBody>
      </p:sp>
      <p:pic>
        <p:nvPicPr>
          <p:cNvPr id="4" name="Picture 3" descr="A grid of sudoku puzzle&#10;&#10;Description automatically generated">
            <a:extLst>
              <a:ext uri="{FF2B5EF4-FFF2-40B4-BE49-F238E27FC236}">
                <a16:creationId xmlns:a16="http://schemas.microsoft.com/office/drawing/2014/main" id="{40A87D8C-34BE-50F9-9F78-FEF5C558F3A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177942A-4C16-919C-B0A0-405F2F106F7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5EE2FC7-4F4D-6AA5-E87E-1DC2E774978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8A27D6E-15D1-89E5-95A5-CF3AAD80E406}"/>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71DC810C-704A-6CA9-67CE-9FB43F81FC9A}"/>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3BD4A20-C4AF-A595-67E2-987D6D836C46}"/>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C637D475-5357-5D4C-E5E3-6F28ACBC707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CC2A1F3B-0B07-7716-975B-AA957D40F83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15A3E17-EF66-FCC6-647D-37EE9ADDBD4F}"/>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996B65AA-1085-A78E-717E-6F85B2761DA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64871DD1-4AD5-7D8C-BEAD-C34A120AFC5A}"/>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357E2995-FE6C-CB07-3A01-0AD03AA71C54}"/>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EAE3D1BE-84C9-97FE-69CD-5C0B509162B6}"/>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ADB48FC2-6851-A013-4F4A-B8525A10BB6B}"/>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D3DDC58B-8480-D20A-CA41-17486AD9FED3}"/>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F1519342-8601-ECBF-8350-C92C85CE37A7}"/>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0AAC6C9D-2B01-2576-0A95-7A7D87FD13C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8CD19C20-8C39-F098-9C3E-AF833DA8578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D06CBB6A-145A-F5DA-2EB9-359E6C07D654}"/>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467729C4-9469-783F-9D74-3F1A5A195ADF}"/>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4748D97F-9BC7-7A24-73CD-B0FD1FB768A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AB8BA1FD-90FF-63F8-F26C-E2750E654F63}"/>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C44464D3-A4C8-AECB-DCB5-22C3EAFA96AF}"/>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4DA6D7A2-88EA-A929-47B3-A09C5E401595}"/>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F9B851F4-3F57-38E3-BA12-A0C3C21D338C}"/>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AC6F6F9D-AC2E-FD8E-97F7-B5834937A1FB}"/>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121947C-EB02-4EF1-702C-C5E5F00D3DE3}"/>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1593864-1D8D-3BB7-45B2-7EF91C41817D}"/>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5F89C519-3083-1F99-B59A-3F27BB69F59A}"/>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F0A862C8-0E6B-654B-9874-9168C4BCE469}"/>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8CEA829F-6341-D5DC-1BCB-3329B9841BFD}"/>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C812CF15-2C06-E00C-6A29-D029E01735C5}"/>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FA8843DE-645C-1B01-3CDE-FED10F3ED08C}"/>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2B10A6E5-9C2F-6A7F-12E4-6DB3A573F777}"/>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7887C248-0CC9-F4F1-95C0-A206A0BFC7E5}"/>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EBEF691E-8166-1699-7D88-6BFDE498C1BD}"/>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A09ABA45-7D03-9CE7-434C-CDD46A2EEDE1}"/>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BA6484D3-D86A-3871-0568-D22B544BC730}"/>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4E223A61-FC53-2AD3-DA53-534650EAE035}"/>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7D1BC071-36BE-D10E-C466-A30D53C00F05}"/>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9530508D-0F63-D0B2-BB2A-D7A62D24FBFB}"/>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C399206C-075B-EAF1-7BAA-1D1D3A0823EE}"/>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E3F61664-8ADD-CBE6-02C8-01B3B52B63B9}"/>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D81B2E42-0210-332E-F260-F32FC57D3A59}"/>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3CE08114-A5F8-3F7C-4053-001287E1D79A}"/>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AA510C99-A493-89F0-D173-39604BE8E342}"/>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CDC98854-CCC3-A5E0-1837-9B9DACE95BBE}"/>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479B92C-A166-2B9F-8761-88BE5573F28E}"/>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79FB61D2-D247-DD40-AEB4-EBF1443B50B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C18EED6-45E5-ADA1-F2ED-75DA33FD9D40}"/>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03EACE98-ABFA-E05A-6D6B-950DF8332269}"/>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1DBDCFFB-A99D-7E04-4664-91077AE03650}"/>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0627A35B-0F9B-8185-08B3-0C5C886D0FE2}"/>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20DFF9B6-4B7C-1846-5744-501EA622C813}"/>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E6B1BC3F-84DE-3050-BC2F-F16702950C76}"/>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4AD0F53F-D0F9-3AEA-F13F-9EF1DCC023A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E32338C2-AC1A-708A-31F9-C8669A20622A}"/>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CEBCB298-3DBF-4A0A-DFC9-265ECC1640DC}"/>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34010A94-DAEC-54F9-FEEA-6F20CB05C3D6}"/>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3454766D-43CB-2288-2E49-26C40998E2FA}"/>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77345461-AE1C-C7E3-A141-39521F2000C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884AA26A-1216-0561-9D75-ADD3518EDE23}"/>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2D85B723-ED25-3778-94E0-37FAA29C03EF}"/>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9CB79B5C-79A5-49CF-4D1C-3A2ED7A1DD01}"/>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E54C9CEE-BD6A-67EB-9A28-34C63A403452}"/>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90BED80F-12D9-D248-5B46-398E93ADE5CC}"/>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3786A196-C1AB-E2A7-5802-01193E167DCF}"/>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50AD47F3-DA24-0948-737F-149B7F2DC1B0}"/>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0A429ADB-03DA-C095-00EE-3D19A6F258A6}"/>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4FE77F70-7826-9222-C2A1-B58A562FB927}"/>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B281D2D5-FAF5-0408-0913-B99EB3C36E5E}"/>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BD1972C5-1EEE-FFAE-1311-8E75711840F8}"/>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31D226B8-E56D-9F2E-8455-A1A0B839548B}"/>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1B64EAA7-327B-A07B-E9E9-5AB497FEAA8A}"/>
              </a:ext>
            </a:extLst>
          </p:cNvPr>
          <p:cNvSpPr txBox="1"/>
          <p:nvPr/>
        </p:nvSpPr>
        <p:spPr>
          <a:xfrm>
            <a:off x="7157158" y="5036700"/>
            <a:ext cx="570089" cy="230832"/>
          </a:xfrm>
          <a:prstGeom prst="rect">
            <a:avLst/>
          </a:prstGeom>
          <a:noFill/>
        </p:spPr>
        <p:txBody>
          <a:bodyPr wrap="square" rtlCol="0">
            <a:spAutoFit/>
          </a:bodyPr>
          <a:lstStyle/>
          <a:p>
            <a:pPr algn="ctr"/>
            <a:r>
              <a:rPr lang="en-US" sz="900" dirty="0"/>
              <a:t>26</a:t>
            </a:r>
          </a:p>
        </p:txBody>
      </p:sp>
      <p:sp>
        <p:nvSpPr>
          <p:cNvPr id="78" name="TextBox 77">
            <a:extLst>
              <a:ext uri="{FF2B5EF4-FFF2-40B4-BE49-F238E27FC236}">
                <a16:creationId xmlns:a16="http://schemas.microsoft.com/office/drawing/2014/main" id="{8660587A-2A7D-E141-76B3-84ACA9EAD984}"/>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E730CB10-E1F9-638B-51E9-8BFCF4199580}"/>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a:t>
            </a:r>
          </a:p>
        </p:txBody>
      </p:sp>
      <p:sp>
        <p:nvSpPr>
          <p:cNvPr id="79" name="TextBox 78">
            <a:extLst>
              <a:ext uri="{FF2B5EF4-FFF2-40B4-BE49-F238E27FC236}">
                <a16:creationId xmlns:a16="http://schemas.microsoft.com/office/drawing/2014/main" id="{B1095052-5E20-791A-A674-023278482C9D}"/>
              </a:ext>
            </a:extLst>
          </p:cNvPr>
          <p:cNvSpPr txBox="1"/>
          <p:nvPr/>
        </p:nvSpPr>
        <p:spPr>
          <a:xfrm>
            <a:off x="6654802" y="4909484"/>
            <a:ext cx="570089" cy="230832"/>
          </a:xfrm>
          <a:prstGeom prst="rect">
            <a:avLst/>
          </a:prstGeom>
          <a:noFill/>
        </p:spPr>
        <p:txBody>
          <a:bodyPr wrap="square" rtlCol="0">
            <a:spAutoFit/>
          </a:bodyPr>
          <a:lstStyle/>
          <a:p>
            <a:pPr algn="ctr"/>
            <a:r>
              <a:rPr lang="en-US" sz="900" dirty="0"/>
              <a:t>967</a:t>
            </a:r>
          </a:p>
        </p:txBody>
      </p:sp>
    </p:spTree>
    <p:extLst>
      <p:ext uri="{BB962C8B-B14F-4D97-AF65-F5344CB8AC3E}">
        <p14:creationId xmlns:p14="http://schemas.microsoft.com/office/powerpoint/2010/main" val="30363636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5B974-1B08-EBA8-D1C2-89B3B9A61C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6A5247-BF25-D3A3-C6CC-98AEB0B14744}"/>
              </a:ext>
            </a:extLst>
          </p:cNvPr>
          <p:cNvSpPr>
            <a:spLocks noGrp="1"/>
          </p:cNvSpPr>
          <p:nvPr>
            <p:ph sz="half" idx="1"/>
          </p:nvPr>
        </p:nvSpPr>
        <p:spPr/>
        <p:txBody>
          <a:bodyPr/>
          <a:lstStyle/>
          <a:p>
            <a:r>
              <a:rPr lang="en-US" dirty="0"/>
              <a:t>Initialize last cell in Column 8.</a:t>
            </a:r>
          </a:p>
        </p:txBody>
      </p:sp>
      <p:pic>
        <p:nvPicPr>
          <p:cNvPr id="4" name="Picture 3" descr="A grid of sudoku puzzle&#10;&#10;Description automatically generated">
            <a:extLst>
              <a:ext uri="{FF2B5EF4-FFF2-40B4-BE49-F238E27FC236}">
                <a16:creationId xmlns:a16="http://schemas.microsoft.com/office/drawing/2014/main" id="{F6F283AC-2663-94CE-2A4B-45CD81D14B9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9AC8F68-229B-253A-C385-DEBFB42CBD5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3F65841-7A26-6B6E-F733-99E546E0F02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DBF2129-7314-AAE8-6F44-9C70AE4DF327}"/>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F777DA42-0818-2708-B63F-46F311C1AEBC}"/>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B339A41-D5A5-07D2-C9D7-22CE9AD47E6C}"/>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7AFC93D9-11A2-88F7-3EE6-8D5D4291B7A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BED16C48-C4C3-3B9D-ED2B-8222CB541B14}"/>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66DE6D1E-77B9-F133-4A0F-2C0ABDBE602B}"/>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EBB5788-6DFC-1C4F-9DF9-97C7478DBEEE}"/>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8A4B046E-9397-F4CB-720D-7211656AD5D7}"/>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1ACA22DB-195D-1888-1925-58E44981A719}"/>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451B933F-D79C-4E0B-E283-7F9630259DD6}"/>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F3177BBC-90E2-986E-5914-FD31D053ED99}"/>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66B0A22-DA74-4397-CC21-7D5B583A82BB}"/>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BDA7FC87-E1DB-16CD-FC4E-60F33C7CF70B}"/>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B569799F-AAC5-060E-310D-D57001297D4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9AF8BD08-7063-A302-F5BE-2DCEDDE156A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1ED2D383-FF98-BD40-8B60-7A03BEBF7C76}"/>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17FA97A2-4F6B-CE22-FD40-21DCC93F2551}"/>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AA243CAC-2F96-8D39-8678-B107292EC951}"/>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70159908-9846-2124-9E47-8B15489D6263}"/>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F8B9093F-27F0-28C5-FF0F-D1F58F747CF0}"/>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96A13244-B835-BE16-962D-82ACC561F1E4}"/>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12B791E4-3F64-80CA-6123-A9AE15D38AC2}"/>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9CE8F22C-B415-5097-FCB5-EFC40AA181AC}"/>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3E375B1B-E538-A280-CB0E-4003173B52D9}"/>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F129869-CC60-48B9-3CCF-6DD7081533FB}"/>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F9D6BE05-8E36-EB9B-DC06-5C795F6A6B3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ED830B7E-FB48-42DC-06A3-11F0453B041A}"/>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6B1D1C44-DA0F-027B-7C6E-E1DB62BEC660}"/>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8D822123-8E9C-475E-2228-A00E209B5114}"/>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735F9EC4-C610-9DC9-B402-5DCC625C38D7}"/>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59F1B872-7515-1553-34A3-CB237EA1877F}"/>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6FA49D2C-762B-CBE2-1142-CBDC3E781975}"/>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BDDBC811-E9F6-47D9-4E1E-473AEFEC26CE}"/>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C0C35B09-E0C4-E31D-9FB6-2CB7F382D142}"/>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E264442C-5133-58E8-4745-952361CAC2D6}"/>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55FFF7CE-A516-74D9-AEFF-5ABFB4A40BED}"/>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F104FECE-84B7-F267-4B10-808AA64CE6EB}"/>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B3802226-4985-96A7-1478-BE4D404F6D47}"/>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68ECBC65-0E88-0D50-3E81-22832E4AD7E6}"/>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C6A7DFA9-DFEF-5537-616B-44AC176568A8}"/>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484DBEE4-E70A-9115-DBDB-9A2F3315E7C8}"/>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FE47AF3D-A6C3-8712-E57C-EE4CFDD572DC}"/>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A91DF8D0-BD15-56AD-C380-9C3F69E73EC0}"/>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742E928-3A3F-6539-7E28-1E18C5791E30}"/>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0F26033B-FF6B-769E-7FBA-D1BC98E51EF5}"/>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A806723D-A431-4B31-FCDF-482E19196CD9}"/>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B2E96EC-9F1D-644D-5BA9-2CC0E24A5B1B}"/>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98D4F2D0-9C6F-BA4F-2B3C-61E7681D3D91}"/>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55606A1D-580F-8471-926B-871893908481}"/>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46552C3E-A2D9-7F03-AA19-6A72162A96BF}"/>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06713816-EED8-ECDE-042F-DA77AC4E023C}"/>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831BA706-3F96-FFD4-CED4-9299A0F4FE2A}"/>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42984E1A-95BA-5731-F388-F4E9858F388F}"/>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DCCF7439-0FC9-813A-EA7C-B1A921C01574}"/>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051F4F49-1A20-CD26-24FC-2C8B90AB4B03}"/>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BC0EF84E-C403-C6C2-7323-52500E468C91}"/>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09CABAC1-6743-E19F-FB2A-0C1849976528}"/>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6372C8D3-120D-B34D-56DE-DE3D6AF6DA9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CE0E5A3C-02DB-A3D0-BB6D-E85F2779B335}"/>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6B765395-648C-C2DB-C0D2-82B31A57F4F1}"/>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911F3F42-8D7E-FDCD-C4E8-24F4CD59F29C}"/>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905ED024-F41A-7B8D-F7CF-C083AD212D94}"/>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44E519FC-A046-CD4A-9C99-D2DE6DE17792}"/>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3A73E664-0417-4514-D014-CCB59CA71F73}"/>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D7C9EE1A-10C7-1E65-03B3-6B4FF1C8B10C}"/>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89261859-2E9C-48FE-2BA7-DF13CA548409}"/>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8E052B5C-7B4B-1B00-9E09-78E7A7CBA4AE}"/>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20697A78-DE3C-24A3-543E-3608989A3DA2}"/>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21724C05-DC2D-1595-AFEA-FD7061506A8C}"/>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5A243017-6CD2-A311-34F1-C19A1FDFDA03}"/>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9E0BFDD3-62D9-1512-53A2-3727BBF50C9E}"/>
              </a:ext>
            </a:extLst>
          </p:cNvPr>
          <p:cNvSpPr txBox="1"/>
          <p:nvPr/>
        </p:nvSpPr>
        <p:spPr>
          <a:xfrm>
            <a:off x="7157158" y="5036700"/>
            <a:ext cx="570089" cy="230832"/>
          </a:xfrm>
          <a:prstGeom prst="rect">
            <a:avLst/>
          </a:prstGeom>
          <a:noFill/>
        </p:spPr>
        <p:txBody>
          <a:bodyPr wrap="square" rtlCol="0">
            <a:spAutoFit/>
          </a:bodyPr>
          <a:lstStyle/>
          <a:p>
            <a:pPr algn="ctr"/>
            <a:r>
              <a:rPr lang="en-US" sz="900" dirty="0"/>
              <a:t>26</a:t>
            </a:r>
          </a:p>
        </p:txBody>
      </p:sp>
      <p:sp>
        <p:nvSpPr>
          <p:cNvPr id="78" name="TextBox 77">
            <a:extLst>
              <a:ext uri="{FF2B5EF4-FFF2-40B4-BE49-F238E27FC236}">
                <a16:creationId xmlns:a16="http://schemas.microsoft.com/office/drawing/2014/main" id="{F7B2255C-CF60-F680-5830-336C764D0EA2}"/>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607D4B1C-12A7-82A5-CBFE-FA1749EA5513}"/>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a:t>
            </a:r>
          </a:p>
        </p:txBody>
      </p:sp>
      <p:sp>
        <p:nvSpPr>
          <p:cNvPr id="79" name="TextBox 78">
            <a:extLst>
              <a:ext uri="{FF2B5EF4-FFF2-40B4-BE49-F238E27FC236}">
                <a16:creationId xmlns:a16="http://schemas.microsoft.com/office/drawing/2014/main" id="{820E58C3-B812-FD5C-AB7D-4635D5431AE5}"/>
              </a:ext>
            </a:extLst>
          </p:cNvPr>
          <p:cNvSpPr txBox="1"/>
          <p:nvPr/>
        </p:nvSpPr>
        <p:spPr>
          <a:xfrm>
            <a:off x="6654802" y="4909484"/>
            <a:ext cx="570089" cy="230832"/>
          </a:xfrm>
          <a:prstGeom prst="rect">
            <a:avLst/>
          </a:prstGeom>
          <a:noFill/>
        </p:spPr>
        <p:txBody>
          <a:bodyPr wrap="square" rtlCol="0">
            <a:spAutoFit/>
          </a:bodyPr>
          <a:lstStyle/>
          <a:p>
            <a:pPr algn="ctr"/>
            <a:r>
              <a:rPr lang="en-US" sz="900" dirty="0"/>
              <a:t>967</a:t>
            </a:r>
          </a:p>
        </p:txBody>
      </p:sp>
      <p:sp>
        <p:nvSpPr>
          <p:cNvPr id="83" name="TextBox 82">
            <a:extLst>
              <a:ext uri="{FF2B5EF4-FFF2-40B4-BE49-F238E27FC236}">
                <a16:creationId xmlns:a16="http://schemas.microsoft.com/office/drawing/2014/main" id="{88F749A6-1111-CDA7-B2D5-186A7E8E40EC}"/>
              </a:ext>
            </a:extLst>
          </p:cNvPr>
          <p:cNvSpPr txBox="1"/>
          <p:nvPr/>
        </p:nvSpPr>
        <p:spPr>
          <a:xfrm>
            <a:off x="6654802" y="3907597"/>
            <a:ext cx="570089" cy="230832"/>
          </a:xfrm>
          <a:prstGeom prst="rect">
            <a:avLst/>
          </a:prstGeom>
          <a:noFill/>
        </p:spPr>
        <p:txBody>
          <a:bodyPr wrap="square" rtlCol="0">
            <a:spAutoFit/>
          </a:bodyPr>
          <a:lstStyle/>
          <a:p>
            <a:pPr algn="ctr"/>
            <a:r>
              <a:rPr lang="en-US" sz="900" dirty="0"/>
              <a:t>234569</a:t>
            </a:r>
          </a:p>
        </p:txBody>
      </p:sp>
    </p:spTree>
    <p:extLst>
      <p:ext uri="{BB962C8B-B14F-4D97-AF65-F5344CB8AC3E}">
        <p14:creationId xmlns:p14="http://schemas.microsoft.com/office/powerpoint/2010/main" val="41271533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D3EBF-D553-5E26-41C0-5096FFAB893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65BE40-BDB3-72E2-969F-28ABE9A2841A}"/>
              </a:ext>
            </a:extLst>
          </p:cNvPr>
          <p:cNvSpPr>
            <a:spLocks noGrp="1"/>
          </p:cNvSpPr>
          <p:nvPr>
            <p:ph sz="half" idx="1"/>
          </p:nvPr>
        </p:nvSpPr>
        <p:spPr/>
        <p:txBody>
          <a:bodyPr/>
          <a:lstStyle/>
          <a:p>
            <a:r>
              <a:rPr lang="en-US" dirty="0"/>
              <a:t>This cell also can’t be 2. That would force both 93 above and 39 below.</a:t>
            </a:r>
          </a:p>
          <a:p>
            <a:r>
              <a:rPr lang="en-US" dirty="0"/>
              <a:t>This cell also can’t be 6. That would force both 75 above and 57 below.</a:t>
            </a:r>
          </a:p>
        </p:txBody>
      </p:sp>
      <p:pic>
        <p:nvPicPr>
          <p:cNvPr id="4" name="Picture 3" descr="A grid of sudoku puzzle&#10;&#10;Description automatically generated">
            <a:extLst>
              <a:ext uri="{FF2B5EF4-FFF2-40B4-BE49-F238E27FC236}">
                <a16:creationId xmlns:a16="http://schemas.microsoft.com/office/drawing/2014/main" id="{EAFEDC86-9B0F-C208-002B-6B6E1FA33A9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D738829-7355-203F-51D9-9B3B1345100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2FF7064-6725-CF63-C1D5-61F083DF1E8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EE2A817-64E3-126C-3660-608B223FFA14}"/>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5E0A75A3-2293-0DC9-ADA3-90C81B0726CB}"/>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51B30625-0E23-C40B-CD0C-B16BAB93DC51}"/>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B1F94677-4587-738B-5EE3-10F0E24E8CD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1810DC3-F650-C26C-86A4-44EED30CB78B}"/>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D894C2E8-F271-3158-B8CD-7C93E51501D9}"/>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70A3C18-240C-6F7F-216E-821C4864A434}"/>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2F5AC7DB-95E8-6C21-E1C7-07F7B0ED4B23}"/>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416AE229-E6E5-8AEF-6F59-40CD8115D806}"/>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72BB80C5-73B3-901E-FA5F-353D0AE8F4FC}"/>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12A3B9D9-E96F-5E18-80C3-282A70BCFE43}"/>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CE8A63E1-EDBA-C242-FD3A-F279C81AFBC3}"/>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9755A0F6-0D16-0227-BD9F-81C483326193}"/>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A14AAF03-2BBC-5D55-7CC6-E2896210D1B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AB71AA6-B5AD-A353-8E30-A3A69C184D5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056E7A1C-EB45-3C26-31DA-7B4A4437EF50}"/>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58DFBF3E-9637-562E-0710-32CD2CC502D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2C16AC58-F27F-CE11-4073-70079477CB47}"/>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BE6D2789-6906-FB82-F55A-AEB1A98784D8}"/>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38620E8B-824A-412D-7160-951D457F246A}"/>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2EB60F1B-235C-23DF-E6EE-2C3475F1A47D}"/>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EC8E8508-C719-042A-0477-885BDAA33B40}"/>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EDE1B78B-16EB-0330-F4D7-0B8F780B5440}"/>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FD401D4E-3464-71A0-7840-234A1CEFB9CE}"/>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C358C97D-6CC2-DDA8-508C-819E803A029F}"/>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26E30AD7-25A3-F67A-CA71-D5FA44D1D123}"/>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C83EFB03-7F06-5571-9132-1016E244717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2A2DF3C-CEBA-F32A-8008-243CC5B8A515}"/>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741DFB66-B082-2553-98F7-A3BFFB849D97}"/>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33B2A670-0EF6-AF5F-0CB7-5DC510B54CE2}"/>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5EACD085-AEAA-72FC-A095-202D1DDD5C56}"/>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55E3DDBE-0892-2AE8-D6FB-71B69E430926}"/>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8F602FD5-05FE-452C-3DBE-EF172990A737}"/>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4A739F1C-B1B3-EF94-CAEB-094B393CDD19}"/>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3FB43370-967E-F398-C23C-2FADB8939D10}"/>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C5491089-01A2-B1EE-F9E0-816F9B6DC29A}"/>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1E652A52-8B90-DA02-E5B7-D52736B8833B}"/>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9B23AC40-30CD-24D6-5068-1EB71F8148CB}"/>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757DF6CE-87F4-C06D-402B-9B02F8C3B454}"/>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48092BE5-FA44-57CA-474E-A1CD90F41963}"/>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4" name="TextBox 63">
            <a:extLst>
              <a:ext uri="{FF2B5EF4-FFF2-40B4-BE49-F238E27FC236}">
                <a16:creationId xmlns:a16="http://schemas.microsoft.com/office/drawing/2014/main" id="{7A948E83-92BE-533F-D69F-822A8517A169}"/>
              </a:ext>
            </a:extLst>
          </p:cNvPr>
          <p:cNvSpPr txBox="1"/>
          <p:nvPr/>
        </p:nvSpPr>
        <p:spPr>
          <a:xfrm>
            <a:off x="6654802"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857D5C7F-3ACF-DC29-4F25-61C14908DC37}"/>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EA34AF31-9198-BE41-427D-85ACBB7D56FD}"/>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BC0E8C5-357D-23BA-FF27-F7DC356D1DB3}"/>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1B9B15F9-3B55-706E-C080-7E4C59BA81FB}"/>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906AD3AD-9A7B-5057-C6D4-A63A899E1009}"/>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724938AC-4857-44E4-8221-76D2ADF0750E}"/>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6DEE4A70-139F-0513-055E-F8EF42BA3E6F}"/>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1A7DF5AA-3B18-A2DC-DC66-B30036984285}"/>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6DEDCFC2-25DE-DCC1-5C9E-13B5D0E6FC6A}"/>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2D87972B-271A-0F7E-240E-C158E5A79C9E}"/>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42CD70BB-B01E-AAFF-A06B-057A345FF431}"/>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FD3109A0-EDBD-7990-8720-53FC47E745E2}"/>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F0D6EE14-3EDF-C1A4-C659-F76FD1BAB3A9}"/>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DC5A2D09-B555-9F26-3DF9-40B3772FD819}"/>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41E96199-26FF-79D1-163D-58EBF7ABF929}"/>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C1B59C41-1BE7-6FC3-C6FC-72CA5E1E1A53}"/>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11AAC879-5716-CF06-808F-CC1F1F047457}"/>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1953848F-D214-A72C-F704-A39DF1E915D3}"/>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948D756C-1CE6-08AA-F21B-9D7B1A7F9B40}"/>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6E9AF816-CF85-BB68-8FAA-5A6E9E7E984B}"/>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257F7D66-D137-E1B3-5398-9EC0F51B7EFA}"/>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E0470885-FE33-D34A-5270-42CF071A8AC6}"/>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A1CBACF9-124D-B8A0-453A-4DA8BFE3A147}"/>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BB855898-D067-BAEA-7538-3399FBEC850B}"/>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20C48115-AAF5-24C7-210A-904F828AAF29}"/>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F7029EC0-B8B4-20C5-9D9C-6C0E3E7DAB07}"/>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876237E7-0A25-90B0-21F6-F6B366D5386B}"/>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682F55BF-571B-4C01-9FA6-FF0028098880}"/>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9FEC2811-58AC-1527-1680-6EB935BF0EBE}"/>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20BE87B7-EE4C-4E66-AE88-4D429CFAE2F2}"/>
              </a:ext>
            </a:extLst>
          </p:cNvPr>
          <p:cNvSpPr txBox="1"/>
          <p:nvPr/>
        </p:nvSpPr>
        <p:spPr>
          <a:xfrm>
            <a:off x="7157158" y="5036700"/>
            <a:ext cx="570089" cy="230832"/>
          </a:xfrm>
          <a:prstGeom prst="rect">
            <a:avLst/>
          </a:prstGeom>
          <a:noFill/>
        </p:spPr>
        <p:txBody>
          <a:bodyPr wrap="square" rtlCol="0">
            <a:spAutoFit/>
          </a:bodyPr>
          <a:lstStyle/>
          <a:p>
            <a:pPr algn="ctr"/>
            <a:r>
              <a:rPr lang="en-US" sz="900" dirty="0"/>
              <a:t>26</a:t>
            </a:r>
          </a:p>
        </p:txBody>
      </p:sp>
      <p:sp>
        <p:nvSpPr>
          <p:cNvPr id="78" name="TextBox 77">
            <a:extLst>
              <a:ext uri="{FF2B5EF4-FFF2-40B4-BE49-F238E27FC236}">
                <a16:creationId xmlns:a16="http://schemas.microsoft.com/office/drawing/2014/main" id="{C27BB793-F182-1ADE-365E-D9C0838A441F}"/>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E7F307FD-913F-9748-0958-B253B1940013}"/>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a:t>
            </a:r>
          </a:p>
        </p:txBody>
      </p:sp>
      <p:sp>
        <p:nvSpPr>
          <p:cNvPr id="79" name="TextBox 78">
            <a:extLst>
              <a:ext uri="{FF2B5EF4-FFF2-40B4-BE49-F238E27FC236}">
                <a16:creationId xmlns:a16="http://schemas.microsoft.com/office/drawing/2014/main" id="{317308A8-5E31-1F4E-0299-1D7DDD273AAD}"/>
              </a:ext>
            </a:extLst>
          </p:cNvPr>
          <p:cNvSpPr txBox="1"/>
          <p:nvPr/>
        </p:nvSpPr>
        <p:spPr>
          <a:xfrm>
            <a:off x="6654802" y="4909484"/>
            <a:ext cx="570089" cy="230832"/>
          </a:xfrm>
          <a:prstGeom prst="rect">
            <a:avLst/>
          </a:prstGeom>
          <a:noFill/>
        </p:spPr>
        <p:txBody>
          <a:bodyPr wrap="square" rtlCol="0">
            <a:spAutoFit/>
          </a:bodyPr>
          <a:lstStyle/>
          <a:p>
            <a:pPr algn="ctr"/>
            <a:r>
              <a:rPr lang="en-US" sz="900" dirty="0"/>
              <a:t>967</a:t>
            </a:r>
          </a:p>
        </p:txBody>
      </p:sp>
      <p:sp>
        <p:nvSpPr>
          <p:cNvPr id="83" name="TextBox 82">
            <a:extLst>
              <a:ext uri="{FF2B5EF4-FFF2-40B4-BE49-F238E27FC236}">
                <a16:creationId xmlns:a16="http://schemas.microsoft.com/office/drawing/2014/main" id="{ECFD43D9-1363-701B-A888-C4A52B1B8D73}"/>
              </a:ext>
            </a:extLst>
          </p:cNvPr>
          <p:cNvSpPr txBox="1"/>
          <p:nvPr/>
        </p:nvSpPr>
        <p:spPr>
          <a:xfrm>
            <a:off x="6654802" y="3907597"/>
            <a:ext cx="570089" cy="230832"/>
          </a:xfrm>
          <a:prstGeom prst="rect">
            <a:avLst/>
          </a:prstGeom>
          <a:noFill/>
        </p:spPr>
        <p:txBody>
          <a:bodyPr wrap="square" rtlCol="0">
            <a:spAutoFit/>
          </a:bodyPr>
          <a:lstStyle/>
          <a:p>
            <a:pPr algn="ctr"/>
            <a:r>
              <a:rPr lang="en-US" sz="900" dirty="0"/>
              <a:t>3459</a:t>
            </a:r>
          </a:p>
        </p:txBody>
      </p:sp>
    </p:spTree>
    <p:extLst>
      <p:ext uri="{BB962C8B-B14F-4D97-AF65-F5344CB8AC3E}">
        <p14:creationId xmlns:p14="http://schemas.microsoft.com/office/powerpoint/2010/main" val="39050128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94AF9-4670-4AE6-DCBD-3F3FCC65CB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379BAE-B245-F6C0-1327-04B5454D339D}"/>
              </a:ext>
            </a:extLst>
          </p:cNvPr>
          <p:cNvSpPr>
            <a:spLocks noGrp="1"/>
          </p:cNvSpPr>
          <p:nvPr>
            <p:ph sz="half" idx="1"/>
          </p:nvPr>
        </p:nvSpPr>
        <p:spPr/>
        <p:txBody>
          <a:bodyPr/>
          <a:lstStyle/>
          <a:p>
            <a:r>
              <a:rPr lang="en-US" dirty="0"/>
              <a:t>Last possible 8 in Column 7.</a:t>
            </a:r>
          </a:p>
        </p:txBody>
      </p:sp>
      <p:pic>
        <p:nvPicPr>
          <p:cNvPr id="4" name="Picture 3" descr="A grid of sudoku puzzle&#10;&#10;Description automatically generated">
            <a:extLst>
              <a:ext uri="{FF2B5EF4-FFF2-40B4-BE49-F238E27FC236}">
                <a16:creationId xmlns:a16="http://schemas.microsoft.com/office/drawing/2014/main" id="{F843D3DC-E701-8E39-E28C-4C51F80E429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F2BBAEB-5658-C136-5FF6-0C8F0034C4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80233FB-1BDB-A0AB-5F83-8A598F825E1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B934CC9-8834-4044-4EE9-2B3F27C20A17}"/>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61056083-EAC4-A3B2-8A7F-4A50D5B0F8B1}"/>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4853EE1-F523-9BAE-1785-E8B29A94BE2E}"/>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5B795144-0882-7245-023D-E60795552C2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881442B-E8F1-3D90-41EE-479DB95B8A14}"/>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2EC4AC5-8A70-8FEF-A4C5-9C12DBA9677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C1F95BCA-2C4D-5024-3B82-429649AE56E4}"/>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385782B-ED45-9EE4-DEF0-67F2EB7F2E92}"/>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0BE4B49F-EB04-E987-5B96-CCAB987D501E}"/>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7FCC3B31-337C-B552-BF66-C8E004F914DD}"/>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7FDC47A6-F98B-44FE-E25B-1A4180477CBA}"/>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44E731B-1C3B-811D-B137-C03C3A3B4ABD}"/>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FD0ADD4D-EF7C-58D6-3705-A11D9FDFF322}"/>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9E78BE95-3FCC-65E6-C283-9DC17055B20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4AFE2024-65F1-6C47-6967-AEAAF5B3297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3886FCDA-63AD-81C6-9DE6-434D1CAE139E}"/>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A05A84AC-D0FE-7254-CDA0-F78122C0A79E}"/>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00CDF30B-EC81-676C-8BDE-4A03BD349858}"/>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6BE06B9B-59CE-030A-FC5D-8571C9BA7645}"/>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5128C501-7804-D814-9088-FF256B66F763}"/>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5047C7CD-DBDD-FE08-D4AF-AD3ED74F3220}"/>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5C15DA9E-7F6D-90A6-CDFE-DF3CB0E4A355}"/>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4078A12F-174C-EB6A-A6C5-3D5FD4A3C6ED}"/>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4210D49D-EBED-9782-EF36-7BBD806D858F}"/>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4B296B2-4B2C-0DF8-726A-3FB2883598A6}"/>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5228A038-2FA7-859C-DCE5-26363DC13E1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8555741F-4F8B-2725-8438-784C4FF53CA8}"/>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8090079C-DEF2-6E62-E182-FEBC96EE39EB}"/>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5B8547E7-7B5F-E294-C9CE-5241B2C13614}"/>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D18AA65B-DEF8-FE4E-9991-8047F0640BC1}"/>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77251A5D-4D01-8126-7426-5D7D9305A62A}"/>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05A1CA12-EB4B-EC44-0975-1DC51D0A92A8}"/>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1B1CC501-0DE3-ACD1-0DAF-983E2F6D6834}"/>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5D3DBBCF-6B44-7FBB-0B35-6270C341080E}"/>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752CE97B-895D-5D38-4EFF-4E84779E046F}"/>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CE50CB03-2809-BA69-80FD-A3E5AC762E09}"/>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1D384F6D-770E-E15B-9C12-F9FFCBF7276F}"/>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73A5B929-3EF0-CB49-87BA-52AE1202443E}"/>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F8342869-581A-5EE0-9CA7-6CA2F0942DA0}"/>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ED659762-D236-BBAD-0E93-4AD7A2BEFF24}"/>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26789</a:t>
            </a:r>
          </a:p>
        </p:txBody>
      </p:sp>
      <p:sp>
        <p:nvSpPr>
          <p:cNvPr id="65" name="TextBox 64">
            <a:extLst>
              <a:ext uri="{FF2B5EF4-FFF2-40B4-BE49-F238E27FC236}">
                <a16:creationId xmlns:a16="http://schemas.microsoft.com/office/drawing/2014/main" id="{0916AD26-B90E-A44B-2E4A-7AEEE9A3E5A2}"/>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33CBC9F6-E0FC-1008-5D6C-866C1B694F9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82760E14-6816-ED9E-57D8-29BB84DD012B}"/>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E6DCF23A-2CB6-098A-E5BB-DD4AEC4DF63D}"/>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705DE57C-B0CE-D434-7950-EF5D2654A740}"/>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6C70441C-947C-85F6-6496-918791CFA891}"/>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4104793E-FA80-1045-B7A1-47068AAF5348}"/>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10DCED7C-C840-ACA3-8F22-0565D418EAF3}"/>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573986AA-1CF0-93E5-2549-47B773D6C7BA}"/>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1E8262A8-7077-29E9-6E95-1435881BA35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87E1A657-DC7A-42CA-8FB2-29B50CCC4FE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4A9F3E30-7EB8-3BE8-3BA2-72F9F7F4232C}"/>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0111EFD2-B6AD-1A27-9D2B-0E3ECB806DFD}"/>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CF232BD5-1D20-DE2A-1C6B-00E90AD8D326}"/>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B1B1E50C-DE47-15D9-F084-4394A8AD852B}"/>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C18E708B-C8F3-B27A-5144-47480ABDA151}"/>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F851AD6C-85F8-A980-5841-FA9C2D892F67}"/>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B3417999-8E40-B7E0-A4C5-7B12E688F084}"/>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076CD7D8-62B2-0708-5FBA-E1849619655A}"/>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AC9B1302-9434-A95C-B7B4-E250C11A4E03}"/>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1C538F72-9EEC-930C-0C19-3E00F9876C31}"/>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74D735E8-3E3C-A148-840C-720E58236CB3}"/>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73176877-86F6-24E3-0359-E1BFAD0BA6C4}"/>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8348E2B0-ACDD-4B21-B11A-6444AED6DB83}"/>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1134D261-39D4-5522-BEB2-32F0582D445C}"/>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C52A9906-3AD9-C390-7E30-9D5109D180A7}"/>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FCD0DC97-2BDD-0902-1545-B3A935BCC8AB}"/>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00295D64-5E75-4CCF-06AE-27CB1527D951}"/>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636D3F46-1D12-0442-DDD9-307484D3E813}"/>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4CBF7A70-B48A-1782-7B6E-162180E89920}"/>
              </a:ext>
            </a:extLst>
          </p:cNvPr>
          <p:cNvSpPr txBox="1"/>
          <p:nvPr/>
        </p:nvSpPr>
        <p:spPr>
          <a:xfrm>
            <a:off x="7157158" y="5036700"/>
            <a:ext cx="570089" cy="230832"/>
          </a:xfrm>
          <a:prstGeom prst="rect">
            <a:avLst/>
          </a:prstGeom>
          <a:noFill/>
        </p:spPr>
        <p:txBody>
          <a:bodyPr wrap="square" rtlCol="0">
            <a:spAutoFit/>
          </a:bodyPr>
          <a:lstStyle/>
          <a:p>
            <a:pPr algn="ctr"/>
            <a:r>
              <a:rPr lang="en-US" sz="900" dirty="0"/>
              <a:t>26</a:t>
            </a:r>
          </a:p>
        </p:txBody>
      </p:sp>
      <p:sp>
        <p:nvSpPr>
          <p:cNvPr id="78" name="TextBox 77">
            <a:extLst>
              <a:ext uri="{FF2B5EF4-FFF2-40B4-BE49-F238E27FC236}">
                <a16:creationId xmlns:a16="http://schemas.microsoft.com/office/drawing/2014/main" id="{CB1E21DF-D1DB-EC55-D7E1-70DDE4B465CD}"/>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6BC5B99D-90E1-DA5E-687B-3E91D529BA97}"/>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a:t>
            </a:r>
          </a:p>
        </p:txBody>
      </p:sp>
      <p:sp>
        <p:nvSpPr>
          <p:cNvPr id="79" name="TextBox 78">
            <a:extLst>
              <a:ext uri="{FF2B5EF4-FFF2-40B4-BE49-F238E27FC236}">
                <a16:creationId xmlns:a16="http://schemas.microsoft.com/office/drawing/2014/main" id="{7DBC7434-C981-65B8-9563-68B39E437C9D}"/>
              </a:ext>
            </a:extLst>
          </p:cNvPr>
          <p:cNvSpPr txBox="1"/>
          <p:nvPr/>
        </p:nvSpPr>
        <p:spPr>
          <a:xfrm>
            <a:off x="6654802" y="4909484"/>
            <a:ext cx="570089" cy="230832"/>
          </a:xfrm>
          <a:prstGeom prst="rect">
            <a:avLst/>
          </a:prstGeom>
          <a:noFill/>
        </p:spPr>
        <p:txBody>
          <a:bodyPr wrap="square" rtlCol="0">
            <a:spAutoFit/>
          </a:bodyPr>
          <a:lstStyle/>
          <a:p>
            <a:pPr algn="ctr"/>
            <a:r>
              <a:rPr lang="en-US" sz="900" dirty="0"/>
              <a:t>967</a:t>
            </a:r>
          </a:p>
        </p:txBody>
      </p:sp>
      <p:sp>
        <p:nvSpPr>
          <p:cNvPr id="83" name="TextBox 82">
            <a:extLst>
              <a:ext uri="{FF2B5EF4-FFF2-40B4-BE49-F238E27FC236}">
                <a16:creationId xmlns:a16="http://schemas.microsoft.com/office/drawing/2014/main" id="{81622A8F-2C55-963E-60A1-85CE066DE288}"/>
              </a:ext>
            </a:extLst>
          </p:cNvPr>
          <p:cNvSpPr txBox="1"/>
          <p:nvPr/>
        </p:nvSpPr>
        <p:spPr>
          <a:xfrm>
            <a:off x="6654802" y="3907597"/>
            <a:ext cx="570089" cy="230832"/>
          </a:xfrm>
          <a:prstGeom prst="rect">
            <a:avLst/>
          </a:prstGeom>
          <a:noFill/>
        </p:spPr>
        <p:txBody>
          <a:bodyPr wrap="square" rtlCol="0">
            <a:spAutoFit/>
          </a:bodyPr>
          <a:lstStyle/>
          <a:p>
            <a:pPr algn="ctr"/>
            <a:r>
              <a:rPr lang="en-US" sz="900" dirty="0"/>
              <a:t>3459</a:t>
            </a:r>
          </a:p>
        </p:txBody>
      </p:sp>
      <p:sp>
        <p:nvSpPr>
          <p:cNvPr id="84" name="TextBox 83">
            <a:extLst>
              <a:ext uri="{FF2B5EF4-FFF2-40B4-BE49-F238E27FC236}">
                <a16:creationId xmlns:a16="http://schemas.microsoft.com/office/drawing/2014/main" id="{34B78E6C-F18F-1D35-E044-2F76A21DD36C}"/>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333112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8AC8D-8FFD-7A4B-8366-C9ABC40D1C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A35CC9-7A0D-1483-AD9A-774358A3EA9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47AF942-A41B-2E84-EF3B-4C43EEF88E3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FF326F7-39DB-96F8-51C4-22CC31746A8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3268CD1-80C9-3C00-7BE8-601F9B21D89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2B16BC5-9C44-3F78-598F-386314BC05AA}"/>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9A426C0B-6DFE-26E0-18C1-395EA5FDD3CC}"/>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31E2682-D590-BDE4-82E8-13A1E86B945F}"/>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B0E683EF-2DAB-8EBE-5D12-7C61275ECD6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876C0D67-9389-1C7B-BCA5-8BF124499CD4}"/>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60A49C3B-DBA5-53FC-3022-B1712BC9571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B0B021F1-593C-A34D-1CFE-9385F3BD0FC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69EA7B81-685A-AA75-6CBB-6289A0CA5A69}"/>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44EAF5C9-1458-BAFF-0F5F-92E8176D735A}"/>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A1EECDCF-A778-DB61-A860-68E98EB7E375}"/>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53B886F9-C699-7964-3F95-6A58B9BE0337}"/>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59E47D2-574B-EB09-7F43-B39A36E4BBF0}"/>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720BC98F-BF16-A6C7-79D3-2D10080B6D7F}"/>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6E702FF8-9766-F911-3E97-5620FDCB5B3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770B591-0F69-63A1-4980-7F615A5C35A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FA4138D7-07FE-2C0D-9CD3-B02C7025F8E8}"/>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B73912EE-8F6B-AABC-1084-0AB683ADC571}"/>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1CBECC6-AFE0-9B4F-B77F-A76F63F5CDF9}"/>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F804830A-0F8C-F8B7-B46D-9105AD596F22}"/>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E120CEF0-6906-DF76-7578-3456B1419D64}"/>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10AA86A0-9A08-E2C1-CE80-C9F8D9CA34A5}"/>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77A4C842-06DC-FD63-240E-873617494D2F}"/>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8035B86-F993-28B5-D44B-7590C8D5ADE0}"/>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5C6B07FB-B774-C28A-8CD6-11E815EA191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32324233-7BE2-7D18-9401-520C13C0CE19}"/>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DC90F454-7F85-726D-B327-9175175362B6}"/>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7C368D05-77EE-51EB-54B3-DB760F389CC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B8ABA764-1558-08EA-8251-8E2C157DE149}"/>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789FD9E5-93E0-BEB9-9A7E-A0B30BB49B2F}"/>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C0167486-7E3A-9231-9F1A-381936201C79}"/>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B3516EC1-A69B-81F3-8513-57FE720BBB52}"/>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B9305C41-F710-1B66-DF8A-6719A11B0683}"/>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9239AA65-DCD7-62DD-AE1A-A96FD22EFDA0}"/>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E29AC094-29DC-2CAB-5F2F-767E482EF081}"/>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443F38F9-446B-9F52-C86F-03C8B8E083FA}"/>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8F19992A-AFF4-684F-9531-C6ABC71B4A8D}"/>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3C9EA955-1D0A-2AAD-3B15-4F6EFBC167BD}"/>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4361E67D-68F6-4F40-88AE-76D3733AA289}"/>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B4D3B23E-8F93-E6B4-F926-E1FBD400D37A}"/>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E800A5AC-2803-655B-A676-D8BC71ED1FF5}"/>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2679</a:t>
            </a:r>
          </a:p>
        </p:txBody>
      </p:sp>
      <p:sp>
        <p:nvSpPr>
          <p:cNvPr id="65" name="TextBox 64">
            <a:extLst>
              <a:ext uri="{FF2B5EF4-FFF2-40B4-BE49-F238E27FC236}">
                <a16:creationId xmlns:a16="http://schemas.microsoft.com/office/drawing/2014/main" id="{E59F1E48-3A40-2641-E748-E16759195706}"/>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C0C3854B-08CA-BB28-F28A-6300EF77854D}"/>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212DBB0-A210-CAF3-2DD2-AF922E510BAA}"/>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23B51A4E-5691-DC84-7690-B3C4C824C299}"/>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B89489EB-EC6C-C7D0-C93C-CAB684927422}"/>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307718A6-9001-C53D-0523-FD219B680D5A}"/>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78542B0F-4743-9328-2AAB-EF3ED7324BE8}"/>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AF4102AF-82FF-F4DD-ECC4-6C1D45BB586C}"/>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2C2EEC26-F3CA-E835-3B0F-90D08C8C1CDF}"/>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F3ECC2C9-B72C-B376-FD31-0E595419FDA8}"/>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4A00B139-6411-9836-35F3-BB3EEAEAF10A}"/>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DCB30362-BB16-604B-9BA1-502C062547FF}"/>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5F5F675D-F247-85F0-4729-DB9AEEF6D106}"/>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E6540C60-6323-A51B-043F-7B521B8454F2}"/>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CE2AA5A1-0BB0-C032-A479-47C6D9ED6BA8}"/>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40AAFFDF-FBB6-1624-70CB-B8C5B2528414}"/>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C1CCCCA3-2574-3C25-D187-975FBDAAF18B}"/>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073402DD-23F5-09CA-9D28-72F97AD8DCFE}"/>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DA1626BC-B744-EDE5-89F4-37B41463E32D}"/>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2D072C0D-ADEB-3C52-BB1C-DEC9709D183C}"/>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5E2F0FA0-E1AB-D9E4-385C-C9280BBEE33E}"/>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6014A06E-AF51-6531-2AE7-F680B9F594D3}"/>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71046A90-A31C-71FB-0F32-452384E81C82}"/>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E4AD3654-AC12-CDEF-177B-A263C72AD905}"/>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E8B1645C-A188-1EEB-180B-B13C6FD5F6C0}"/>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E4EAE63A-2806-F662-05CE-A97795163845}"/>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5B2BC2FA-0B7C-9FE0-4EAA-E7CE447FF06F}"/>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95AECC5B-1DB2-E7AD-D574-19ABA3B7E9FF}"/>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52D9ED75-5705-AE4C-7278-B9CD38072966}"/>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9C27A466-9E8B-3AD3-447B-C578BCC9C59B}"/>
              </a:ext>
            </a:extLst>
          </p:cNvPr>
          <p:cNvSpPr txBox="1"/>
          <p:nvPr/>
        </p:nvSpPr>
        <p:spPr>
          <a:xfrm>
            <a:off x="7157158" y="5036700"/>
            <a:ext cx="570089" cy="230832"/>
          </a:xfrm>
          <a:prstGeom prst="rect">
            <a:avLst/>
          </a:prstGeom>
          <a:noFill/>
        </p:spPr>
        <p:txBody>
          <a:bodyPr wrap="square" rtlCol="0">
            <a:spAutoFit/>
          </a:bodyPr>
          <a:lstStyle/>
          <a:p>
            <a:pPr algn="ctr"/>
            <a:r>
              <a:rPr lang="en-US" sz="900" dirty="0"/>
              <a:t>26</a:t>
            </a:r>
          </a:p>
        </p:txBody>
      </p:sp>
      <p:sp>
        <p:nvSpPr>
          <p:cNvPr id="78" name="TextBox 77">
            <a:extLst>
              <a:ext uri="{FF2B5EF4-FFF2-40B4-BE49-F238E27FC236}">
                <a16:creationId xmlns:a16="http://schemas.microsoft.com/office/drawing/2014/main" id="{CD43FD6B-FE55-4B8D-5219-7F6ADAA8F0C0}"/>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84987C7D-FCF7-2ED8-DE77-415BAEDE7CA6}"/>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a:t>
            </a:r>
          </a:p>
        </p:txBody>
      </p:sp>
      <p:sp>
        <p:nvSpPr>
          <p:cNvPr id="79" name="TextBox 78">
            <a:extLst>
              <a:ext uri="{FF2B5EF4-FFF2-40B4-BE49-F238E27FC236}">
                <a16:creationId xmlns:a16="http://schemas.microsoft.com/office/drawing/2014/main" id="{3D482E21-0A6A-7C7C-E1A1-76686BB189A1}"/>
              </a:ext>
            </a:extLst>
          </p:cNvPr>
          <p:cNvSpPr txBox="1"/>
          <p:nvPr/>
        </p:nvSpPr>
        <p:spPr>
          <a:xfrm>
            <a:off x="6654802" y="4909484"/>
            <a:ext cx="570089" cy="230832"/>
          </a:xfrm>
          <a:prstGeom prst="rect">
            <a:avLst/>
          </a:prstGeom>
          <a:noFill/>
        </p:spPr>
        <p:txBody>
          <a:bodyPr wrap="square" rtlCol="0">
            <a:spAutoFit/>
          </a:bodyPr>
          <a:lstStyle/>
          <a:p>
            <a:pPr algn="ctr"/>
            <a:r>
              <a:rPr lang="en-US" sz="900" dirty="0"/>
              <a:t>967</a:t>
            </a:r>
          </a:p>
        </p:txBody>
      </p:sp>
      <p:sp>
        <p:nvSpPr>
          <p:cNvPr id="83" name="TextBox 82">
            <a:extLst>
              <a:ext uri="{FF2B5EF4-FFF2-40B4-BE49-F238E27FC236}">
                <a16:creationId xmlns:a16="http://schemas.microsoft.com/office/drawing/2014/main" id="{CD6A0721-75B5-EB3E-9FC4-8FD7D1F5D787}"/>
              </a:ext>
            </a:extLst>
          </p:cNvPr>
          <p:cNvSpPr txBox="1"/>
          <p:nvPr/>
        </p:nvSpPr>
        <p:spPr>
          <a:xfrm>
            <a:off x="6654802" y="3907597"/>
            <a:ext cx="570089" cy="230832"/>
          </a:xfrm>
          <a:prstGeom prst="rect">
            <a:avLst/>
          </a:prstGeom>
          <a:noFill/>
        </p:spPr>
        <p:txBody>
          <a:bodyPr wrap="square" rtlCol="0">
            <a:spAutoFit/>
          </a:bodyPr>
          <a:lstStyle/>
          <a:p>
            <a:pPr algn="ctr"/>
            <a:r>
              <a:rPr lang="en-US" sz="900" dirty="0"/>
              <a:t>3459</a:t>
            </a:r>
          </a:p>
        </p:txBody>
      </p:sp>
      <p:sp>
        <p:nvSpPr>
          <p:cNvPr id="84" name="TextBox 83">
            <a:extLst>
              <a:ext uri="{FF2B5EF4-FFF2-40B4-BE49-F238E27FC236}">
                <a16:creationId xmlns:a16="http://schemas.microsoft.com/office/drawing/2014/main" id="{91CE0B20-BD19-8BD9-E3D7-C6280A9B9C8E}"/>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1126037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999B4-EEBB-0126-5D84-7C7AF76C3C3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2EAE3A-7829-B802-1FCE-C0216331E960}"/>
              </a:ext>
            </a:extLst>
          </p:cNvPr>
          <p:cNvSpPr>
            <a:spLocks noGrp="1"/>
          </p:cNvSpPr>
          <p:nvPr>
            <p:ph sz="half" idx="1"/>
          </p:nvPr>
        </p:nvSpPr>
        <p:spPr/>
        <p:txBody>
          <a:bodyPr/>
          <a:lstStyle/>
          <a:p>
            <a:r>
              <a:rPr lang="en-US" dirty="0"/>
              <a:t>In the bottom right block, the 1 must be on the on the last arrow. Also, the 8 must either be on the arrow (1+8=9) or be the arrow sum (1+7=8).</a:t>
            </a:r>
          </a:p>
        </p:txBody>
      </p:sp>
      <p:pic>
        <p:nvPicPr>
          <p:cNvPr id="4" name="Picture 3" descr="A grid of sudoku puzzle&#10;&#10;Description automatically generated">
            <a:extLst>
              <a:ext uri="{FF2B5EF4-FFF2-40B4-BE49-F238E27FC236}">
                <a16:creationId xmlns:a16="http://schemas.microsoft.com/office/drawing/2014/main" id="{4D400376-7A32-2179-0C4B-5C692ADEF67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3B915E9-7850-5D5E-9FA8-78BFE1E3A02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D11012D-9749-92C0-EA71-69349E721A7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5BCC99-6DC1-578F-3650-35A32E441459}"/>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B388E223-A5EF-C0B3-B10A-050A35520D7F}"/>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D88D597-BE05-E8BC-2003-7ECD20E884F0}"/>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BCFDD9C5-8CB6-198B-B0B2-35C522C9A34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0FC068DC-D628-A2A8-E5DB-4AB25A02EF94}"/>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6B24DB4A-3445-CEF5-91AB-DE00A81EC493}"/>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613258F-A8FB-5838-A9E4-9E006AE1C3E3}"/>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C4E5BC0F-5032-FCC9-95F9-C57664C56B23}"/>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91BC7DCD-0B7A-EBDB-C7E3-4DC68C5F86F5}"/>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3540198B-4831-44DF-60DB-459E12717DBE}"/>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2AE679C6-A4C1-AE14-1044-EEA6A67A2FCB}"/>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852983FE-C051-6690-6A58-5A138A34A083}"/>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20695711-1826-96C6-6934-DD9D2E942EC1}"/>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248132BE-143B-9818-68A3-125A15F2D807}"/>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F52EE60-CF40-2E44-5A55-EF2FFD35F8E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506F6947-7B85-1411-2E1D-5EA71E7528BC}"/>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0A5EE6A8-303D-EE11-870C-FE0305AAA18F}"/>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442842A-3E0F-4DF9-4FBD-C0EE0E44D6CA}"/>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F3556DD5-D293-2AFC-058F-7253F0F0158D}"/>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D2B182B7-3EBA-EB00-FE4E-B03F4A81E204}"/>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6540D2F3-1CEA-1323-7679-7A66093EE74D}"/>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BD3EACD7-6999-88BE-EF60-109F0BA9BF2C}"/>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6B518B61-3387-ED63-991A-0BB539344451}"/>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C2472E76-4FDE-8FB4-A6BA-078F544D22C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B3AAB620-E2CF-8D05-9F8D-3FDC3D496A58}"/>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31451DA4-31A9-D7B4-F5F0-3CCDA501C42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31C76352-771F-9611-C48A-75ED9D5CBC0B}"/>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59EB146-0F6D-A50F-281C-AF48305FACA3}"/>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34547F67-F0FD-700F-E1C0-D5876472BB2A}"/>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8539457D-C2DC-E1E1-29EC-CFCCDAA8372D}"/>
              </a:ext>
            </a:extLst>
          </p:cNvPr>
          <p:cNvSpPr txBox="1"/>
          <p:nvPr/>
        </p:nvSpPr>
        <p:spPr>
          <a:xfrm>
            <a:off x="3138310" y="4909484"/>
            <a:ext cx="570089" cy="230832"/>
          </a:xfrm>
          <a:prstGeom prst="rect">
            <a:avLst/>
          </a:prstGeom>
          <a:noFill/>
        </p:spPr>
        <p:txBody>
          <a:bodyPr wrap="square" rtlCol="0">
            <a:spAutoFit/>
          </a:bodyPr>
          <a:lstStyle/>
          <a:p>
            <a:pPr algn="ctr"/>
            <a:r>
              <a:rPr lang="en-US" sz="900" dirty="0"/>
              <a:t>349</a:t>
            </a:r>
          </a:p>
        </p:txBody>
      </p:sp>
      <p:sp>
        <p:nvSpPr>
          <p:cNvPr id="13" name="TextBox 12">
            <a:extLst>
              <a:ext uri="{FF2B5EF4-FFF2-40B4-BE49-F238E27FC236}">
                <a16:creationId xmlns:a16="http://schemas.microsoft.com/office/drawing/2014/main" id="{C8D107AE-6201-1B73-036C-D98C74AE2631}"/>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95216300-20E4-04D9-7BAB-1081A47EA1B2}"/>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0CE7209B-4487-FD6A-794D-C3B2E1FDB69F}"/>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313B7847-E4F6-6A56-42AB-FA7C8477FFE4}"/>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E69421BC-3A93-FC76-2941-98656A6A4EE4}"/>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68C2907A-00C5-6BA3-0FB1-35F864E7A877}"/>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E3E7E6B2-70BD-6F82-7BF5-1D2639631778}"/>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B99CB6F3-6BE3-3015-6327-8CE7C84457AE}"/>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0F92F451-DEB1-6B94-1189-320A355357FA}"/>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BC60949C-2B1B-DBAE-6E12-D04EC9CA31A7}"/>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2679</a:t>
            </a:r>
          </a:p>
        </p:txBody>
      </p:sp>
      <p:sp>
        <p:nvSpPr>
          <p:cNvPr id="65" name="TextBox 64">
            <a:extLst>
              <a:ext uri="{FF2B5EF4-FFF2-40B4-BE49-F238E27FC236}">
                <a16:creationId xmlns:a16="http://schemas.microsoft.com/office/drawing/2014/main" id="{51574C1E-F1CD-3BC4-58E0-16B359F88FCF}"/>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EEABB2D3-A637-BA97-8198-FA458E1E2AE8}"/>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179B692C-4CA9-9C7F-B3EE-D138741CD74B}"/>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EDACA9D-D4BD-AB4C-10BF-E2DBBE9EA0DC}"/>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3D82E67F-C0BB-CD60-569C-F940EEED4C5C}"/>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C4F9D467-8A12-C2D5-6519-1D884E5F3620}"/>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81A1AEE0-60DB-22F3-3950-C9FD75B357B4}"/>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DAB05B79-2C7F-92CE-967D-E6135C859951}"/>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7BBFA00F-E9AC-889A-694D-8FC75FA9B5A7}"/>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C7173544-B308-21AD-2524-19F142AE663D}"/>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65E815E5-5234-A169-7C6D-055B6B7B85A1}"/>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48788DC0-4863-8183-EA6E-A9D3690A4369}"/>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D9B8BB57-8FE4-11B6-42AD-736BF8E77AF4}"/>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1C5B682A-3410-64B0-83E0-A0C93563684F}"/>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6592757C-B532-F583-53B4-97AC3009BACC}"/>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78326EEC-E4F2-4125-C96C-8019E2D2252C}"/>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4421A3B5-6C26-033C-1ADE-DEB266849158}"/>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6663BE54-AC1D-DD19-24BE-AC7DC9904279}"/>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CCBC8181-4278-6C38-EC18-C7274AA394E1}"/>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2CB22797-94B8-A9DC-774B-C4DB5130024B}"/>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6F28E194-F404-DEDB-5F5A-BAE68893B213}"/>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2BB557C6-1D23-8C59-0A70-353FE452A2FE}"/>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D4BACAFA-F661-7B06-A477-B8BB98B9F0EA}"/>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0D81C487-C11C-4EF1-43C3-32E2E041F139}"/>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2EE9FE86-3877-D6AF-325C-32057A174BB0}"/>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481B91BA-353F-4478-7D0C-B9BC268D0FFD}"/>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A2556EFC-C0BC-32D2-DC0D-5D29D436C9CD}"/>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147C0152-9A6F-3C8E-8C85-1F41EFA4862F}"/>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928208A8-6F86-044E-48D9-B08DD4974B0D}"/>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7" name="TextBox 76">
            <a:extLst>
              <a:ext uri="{FF2B5EF4-FFF2-40B4-BE49-F238E27FC236}">
                <a16:creationId xmlns:a16="http://schemas.microsoft.com/office/drawing/2014/main" id="{EB7D2878-A108-605C-6473-5A411EA5B9F0}"/>
              </a:ext>
            </a:extLst>
          </p:cNvPr>
          <p:cNvSpPr txBox="1"/>
          <p:nvPr/>
        </p:nvSpPr>
        <p:spPr>
          <a:xfrm>
            <a:off x="7157158" y="5036700"/>
            <a:ext cx="570089" cy="230832"/>
          </a:xfrm>
          <a:prstGeom prst="rect">
            <a:avLst/>
          </a:prstGeom>
          <a:noFill/>
        </p:spPr>
        <p:txBody>
          <a:bodyPr wrap="square" rtlCol="0">
            <a:spAutoFit/>
          </a:bodyPr>
          <a:lstStyle/>
          <a:p>
            <a:pPr algn="ctr"/>
            <a:r>
              <a:rPr lang="en-US" sz="900" dirty="0"/>
              <a:t>26</a:t>
            </a:r>
          </a:p>
        </p:txBody>
      </p:sp>
      <p:sp>
        <p:nvSpPr>
          <p:cNvPr id="78" name="TextBox 77">
            <a:extLst>
              <a:ext uri="{FF2B5EF4-FFF2-40B4-BE49-F238E27FC236}">
                <a16:creationId xmlns:a16="http://schemas.microsoft.com/office/drawing/2014/main" id="{7D52DBE9-1363-D0ED-A7E6-5A52809865B2}"/>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B24B9EEE-8709-C35F-811D-48DD12371E80}"/>
              </a:ext>
            </a:extLst>
          </p:cNvPr>
          <p:cNvSpPr txBox="1"/>
          <p:nvPr/>
        </p:nvSpPr>
        <p:spPr>
          <a:xfrm>
            <a:off x="6654802" y="4281325"/>
            <a:ext cx="570089" cy="230832"/>
          </a:xfrm>
          <a:prstGeom prst="rect">
            <a:avLst/>
          </a:prstGeom>
          <a:noFill/>
        </p:spPr>
        <p:txBody>
          <a:bodyPr wrap="square" rtlCol="0">
            <a:spAutoFit/>
          </a:bodyPr>
          <a:lstStyle/>
          <a:p>
            <a:pPr algn="ctr"/>
            <a:r>
              <a:rPr lang="en-US" sz="900" dirty="0"/>
              <a:t>345</a:t>
            </a:r>
          </a:p>
        </p:txBody>
      </p:sp>
      <p:sp>
        <p:nvSpPr>
          <p:cNvPr id="79" name="TextBox 78">
            <a:extLst>
              <a:ext uri="{FF2B5EF4-FFF2-40B4-BE49-F238E27FC236}">
                <a16:creationId xmlns:a16="http://schemas.microsoft.com/office/drawing/2014/main" id="{C7FB7436-90E0-D814-2F55-2917EBDF0601}"/>
              </a:ext>
            </a:extLst>
          </p:cNvPr>
          <p:cNvSpPr txBox="1"/>
          <p:nvPr/>
        </p:nvSpPr>
        <p:spPr>
          <a:xfrm>
            <a:off x="6654802" y="4909484"/>
            <a:ext cx="570089" cy="230832"/>
          </a:xfrm>
          <a:prstGeom prst="rect">
            <a:avLst/>
          </a:prstGeom>
          <a:noFill/>
        </p:spPr>
        <p:txBody>
          <a:bodyPr wrap="square" rtlCol="0">
            <a:spAutoFit/>
          </a:bodyPr>
          <a:lstStyle/>
          <a:p>
            <a:pPr algn="ctr"/>
            <a:r>
              <a:rPr lang="en-US" sz="900" dirty="0"/>
              <a:t>967</a:t>
            </a:r>
          </a:p>
        </p:txBody>
      </p:sp>
      <p:sp>
        <p:nvSpPr>
          <p:cNvPr id="83" name="TextBox 82">
            <a:extLst>
              <a:ext uri="{FF2B5EF4-FFF2-40B4-BE49-F238E27FC236}">
                <a16:creationId xmlns:a16="http://schemas.microsoft.com/office/drawing/2014/main" id="{09100D71-BD50-EC07-B209-32F3453C01BE}"/>
              </a:ext>
            </a:extLst>
          </p:cNvPr>
          <p:cNvSpPr txBox="1"/>
          <p:nvPr/>
        </p:nvSpPr>
        <p:spPr>
          <a:xfrm>
            <a:off x="6654802" y="3907597"/>
            <a:ext cx="570089" cy="230832"/>
          </a:xfrm>
          <a:prstGeom prst="rect">
            <a:avLst/>
          </a:prstGeom>
          <a:noFill/>
        </p:spPr>
        <p:txBody>
          <a:bodyPr wrap="square" rtlCol="0">
            <a:spAutoFit/>
          </a:bodyPr>
          <a:lstStyle/>
          <a:p>
            <a:pPr algn="ctr"/>
            <a:r>
              <a:rPr lang="en-US" sz="900" dirty="0"/>
              <a:t>3459</a:t>
            </a:r>
          </a:p>
        </p:txBody>
      </p:sp>
      <p:sp>
        <p:nvSpPr>
          <p:cNvPr id="84" name="TextBox 83">
            <a:extLst>
              <a:ext uri="{FF2B5EF4-FFF2-40B4-BE49-F238E27FC236}">
                <a16:creationId xmlns:a16="http://schemas.microsoft.com/office/drawing/2014/main" id="{29C52558-02D7-CC26-A21E-81A982D03CD1}"/>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0A29BD84-EB41-C811-3DF6-CB747D0C0CC8}"/>
              </a:ext>
            </a:extLst>
          </p:cNvPr>
          <p:cNvSpPr txBox="1"/>
          <p:nvPr/>
        </p:nvSpPr>
        <p:spPr>
          <a:xfrm>
            <a:off x="6152446" y="3907597"/>
            <a:ext cx="570089" cy="230832"/>
          </a:xfrm>
          <a:prstGeom prst="rect">
            <a:avLst/>
          </a:prstGeom>
          <a:noFill/>
        </p:spPr>
        <p:txBody>
          <a:bodyPr wrap="square" rtlCol="0">
            <a:spAutoFit/>
          </a:bodyPr>
          <a:lstStyle/>
          <a:p>
            <a:pPr algn="ctr"/>
            <a:r>
              <a:rPr lang="en-US" sz="900" dirty="0"/>
              <a:t>178</a:t>
            </a:r>
          </a:p>
        </p:txBody>
      </p:sp>
      <p:sp>
        <p:nvSpPr>
          <p:cNvPr id="80" name="TextBox 79">
            <a:extLst>
              <a:ext uri="{FF2B5EF4-FFF2-40B4-BE49-F238E27FC236}">
                <a16:creationId xmlns:a16="http://schemas.microsoft.com/office/drawing/2014/main" id="{29F87E57-F435-A81A-BCA1-A8BA5F0E3460}"/>
              </a:ext>
            </a:extLst>
          </p:cNvPr>
          <p:cNvSpPr txBox="1"/>
          <p:nvPr/>
        </p:nvSpPr>
        <p:spPr>
          <a:xfrm>
            <a:off x="6152446" y="4408541"/>
            <a:ext cx="570089" cy="230832"/>
          </a:xfrm>
          <a:prstGeom prst="rect">
            <a:avLst/>
          </a:prstGeom>
          <a:noFill/>
        </p:spPr>
        <p:txBody>
          <a:bodyPr wrap="square" rtlCol="0">
            <a:spAutoFit/>
          </a:bodyPr>
          <a:lstStyle/>
          <a:p>
            <a:pPr algn="ctr"/>
            <a:r>
              <a:rPr lang="en-US" sz="900" dirty="0"/>
              <a:t>178</a:t>
            </a:r>
          </a:p>
        </p:txBody>
      </p:sp>
      <p:sp>
        <p:nvSpPr>
          <p:cNvPr id="81" name="TextBox 80">
            <a:extLst>
              <a:ext uri="{FF2B5EF4-FFF2-40B4-BE49-F238E27FC236}">
                <a16:creationId xmlns:a16="http://schemas.microsoft.com/office/drawing/2014/main" id="{5B5C5512-11F9-293F-73FB-A240C2B97806}"/>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Tree>
    <p:extLst>
      <p:ext uri="{BB962C8B-B14F-4D97-AF65-F5344CB8AC3E}">
        <p14:creationId xmlns:p14="http://schemas.microsoft.com/office/powerpoint/2010/main" val="38024379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5888-7D1A-0C49-A536-9D89E488A0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14CE5A-52D7-25F7-B4D9-6CDF3C3C34B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125170F-E7B4-0BC9-E0AB-0DE5569B6C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DBA7B89-1E1F-42AA-2D4C-196E8514311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7C9C579-EB50-FD8A-27FE-67825483115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AE27F8C-5BBA-CAD4-1883-893D66B12355}"/>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87EEDC94-87B3-D684-4C24-0F97B7C0D41B}"/>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A6D66AE-DC65-EB21-BFBE-2E03127BC958}"/>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1E06A1FC-D2BE-A30F-63DE-BFA2D3314B9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D401FB58-6137-35EE-8BBA-68A259688456}"/>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49B3F3CB-0C4F-54F8-7A5D-D279C6A8B3C8}"/>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C47104C5-FF68-BDB7-A71D-E517158696D9}"/>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87815B33-2CC6-6DE0-BD1F-0B16D95EEDC5}"/>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7278F1B-0611-299A-E3B4-BC681FA9339C}"/>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5D4E5F36-8AAF-6422-6FDA-5E763A5A50AA}"/>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F461F3DA-36B5-934D-7747-DD490F3B3AF3}"/>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D16162B-46C2-EE90-A501-395AF0E4A825}"/>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A323CE28-7D8C-7B94-B660-01EBC070C7FB}"/>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C3770CDA-3FCF-623D-5634-6C057FACDDD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07FCFD8D-4AE0-C82E-E1B7-6E8E1036E77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7F9792FF-1CB5-6982-433A-6340B3A720A8}"/>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FA6A389C-605E-F7A2-E3BC-045D22150BE3}"/>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2E09767-28D2-55CC-A41B-27A793C6ABB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774B4934-6FD3-8F66-24A6-A2140637AE89}"/>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5EB9EE5C-6138-D918-2BA3-D74A55591C19}"/>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756F4D4E-AFB0-8241-46F6-B8F8A74781EF}"/>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37762BC0-DB33-CC92-3B96-3BFE983D6A35}"/>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433ADC2E-AA12-3A9D-2E27-06E1338B498F}"/>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A4987CC-3F09-DD0F-7D37-2AEB7C09DB6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9F726F42-0FD0-9B26-99BE-219EBCBB1AEF}"/>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481EAD53-05E6-E299-9A62-575506A49950}"/>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A58B1F03-B5E9-6A6D-930B-3CDE1ADA368F}"/>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0581E7B3-0394-A613-C27D-3C42F66F46B4}"/>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986A26C3-92DF-B5F5-E9D7-4E311FB34657}"/>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ECD86743-4099-FDF8-FF0B-24A44F6AEAB6}"/>
              </a:ext>
            </a:extLst>
          </p:cNvPr>
          <p:cNvSpPr txBox="1"/>
          <p:nvPr/>
        </p:nvSpPr>
        <p:spPr>
          <a:xfrm>
            <a:off x="3138310" y="4909484"/>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3A821E57-CE32-EE24-9553-6F5220C8A090}"/>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5872CC84-A1BA-FB89-2051-5FBE89E75471}"/>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BC5A52BC-1645-505D-A87E-1D9B454ACA3A}"/>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39E07E41-662C-3584-5899-E14C9A72C245}"/>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6FB11E4E-4FB1-06AA-D601-14EE3D6F8F44}"/>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5AF72487-F0FE-1E20-DAF9-CB1C66793E0E}"/>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40726E10-E7B9-882D-BC7C-FF7BA4069ECE}"/>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2ABB2D13-0E8D-F8A2-3C6C-4505284A7A05}"/>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1D33735F-6CED-4238-1103-F7660763911C}"/>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9611ADBE-08E7-4E90-D63D-8398F581A797}"/>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2679</a:t>
            </a:r>
          </a:p>
        </p:txBody>
      </p:sp>
      <p:sp>
        <p:nvSpPr>
          <p:cNvPr id="65" name="TextBox 64">
            <a:extLst>
              <a:ext uri="{FF2B5EF4-FFF2-40B4-BE49-F238E27FC236}">
                <a16:creationId xmlns:a16="http://schemas.microsoft.com/office/drawing/2014/main" id="{923AE674-A7CC-6F54-DFA4-32ADCBF000B5}"/>
              </a:ext>
            </a:extLst>
          </p:cNvPr>
          <p:cNvSpPr txBox="1"/>
          <p:nvPr/>
        </p:nvSpPr>
        <p:spPr>
          <a:xfrm>
            <a:off x="7157158" y="3406653"/>
            <a:ext cx="570089" cy="230832"/>
          </a:xfrm>
          <a:prstGeom prst="rect">
            <a:avLst/>
          </a:prstGeom>
          <a:noFill/>
        </p:spPr>
        <p:txBody>
          <a:bodyPr wrap="square" rtlCol="0">
            <a:spAutoFit/>
          </a:bodyPr>
          <a:lstStyle/>
          <a:p>
            <a:pPr algn="ctr"/>
            <a:r>
              <a:rPr lang="en-US" sz="900" dirty="0"/>
              <a:t>2679</a:t>
            </a:r>
          </a:p>
        </p:txBody>
      </p:sp>
      <p:sp>
        <p:nvSpPr>
          <p:cNvPr id="66" name="TextBox 65">
            <a:extLst>
              <a:ext uri="{FF2B5EF4-FFF2-40B4-BE49-F238E27FC236}">
                <a16:creationId xmlns:a16="http://schemas.microsoft.com/office/drawing/2014/main" id="{524E9035-58EA-025E-CD5A-947A941D60C4}"/>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66B28C98-8530-398E-4031-5B6802421A16}"/>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1F03E5BC-FEC8-A53B-1D20-2534926C93C9}"/>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C48AFCCF-93DD-A0F4-BDA4-77B99E5BC25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D261FF5-F946-600A-BF9C-A65BED6AAF26}"/>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3A70DC20-F0D4-2ED2-3F0B-D97B413B9023}"/>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627555DD-B214-59E5-AC4C-95225A25FF46}"/>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40F498F-D156-9A90-4580-FF361B43C668}"/>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BD9EFD71-014D-456F-E172-B6CB4D1D7F11}"/>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09F17C49-62E8-CF29-5D37-8FC558662EEE}"/>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485E2001-AE33-7E3B-CAD4-4DD52CC0B799}"/>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A17692C2-8063-DF1B-15A4-836F0F445F86}"/>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791E27ED-8579-7D23-8D7A-47ADC3BFC3D4}"/>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F99F6431-B3D6-BA34-DB63-E51A3862572F}"/>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DF2374EA-E04E-0631-2922-F69A9F4F5950}"/>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2303EFC4-6BCD-5AF9-AEBB-38E95161B9A8}"/>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D8EBBB59-C10E-E10B-7AA5-38FE451799F6}"/>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FC3FD2D2-A839-E838-E10E-3E8E87C74D71}"/>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F1716D03-F887-F3D4-FCB6-6E66064375CE}"/>
              </a:ext>
            </a:extLst>
          </p:cNvPr>
          <p:cNvSpPr txBox="1"/>
          <p:nvPr/>
        </p:nvSpPr>
        <p:spPr>
          <a:xfrm>
            <a:off x="5147734" y="3907597"/>
            <a:ext cx="570089" cy="230832"/>
          </a:xfrm>
          <a:prstGeom prst="rect">
            <a:avLst/>
          </a:prstGeom>
          <a:noFill/>
        </p:spPr>
        <p:txBody>
          <a:bodyPr wrap="square" rtlCol="0">
            <a:spAutoFit/>
          </a:bodyPr>
          <a:lstStyle/>
          <a:p>
            <a:pPr algn="ctr"/>
            <a:r>
              <a:rPr lang="en-US" sz="900" dirty="0"/>
              <a:t>126</a:t>
            </a:r>
          </a:p>
        </p:txBody>
      </p:sp>
      <p:sp>
        <p:nvSpPr>
          <p:cNvPr id="17" name="TextBox 16">
            <a:extLst>
              <a:ext uri="{FF2B5EF4-FFF2-40B4-BE49-F238E27FC236}">
                <a16:creationId xmlns:a16="http://schemas.microsoft.com/office/drawing/2014/main" id="{571E3D50-CDF0-C961-034E-29D5E0A0ED89}"/>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D876DB99-69D5-0142-3FD6-A6C7FE942927}"/>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DBB9235F-1AE7-ABED-CD76-9C92DC55CF03}"/>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7E4AA2A6-A016-2BD8-A6C9-18024402A1D3}"/>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65C59476-4785-D450-B589-955C9F0F1D56}"/>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B0A6AC63-7DF9-16D7-33C3-5FB58561E415}"/>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a:t>
            </a:r>
          </a:p>
        </p:txBody>
      </p:sp>
      <p:sp>
        <p:nvSpPr>
          <p:cNvPr id="32" name="TextBox 31">
            <a:extLst>
              <a:ext uri="{FF2B5EF4-FFF2-40B4-BE49-F238E27FC236}">
                <a16:creationId xmlns:a16="http://schemas.microsoft.com/office/drawing/2014/main" id="{56E39F86-FDCD-9BE1-7B5E-C71FFB95F511}"/>
              </a:ext>
            </a:extLst>
          </p:cNvPr>
          <p:cNvSpPr txBox="1"/>
          <p:nvPr/>
        </p:nvSpPr>
        <p:spPr>
          <a:xfrm>
            <a:off x="5650090" y="4909484"/>
            <a:ext cx="570089" cy="230832"/>
          </a:xfrm>
          <a:prstGeom prst="rect">
            <a:avLst/>
          </a:prstGeom>
          <a:noFill/>
        </p:spPr>
        <p:txBody>
          <a:bodyPr wrap="square" rtlCol="0">
            <a:spAutoFit/>
          </a:bodyPr>
          <a:lstStyle/>
          <a:p>
            <a:pPr algn="ctr"/>
            <a:r>
              <a:rPr lang="en-US" sz="900" dirty="0"/>
              <a:t>2346</a:t>
            </a:r>
          </a:p>
        </p:txBody>
      </p:sp>
      <p:sp>
        <p:nvSpPr>
          <p:cNvPr id="35" name="TextBox 34">
            <a:extLst>
              <a:ext uri="{FF2B5EF4-FFF2-40B4-BE49-F238E27FC236}">
                <a16:creationId xmlns:a16="http://schemas.microsoft.com/office/drawing/2014/main" id="{DBCD6EC2-CE3B-3BA6-62BE-4C63F74DFFE4}"/>
              </a:ext>
            </a:extLst>
          </p:cNvPr>
          <p:cNvSpPr txBox="1"/>
          <p:nvPr/>
        </p:nvSpPr>
        <p:spPr>
          <a:xfrm>
            <a:off x="7157158" y="3907597"/>
            <a:ext cx="570089" cy="230832"/>
          </a:xfrm>
          <a:prstGeom prst="rect">
            <a:avLst/>
          </a:prstGeom>
          <a:noFill/>
        </p:spPr>
        <p:txBody>
          <a:bodyPr wrap="square" rtlCol="0">
            <a:spAutoFit/>
          </a:bodyPr>
          <a:lstStyle/>
          <a:p>
            <a:pPr algn="ctr"/>
            <a:r>
              <a:rPr lang="en-US" sz="900" dirty="0"/>
              <a:t>2569</a:t>
            </a:r>
          </a:p>
        </p:txBody>
      </p:sp>
      <p:sp>
        <p:nvSpPr>
          <p:cNvPr id="39" name="TextBox 38">
            <a:extLst>
              <a:ext uri="{FF2B5EF4-FFF2-40B4-BE49-F238E27FC236}">
                <a16:creationId xmlns:a16="http://schemas.microsoft.com/office/drawing/2014/main" id="{2C0EC956-428B-7FF0-0740-C7BA25597AAE}"/>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8" name="TextBox 77">
            <a:extLst>
              <a:ext uri="{FF2B5EF4-FFF2-40B4-BE49-F238E27FC236}">
                <a16:creationId xmlns:a16="http://schemas.microsoft.com/office/drawing/2014/main" id="{116A3732-B522-137A-FFE2-47C4513908B1}"/>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3C316679-CFFF-BFAA-9A3D-C72D7E92E349}"/>
              </a:ext>
            </a:extLst>
          </p:cNvPr>
          <p:cNvSpPr txBox="1"/>
          <p:nvPr/>
        </p:nvSpPr>
        <p:spPr>
          <a:xfrm>
            <a:off x="6654802" y="4281325"/>
            <a:ext cx="570089" cy="230832"/>
          </a:xfrm>
          <a:prstGeom prst="rect">
            <a:avLst/>
          </a:prstGeom>
          <a:noFill/>
        </p:spPr>
        <p:txBody>
          <a:bodyPr wrap="square" rtlCol="0">
            <a:spAutoFit/>
          </a:bodyPr>
          <a:lstStyle/>
          <a:p>
            <a:pPr algn="ctr"/>
            <a:r>
              <a:rPr lang="en-US" sz="900" dirty="0"/>
              <a:t>45</a:t>
            </a:r>
          </a:p>
        </p:txBody>
      </p:sp>
      <p:sp>
        <p:nvSpPr>
          <p:cNvPr id="79" name="TextBox 78">
            <a:extLst>
              <a:ext uri="{FF2B5EF4-FFF2-40B4-BE49-F238E27FC236}">
                <a16:creationId xmlns:a16="http://schemas.microsoft.com/office/drawing/2014/main" id="{16988956-D653-A0E0-64E4-5025CBE3AE8F}"/>
              </a:ext>
            </a:extLst>
          </p:cNvPr>
          <p:cNvSpPr txBox="1"/>
          <p:nvPr/>
        </p:nvSpPr>
        <p:spPr>
          <a:xfrm>
            <a:off x="6654802" y="4909484"/>
            <a:ext cx="570089" cy="230832"/>
          </a:xfrm>
          <a:prstGeom prst="rect">
            <a:avLst/>
          </a:prstGeom>
          <a:noFill/>
        </p:spPr>
        <p:txBody>
          <a:bodyPr wrap="square" rtlCol="0">
            <a:spAutoFit/>
          </a:bodyPr>
          <a:lstStyle/>
          <a:p>
            <a:pPr algn="ctr"/>
            <a:r>
              <a:rPr lang="en-US" sz="900" dirty="0"/>
              <a:t>67</a:t>
            </a:r>
          </a:p>
        </p:txBody>
      </p:sp>
      <p:sp>
        <p:nvSpPr>
          <p:cNvPr id="83" name="TextBox 82">
            <a:extLst>
              <a:ext uri="{FF2B5EF4-FFF2-40B4-BE49-F238E27FC236}">
                <a16:creationId xmlns:a16="http://schemas.microsoft.com/office/drawing/2014/main" id="{BC07FE24-B2BF-41E5-EB83-5639F0EAC43D}"/>
              </a:ext>
            </a:extLst>
          </p:cNvPr>
          <p:cNvSpPr txBox="1"/>
          <p:nvPr/>
        </p:nvSpPr>
        <p:spPr>
          <a:xfrm>
            <a:off x="6654802" y="3907597"/>
            <a:ext cx="570089" cy="230832"/>
          </a:xfrm>
          <a:prstGeom prst="rect">
            <a:avLst/>
          </a:prstGeom>
          <a:noFill/>
        </p:spPr>
        <p:txBody>
          <a:bodyPr wrap="square" rtlCol="0">
            <a:spAutoFit/>
          </a:bodyPr>
          <a:lstStyle/>
          <a:p>
            <a:pPr algn="ctr"/>
            <a:r>
              <a:rPr lang="en-US" sz="900" dirty="0"/>
              <a:t>3459</a:t>
            </a:r>
          </a:p>
        </p:txBody>
      </p:sp>
      <p:sp>
        <p:nvSpPr>
          <p:cNvPr id="84" name="TextBox 83">
            <a:extLst>
              <a:ext uri="{FF2B5EF4-FFF2-40B4-BE49-F238E27FC236}">
                <a16:creationId xmlns:a16="http://schemas.microsoft.com/office/drawing/2014/main" id="{472A17D4-3D94-1FE8-6A2B-5242728969CF}"/>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27D26A3D-1331-2ED8-7CF1-7892683F2C6C}"/>
              </a:ext>
            </a:extLst>
          </p:cNvPr>
          <p:cNvSpPr txBox="1"/>
          <p:nvPr/>
        </p:nvSpPr>
        <p:spPr>
          <a:xfrm>
            <a:off x="6152446" y="4408541"/>
            <a:ext cx="570089" cy="230832"/>
          </a:xfrm>
          <a:prstGeom prst="rect">
            <a:avLst/>
          </a:prstGeom>
          <a:noFill/>
        </p:spPr>
        <p:txBody>
          <a:bodyPr wrap="square" rtlCol="0">
            <a:spAutoFit/>
          </a:bodyPr>
          <a:lstStyle/>
          <a:p>
            <a:pPr algn="ctr"/>
            <a:r>
              <a:rPr lang="en-US" sz="900" dirty="0"/>
              <a:t>178</a:t>
            </a:r>
          </a:p>
        </p:txBody>
      </p:sp>
      <p:sp>
        <p:nvSpPr>
          <p:cNvPr id="81" name="TextBox 80">
            <a:extLst>
              <a:ext uri="{FF2B5EF4-FFF2-40B4-BE49-F238E27FC236}">
                <a16:creationId xmlns:a16="http://schemas.microsoft.com/office/drawing/2014/main" id="{68672071-745A-D92B-0771-CA7391BC2896}"/>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E647B65C-9BBF-4754-FCE0-0029E69F4767}"/>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85" name="TextBox 84">
            <a:extLst>
              <a:ext uri="{FF2B5EF4-FFF2-40B4-BE49-F238E27FC236}">
                <a16:creationId xmlns:a16="http://schemas.microsoft.com/office/drawing/2014/main" id="{557563BE-D519-AA97-94D9-AC5FB8CBBA0C}"/>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713428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2010B-C965-683E-311C-B71CA65897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F570A7-3F0A-78D3-0B92-3E0441B4BCA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EED16CF-23E7-E583-5460-9EA94B573F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2502882-EA20-1F4F-09E8-1ED2D4D8ED3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B2AF9B7-DE47-F8C3-0E71-ABF2399E448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8FD75D0-4C17-450A-BE94-96304949F93F}"/>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67B29C9E-1096-D890-2086-6ECA42C96D15}"/>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990057BC-D95B-6C5E-0283-F05A8805BF3A}"/>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32E3155F-BF45-1A13-D306-705A8A38004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DD89E30B-618B-7CAF-22A2-3F4133BDC64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F1D33CD7-6087-A29C-5F88-D4A7AA9AD6FE}"/>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55CF76A4-EBE4-851E-CE04-5E80E4EAC5F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53D0471A-F559-C9C5-6C99-FE5E457BAB02}"/>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EFF5568-5315-64A9-D486-120A84D9447C}"/>
              </a:ext>
            </a:extLst>
          </p:cNvPr>
          <p:cNvSpPr txBox="1"/>
          <p:nvPr/>
        </p:nvSpPr>
        <p:spPr>
          <a:xfrm>
            <a:off x="5147734" y="774717"/>
            <a:ext cx="570089" cy="230832"/>
          </a:xfrm>
          <a:prstGeom prst="rect">
            <a:avLst/>
          </a:prstGeom>
          <a:no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5EF9E86A-C1D5-805E-260C-607DAA6324B8}"/>
              </a:ext>
            </a:extLst>
          </p:cNvPr>
          <p:cNvSpPr txBox="1"/>
          <p:nvPr/>
        </p:nvSpPr>
        <p:spPr>
          <a:xfrm>
            <a:off x="5650090" y="774717"/>
            <a:ext cx="570089" cy="230832"/>
          </a:xfrm>
          <a:prstGeom prst="rect">
            <a:avLst/>
          </a:prstGeom>
          <a:no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4FC164A3-AD51-7B5C-AD3A-C95D73AF9D52}"/>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2E548CEF-F53D-33D3-0F74-06EE283CC540}"/>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5CDC3A6E-0099-5A2F-B09F-E600EFB5E7D2}"/>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842ED209-8B0D-2F4E-DF33-4E2B03E777F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88ECF7DC-2550-11CD-2652-7C21C15F1961}"/>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6EE24A41-4D59-C7D9-01BF-EAD3461CFADC}"/>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D020230D-09C4-B467-064B-CF8C5F50609B}"/>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D543127-BCB4-0614-95C9-DAADE6B2D31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DA527AD7-270F-4747-AAA6-E913CF32A0F2}"/>
              </a:ext>
            </a:extLst>
          </p:cNvPr>
          <p:cNvSpPr txBox="1"/>
          <p:nvPr/>
        </p:nvSpPr>
        <p:spPr>
          <a:xfrm>
            <a:off x="5147734" y="2778493"/>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CA7B427C-2EFA-9F7B-696A-4ED7177DDB10}"/>
              </a:ext>
            </a:extLst>
          </p:cNvPr>
          <p:cNvSpPr txBox="1"/>
          <p:nvPr/>
        </p:nvSpPr>
        <p:spPr>
          <a:xfrm>
            <a:off x="5650090" y="2905709"/>
            <a:ext cx="570089" cy="230832"/>
          </a:xfrm>
          <a:prstGeom prst="rect">
            <a:avLst/>
          </a:prstGeom>
          <a:no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276DE725-19BB-00A5-271E-0FFE676A0DC5}"/>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5A970E6C-73F0-7F99-83E2-69551BCD9DF5}"/>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190CC858-D8B9-4400-BE2C-81CD8C84AB97}"/>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8423AAA3-AF1B-B02A-C823-CE0ECD8CE9F9}"/>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B590AAA8-E74C-CB68-44B9-0374C9F2589B}"/>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E573B02D-FAAF-A200-22B4-F4C36C0F1A66}"/>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0EFFC96A-8D63-D434-B4D9-B64B7A5E1C9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A98089F-6904-12F6-6975-6309309D3BB3}"/>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0944AA91-5092-A15D-5466-713A9D90B773}"/>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AFEE38F2-59E8-F777-4F77-AC267E8DD99C}"/>
              </a:ext>
            </a:extLst>
          </p:cNvPr>
          <p:cNvSpPr txBox="1"/>
          <p:nvPr/>
        </p:nvSpPr>
        <p:spPr>
          <a:xfrm>
            <a:off x="3138310" y="4909484"/>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BFF15DCE-6803-FF36-95BF-3F927D7444CF}"/>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AB2EA091-024B-4B52-1729-46146C10AB38}"/>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439336E6-9739-165D-3D1D-F605312A768E}"/>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02C3B788-9D00-BD75-BBFD-5257B39B64A4}"/>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0D1CCD92-065F-BD89-D17A-2C25C17EDC9D}"/>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8A580B8B-AFB5-55C7-29D4-80289AEEAA8D}"/>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8301A987-2525-7577-C096-280BADE6FAF9}"/>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CF7C341C-7967-705A-719C-BF0F477711C3}"/>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A5F182E0-4CC1-0959-2FAC-F4583758503C}"/>
              </a:ext>
            </a:extLst>
          </p:cNvPr>
          <p:cNvSpPr txBox="1"/>
          <p:nvPr/>
        </p:nvSpPr>
        <p:spPr>
          <a:xfrm>
            <a:off x="7157158" y="2905709"/>
            <a:ext cx="570089" cy="230832"/>
          </a:xfrm>
          <a:prstGeom prst="rect">
            <a:avLst/>
          </a:prstGeom>
          <a:no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BA394204-1805-7BE3-0B8D-9F993025A84D}"/>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2679</a:t>
            </a:r>
          </a:p>
        </p:txBody>
      </p:sp>
      <p:sp>
        <p:nvSpPr>
          <p:cNvPr id="65" name="TextBox 64">
            <a:extLst>
              <a:ext uri="{FF2B5EF4-FFF2-40B4-BE49-F238E27FC236}">
                <a16:creationId xmlns:a16="http://schemas.microsoft.com/office/drawing/2014/main" id="{9306A973-353C-9251-3FC4-A185EF6605C7}"/>
              </a:ext>
            </a:extLst>
          </p:cNvPr>
          <p:cNvSpPr txBox="1"/>
          <p:nvPr/>
        </p:nvSpPr>
        <p:spPr>
          <a:xfrm>
            <a:off x="7157158" y="3406653"/>
            <a:ext cx="570089" cy="230832"/>
          </a:xfrm>
          <a:prstGeom prst="rect">
            <a:avLst/>
          </a:prstGeom>
          <a:noFill/>
        </p:spPr>
        <p:txBody>
          <a:bodyPr wrap="square" rtlCol="0">
            <a:spAutoFit/>
          </a:bodyPr>
          <a:lstStyle/>
          <a:p>
            <a:pPr algn="ctr"/>
            <a:r>
              <a:rPr lang="en-US" sz="900" dirty="0"/>
              <a:t>679</a:t>
            </a:r>
          </a:p>
        </p:txBody>
      </p:sp>
      <p:sp>
        <p:nvSpPr>
          <p:cNvPr id="66" name="TextBox 65">
            <a:extLst>
              <a:ext uri="{FF2B5EF4-FFF2-40B4-BE49-F238E27FC236}">
                <a16:creationId xmlns:a16="http://schemas.microsoft.com/office/drawing/2014/main" id="{4938F521-080F-8CB5-6579-DF22F2BF276C}"/>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AA5F2EE-8E53-9E0C-4E37-717F1D1F7B08}"/>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8CB772F1-CA89-5E65-AEE1-E3DA679A3100}"/>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C77EBD95-5E08-9C62-1032-1EE30500524E}"/>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5E2B2759-C976-CC38-08E3-7CDDC888EA95}"/>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1B15D89A-B9B3-97C3-0B9D-7196455DA7DD}"/>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87784D68-05CB-3EC6-3CFD-09DE901C4E3B}"/>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ED3D8930-5842-8BC2-B392-F572139E6654}"/>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C7D4E362-DD25-7D3A-202A-2D026AD9343F}"/>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1E932EC0-25DE-B763-A8C1-B5D92FFEA113}"/>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CE1F07CD-8FC3-F5D8-5A2B-A57E9F563A95}"/>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B82938F9-67D1-AFA6-2AEE-2B2C4E3F64DC}"/>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7D6569F9-4C54-AFB2-C44F-343EF87CAB48}"/>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50ECDA41-D424-1E03-EB2D-EA6362756E37}"/>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33C71E52-1161-CDA4-1142-9930D7CD17AB}"/>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59C50646-C5B2-1A9A-E54A-951517A70F39}"/>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98199C97-2F54-8F96-BEFF-A54C7C07E948}"/>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2C1132E4-3D2A-9AC9-26BA-C7969089F5C2}"/>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DD0EF39C-814E-BE6E-693A-67D23376E999}"/>
              </a:ext>
            </a:extLst>
          </p:cNvPr>
          <p:cNvSpPr txBox="1"/>
          <p:nvPr/>
        </p:nvSpPr>
        <p:spPr>
          <a:xfrm>
            <a:off x="5147734" y="3907597"/>
            <a:ext cx="570089" cy="230832"/>
          </a:xfrm>
          <a:prstGeom prst="rect">
            <a:avLst/>
          </a:prstGeom>
          <a:no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DC55E7CB-39CD-0A7F-413D-F410CD4A8946}"/>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6A0E0EDD-A25E-417C-AD1E-41940EB76565}"/>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1" name="TextBox 20">
            <a:extLst>
              <a:ext uri="{FF2B5EF4-FFF2-40B4-BE49-F238E27FC236}">
                <a16:creationId xmlns:a16="http://schemas.microsoft.com/office/drawing/2014/main" id="{5CA7919F-29FF-6083-21FC-AFC34AB9001C}"/>
              </a:ext>
            </a:extLst>
          </p:cNvPr>
          <p:cNvSpPr txBox="1"/>
          <p:nvPr/>
        </p:nvSpPr>
        <p:spPr>
          <a:xfrm>
            <a:off x="5147734" y="4408541"/>
            <a:ext cx="570089" cy="230832"/>
          </a:xfrm>
          <a:prstGeom prst="rect">
            <a:avLst/>
          </a:prstGeom>
          <a:noFill/>
        </p:spPr>
        <p:txBody>
          <a:bodyPr wrap="square" rtlCol="0">
            <a:spAutoFit/>
          </a:bodyPr>
          <a:lstStyle/>
          <a:p>
            <a:pPr algn="ctr"/>
            <a:r>
              <a:rPr lang="en-US" sz="900" dirty="0"/>
              <a:t>17</a:t>
            </a:r>
          </a:p>
        </p:txBody>
      </p:sp>
      <p:sp>
        <p:nvSpPr>
          <p:cNvPr id="22" name="TextBox 21">
            <a:extLst>
              <a:ext uri="{FF2B5EF4-FFF2-40B4-BE49-F238E27FC236}">
                <a16:creationId xmlns:a16="http://schemas.microsoft.com/office/drawing/2014/main" id="{37C0B142-ED02-3A27-5E75-DA6F3C263009}"/>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2249A972-507F-609C-42C7-B345A9DA195E}"/>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1" name="TextBox 30">
            <a:extLst>
              <a:ext uri="{FF2B5EF4-FFF2-40B4-BE49-F238E27FC236}">
                <a16:creationId xmlns:a16="http://schemas.microsoft.com/office/drawing/2014/main" id="{108DA367-DA4D-F86D-EBE7-AE5FCA4FA3D4}"/>
              </a:ext>
            </a:extLst>
          </p:cNvPr>
          <p:cNvSpPr txBox="1"/>
          <p:nvPr/>
        </p:nvSpPr>
        <p:spPr>
          <a:xfrm>
            <a:off x="5147734" y="4909484"/>
            <a:ext cx="570089" cy="230832"/>
          </a:xfrm>
          <a:prstGeom prst="rect">
            <a:avLst/>
          </a:prstGeom>
          <a:noFill/>
        </p:spPr>
        <p:txBody>
          <a:bodyPr wrap="square" rtlCol="0">
            <a:spAutoFit/>
          </a:bodyPr>
          <a:lstStyle/>
          <a:p>
            <a:pPr algn="ctr"/>
            <a:r>
              <a:rPr lang="en-US" sz="900" dirty="0"/>
              <a:t>67</a:t>
            </a:r>
          </a:p>
        </p:txBody>
      </p:sp>
      <p:sp>
        <p:nvSpPr>
          <p:cNvPr id="32" name="TextBox 31">
            <a:extLst>
              <a:ext uri="{FF2B5EF4-FFF2-40B4-BE49-F238E27FC236}">
                <a16:creationId xmlns:a16="http://schemas.microsoft.com/office/drawing/2014/main" id="{F788B380-31B3-B4A9-3613-1CB6B0303FAB}"/>
              </a:ext>
            </a:extLst>
          </p:cNvPr>
          <p:cNvSpPr txBox="1"/>
          <p:nvPr/>
        </p:nvSpPr>
        <p:spPr>
          <a:xfrm>
            <a:off x="5650090" y="4909484"/>
            <a:ext cx="570089" cy="230832"/>
          </a:xfrm>
          <a:prstGeom prst="rect">
            <a:avLst/>
          </a:prstGeom>
          <a:noFill/>
        </p:spPr>
        <p:txBody>
          <a:bodyPr wrap="square" rtlCol="0">
            <a:spAutoFit/>
          </a:bodyPr>
          <a:lstStyle/>
          <a:p>
            <a:pPr algn="ctr"/>
            <a:r>
              <a:rPr lang="en-US" sz="900" dirty="0"/>
              <a:t>346</a:t>
            </a:r>
          </a:p>
        </p:txBody>
      </p:sp>
      <p:sp>
        <p:nvSpPr>
          <p:cNvPr id="35" name="TextBox 34">
            <a:extLst>
              <a:ext uri="{FF2B5EF4-FFF2-40B4-BE49-F238E27FC236}">
                <a16:creationId xmlns:a16="http://schemas.microsoft.com/office/drawing/2014/main" id="{80CF548B-9030-9C06-D263-54F74E4D0A53}"/>
              </a:ext>
            </a:extLst>
          </p:cNvPr>
          <p:cNvSpPr txBox="1"/>
          <p:nvPr/>
        </p:nvSpPr>
        <p:spPr>
          <a:xfrm>
            <a:off x="7157158" y="3907597"/>
            <a:ext cx="570089" cy="230832"/>
          </a:xfrm>
          <a:prstGeom prst="rect">
            <a:avLst/>
          </a:prstGeom>
          <a:noFill/>
        </p:spPr>
        <p:txBody>
          <a:bodyPr wrap="square" rtlCol="0">
            <a:spAutoFit/>
          </a:bodyPr>
          <a:lstStyle/>
          <a:p>
            <a:pPr algn="ctr"/>
            <a:r>
              <a:rPr lang="en-US" sz="900" dirty="0"/>
              <a:t>569</a:t>
            </a:r>
          </a:p>
        </p:txBody>
      </p:sp>
      <p:sp>
        <p:nvSpPr>
          <p:cNvPr id="39" name="TextBox 38">
            <a:extLst>
              <a:ext uri="{FF2B5EF4-FFF2-40B4-BE49-F238E27FC236}">
                <a16:creationId xmlns:a16="http://schemas.microsoft.com/office/drawing/2014/main" id="{5CCEC9B1-00FB-D303-1F28-078DE0D2561F}"/>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8" name="TextBox 77">
            <a:extLst>
              <a:ext uri="{FF2B5EF4-FFF2-40B4-BE49-F238E27FC236}">
                <a16:creationId xmlns:a16="http://schemas.microsoft.com/office/drawing/2014/main" id="{5C0B2DB6-0986-6898-91E6-4A530B35FCC4}"/>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A47DBCA3-3869-226B-ED82-89DBD968BFE2}"/>
              </a:ext>
            </a:extLst>
          </p:cNvPr>
          <p:cNvSpPr txBox="1"/>
          <p:nvPr/>
        </p:nvSpPr>
        <p:spPr>
          <a:xfrm>
            <a:off x="6654802" y="4281325"/>
            <a:ext cx="570089" cy="230832"/>
          </a:xfrm>
          <a:prstGeom prst="rect">
            <a:avLst/>
          </a:prstGeom>
          <a:noFill/>
        </p:spPr>
        <p:txBody>
          <a:bodyPr wrap="square" rtlCol="0">
            <a:spAutoFit/>
          </a:bodyPr>
          <a:lstStyle/>
          <a:p>
            <a:pPr algn="ctr"/>
            <a:r>
              <a:rPr lang="en-US" sz="900" dirty="0"/>
              <a:t>45</a:t>
            </a:r>
          </a:p>
        </p:txBody>
      </p:sp>
      <p:sp>
        <p:nvSpPr>
          <p:cNvPr id="79" name="TextBox 78">
            <a:extLst>
              <a:ext uri="{FF2B5EF4-FFF2-40B4-BE49-F238E27FC236}">
                <a16:creationId xmlns:a16="http://schemas.microsoft.com/office/drawing/2014/main" id="{1068AE52-082C-6BCF-1C80-9DEF03D8B328}"/>
              </a:ext>
            </a:extLst>
          </p:cNvPr>
          <p:cNvSpPr txBox="1"/>
          <p:nvPr/>
        </p:nvSpPr>
        <p:spPr>
          <a:xfrm>
            <a:off x="6654802" y="4909484"/>
            <a:ext cx="570089" cy="230832"/>
          </a:xfrm>
          <a:prstGeom prst="rect">
            <a:avLst/>
          </a:prstGeom>
          <a:noFill/>
        </p:spPr>
        <p:txBody>
          <a:bodyPr wrap="square" rtlCol="0">
            <a:spAutoFit/>
          </a:bodyPr>
          <a:lstStyle/>
          <a:p>
            <a:pPr algn="ctr"/>
            <a:r>
              <a:rPr lang="en-US" sz="900" dirty="0"/>
              <a:t>67</a:t>
            </a:r>
          </a:p>
        </p:txBody>
      </p:sp>
      <p:sp>
        <p:nvSpPr>
          <p:cNvPr id="83" name="TextBox 82">
            <a:extLst>
              <a:ext uri="{FF2B5EF4-FFF2-40B4-BE49-F238E27FC236}">
                <a16:creationId xmlns:a16="http://schemas.microsoft.com/office/drawing/2014/main" id="{6BF745D2-1D4F-2176-9AA4-EDECCAF420FF}"/>
              </a:ext>
            </a:extLst>
          </p:cNvPr>
          <p:cNvSpPr txBox="1"/>
          <p:nvPr/>
        </p:nvSpPr>
        <p:spPr>
          <a:xfrm>
            <a:off x="6654802" y="3907597"/>
            <a:ext cx="570089" cy="230832"/>
          </a:xfrm>
          <a:prstGeom prst="rect">
            <a:avLst/>
          </a:prstGeom>
          <a:noFill/>
        </p:spPr>
        <p:txBody>
          <a:bodyPr wrap="square" rtlCol="0">
            <a:spAutoFit/>
          </a:bodyPr>
          <a:lstStyle/>
          <a:p>
            <a:pPr algn="ctr"/>
            <a:r>
              <a:rPr lang="en-US" sz="900" dirty="0"/>
              <a:t>3459</a:t>
            </a:r>
          </a:p>
        </p:txBody>
      </p:sp>
      <p:sp>
        <p:nvSpPr>
          <p:cNvPr id="84" name="TextBox 83">
            <a:extLst>
              <a:ext uri="{FF2B5EF4-FFF2-40B4-BE49-F238E27FC236}">
                <a16:creationId xmlns:a16="http://schemas.microsoft.com/office/drawing/2014/main" id="{DE636969-DA1B-EE79-88F5-F846DC11AF63}"/>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DC0C0784-51A9-2DBD-3187-9C186EBD9A15}"/>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81" name="TextBox 80">
            <a:extLst>
              <a:ext uri="{FF2B5EF4-FFF2-40B4-BE49-F238E27FC236}">
                <a16:creationId xmlns:a16="http://schemas.microsoft.com/office/drawing/2014/main" id="{57A7C660-4130-0688-50F8-39BF0940D069}"/>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06168487-BB15-24DE-32ED-0E418C13B8EA}"/>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C40EDCF4-C843-FC76-C451-72C6D4D15E93}"/>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4891010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1F495-18C4-090B-8A42-1B8AAB9BD1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28FD75-D8C3-E821-03EC-04F10C3DA8EC}"/>
              </a:ext>
            </a:extLst>
          </p:cNvPr>
          <p:cNvSpPr>
            <a:spLocks noGrp="1"/>
          </p:cNvSpPr>
          <p:nvPr>
            <p:ph sz="half" idx="1"/>
          </p:nvPr>
        </p:nvSpPr>
        <p:spPr/>
        <p:txBody>
          <a:bodyPr/>
          <a:lstStyle/>
          <a:p>
            <a:r>
              <a:rPr lang="en-US" dirty="0"/>
              <a:t>Last 1 in Column 5 (and bottom center block).</a:t>
            </a:r>
          </a:p>
          <a:p>
            <a:r>
              <a:rPr lang="en-US" dirty="0"/>
              <a:t>Then, last 7 in Column 5 (and bottom center block).</a:t>
            </a:r>
          </a:p>
        </p:txBody>
      </p:sp>
      <p:pic>
        <p:nvPicPr>
          <p:cNvPr id="4" name="Picture 3" descr="A grid of sudoku puzzle&#10;&#10;Description automatically generated">
            <a:extLst>
              <a:ext uri="{FF2B5EF4-FFF2-40B4-BE49-F238E27FC236}">
                <a16:creationId xmlns:a16="http://schemas.microsoft.com/office/drawing/2014/main" id="{F0327620-FD0C-E080-FE18-8754FCA7EC1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A80FD85-4EAD-CCD6-7C81-8623E90BF6F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5382536-AD39-5BE1-D29F-4503003E744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2E87D06-9F2B-EA54-66C1-7AC0579CB43D}"/>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B06E87F1-8C2E-8299-D9FE-A214F527635C}"/>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179A7E78-71A3-9DF3-6D92-3C6EE9368701}"/>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47F888C9-B2BA-0756-2309-D4FBFCC0AD6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3C25AB82-19B3-7CA7-11E1-51D2233DE933}"/>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C04C0EB4-868C-786D-070F-8ACA0AE467C4}"/>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222B95D-B753-B7E2-93B9-1058A90AACFA}"/>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F7A40BA4-266B-F2F6-DB20-D2D654A454DD}"/>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66C7DAF-9C19-9ECE-F641-601F6C4B75EA}"/>
              </a:ext>
            </a:extLst>
          </p:cNvPr>
          <p:cNvSpPr txBox="1"/>
          <p:nvPr/>
        </p:nvSpPr>
        <p:spPr>
          <a:xfrm>
            <a:off x="5147734"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5ED8B42A-E56B-E44C-36DB-C2245CE09189}"/>
              </a:ext>
            </a:extLst>
          </p:cNvPr>
          <p:cNvSpPr txBox="1"/>
          <p:nvPr/>
        </p:nvSpPr>
        <p:spPr>
          <a:xfrm>
            <a:off x="5650090"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E127A3B0-3FD9-8F3E-EED3-AD4EEEA91B7A}"/>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0716A0EC-CD05-DDFE-4567-0026555656E8}"/>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ABF645A1-3238-EDC4-E3C7-CB9F3576DD02}"/>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5567E01F-FA84-8913-8B65-3F9BA14F5C1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5D6784F4-6E57-1E79-0C66-92CCED4515BE}"/>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08776799-F68E-1C4F-6C50-B56E1E2970B5}"/>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5EB6CA27-1770-EF73-02D4-7812167E5D1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F1933687-BC7C-6D13-7B77-5A2FA91E36F1}"/>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6628CE6B-042F-03AC-8555-0C72B54F0C9F}"/>
              </a:ext>
            </a:extLst>
          </p:cNvPr>
          <p:cNvSpPr txBox="1"/>
          <p:nvPr/>
        </p:nvSpPr>
        <p:spPr>
          <a:xfrm>
            <a:off x="5147734" y="2778493"/>
            <a:ext cx="570089" cy="230832"/>
          </a:xfrm>
          <a:prstGeom prst="rect">
            <a:avLst/>
          </a:prstGeom>
          <a:solidFill>
            <a:schemeClr val="accent4">
              <a:lumMod val="20000"/>
              <a:lumOff val="80000"/>
            </a:schemeClr>
          </a:solid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7C825909-8B28-8420-94B7-BAF23875C18D}"/>
              </a:ext>
            </a:extLst>
          </p:cNvPr>
          <p:cNvSpPr txBox="1"/>
          <p:nvPr/>
        </p:nvSpPr>
        <p:spPr>
          <a:xfrm>
            <a:off x="5650090"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B1597EE8-A59F-09E5-3F53-50B88BB82B44}"/>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53145F14-6EFC-6A07-AF1D-2813089BB232}"/>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7A64C94F-9231-A7AB-F50E-4D5E585959E9}"/>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20EB3A78-09CF-4D1E-A50D-09FC1CB16D3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75438755-076D-6CF9-0167-0A9BF6F327C7}"/>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B680EFA2-7D2B-FAB3-F183-AB84C54D24EE}"/>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7AFF7662-EF00-7964-C8FB-2ABDE818D97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9E7C9F51-4313-4F9D-C84D-8D425D496DE1}"/>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B32FD76A-812F-1281-7FE1-96F15ED2C1A2}"/>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700CDAA7-29DE-A9E8-BD1B-EF3281D0A801}"/>
              </a:ext>
            </a:extLst>
          </p:cNvPr>
          <p:cNvSpPr txBox="1"/>
          <p:nvPr/>
        </p:nvSpPr>
        <p:spPr>
          <a:xfrm>
            <a:off x="3138310" y="4909484"/>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1887F653-BA7E-0029-024A-5FE0169BA346}"/>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8DBB4289-EB72-04D0-F871-76291A9D6EDB}"/>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6DD5D75F-4599-70FC-00EF-588776CA8600}"/>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D486000C-3F63-2433-4D0F-45D68A16190F}"/>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F4B099D2-2C65-CBEA-C264-FC821CC558F7}"/>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00A67CE6-399B-A3F1-DC13-617ADFADED76}"/>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D26E050C-D473-C323-0BEF-4857142E3175}"/>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20C8F137-3A0C-1F6F-C8F9-2792F4BB3047}"/>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0504814C-98D9-0C66-F1DB-9EFA77E63721}"/>
              </a:ext>
            </a:extLst>
          </p:cNvPr>
          <p:cNvSpPr txBox="1"/>
          <p:nvPr/>
        </p:nvSpPr>
        <p:spPr>
          <a:xfrm>
            <a:off x="7157158"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EF163CD6-CA32-2D2B-EB8E-4A29EC15C815}"/>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2679</a:t>
            </a:r>
          </a:p>
        </p:txBody>
      </p:sp>
      <p:sp>
        <p:nvSpPr>
          <p:cNvPr id="65" name="TextBox 64">
            <a:extLst>
              <a:ext uri="{FF2B5EF4-FFF2-40B4-BE49-F238E27FC236}">
                <a16:creationId xmlns:a16="http://schemas.microsoft.com/office/drawing/2014/main" id="{ECD634A1-A28A-E2B7-FC23-A2D36C33E351}"/>
              </a:ext>
            </a:extLst>
          </p:cNvPr>
          <p:cNvSpPr txBox="1"/>
          <p:nvPr/>
        </p:nvSpPr>
        <p:spPr>
          <a:xfrm>
            <a:off x="7157158" y="3406653"/>
            <a:ext cx="570089" cy="230832"/>
          </a:xfrm>
          <a:prstGeom prst="rect">
            <a:avLst/>
          </a:prstGeom>
          <a:noFill/>
        </p:spPr>
        <p:txBody>
          <a:bodyPr wrap="square" rtlCol="0">
            <a:spAutoFit/>
          </a:bodyPr>
          <a:lstStyle/>
          <a:p>
            <a:pPr algn="ctr"/>
            <a:r>
              <a:rPr lang="en-US" sz="900" dirty="0"/>
              <a:t>679</a:t>
            </a:r>
          </a:p>
        </p:txBody>
      </p:sp>
      <p:sp>
        <p:nvSpPr>
          <p:cNvPr id="66" name="TextBox 65">
            <a:extLst>
              <a:ext uri="{FF2B5EF4-FFF2-40B4-BE49-F238E27FC236}">
                <a16:creationId xmlns:a16="http://schemas.microsoft.com/office/drawing/2014/main" id="{34283AC0-54EE-3315-D8A6-DCC5A0A80A30}"/>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20E77177-7DAE-D0DB-AE4F-095AE574C97D}"/>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9C87C1E8-01DD-0ACA-9F06-13F5A0AE6A80}"/>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54053F3F-A6A5-10F3-F201-F17058EE9F8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AAE84DBB-03F3-9A2D-AA12-D61464758BD9}"/>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459E6C17-0A26-401F-A7E9-D20DE6493353}"/>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2600D200-B09B-F35D-C96F-459274459958}"/>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392C8A5C-8503-0ADF-E7A8-92EEA3FEACFA}"/>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483B4153-C3C2-5C48-9B8F-A7238F3205BD}"/>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64B33183-9C50-14E7-BC29-FB0FF8B430B8}"/>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4B9A9CF7-5ED9-AF9D-A78A-A3F02F7CA7B1}"/>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1EA8D24B-AE52-E878-E815-208FB7FC1DA2}"/>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3379A9E0-6277-143F-7801-C26EE13777BA}"/>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2FC55FAB-E6A3-CD14-2A1E-468BF707E2C7}"/>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4C978726-750A-897D-4425-2BEC58494FEC}"/>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1731B193-9BBC-A206-07E3-E139A41C2613}"/>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35489780-B35B-E3CC-B4D4-CB71A394C973}"/>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75642E2E-43CA-AC0D-6B7D-2A2C0C8A1F43}"/>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9BF74824-8D40-7E53-0C5F-E7F2BC1E882D}"/>
              </a:ext>
            </a:extLst>
          </p:cNvPr>
          <p:cNvSpPr txBox="1"/>
          <p:nvPr/>
        </p:nvSpPr>
        <p:spPr>
          <a:xfrm>
            <a:off x="5147734"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FA7077CB-C9D9-6E67-B9AC-0A5A1BC2C1AE}"/>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0C982001-9D0B-BD36-1BAC-F9AC53CFEDC0}"/>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2" name="TextBox 21">
            <a:extLst>
              <a:ext uri="{FF2B5EF4-FFF2-40B4-BE49-F238E27FC236}">
                <a16:creationId xmlns:a16="http://schemas.microsoft.com/office/drawing/2014/main" id="{C4022BC1-715C-A6FC-58C6-1E5526E3B306}"/>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825171D6-A581-E7A1-D0B7-4420CE5CE9B1}"/>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2E9E3072-07EA-CCA2-0C26-C781551AB0A4}"/>
              </a:ext>
            </a:extLst>
          </p:cNvPr>
          <p:cNvSpPr txBox="1"/>
          <p:nvPr/>
        </p:nvSpPr>
        <p:spPr>
          <a:xfrm>
            <a:off x="5650090" y="4909484"/>
            <a:ext cx="570089" cy="230832"/>
          </a:xfrm>
          <a:prstGeom prst="rect">
            <a:avLst/>
          </a:prstGeom>
          <a:noFill/>
        </p:spPr>
        <p:txBody>
          <a:bodyPr wrap="square" rtlCol="0">
            <a:spAutoFit/>
          </a:bodyPr>
          <a:lstStyle/>
          <a:p>
            <a:pPr algn="ctr"/>
            <a:r>
              <a:rPr lang="en-US" sz="900" dirty="0"/>
              <a:t>346</a:t>
            </a:r>
          </a:p>
        </p:txBody>
      </p:sp>
      <p:sp>
        <p:nvSpPr>
          <p:cNvPr id="35" name="TextBox 34">
            <a:extLst>
              <a:ext uri="{FF2B5EF4-FFF2-40B4-BE49-F238E27FC236}">
                <a16:creationId xmlns:a16="http://schemas.microsoft.com/office/drawing/2014/main" id="{4918C643-1063-F32C-66DA-8F1AAE062F69}"/>
              </a:ext>
            </a:extLst>
          </p:cNvPr>
          <p:cNvSpPr txBox="1"/>
          <p:nvPr/>
        </p:nvSpPr>
        <p:spPr>
          <a:xfrm>
            <a:off x="7157158" y="3907597"/>
            <a:ext cx="570089" cy="230832"/>
          </a:xfrm>
          <a:prstGeom prst="rect">
            <a:avLst/>
          </a:prstGeom>
          <a:noFill/>
        </p:spPr>
        <p:txBody>
          <a:bodyPr wrap="square" rtlCol="0">
            <a:spAutoFit/>
          </a:bodyPr>
          <a:lstStyle/>
          <a:p>
            <a:pPr algn="ctr"/>
            <a:r>
              <a:rPr lang="en-US" sz="900" dirty="0"/>
              <a:t>569</a:t>
            </a:r>
          </a:p>
        </p:txBody>
      </p:sp>
      <p:sp>
        <p:nvSpPr>
          <p:cNvPr id="39" name="TextBox 38">
            <a:extLst>
              <a:ext uri="{FF2B5EF4-FFF2-40B4-BE49-F238E27FC236}">
                <a16:creationId xmlns:a16="http://schemas.microsoft.com/office/drawing/2014/main" id="{3BB8C923-28AD-E067-5677-63982D7AA0F0}"/>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8" name="TextBox 77">
            <a:extLst>
              <a:ext uri="{FF2B5EF4-FFF2-40B4-BE49-F238E27FC236}">
                <a16:creationId xmlns:a16="http://schemas.microsoft.com/office/drawing/2014/main" id="{0A1DCB8A-C96C-5244-73D2-2F518A4B33DF}"/>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0717EBDB-91E2-E343-2866-2EEE47F798A2}"/>
              </a:ext>
            </a:extLst>
          </p:cNvPr>
          <p:cNvSpPr txBox="1"/>
          <p:nvPr/>
        </p:nvSpPr>
        <p:spPr>
          <a:xfrm>
            <a:off x="6654802" y="4281325"/>
            <a:ext cx="570089" cy="230832"/>
          </a:xfrm>
          <a:prstGeom prst="rect">
            <a:avLst/>
          </a:prstGeom>
          <a:noFill/>
        </p:spPr>
        <p:txBody>
          <a:bodyPr wrap="square" rtlCol="0">
            <a:spAutoFit/>
          </a:bodyPr>
          <a:lstStyle/>
          <a:p>
            <a:pPr algn="ctr"/>
            <a:r>
              <a:rPr lang="en-US" sz="900" dirty="0"/>
              <a:t>45</a:t>
            </a:r>
          </a:p>
        </p:txBody>
      </p:sp>
      <p:sp>
        <p:nvSpPr>
          <p:cNvPr id="79" name="TextBox 78">
            <a:extLst>
              <a:ext uri="{FF2B5EF4-FFF2-40B4-BE49-F238E27FC236}">
                <a16:creationId xmlns:a16="http://schemas.microsoft.com/office/drawing/2014/main" id="{8C2413D9-B6C9-2549-EDE3-F8A5FDE55209}"/>
              </a:ext>
            </a:extLst>
          </p:cNvPr>
          <p:cNvSpPr txBox="1"/>
          <p:nvPr/>
        </p:nvSpPr>
        <p:spPr>
          <a:xfrm>
            <a:off x="6654802" y="4909484"/>
            <a:ext cx="570089" cy="230832"/>
          </a:xfrm>
          <a:prstGeom prst="rect">
            <a:avLst/>
          </a:prstGeom>
          <a:noFill/>
        </p:spPr>
        <p:txBody>
          <a:bodyPr wrap="square" rtlCol="0">
            <a:spAutoFit/>
          </a:bodyPr>
          <a:lstStyle/>
          <a:p>
            <a:pPr algn="ctr"/>
            <a:r>
              <a:rPr lang="en-US" sz="900" dirty="0"/>
              <a:t>67</a:t>
            </a:r>
          </a:p>
        </p:txBody>
      </p:sp>
      <p:sp>
        <p:nvSpPr>
          <p:cNvPr id="83" name="TextBox 82">
            <a:extLst>
              <a:ext uri="{FF2B5EF4-FFF2-40B4-BE49-F238E27FC236}">
                <a16:creationId xmlns:a16="http://schemas.microsoft.com/office/drawing/2014/main" id="{FCBC2B67-0640-14E2-C6AE-42FC72B69BAD}"/>
              </a:ext>
            </a:extLst>
          </p:cNvPr>
          <p:cNvSpPr txBox="1"/>
          <p:nvPr/>
        </p:nvSpPr>
        <p:spPr>
          <a:xfrm>
            <a:off x="6654802" y="3907597"/>
            <a:ext cx="570089" cy="230832"/>
          </a:xfrm>
          <a:prstGeom prst="rect">
            <a:avLst/>
          </a:prstGeom>
          <a:noFill/>
        </p:spPr>
        <p:txBody>
          <a:bodyPr wrap="square" rtlCol="0">
            <a:spAutoFit/>
          </a:bodyPr>
          <a:lstStyle/>
          <a:p>
            <a:pPr algn="ctr"/>
            <a:r>
              <a:rPr lang="en-US" sz="900" dirty="0"/>
              <a:t>3459</a:t>
            </a:r>
          </a:p>
        </p:txBody>
      </p:sp>
      <p:sp>
        <p:nvSpPr>
          <p:cNvPr id="84" name="TextBox 83">
            <a:extLst>
              <a:ext uri="{FF2B5EF4-FFF2-40B4-BE49-F238E27FC236}">
                <a16:creationId xmlns:a16="http://schemas.microsoft.com/office/drawing/2014/main" id="{6DA6EE78-20A2-CC2E-02C0-90B6BE0982E5}"/>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F10FF5AA-5204-35C9-2F38-183313D1C82F}"/>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81" name="TextBox 80">
            <a:extLst>
              <a:ext uri="{FF2B5EF4-FFF2-40B4-BE49-F238E27FC236}">
                <a16:creationId xmlns:a16="http://schemas.microsoft.com/office/drawing/2014/main" id="{F94CDD75-D1B8-3531-3E1F-7DDACD512BE8}"/>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0FAC807C-F465-A8C1-3844-38E599DA22F5}"/>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AB93CADA-D5A4-7A9A-BEDA-5D69BB17CD58}"/>
              </a:ext>
            </a:extLst>
          </p:cNvPr>
          <p:cNvSpPr txBox="1"/>
          <p:nvPr/>
        </p:nvSpPr>
        <p:spPr>
          <a:xfrm>
            <a:off x="5215469" y="4244561"/>
            <a:ext cx="462845" cy="584775"/>
          </a:xfrm>
          <a:prstGeom prst="rect">
            <a:avLst/>
          </a:prstGeom>
          <a:noFill/>
        </p:spPr>
        <p:txBody>
          <a:bodyPr wrap="square" rtlCol="0">
            <a:spAutoFit/>
          </a:bodyPr>
          <a:lstStyle/>
          <a:p>
            <a:pPr algn="ctr"/>
            <a:r>
              <a:rPr lang="en-US" sz="3200" dirty="0"/>
              <a:t>1</a:t>
            </a:r>
          </a:p>
        </p:txBody>
      </p:sp>
      <p:sp>
        <p:nvSpPr>
          <p:cNvPr id="85" name="TextBox 84">
            <a:extLst>
              <a:ext uri="{FF2B5EF4-FFF2-40B4-BE49-F238E27FC236}">
                <a16:creationId xmlns:a16="http://schemas.microsoft.com/office/drawing/2014/main" id="{CA9CB5C3-3887-CC68-0EE4-CF6DD05693BE}"/>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86" name="TextBox 85">
            <a:extLst>
              <a:ext uri="{FF2B5EF4-FFF2-40B4-BE49-F238E27FC236}">
                <a16:creationId xmlns:a16="http://schemas.microsoft.com/office/drawing/2014/main" id="{D9138F81-3602-34A0-32F7-B39D460016BC}"/>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1945413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4A43A-FE32-8175-F732-D4A377E3AD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2D2870-F204-B2CC-6FD8-41D59F6E28A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82DD23D-B6ED-DD28-22EE-5A349C78CCD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88EEEB2-E0B0-8A32-2D49-088010EDB1E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F364A52-26F7-1CEF-8682-31C8EF95572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5CF1581-BD86-C956-D43A-7421F65E688C}"/>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81FBA58B-34BB-36F6-E773-2F3552A7D65D}"/>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9F393F0-8746-5A1C-B296-EBD34595AC72}"/>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FB466D3C-8E3A-F10B-3225-A0E92444ECC2}"/>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0A000EF7-603E-4EE8-2153-A610F5CB478B}"/>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991331E9-389B-1C13-0C0A-1AD7DDBE486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53B16BCC-05A1-AD51-A9DB-74333E849DD0}"/>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F89146EC-D589-BC83-56A4-E0DEA7D8BF07}"/>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39761694-391C-5CBD-ED27-B65313106AC8}"/>
              </a:ext>
            </a:extLst>
          </p:cNvPr>
          <p:cNvSpPr txBox="1"/>
          <p:nvPr/>
        </p:nvSpPr>
        <p:spPr>
          <a:xfrm>
            <a:off x="5147734"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ADB75DAB-B75A-7C4A-E207-78B4BF44068F}"/>
              </a:ext>
            </a:extLst>
          </p:cNvPr>
          <p:cNvSpPr txBox="1"/>
          <p:nvPr/>
        </p:nvSpPr>
        <p:spPr>
          <a:xfrm>
            <a:off x="5650090"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22C23F41-DF40-74B6-8AAF-A57E2F95F677}"/>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F720EB5-73CD-EE31-8915-59EBE2B7A1DF}"/>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D40408FE-6B95-5586-CB46-8CBF82A44CA4}"/>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64DA9E68-D0BD-8B13-B6A2-9B84F61B7F5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34A742D4-0B48-5C80-DEBB-B5C3545D3B0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6DC06768-A72C-289B-1582-92ACF12D0A0A}"/>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2E0F39B9-6FEA-1F23-69A5-3A971F7AB7C5}"/>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7B44963-3660-BDB2-BAB4-E8E2C4AA847C}"/>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C33C64B4-9944-2AF2-8A56-1E46B3465ECF}"/>
              </a:ext>
            </a:extLst>
          </p:cNvPr>
          <p:cNvSpPr txBox="1"/>
          <p:nvPr/>
        </p:nvSpPr>
        <p:spPr>
          <a:xfrm>
            <a:off x="5147734" y="2778493"/>
            <a:ext cx="570089" cy="230832"/>
          </a:xfrm>
          <a:prstGeom prst="rect">
            <a:avLst/>
          </a:prstGeom>
          <a:solidFill>
            <a:schemeClr val="accent4">
              <a:lumMod val="20000"/>
              <a:lumOff val="80000"/>
            </a:schemeClr>
          </a:solid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6C7D76E4-8FCC-06AE-8C86-608E85742190}"/>
              </a:ext>
            </a:extLst>
          </p:cNvPr>
          <p:cNvSpPr txBox="1"/>
          <p:nvPr/>
        </p:nvSpPr>
        <p:spPr>
          <a:xfrm>
            <a:off x="5650090"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87825019-99C6-D55D-4024-2193016D0CAE}"/>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3A05EF52-D765-3292-F0DC-5981B230D039}"/>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A73BB0B-DB31-D54A-3BD7-A117E9568DBD}"/>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ADC0114B-FF68-F93A-5A84-12CF33C0785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5150A397-C159-A4A3-0950-556AB72E43AF}"/>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A4E1C289-245B-1567-A6AC-F1F64B19795C}"/>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E0BEE0C9-ED44-F455-30FD-9C20B17BBCBB}"/>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A68F9DC-C9CC-5801-28F2-FAC7F43660F1}"/>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E3DDBDA2-ED25-7022-16A2-92B1E80E717A}"/>
              </a:ext>
            </a:extLst>
          </p:cNvPr>
          <p:cNvSpPr txBox="1"/>
          <p:nvPr/>
        </p:nvSpPr>
        <p:spPr>
          <a:xfrm>
            <a:off x="3138310" y="4408541"/>
            <a:ext cx="570089" cy="230832"/>
          </a:xfrm>
          <a:prstGeom prst="rect">
            <a:avLst/>
          </a:prstGeom>
          <a:noFill/>
        </p:spPr>
        <p:txBody>
          <a:bodyPr wrap="square" rtlCol="0">
            <a:spAutoFit/>
          </a:bodyPr>
          <a:lstStyle/>
          <a:p>
            <a:pPr algn="ctr"/>
            <a:r>
              <a:rPr lang="en-US" sz="900" dirty="0"/>
              <a:t>349</a:t>
            </a:r>
          </a:p>
        </p:txBody>
      </p:sp>
      <p:sp>
        <p:nvSpPr>
          <p:cNvPr id="55" name="TextBox 54">
            <a:extLst>
              <a:ext uri="{FF2B5EF4-FFF2-40B4-BE49-F238E27FC236}">
                <a16:creationId xmlns:a16="http://schemas.microsoft.com/office/drawing/2014/main" id="{B218B10B-3CA0-0834-4D03-B04A8083098F}"/>
              </a:ext>
            </a:extLst>
          </p:cNvPr>
          <p:cNvSpPr txBox="1"/>
          <p:nvPr/>
        </p:nvSpPr>
        <p:spPr>
          <a:xfrm>
            <a:off x="3138310" y="4909484"/>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6B57A452-5197-4525-086D-EEC1015880E0}"/>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20" name="TextBox 19">
            <a:extLst>
              <a:ext uri="{FF2B5EF4-FFF2-40B4-BE49-F238E27FC236}">
                <a16:creationId xmlns:a16="http://schemas.microsoft.com/office/drawing/2014/main" id="{9422E3B9-851C-8B8D-172C-9015EF1FA25C}"/>
              </a:ext>
            </a:extLst>
          </p:cNvPr>
          <p:cNvSpPr txBox="1"/>
          <p:nvPr/>
        </p:nvSpPr>
        <p:spPr>
          <a:xfrm>
            <a:off x="6654802"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29" name="TextBox 28">
            <a:extLst>
              <a:ext uri="{FF2B5EF4-FFF2-40B4-BE49-F238E27FC236}">
                <a16:creationId xmlns:a16="http://schemas.microsoft.com/office/drawing/2014/main" id="{6BEA135F-DF97-9433-67B6-35907DC2AF82}"/>
              </a:ext>
            </a:extLst>
          </p:cNvPr>
          <p:cNvSpPr txBox="1"/>
          <p:nvPr/>
        </p:nvSpPr>
        <p:spPr>
          <a:xfrm>
            <a:off x="615244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951E5DB6-A0D9-3ABE-C606-7DB861DD1DF2}"/>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7" name="TextBox 56">
            <a:extLst>
              <a:ext uri="{FF2B5EF4-FFF2-40B4-BE49-F238E27FC236}">
                <a16:creationId xmlns:a16="http://schemas.microsoft.com/office/drawing/2014/main" id="{738E766C-6F22-7059-D421-102777D1F3E3}"/>
              </a:ext>
            </a:extLst>
          </p:cNvPr>
          <p:cNvSpPr txBox="1"/>
          <p:nvPr/>
        </p:nvSpPr>
        <p:spPr>
          <a:xfrm>
            <a:off x="6152446"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62</a:t>
            </a:r>
          </a:p>
        </p:txBody>
      </p:sp>
      <p:sp>
        <p:nvSpPr>
          <p:cNvPr id="58" name="TextBox 57">
            <a:extLst>
              <a:ext uri="{FF2B5EF4-FFF2-40B4-BE49-F238E27FC236}">
                <a16:creationId xmlns:a16="http://schemas.microsoft.com/office/drawing/2014/main" id="{939A99C7-9B8C-BC47-8E0D-2FD13C214F47}"/>
              </a:ext>
            </a:extLst>
          </p:cNvPr>
          <p:cNvSpPr txBox="1"/>
          <p:nvPr/>
        </p:nvSpPr>
        <p:spPr>
          <a:xfrm>
            <a:off x="6654802"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26</a:t>
            </a:r>
          </a:p>
        </p:txBody>
      </p:sp>
      <p:sp>
        <p:nvSpPr>
          <p:cNvPr id="59" name="TextBox 58">
            <a:extLst>
              <a:ext uri="{FF2B5EF4-FFF2-40B4-BE49-F238E27FC236}">
                <a16:creationId xmlns:a16="http://schemas.microsoft.com/office/drawing/2014/main" id="{61A9E4B8-D3CC-FC5A-175A-E9A02D9F6131}"/>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6B03C321-BBB8-1AD8-F9C4-27F316A33F8C}"/>
              </a:ext>
            </a:extLst>
          </p:cNvPr>
          <p:cNvSpPr txBox="1"/>
          <p:nvPr/>
        </p:nvSpPr>
        <p:spPr>
          <a:xfrm>
            <a:off x="6654802" y="2404765"/>
            <a:ext cx="570089" cy="230832"/>
          </a:xfrm>
          <a:prstGeom prst="rect">
            <a:avLst/>
          </a:prstGeom>
          <a:noFill/>
        </p:spPr>
        <p:txBody>
          <a:bodyPr wrap="square" rtlCol="0">
            <a:spAutoFit/>
          </a:bodyPr>
          <a:lstStyle/>
          <a:p>
            <a:pPr algn="ctr"/>
            <a:r>
              <a:rPr lang="en-US" sz="900" dirty="0"/>
              <a:t>5679</a:t>
            </a:r>
          </a:p>
        </p:txBody>
      </p:sp>
      <p:sp>
        <p:nvSpPr>
          <p:cNvPr id="62" name="TextBox 61">
            <a:extLst>
              <a:ext uri="{FF2B5EF4-FFF2-40B4-BE49-F238E27FC236}">
                <a16:creationId xmlns:a16="http://schemas.microsoft.com/office/drawing/2014/main" id="{4DB24B63-C5B7-65E4-65C3-72D3AC680B1E}"/>
              </a:ext>
            </a:extLst>
          </p:cNvPr>
          <p:cNvSpPr txBox="1"/>
          <p:nvPr/>
        </p:nvSpPr>
        <p:spPr>
          <a:xfrm>
            <a:off x="7157158"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8B075A78-D054-5F92-9B3C-D039940E503B}"/>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2679</a:t>
            </a:r>
          </a:p>
        </p:txBody>
      </p:sp>
      <p:sp>
        <p:nvSpPr>
          <p:cNvPr id="65" name="TextBox 64">
            <a:extLst>
              <a:ext uri="{FF2B5EF4-FFF2-40B4-BE49-F238E27FC236}">
                <a16:creationId xmlns:a16="http://schemas.microsoft.com/office/drawing/2014/main" id="{709D1BC7-2989-4F1B-3BD8-5C0E4D916D23}"/>
              </a:ext>
            </a:extLst>
          </p:cNvPr>
          <p:cNvSpPr txBox="1"/>
          <p:nvPr/>
        </p:nvSpPr>
        <p:spPr>
          <a:xfrm>
            <a:off x="7157158" y="3406653"/>
            <a:ext cx="570089" cy="230832"/>
          </a:xfrm>
          <a:prstGeom prst="rect">
            <a:avLst/>
          </a:prstGeom>
          <a:noFill/>
        </p:spPr>
        <p:txBody>
          <a:bodyPr wrap="square" rtlCol="0">
            <a:spAutoFit/>
          </a:bodyPr>
          <a:lstStyle/>
          <a:p>
            <a:pPr algn="ctr"/>
            <a:r>
              <a:rPr lang="en-US" sz="900" dirty="0"/>
              <a:t>679</a:t>
            </a:r>
          </a:p>
        </p:txBody>
      </p:sp>
      <p:sp>
        <p:nvSpPr>
          <p:cNvPr id="66" name="TextBox 65">
            <a:extLst>
              <a:ext uri="{FF2B5EF4-FFF2-40B4-BE49-F238E27FC236}">
                <a16:creationId xmlns:a16="http://schemas.microsoft.com/office/drawing/2014/main" id="{9813353F-586B-F2F3-7F45-77DABE548CF9}"/>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198FED74-636E-F624-383D-81144AA0BE67}"/>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EAD32FAD-D488-8FEE-78A5-014FA405F430}"/>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915CB49C-7F71-3D69-3718-B3BEBDDD51A9}"/>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FC0FF656-1121-B0ED-6DFD-1A8FC902A86A}"/>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CFC0EA8B-031F-2C7F-4F87-834E2A269389}"/>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D487C83C-C6E3-BF17-C748-C8A63F698762}"/>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3D8562A8-1591-49E3-6E3C-CFDF39AFB91D}"/>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09F3E2D0-BB44-7BF6-001D-0C2D38287BDC}"/>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652D20DF-A23F-A096-27D7-AE7D1C1AB14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B0AD2E69-DF85-F4BA-BA1A-54DD43DA10DC}"/>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5C361B39-C18F-CC0E-9907-3BB03BD04528}"/>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4102C9F4-BCD3-4F80-F7D4-A2D99DA50EEC}"/>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47BF0E01-F614-9E96-8834-BA7F19BB85EC}"/>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B85D2F16-A79A-BE25-F3CE-539116848902}"/>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A63E7D4A-A09E-1F6A-6DDB-0D9E15A9552F}"/>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10B1C795-69E2-672E-1933-C5B181EFEFB5}"/>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45F0A568-688E-D0CA-D608-4A9ACC748532}"/>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7B4B954C-D6FF-EFAA-B20C-610336D9EE5D}"/>
              </a:ext>
            </a:extLst>
          </p:cNvPr>
          <p:cNvSpPr txBox="1"/>
          <p:nvPr/>
        </p:nvSpPr>
        <p:spPr>
          <a:xfrm>
            <a:off x="5147734"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98627BB3-3A41-087B-6E65-F499FD7350DC}"/>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939C46E3-6171-FEBC-4093-B5CCB2C182FB}"/>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2" name="TextBox 21">
            <a:extLst>
              <a:ext uri="{FF2B5EF4-FFF2-40B4-BE49-F238E27FC236}">
                <a16:creationId xmlns:a16="http://schemas.microsoft.com/office/drawing/2014/main" id="{8CD902AC-2B16-8AED-E9FD-06B229E33B00}"/>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28" name="TextBox 27">
            <a:extLst>
              <a:ext uri="{FF2B5EF4-FFF2-40B4-BE49-F238E27FC236}">
                <a16:creationId xmlns:a16="http://schemas.microsoft.com/office/drawing/2014/main" id="{54CFE27A-77E9-BB75-D9D0-02F9BCC4F35C}"/>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52C475D0-5DF2-6714-6074-E9B073FA79E1}"/>
              </a:ext>
            </a:extLst>
          </p:cNvPr>
          <p:cNvSpPr txBox="1"/>
          <p:nvPr/>
        </p:nvSpPr>
        <p:spPr>
          <a:xfrm>
            <a:off x="5650090" y="4909484"/>
            <a:ext cx="570089" cy="230832"/>
          </a:xfrm>
          <a:prstGeom prst="rect">
            <a:avLst/>
          </a:prstGeom>
          <a:noFill/>
        </p:spPr>
        <p:txBody>
          <a:bodyPr wrap="square" rtlCol="0">
            <a:spAutoFit/>
          </a:bodyPr>
          <a:lstStyle/>
          <a:p>
            <a:pPr algn="ctr"/>
            <a:r>
              <a:rPr lang="en-US" sz="900" dirty="0"/>
              <a:t>346</a:t>
            </a:r>
          </a:p>
        </p:txBody>
      </p:sp>
      <p:sp>
        <p:nvSpPr>
          <p:cNvPr id="35" name="TextBox 34">
            <a:extLst>
              <a:ext uri="{FF2B5EF4-FFF2-40B4-BE49-F238E27FC236}">
                <a16:creationId xmlns:a16="http://schemas.microsoft.com/office/drawing/2014/main" id="{CF7C4C13-59D5-0CC8-397D-6F8BF5332503}"/>
              </a:ext>
            </a:extLst>
          </p:cNvPr>
          <p:cNvSpPr txBox="1"/>
          <p:nvPr/>
        </p:nvSpPr>
        <p:spPr>
          <a:xfrm>
            <a:off x="7157158" y="3907597"/>
            <a:ext cx="570089" cy="230832"/>
          </a:xfrm>
          <a:prstGeom prst="rect">
            <a:avLst/>
          </a:prstGeom>
          <a:noFill/>
        </p:spPr>
        <p:txBody>
          <a:bodyPr wrap="square" rtlCol="0">
            <a:spAutoFit/>
          </a:bodyPr>
          <a:lstStyle/>
          <a:p>
            <a:pPr algn="ctr"/>
            <a:r>
              <a:rPr lang="en-US" sz="900" dirty="0"/>
              <a:t>569</a:t>
            </a:r>
          </a:p>
        </p:txBody>
      </p:sp>
      <p:sp>
        <p:nvSpPr>
          <p:cNvPr id="39" name="TextBox 38">
            <a:extLst>
              <a:ext uri="{FF2B5EF4-FFF2-40B4-BE49-F238E27FC236}">
                <a16:creationId xmlns:a16="http://schemas.microsoft.com/office/drawing/2014/main" id="{8A077DCC-3D26-43C7-D7EE-C6AEF1D6E6A0}"/>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8" name="TextBox 77">
            <a:extLst>
              <a:ext uri="{FF2B5EF4-FFF2-40B4-BE49-F238E27FC236}">
                <a16:creationId xmlns:a16="http://schemas.microsoft.com/office/drawing/2014/main" id="{5390AA6B-4F88-AB85-11E0-9C59FB2C2B13}"/>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2429C505-21F9-E450-6776-16CBA77310C8}"/>
              </a:ext>
            </a:extLst>
          </p:cNvPr>
          <p:cNvSpPr txBox="1"/>
          <p:nvPr/>
        </p:nvSpPr>
        <p:spPr>
          <a:xfrm>
            <a:off x="6654802" y="3907597"/>
            <a:ext cx="570089" cy="230832"/>
          </a:xfrm>
          <a:prstGeom prst="rect">
            <a:avLst/>
          </a:prstGeom>
          <a:noFill/>
        </p:spPr>
        <p:txBody>
          <a:bodyPr wrap="square" rtlCol="0">
            <a:spAutoFit/>
          </a:bodyPr>
          <a:lstStyle/>
          <a:p>
            <a:pPr algn="ctr"/>
            <a:r>
              <a:rPr lang="en-US" sz="900" dirty="0"/>
              <a:t>3459</a:t>
            </a:r>
          </a:p>
        </p:txBody>
      </p:sp>
      <p:sp>
        <p:nvSpPr>
          <p:cNvPr id="84" name="TextBox 83">
            <a:extLst>
              <a:ext uri="{FF2B5EF4-FFF2-40B4-BE49-F238E27FC236}">
                <a16:creationId xmlns:a16="http://schemas.microsoft.com/office/drawing/2014/main" id="{D0C686BB-A715-730A-3A1D-3E8FB20671C1}"/>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CB9BC925-87B0-BE94-C61C-5EAB7499086E}"/>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81" name="TextBox 80">
            <a:extLst>
              <a:ext uri="{FF2B5EF4-FFF2-40B4-BE49-F238E27FC236}">
                <a16:creationId xmlns:a16="http://schemas.microsoft.com/office/drawing/2014/main" id="{33741598-9ABD-EABA-ED48-411BB34CBBEE}"/>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5A1642F5-6454-19BE-8A90-C8F038078F9A}"/>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628B470E-D68A-74D4-2D41-DA3BB7752BDE}"/>
              </a:ext>
            </a:extLst>
          </p:cNvPr>
          <p:cNvSpPr txBox="1"/>
          <p:nvPr/>
        </p:nvSpPr>
        <p:spPr>
          <a:xfrm>
            <a:off x="5215469" y="4244561"/>
            <a:ext cx="462845" cy="584775"/>
          </a:xfrm>
          <a:prstGeom prst="rect">
            <a:avLst/>
          </a:prstGeom>
          <a:noFill/>
        </p:spPr>
        <p:txBody>
          <a:bodyPr wrap="square" rtlCol="0">
            <a:spAutoFit/>
          </a:bodyPr>
          <a:lstStyle/>
          <a:p>
            <a:pPr algn="ctr"/>
            <a:r>
              <a:rPr lang="en-US" sz="3200" dirty="0"/>
              <a:t>1</a:t>
            </a:r>
          </a:p>
        </p:txBody>
      </p:sp>
      <p:sp>
        <p:nvSpPr>
          <p:cNvPr id="85" name="TextBox 84">
            <a:extLst>
              <a:ext uri="{FF2B5EF4-FFF2-40B4-BE49-F238E27FC236}">
                <a16:creationId xmlns:a16="http://schemas.microsoft.com/office/drawing/2014/main" id="{F2E8B4E2-3905-13D6-4D83-5D94FCF4948C}"/>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0CCAC7B1-37D2-2551-F591-B16AB4EDFF30}"/>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D36C356-6193-2E84-1CB6-43E70D1C1F03}"/>
              </a:ext>
            </a:extLst>
          </p:cNvPr>
          <p:cNvSpPr txBox="1"/>
          <p:nvPr/>
        </p:nvSpPr>
        <p:spPr>
          <a:xfrm>
            <a:off x="6714071" y="424456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7EBC715A-C7CE-1609-EDAB-DAC68D1E9F64}"/>
              </a:ext>
            </a:extLst>
          </p:cNvPr>
          <p:cNvSpPr txBox="1"/>
          <p:nvPr/>
        </p:nvSpPr>
        <p:spPr>
          <a:xfrm>
            <a:off x="6714071"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2717686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3B414-9CE5-F4A9-5715-2F8F0D7A7B7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372D16-F903-A0A9-6056-906E5DE24D8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205F60A-3DC1-A69D-4538-990A11112D4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C2E637E-0F5F-A9D3-338A-15821D7BBC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DE05330-B4A2-DEA0-5EE4-49A5AF62185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C59FEF1-C014-70FF-7E52-4824B20EB79D}"/>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3271AAB9-F0F7-A95F-B99A-B6171494F2D7}"/>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7401AF3-7F4C-3E10-98A8-1958308EAC74}"/>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5DAF3434-C6DB-4ED2-6086-FED51078687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CD9B65C9-B528-679E-3F08-AFD4E6E96C3E}"/>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06B0093B-E92D-F738-CCCB-CFEAB2F69C4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AD5185A-3DD5-6514-524D-857F9B838C3F}"/>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DD87022F-808B-4B61-E814-3FCC6BD4F61A}"/>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645565AA-3EDA-1D27-4816-78F7DD056F5A}"/>
              </a:ext>
            </a:extLst>
          </p:cNvPr>
          <p:cNvSpPr txBox="1"/>
          <p:nvPr/>
        </p:nvSpPr>
        <p:spPr>
          <a:xfrm>
            <a:off x="5147734"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21F3C904-B196-ECCB-E3FB-984EC19853A7}"/>
              </a:ext>
            </a:extLst>
          </p:cNvPr>
          <p:cNvSpPr txBox="1"/>
          <p:nvPr/>
        </p:nvSpPr>
        <p:spPr>
          <a:xfrm>
            <a:off x="5650090"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FA521AFC-F1EC-241E-663F-05674F9B7B94}"/>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EE436210-88D7-B041-FA2D-446A42C1F4A2}"/>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65AB8B03-02CC-C377-01DB-1393E0D69336}"/>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7A94DB86-195D-9EED-4DB4-155155E8BD9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EAD2FCC-6017-9112-4ECC-9D5EF82E7CC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5952D5FC-75D5-3445-A2CE-15A9A89E1480}"/>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71A7A785-7D70-14A9-F3B8-C4DE24F4F4D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A9741266-9948-19E5-4AAC-C0935336AF39}"/>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2DB71F7E-21E0-1566-8D87-40C638A51150}"/>
              </a:ext>
            </a:extLst>
          </p:cNvPr>
          <p:cNvSpPr txBox="1"/>
          <p:nvPr/>
        </p:nvSpPr>
        <p:spPr>
          <a:xfrm>
            <a:off x="5147734" y="2778493"/>
            <a:ext cx="570089" cy="230832"/>
          </a:xfrm>
          <a:prstGeom prst="rect">
            <a:avLst/>
          </a:prstGeom>
          <a:solidFill>
            <a:schemeClr val="accent4">
              <a:lumMod val="20000"/>
              <a:lumOff val="80000"/>
            </a:schemeClr>
          </a:solid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4A32BE5B-A47F-5245-93A3-2DE6C7BED49C}"/>
              </a:ext>
            </a:extLst>
          </p:cNvPr>
          <p:cNvSpPr txBox="1"/>
          <p:nvPr/>
        </p:nvSpPr>
        <p:spPr>
          <a:xfrm>
            <a:off x="5650090"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E22DD434-E71F-4F61-636E-660097063CBC}"/>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21971BD7-9689-A1DC-233C-CC349E649232}"/>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EE8EE1BF-DD9A-5E72-16EA-4D0C861A446F}"/>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9B232714-B9C4-FF81-EEBA-D91321A927F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952BDC5A-767A-8A0F-6D68-98DA6A8A9720}"/>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6F0E286A-8B22-2DDB-B91C-97818F3D8683}"/>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C58D1749-F5C6-281D-9B2C-901E04677FFA}"/>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B737C2BA-C94A-381A-A6FE-719F7585C112}"/>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4" name="TextBox 53">
            <a:extLst>
              <a:ext uri="{FF2B5EF4-FFF2-40B4-BE49-F238E27FC236}">
                <a16:creationId xmlns:a16="http://schemas.microsoft.com/office/drawing/2014/main" id="{9977A107-9405-F98D-AA45-8B58BDDDE955}"/>
              </a:ext>
            </a:extLst>
          </p:cNvPr>
          <p:cNvSpPr txBox="1"/>
          <p:nvPr/>
        </p:nvSpPr>
        <p:spPr>
          <a:xfrm>
            <a:off x="3138310" y="4408541"/>
            <a:ext cx="570089" cy="230832"/>
          </a:xfrm>
          <a:prstGeom prst="rect">
            <a:avLst/>
          </a:prstGeom>
          <a:noFill/>
        </p:spPr>
        <p:txBody>
          <a:bodyPr wrap="square" rtlCol="0">
            <a:spAutoFit/>
          </a:bodyPr>
          <a:lstStyle/>
          <a:p>
            <a:pPr algn="ctr"/>
            <a:r>
              <a:rPr lang="en-US" sz="900" dirty="0"/>
              <a:t>39</a:t>
            </a:r>
          </a:p>
        </p:txBody>
      </p:sp>
      <p:sp>
        <p:nvSpPr>
          <p:cNvPr id="55" name="TextBox 54">
            <a:extLst>
              <a:ext uri="{FF2B5EF4-FFF2-40B4-BE49-F238E27FC236}">
                <a16:creationId xmlns:a16="http://schemas.microsoft.com/office/drawing/2014/main" id="{800D3455-401B-4E0E-10C9-64030493689F}"/>
              </a:ext>
            </a:extLst>
          </p:cNvPr>
          <p:cNvSpPr txBox="1"/>
          <p:nvPr/>
        </p:nvSpPr>
        <p:spPr>
          <a:xfrm>
            <a:off x="3138310" y="4909484"/>
            <a:ext cx="570089" cy="230832"/>
          </a:xfrm>
          <a:prstGeom prst="rect">
            <a:avLst/>
          </a:prstGeom>
          <a:noFill/>
        </p:spPr>
        <p:txBody>
          <a:bodyPr wrap="square" rtlCol="0">
            <a:spAutoFit/>
          </a:bodyPr>
          <a:lstStyle/>
          <a:p>
            <a:pPr algn="ctr"/>
            <a:r>
              <a:rPr lang="en-US" sz="900" dirty="0"/>
              <a:t>34</a:t>
            </a:r>
          </a:p>
        </p:txBody>
      </p:sp>
      <p:sp>
        <p:nvSpPr>
          <p:cNvPr id="59" name="TextBox 58">
            <a:extLst>
              <a:ext uri="{FF2B5EF4-FFF2-40B4-BE49-F238E27FC236}">
                <a16:creationId xmlns:a16="http://schemas.microsoft.com/office/drawing/2014/main" id="{AA13A6B4-8872-E01A-F163-E7BAB0E7704D}"/>
              </a:ext>
            </a:extLst>
          </p:cNvPr>
          <p:cNvSpPr txBox="1"/>
          <p:nvPr/>
        </p:nvSpPr>
        <p:spPr>
          <a:xfrm>
            <a:off x="6152446" y="2404765"/>
            <a:ext cx="570089" cy="230832"/>
          </a:xfrm>
          <a:prstGeom prst="rect">
            <a:avLst/>
          </a:prstGeom>
          <a:noFill/>
        </p:spPr>
        <p:txBody>
          <a:bodyPr wrap="square" rtlCol="0">
            <a:spAutoFit/>
          </a:bodyPr>
          <a:lstStyle/>
          <a:p>
            <a:pPr algn="ctr"/>
            <a:r>
              <a:rPr lang="en-US" sz="900" dirty="0"/>
              <a:t>5679</a:t>
            </a:r>
          </a:p>
        </p:txBody>
      </p:sp>
      <p:sp>
        <p:nvSpPr>
          <p:cNvPr id="60" name="TextBox 59">
            <a:extLst>
              <a:ext uri="{FF2B5EF4-FFF2-40B4-BE49-F238E27FC236}">
                <a16:creationId xmlns:a16="http://schemas.microsoft.com/office/drawing/2014/main" id="{C322FE5C-EF51-5BD9-26E6-D77A08101D61}"/>
              </a:ext>
            </a:extLst>
          </p:cNvPr>
          <p:cNvSpPr txBox="1"/>
          <p:nvPr/>
        </p:nvSpPr>
        <p:spPr>
          <a:xfrm>
            <a:off x="6654802" y="2404765"/>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27762969-917D-CFB7-CFD9-C0C6721A7FDD}"/>
              </a:ext>
            </a:extLst>
          </p:cNvPr>
          <p:cNvSpPr txBox="1"/>
          <p:nvPr/>
        </p:nvSpPr>
        <p:spPr>
          <a:xfrm>
            <a:off x="7157158"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EEF3C96C-9A93-DCDB-F4BC-BF805E36E2D5}"/>
              </a:ext>
            </a:extLst>
          </p:cNvPr>
          <p:cNvSpPr txBox="1"/>
          <p:nvPr/>
        </p:nvSpPr>
        <p:spPr>
          <a:xfrm>
            <a:off x="6152446" y="3406653"/>
            <a:ext cx="570089" cy="230832"/>
          </a:xfrm>
          <a:prstGeom prst="rect">
            <a:avLst/>
          </a:prstGeom>
          <a:noFill/>
        </p:spPr>
        <p:txBody>
          <a:bodyPr wrap="square" rtlCol="0">
            <a:spAutoFit/>
          </a:bodyPr>
          <a:lstStyle/>
          <a:p>
            <a:pPr algn="ctr"/>
            <a:r>
              <a:rPr lang="en-US" sz="900" dirty="0"/>
              <a:t>2679</a:t>
            </a:r>
          </a:p>
        </p:txBody>
      </p:sp>
      <p:sp>
        <p:nvSpPr>
          <p:cNvPr id="65" name="TextBox 64">
            <a:extLst>
              <a:ext uri="{FF2B5EF4-FFF2-40B4-BE49-F238E27FC236}">
                <a16:creationId xmlns:a16="http://schemas.microsoft.com/office/drawing/2014/main" id="{7660D732-4CB9-E54C-4C20-57BD39C92B0E}"/>
              </a:ext>
            </a:extLst>
          </p:cNvPr>
          <p:cNvSpPr txBox="1"/>
          <p:nvPr/>
        </p:nvSpPr>
        <p:spPr>
          <a:xfrm>
            <a:off x="7157158" y="3406653"/>
            <a:ext cx="570089" cy="230832"/>
          </a:xfrm>
          <a:prstGeom prst="rect">
            <a:avLst/>
          </a:prstGeom>
          <a:noFill/>
        </p:spPr>
        <p:txBody>
          <a:bodyPr wrap="square" rtlCol="0">
            <a:spAutoFit/>
          </a:bodyPr>
          <a:lstStyle/>
          <a:p>
            <a:pPr algn="ctr"/>
            <a:r>
              <a:rPr lang="en-US" sz="900" dirty="0"/>
              <a:t>679</a:t>
            </a:r>
          </a:p>
        </p:txBody>
      </p:sp>
      <p:sp>
        <p:nvSpPr>
          <p:cNvPr id="66" name="TextBox 65">
            <a:extLst>
              <a:ext uri="{FF2B5EF4-FFF2-40B4-BE49-F238E27FC236}">
                <a16:creationId xmlns:a16="http://schemas.microsoft.com/office/drawing/2014/main" id="{C7F497D2-CA97-7D8A-9C1D-8526E552EC8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21A04813-BEC6-4A56-4FF6-29EC6ED53107}"/>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C5C325CF-3354-CBA6-8ADA-45C213E852B0}"/>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09435E2C-04C4-CB11-B289-43ED884C51E6}"/>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A07FF284-16BA-4C22-8899-673B38980A8D}"/>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4691A3CD-0532-73FE-034C-9BDF47BB529F}"/>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479DC621-E8FB-0672-3A35-9E4400AD1C3D}"/>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D9F47F4F-615A-FC0D-6680-E731D0178D88}"/>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392B22A6-856D-C97F-39FC-6CFE2A1907FA}"/>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1F136488-78EC-5A30-175D-83A8DEA79AE9}"/>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16DACFC1-9B25-645D-5BFF-CA011298D954}"/>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ABA89999-993B-AD28-D119-B9A0A65FAF3F}"/>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6BE7F159-8830-49EE-AF32-151EEE65AC4C}"/>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002233F1-471D-F387-2EDF-708270219177}"/>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C8C3A2E4-A0F1-5A67-877D-1FB3455E442B}"/>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7D6C273F-13ED-F857-2F80-339BAC953A0E}"/>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264CFCD4-409C-9BA6-25D2-3BB612515CBC}"/>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5DBAEC9B-FC2D-19D9-5302-F1A09CCBAA7B}"/>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18076A48-ED8C-D678-6F65-1D02856D5052}"/>
              </a:ext>
            </a:extLst>
          </p:cNvPr>
          <p:cNvSpPr txBox="1"/>
          <p:nvPr/>
        </p:nvSpPr>
        <p:spPr>
          <a:xfrm>
            <a:off x="5147734"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ED1009C6-79F0-8A0D-47F6-ABA698416B05}"/>
              </a:ext>
            </a:extLst>
          </p:cNvPr>
          <p:cNvSpPr txBox="1"/>
          <p:nvPr/>
        </p:nvSpPr>
        <p:spPr>
          <a:xfrm>
            <a:off x="5650090" y="3907597"/>
            <a:ext cx="570089" cy="230832"/>
          </a:xfrm>
          <a:prstGeom prst="rect">
            <a:avLst/>
          </a:prstGeom>
          <a:noFill/>
        </p:spPr>
        <p:txBody>
          <a:bodyPr wrap="square" rtlCol="0">
            <a:spAutoFit/>
          </a:bodyPr>
          <a:lstStyle/>
          <a:p>
            <a:pPr algn="ctr"/>
            <a:r>
              <a:rPr lang="en-US" sz="900" dirty="0"/>
              <a:t>2346</a:t>
            </a:r>
          </a:p>
        </p:txBody>
      </p:sp>
      <p:sp>
        <p:nvSpPr>
          <p:cNvPr id="18" name="TextBox 17">
            <a:extLst>
              <a:ext uri="{FF2B5EF4-FFF2-40B4-BE49-F238E27FC236}">
                <a16:creationId xmlns:a16="http://schemas.microsoft.com/office/drawing/2014/main" id="{10043CBE-256D-CB71-7A68-8D3846CB048E}"/>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28" name="TextBox 27">
            <a:extLst>
              <a:ext uri="{FF2B5EF4-FFF2-40B4-BE49-F238E27FC236}">
                <a16:creationId xmlns:a16="http://schemas.microsoft.com/office/drawing/2014/main" id="{67730D2C-2D00-7738-C9FD-EA64DD265BAC}"/>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32" name="TextBox 31">
            <a:extLst>
              <a:ext uri="{FF2B5EF4-FFF2-40B4-BE49-F238E27FC236}">
                <a16:creationId xmlns:a16="http://schemas.microsoft.com/office/drawing/2014/main" id="{AB849807-4D82-16D2-39AE-EFD80DFBFD6D}"/>
              </a:ext>
            </a:extLst>
          </p:cNvPr>
          <p:cNvSpPr txBox="1"/>
          <p:nvPr/>
        </p:nvSpPr>
        <p:spPr>
          <a:xfrm>
            <a:off x="5650090" y="4909484"/>
            <a:ext cx="570089" cy="230832"/>
          </a:xfrm>
          <a:prstGeom prst="rect">
            <a:avLst/>
          </a:prstGeom>
          <a:noFill/>
        </p:spPr>
        <p:txBody>
          <a:bodyPr wrap="square" rtlCol="0">
            <a:spAutoFit/>
          </a:bodyPr>
          <a:lstStyle/>
          <a:p>
            <a:pPr algn="ctr"/>
            <a:r>
              <a:rPr lang="en-US" sz="900" dirty="0"/>
              <a:t>43</a:t>
            </a:r>
          </a:p>
        </p:txBody>
      </p:sp>
      <p:sp>
        <p:nvSpPr>
          <p:cNvPr id="35" name="TextBox 34">
            <a:extLst>
              <a:ext uri="{FF2B5EF4-FFF2-40B4-BE49-F238E27FC236}">
                <a16:creationId xmlns:a16="http://schemas.microsoft.com/office/drawing/2014/main" id="{C4657AE3-6294-9B77-DA42-040BED29BA0A}"/>
              </a:ext>
            </a:extLst>
          </p:cNvPr>
          <p:cNvSpPr txBox="1"/>
          <p:nvPr/>
        </p:nvSpPr>
        <p:spPr>
          <a:xfrm>
            <a:off x="7157158" y="3907597"/>
            <a:ext cx="570089" cy="230832"/>
          </a:xfrm>
          <a:prstGeom prst="rect">
            <a:avLst/>
          </a:prstGeom>
          <a:noFill/>
        </p:spPr>
        <p:txBody>
          <a:bodyPr wrap="square" rtlCol="0">
            <a:spAutoFit/>
          </a:bodyPr>
          <a:lstStyle/>
          <a:p>
            <a:pPr algn="ctr"/>
            <a:r>
              <a:rPr lang="en-US" sz="900" dirty="0"/>
              <a:t>95</a:t>
            </a:r>
          </a:p>
        </p:txBody>
      </p:sp>
      <p:sp>
        <p:nvSpPr>
          <p:cNvPr id="39" name="TextBox 38">
            <a:extLst>
              <a:ext uri="{FF2B5EF4-FFF2-40B4-BE49-F238E27FC236}">
                <a16:creationId xmlns:a16="http://schemas.microsoft.com/office/drawing/2014/main" id="{33CAD898-AE89-7BD0-0437-BD96D8A0F2C7}"/>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8" name="TextBox 77">
            <a:extLst>
              <a:ext uri="{FF2B5EF4-FFF2-40B4-BE49-F238E27FC236}">
                <a16:creationId xmlns:a16="http://schemas.microsoft.com/office/drawing/2014/main" id="{A28C2C20-BD8A-4389-3206-B7AF60795194}"/>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83" name="TextBox 82">
            <a:extLst>
              <a:ext uri="{FF2B5EF4-FFF2-40B4-BE49-F238E27FC236}">
                <a16:creationId xmlns:a16="http://schemas.microsoft.com/office/drawing/2014/main" id="{440F921D-A648-3611-9522-57F646B4A2F0}"/>
              </a:ext>
            </a:extLst>
          </p:cNvPr>
          <p:cNvSpPr txBox="1"/>
          <p:nvPr/>
        </p:nvSpPr>
        <p:spPr>
          <a:xfrm>
            <a:off x="6654802" y="3907597"/>
            <a:ext cx="570089" cy="230832"/>
          </a:xfrm>
          <a:prstGeom prst="rect">
            <a:avLst/>
          </a:prstGeom>
          <a:noFill/>
        </p:spPr>
        <p:txBody>
          <a:bodyPr wrap="square" rtlCol="0">
            <a:spAutoFit/>
          </a:bodyPr>
          <a:lstStyle/>
          <a:p>
            <a:pPr algn="ctr"/>
            <a:r>
              <a:rPr lang="en-US" sz="900" dirty="0"/>
              <a:t>359</a:t>
            </a:r>
          </a:p>
        </p:txBody>
      </p:sp>
      <p:sp>
        <p:nvSpPr>
          <p:cNvPr id="84" name="TextBox 83">
            <a:extLst>
              <a:ext uri="{FF2B5EF4-FFF2-40B4-BE49-F238E27FC236}">
                <a16:creationId xmlns:a16="http://schemas.microsoft.com/office/drawing/2014/main" id="{FC8270A2-7EF1-4D82-D4C9-8987FEB608B8}"/>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74B980FE-9245-C645-9B94-C16E0DE16E18}"/>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81" name="TextBox 80">
            <a:extLst>
              <a:ext uri="{FF2B5EF4-FFF2-40B4-BE49-F238E27FC236}">
                <a16:creationId xmlns:a16="http://schemas.microsoft.com/office/drawing/2014/main" id="{07F52DCD-2C76-8357-606F-1B9AAE8664DA}"/>
              </a:ext>
            </a:extLst>
          </p:cNvPr>
          <p:cNvSpPr txBox="1"/>
          <p:nvPr/>
        </p:nvSpPr>
        <p:spPr>
          <a:xfrm>
            <a:off x="6152446" y="4909484"/>
            <a:ext cx="570089" cy="230832"/>
          </a:xfrm>
          <a:prstGeom prst="rect">
            <a:avLst/>
          </a:prstGeom>
          <a:no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45E73812-D935-71EA-0F19-062C89B18EB0}"/>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02BEC1D4-8775-2C2D-4D89-C8DB817F5196}"/>
              </a:ext>
            </a:extLst>
          </p:cNvPr>
          <p:cNvSpPr txBox="1"/>
          <p:nvPr/>
        </p:nvSpPr>
        <p:spPr>
          <a:xfrm>
            <a:off x="5215469" y="4244561"/>
            <a:ext cx="462845" cy="584775"/>
          </a:xfrm>
          <a:prstGeom prst="rect">
            <a:avLst/>
          </a:prstGeom>
          <a:noFill/>
        </p:spPr>
        <p:txBody>
          <a:bodyPr wrap="square" rtlCol="0">
            <a:spAutoFit/>
          </a:bodyPr>
          <a:lstStyle/>
          <a:p>
            <a:pPr algn="ctr"/>
            <a:r>
              <a:rPr lang="en-US" sz="3200" dirty="0"/>
              <a:t>1</a:t>
            </a:r>
          </a:p>
        </p:txBody>
      </p:sp>
      <p:sp>
        <p:nvSpPr>
          <p:cNvPr id="85" name="TextBox 84">
            <a:extLst>
              <a:ext uri="{FF2B5EF4-FFF2-40B4-BE49-F238E27FC236}">
                <a16:creationId xmlns:a16="http://schemas.microsoft.com/office/drawing/2014/main" id="{37C5C337-C2D1-E0BB-C0C0-D67BEF184FE8}"/>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4046EF2C-C9FA-B215-826C-448A1A414B61}"/>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6570AD1-BE85-9567-4264-659CF9359DB5}"/>
              </a:ext>
            </a:extLst>
          </p:cNvPr>
          <p:cNvSpPr txBox="1"/>
          <p:nvPr/>
        </p:nvSpPr>
        <p:spPr>
          <a:xfrm>
            <a:off x="6714071" y="424456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DDE3826B-C6E2-9709-3A09-1D21A0D5186B}"/>
              </a:ext>
            </a:extLst>
          </p:cNvPr>
          <p:cNvSpPr txBox="1"/>
          <p:nvPr/>
        </p:nvSpPr>
        <p:spPr>
          <a:xfrm>
            <a:off x="6714071" y="4747898"/>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89208CE7-C56B-E539-D171-BF62CDE20F63}"/>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9D884A6B-2754-9196-ECF0-E111AE264A88}"/>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D9B203BC-94C8-D87F-01A8-9641FAF5F525}"/>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4CE05EE6-B025-B4DB-70E0-00FAF6C59290}"/>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88" name="TextBox 87">
            <a:extLst>
              <a:ext uri="{FF2B5EF4-FFF2-40B4-BE49-F238E27FC236}">
                <a16:creationId xmlns:a16="http://schemas.microsoft.com/office/drawing/2014/main" id="{05E523C1-A496-B8A8-9A78-99AD2DFCC086}"/>
              </a:ext>
            </a:extLst>
          </p:cNvPr>
          <p:cNvSpPr txBox="1"/>
          <p:nvPr/>
        </p:nvSpPr>
        <p:spPr>
          <a:xfrm>
            <a:off x="6214537" y="1727886"/>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6F268B8C-581B-81BA-059B-E55C84A106B1}"/>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AFF73E67-CD0F-AC56-8B44-90C5DABDB875}"/>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0055827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BF2F1-854E-D20B-F674-D91F620DD2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8D8F2-5D4E-D843-96E4-7F82603E674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FA1015E-1BFE-A400-D7E7-CEC1ACE6408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20DE1FC-5D22-CD75-BD6C-6D91A3D8C57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455A1F0-4081-B521-4948-C6B78E5876B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6EF9264-E4D4-4469-FB3A-9939124E16C8}"/>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855AFE01-5C20-D74B-7C83-0A126971EEF3}"/>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17A5CDF-2F84-B5CB-016A-E85DE4508E09}"/>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E0004694-60BF-028D-6DE0-CDA67724C79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13F72F3-1E94-D4C6-AF61-2115F70B224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ADDB873F-863B-6C1F-D38D-1F26049BFAAB}"/>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0F3AF045-A743-63CC-F5C2-BC9E2307BC7F}"/>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0768E96-F206-1E70-63D9-36F2DFDF8C18}"/>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3F0ED760-FDAB-2D70-7AA0-63284898DD4D}"/>
              </a:ext>
            </a:extLst>
          </p:cNvPr>
          <p:cNvSpPr txBox="1"/>
          <p:nvPr/>
        </p:nvSpPr>
        <p:spPr>
          <a:xfrm>
            <a:off x="5147734"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77CDE268-1EB9-8799-C693-50E37E76B314}"/>
              </a:ext>
            </a:extLst>
          </p:cNvPr>
          <p:cNvSpPr txBox="1"/>
          <p:nvPr/>
        </p:nvSpPr>
        <p:spPr>
          <a:xfrm>
            <a:off x="5650090"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B42E4AE8-985A-780F-5118-D0B39255850E}"/>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27C913B0-BCE7-AE60-911A-04E267625272}"/>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83218385-EFE0-1D48-8185-5A73B1143700}"/>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884A063E-0F8D-F97C-C6C3-71AFB2E63F2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0572FD33-4168-B6C4-7D93-7F80758BDD3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3711A5A7-BA5E-6B68-344A-20EE3D582A3F}"/>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80682B63-C3FA-6D66-FB71-59343FA3D946}"/>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8F19F79D-5986-D62A-5B5B-46394BC4AA1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EA21EBB6-8830-71C3-FDE9-624BA24ED4EC}"/>
              </a:ext>
            </a:extLst>
          </p:cNvPr>
          <p:cNvSpPr txBox="1"/>
          <p:nvPr/>
        </p:nvSpPr>
        <p:spPr>
          <a:xfrm>
            <a:off x="5147734" y="2778493"/>
            <a:ext cx="570089" cy="230832"/>
          </a:xfrm>
          <a:prstGeom prst="rect">
            <a:avLst/>
          </a:prstGeom>
          <a:solidFill>
            <a:schemeClr val="accent4">
              <a:lumMod val="20000"/>
              <a:lumOff val="80000"/>
            </a:schemeClr>
          </a:solid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0D621D49-79E9-AB20-7C40-D2D6057A08B9}"/>
              </a:ext>
            </a:extLst>
          </p:cNvPr>
          <p:cNvSpPr txBox="1"/>
          <p:nvPr/>
        </p:nvSpPr>
        <p:spPr>
          <a:xfrm>
            <a:off x="5650090"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3F276BFA-82AF-FA4E-D70E-0827B36217B6}"/>
              </a:ext>
            </a:extLst>
          </p:cNvPr>
          <p:cNvSpPr txBox="1"/>
          <p:nvPr/>
        </p:nvSpPr>
        <p:spPr>
          <a:xfrm>
            <a:off x="5650090" y="2404765"/>
            <a:ext cx="570089" cy="230832"/>
          </a:xfrm>
          <a:prstGeom prst="rect">
            <a:avLst/>
          </a:prstGeom>
          <a:noFill/>
        </p:spPr>
        <p:txBody>
          <a:bodyPr wrap="square" rtlCol="0">
            <a:spAutoFit/>
          </a:bodyPr>
          <a:lstStyle/>
          <a:p>
            <a:pPr algn="ctr"/>
            <a:r>
              <a:rPr lang="en-US" sz="900" dirty="0"/>
              <a:t>579</a:t>
            </a:r>
          </a:p>
        </p:txBody>
      </p:sp>
      <p:sp>
        <p:nvSpPr>
          <p:cNvPr id="49" name="TextBox 48">
            <a:extLst>
              <a:ext uri="{FF2B5EF4-FFF2-40B4-BE49-F238E27FC236}">
                <a16:creationId xmlns:a16="http://schemas.microsoft.com/office/drawing/2014/main" id="{0BC6DC68-5E0E-7429-CCE4-C039B3260EBD}"/>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96677B8-4250-C92D-00A6-C207C0453E8A}"/>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5030C510-F11A-AAAC-4083-463FF5F5FF49}"/>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81BE3E31-E870-D06F-0C88-45CB4EF9A803}"/>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8452FA22-E3AF-F0DB-B205-E6019BDF4711}"/>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D4E068E5-A7A8-BFBF-434D-9B2982ED5ADC}"/>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C6359818-306F-F8FE-30CC-53A69C4F53D9}"/>
              </a:ext>
            </a:extLst>
          </p:cNvPr>
          <p:cNvSpPr txBox="1"/>
          <p:nvPr/>
        </p:nvSpPr>
        <p:spPr>
          <a:xfrm>
            <a:off x="3138310" y="3907597"/>
            <a:ext cx="570089" cy="230832"/>
          </a:xfrm>
          <a:prstGeom prst="rect">
            <a:avLst/>
          </a:prstGeom>
          <a:noFill/>
        </p:spPr>
        <p:txBody>
          <a:bodyPr wrap="square" rtlCol="0">
            <a:spAutoFit/>
          </a:bodyPr>
          <a:lstStyle/>
          <a:p>
            <a:pPr algn="ctr"/>
            <a:r>
              <a:rPr lang="en-US" sz="900" dirty="0"/>
              <a:t>349</a:t>
            </a:r>
          </a:p>
        </p:txBody>
      </p:sp>
      <p:sp>
        <p:nvSpPr>
          <p:cNvPr id="59" name="TextBox 58">
            <a:extLst>
              <a:ext uri="{FF2B5EF4-FFF2-40B4-BE49-F238E27FC236}">
                <a16:creationId xmlns:a16="http://schemas.microsoft.com/office/drawing/2014/main" id="{31885C41-602C-0024-F6DB-95EA6B0CDAA7}"/>
              </a:ext>
            </a:extLst>
          </p:cNvPr>
          <p:cNvSpPr txBox="1"/>
          <p:nvPr/>
        </p:nvSpPr>
        <p:spPr>
          <a:xfrm>
            <a:off x="6152446" y="2404765"/>
            <a:ext cx="570089" cy="230832"/>
          </a:xfrm>
          <a:prstGeom prst="rect">
            <a:avLst/>
          </a:prstGeom>
          <a:solidFill>
            <a:schemeClr val="accent4">
              <a:lumMod val="20000"/>
              <a:lumOff val="80000"/>
            </a:schemeClr>
          </a:solidFill>
        </p:spPr>
        <p:txBody>
          <a:bodyPr wrap="square" rtlCol="0">
            <a:spAutoFit/>
          </a:bodyPr>
          <a:lstStyle/>
          <a:p>
            <a:pPr algn="ctr"/>
            <a:r>
              <a:rPr lang="en-US" sz="900" dirty="0"/>
              <a:t>57</a:t>
            </a:r>
          </a:p>
        </p:txBody>
      </p:sp>
      <p:sp>
        <p:nvSpPr>
          <p:cNvPr id="62" name="TextBox 61">
            <a:extLst>
              <a:ext uri="{FF2B5EF4-FFF2-40B4-BE49-F238E27FC236}">
                <a16:creationId xmlns:a16="http://schemas.microsoft.com/office/drawing/2014/main" id="{17B7EE46-198B-0CD8-B578-1CE8B20C0535}"/>
              </a:ext>
            </a:extLst>
          </p:cNvPr>
          <p:cNvSpPr txBox="1"/>
          <p:nvPr/>
        </p:nvSpPr>
        <p:spPr>
          <a:xfrm>
            <a:off x="7157158"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75</a:t>
            </a:r>
          </a:p>
        </p:txBody>
      </p:sp>
      <p:sp>
        <p:nvSpPr>
          <p:cNvPr id="63" name="TextBox 62">
            <a:extLst>
              <a:ext uri="{FF2B5EF4-FFF2-40B4-BE49-F238E27FC236}">
                <a16:creationId xmlns:a16="http://schemas.microsoft.com/office/drawing/2014/main" id="{72F6CE2F-F4D5-DFDB-6CDE-B1DDECF34BC3}"/>
              </a:ext>
            </a:extLst>
          </p:cNvPr>
          <p:cNvSpPr txBox="1"/>
          <p:nvPr/>
        </p:nvSpPr>
        <p:spPr>
          <a:xfrm>
            <a:off x="6152446" y="3406653"/>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A7390A97-D92E-2BEF-C117-702AFA3BFEA6}"/>
              </a:ext>
            </a:extLst>
          </p:cNvPr>
          <p:cNvSpPr txBox="1"/>
          <p:nvPr/>
        </p:nvSpPr>
        <p:spPr>
          <a:xfrm>
            <a:off x="7157158" y="3406653"/>
            <a:ext cx="570089" cy="230832"/>
          </a:xfrm>
          <a:prstGeom prst="rect">
            <a:avLst/>
          </a:prstGeom>
          <a:noFill/>
        </p:spPr>
        <p:txBody>
          <a:bodyPr wrap="square" rtlCol="0">
            <a:spAutoFit/>
          </a:bodyPr>
          <a:lstStyle/>
          <a:p>
            <a:pPr algn="ctr"/>
            <a:r>
              <a:rPr lang="en-US" sz="900" dirty="0"/>
              <a:t>679</a:t>
            </a:r>
          </a:p>
        </p:txBody>
      </p:sp>
      <p:sp>
        <p:nvSpPr>
          <p:cNvPr id="66" name="TextBox 65">
            <a:extLst>
              <a:ext uri="{FF2B5EF4-FFF2-40B4-BE49-F238E27FC236}">
                <a16:creationId xmlns:a16="http://schemas.microsoft.com/office/drawing/2014/main" id="{174A7250-56D7-D152-4397-BE3B4EF4F7FE}"/>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818FF7CB-3CF3-5B4A-1F43-D635E0AB8CD4}"/>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B1C33CD-D98D-874B-9DA0-352BF7879EB5}"/>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C2CAAF16-26E7-F949-A19E-8E7A9760FDD4}"/>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3FFFBACA-B99A-7B69-E016-3DD75EADFDB7}"/>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3512148F-EF64-7847-AB8E-A1B88159B13F}"/>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85CEF62B-879C-45F0-444C-B59226F3BDF6}"/>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3FD18620-89ED-292B-6318-70F328B2476B}"/>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B767FB34-078A-CACE-49C7-A3545C91526B}"/>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7A361298-847A-43DC-06E0-5F1AB6F52D4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3E90CB42-5245-23AC-525F-8540C33EBB80}"/>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C429ADE9-D743-CB07-70DF-CF87B18664F6}"/>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B19F5B45-AF40-9474-BB30-C9A4488EC71C}"/>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C8A9F00E-0DB7-23D5-AE69-F8A45CE77287}"/>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ACF4532C-7BE0-422B-95FF-F8DA9D4EC332}"/>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2CC8BDDF-58FE-726F-E959-16A309ABF798}"/>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B763222F-212B-E9CC-D730-35C1932650BE}"/>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3" name="TextBox 2">
            <a:extLst>
              <a:ext uri="{FF2B5EF4-FFF2-40B4-BE49-F238E27FC236}">
                <a16:creationId xmlns:a16="http://schemas.microsoft.com/office/drawing/2014/main" id="{AA5D1B02-C565-E35E-8E50-80AF928C4F4B}"/>
              </a:ext>
            </a:extLst>
          </p:cNvPr>
          <p:cNvSpPr txBox="1"/>
          <p:nvPr/>
        </p:nvSpPr>
        <p:spPr>
          <a:xfrm>
            <a:off x="4645378" y="3907597"/>
            <a:ext cx="570089" cy="230832"/>
          </a:xfrm>
          <a:prstGeom prst="rect">
            <a:avLst/>
          </a:prstGeom>
          <a:noFill/>
        </p:spPr>
        <p:txBody>
          <a:bodyPr wrap="square" rtlCol="0">
            <a:spAutoFit/>
          </a:bodyPr>
          <a:lstStyle/>
          <a:p>
            <a:pPr algn="ctr"/>
            <a:r>
              <a:rPr lang="en-US" sz="900" dirty="0"/>
              <a:t>59</a:t>
            </a:r>
          </a:p>
        </p:txBody>
      </p:sp>
      <p:sp>
        <p:nvSpPr>
          <p:cNvPr id="8" name="TextBox 7">
            <a:extLst>
              <a:ext uri="{FF2B5EF4-FFF2-40B4-BE49-F238E27FC236}">
                <a16:creationId xmlns:a16="http://schemas.microsoft.com/office/drawing/2014/main" id="{EBBB1918-E47C-ABEA-68A0-1A8557A1B325}"/>
              </a:ext>
            </a:extLst>
          </p:cNvPr>
          <p:cNvSpPr txBox="1"/>
          <p:nvPr/>
        </p:nvSpPr>
        <p:spPr>
          <a:xfrm>
            <a:off x="5147734"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D8C27A2C-8378-C387-ACF1-60C7657A3BBC}"/>
              </a:ext>
            </a:extLst>
          </p:cNvPr>
          <p:cNvSpPr txBox="1"/>
          <p:nvPr/>
        </p:nvSpPr>
        <p:spPr>
          <a:xfrm>
            <a:off x="5650090" y="3907597"/>
            <a:ext cx="570089" cy="230832"/>
          </a:xfrm>
          <a:prstGeom prst="rect">
            <a:avLst/>
          </a:prstGeom>
          <a:noFill/>
        </p:spPr>
        <p:txBody>
          <a:bodyPr wrap="square" rtlCol="0">
            <a:spAutoFit/>
          </a:bodyPr>
          <a:lstStyle/>
          <a:p>
            <a:pPr algn="ctr"/>
            <a:r>
              <a:rPr lang="en-US" sz="900" dirty="0"/>
              <a:t>246</a:t>
            </a:r>
          </a:p>
        </p:txBody>
      </p:sp>
      <p:sp>
        <p:nvSpPr>
          <p:cNvPr id="18" name="TextBox 17">
            <a:extLst>
              <a:ext uri="{FF2B5EF4-FFF2-40B4-BE49-F238E27FC236}">
                <a16:creationId xmlns:a16="http://schemas.microsoft.com/office/drawing/2014/main" id="{85B5F5DB-8AF0-5D65-80B0-0F4BA0D5CCE3}"/>
              </a:ext>
            </a:extLst>
          </p:cNvPr>
          <p:cNvSpPr txBox="1"/>
          <p:nvPr/>
        </p:nvSpPr>
        <p:spPr>
          <a:xfrm>
            <a:off x="4645378" y="4408541"/>
            <a:ext cx="570089" cy="230832"/>
          </a:xfrm>
          <a:prstGeom prst="rect">
            <a:avLst/>
          </a:prstGeom>
          <a:noFill/>
        </p:spPr>
        <p:txBody>
          <a:bodyPr wrap="square" rtlCol="0">
            <a:spAutoFit/>
          </a:bodyPr>
          <a:lstStyle/>
          <a:p>
            <a:pPr algn="ctr"/>
            <a:r>
              <a:rPr lang="en-US" sz="900" dirty="0"/>
              <a:t>589</a:t>
            </a:r>
          </a:p>
        </p:txBody>
      </p:sp>
      <p:sp>
        <p:nvSpPr>
          <p:cNvPr id="35" name="TextBox 34">
            <a:extLst>
              <a:ext uri="{FF2B5EF4-FFF2-40B4-BE49-F238E27FC236}">
                <a16:creationId xmlns:a16="http://schemas.microsoft.com/office/drawing/2014/main" id="{CD9E948B-B744-40C5-7784-6CE9B434981E}"/>
              </a:ext>
            </a:extLst>
          </p:cNvPr>
          <p:cNvSpPr txBox="1"/>
          <p:nvPr/>
        </p:nvSpPr>
        <p:spPr>
          <a:xfrm>
            <a:off x="7157158" y="3907597"/>
            <a:ext cx="570089" cy="230832"/>
          </a:xfrm>
          <a:prstGeom prst="rect">
            <a:avLst/>
          </a:prstGeom>
          <a:noFill/>
        </p:spPr>
        <p:txBody>
          <a:bodyPr wrap="square" rtlCol="0">
            <a:spAutoFit/>
          </a:bodyPr>
          <a:lstStyle/>
          <a:p>
            <a:pPr algn="ctr"/>
            <a:r>
              <a:rPr lang="en-US" sz="900" dirty="0"/>
              <a:t>95</a:t>
            </a:r>
          </a:p>
        </p:txBody>
      </p:sp>
      <p:sp>
        <p:nvSpPr>
          <p:cNvPr id="39" name="TextBox 38">
            <a:extLst>
              <a:ext uri="{FF2B5EF4-FFF2-40B4-BE49-F238E27FC236}">
                <a16:creationId xmlns:a16="http://schemas.microsoft.com/office/drawing/2014/main" id="{92F45DD2-9C51-7F67-970F-6C15F4208171}"/>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8" name="TextBox 77">
            <a:extLst>
              <a:ext uri="{FF2B5EF4-FFF2-40B4-BE49-F238E27FC236}">
                <a16:creationId xmlns:a16="http://schemas.microsoft.com/office/drawing/2014/main" id="{52ABA315-02FE-5091-5E71-0D0311C249B1}"/>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430E6D3E-1990-C235-3E55-C9F56C7A4081}"/>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F383F5E6-8A5F-DD15-E0A3-3DFC39ABB0C1}"/>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82" name="TextBox 81">
            <a:extLst>
              <a:ext uri="{FF2B5EF4-FFF2-40B4-BE49-F238E27FC236}">
                <a16:creationId xmlns:a16="http://schemas.microsoft.com/office/drawing/2014/main" id="{B4E6FC27-3D72-0BDE-299A-50E50F84F7FE}"/>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A7BE9574-91F2-6702-11C0-82D5D81A5F60}"/>
              </a:ext>
            </a:extLst>
          </p:cNvPr>
          <p:cNvSpPr txBox="1"/>
          <p:nvPr/>
        </p:nvSpPr>
        <p:spPr>
          <a:xfrm>
            <a:off x="5215469" y="4244561"/>
            <a:ext cx="462845" cy="584775"/>
          </a:xfrm>
          <a:prstGeom prst="rect">
            <a:avLst/>
          </a:prstGeom>
          <a:noFill/>
        </p:spPr>
        <p:txBody>
          <a:bodyPr wrap="square" rtlCol="0">
            <a:spAutoFit/>
          </a:bodyPr>
          <a:lstStyle/>
          <a:p>
            <a:pPr algn="ctr"/>
            <a:r>
              <a:rPr lang="en-US" sz="3200" dirty="0"/>
              <a:t>1</a:t>
            </a:r>
          </a:p>
        </p:txBody>
      </p:sp>
      <p:sp>
        <p:nvSpPr>
          <p:cNvPr id="85" name="TextBox 84">
            <a:extLst>
              <a:ext uri="{FF2B5EF4-FFF2-40B4-BE49-F238E27FC236}">
                <a16:creationId xmlns:a16="http://schemas.microsoft.com/office/drawing/2014/main" id="{7EF2C084-54FC-69FA-7B02-896BEF26360C}"/>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DB775164-3D36-95D8-3C9B-2EE6B00FA473}"/>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0FB9553-78C0-B3E5-B50F-C9993DF4CC5F}"/>
              </a:ext>
            </a:extLst>
          </p:cNvPr>
          <p:cNvSpPr txBox="1"/>
          <p:nvPr/>
        </p:nvSpPr>
        <p:spPr>
          <a:xfrm>
            <a:off x="6714071" y="424456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1C03067C-B04C-579E-020B-0546507F0105}"/>
              </a:ext>
            </a:extLst>
          </p:cNvPr>
          <p:cNvSpPr txBox="1"/>
          <p:nvPr/>
        </p:nvSpPr>
        <p:spPr>
          <a:xfrm>
            <a:off x="6714071" y="4747898"/>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F7C7778D-C5E2-A296-023F-D382E7B1CB5F}"/>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5FCAF699-6586-0771-0DF3-0F19C7638610}"/>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96B6BFA2-5F6F-993A-DA78-BBC0177902A9}"/>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0BF75F14-1DD0-CF6C-AC07-DA12A5968F2F}"/>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88" name="TextBox 87">
            <a:extLst>
              <a:ext uri="{FF2B5EF4-FFF2-40B4-BE49-F238E27FC236}">
                <a16:creationId xmlns:a16="http://schemas.microsoft.com/office/drawing/2014/main" id="{9A08239F-3AF2-F49C-E224-66C5E1A8A622}"/>
              </a:ext>
            </a:extLst>
          </p:cNvPr>
          <p:cNvSpPr txBox="1"/>
          <p:nvPr/>
        </p:nvSpPr>
        <p:spPr>
          <a:xfrm>
            <a:off x="6214537" y="1727886"/>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96F35593-F863-792C-5ABC-BE66482E82B6}"/>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FA9F47B5-1217-AE9C-1168-316789805C9A}"/>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F166FE0-AF04-3884-52D0-363169CB72E6}"/>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0676AB14-0A92-F68C-177A-472C85A0C86F}"/>
              </a:ext>
            </a:extLst>
          </p:cNvPr>
          <p:cNvSpPr txBox="1"/>
          <p:nvPr/>
        </p:nvSpPr>
        <p:spPr>
          <a:xfrm>
            <a:off x="3217333" y="4747898"/>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D62C4538-F644-5B92-F7B6-70E03564F50D}"/>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00174E6F-A4FB-0232-EE1B-0B11BB4EDA87}"/>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56" name="TextBox 55">
            <a:extLst>
              <a:ext uri="{FF2B5EF4-FFF2-40B4-BE49-F238E27FC236}">
                <a16:creationId xmlns:a16="http://schemas.microsoft.com/office/drawing/2014/main" id="{187E2E35-134B-5834-2012-BA6741D94085}"/>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F06E30F-BE3F-F851-47F5-AF33E5AEB0F3}"/>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505653A3-63A3-492F-6DE5-D9071DFF2C9C}"/>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6402218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4FC9-9126-3F79-7842-8388EFDC90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87D0CA-15FB-E6F2-0E3F-E0B7E57F536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5E7311B-DACE-499E-3414-BDB08D69A7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EBE2A2D-C3E0-AD0E-AE22-BF38B04E926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682CA0E-AD07-AC7F-CE20-245D4F5C1E2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33120BB-211E-0CB0-58E5-AE18945BAA82}"/>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B0AEC169-109B-7423-C05E-3A74C82BAD5F}"/>
              </a:ext>
            </a:extLst>
          </p:cNvPr>
          <p:cNvSpPr txBox="1"/>
          <p:nvPr/>
        </p:nvSpPr>
        <p:spPr>
          <a:xfrm>
            <a:off x="3138310" y="253198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08C7A69-F1D1-B1FE-8B6A-57B4B6D64BC8}"/>
              </a:ext>
            </a:extLst>
          </p:cNvPr>
          <p:cNvSpPr txBox="1"/>
          <p:nvPr/>
        </p:nvSpPr>
        <p:spPr>
          <a:xfrm>
            <a:off x="3138310" y="3406653"/>
            <a:ext cx="570089" cy="230832"/>
          </a:xfrm>
          <a:prstGeom prst="rect">
            <a:avLst/>
          </a:prstGeom>
          <a:noFill/>
        </p:spPr>
        <p:txBody>
          <a:bodyPr wrap="square" rtlCol="0">
            <a:spAutoFit/>
          </a:bodyPr>
          <a:lstStyle/>
          <a:p>
            <a:pPr algn="ctr"/>
            <a:r>
              <a:rPr lang="en-US" sz="900" dirty="0"/>
              <a:t>67</a:t>
            </a:r>
          </a:p>
        </p:txBody>
      </p:sp>
      <p:sp>
        <p:nvSpPr>
          <p:cNvPr id="23" name="TextBox 22">
            <a:extLst>
              <a:ext uri="{FF2B5EF4-FFF2-40B4-BE49-F238E27FC236}">
                <a16:creationId xmlns:a16="http://schemas.microsoft.com/office/drawing/2014/main" id="{3620F708-5211-DC39-0D9B-FCF49E46F18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58A2FBE7-3736-CB7F-7205-527402A74ACA}"/>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DD7E87D-D419-234E-2283-9130649B81E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EEE27B87-A2C3-D576-70E9-7EBE148900B9}"/>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E208E277-BE46-2527-41F7-1002A793ACC9}"/>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9BAC9FDF-D7E7-24B7-7D92-DE1C1F024DA3}"/>
              </a:ext>
            </a:extLst>
          </p:cNvPr>
          <p:cNvSpPr txBox="1"/>
          <p:nvPr/>
        </p:nvSpPr>
        <p:spPr>
          <a:xfrm>
            <a:off x="5147734"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25</a:t>
            </a:r>
          </a:p>
        </p:txBody>
      </p:sp>
      <p:sp>
        <p:nvSpPr>
          <p:cNvPr id="12" name="TextBox 11">
            <a:extLst>
              <a:ext uri="{FF2B5EF4-FFF2-40B4-BE49-F238E27FC236}">
                <a16:creationId xmlns:a16="http://schemas.microsoft.com/office/drawing/2014/main" id="{87870873-946C-2C59-B7EB-18BFEAD9A7A3}"/>
              </a:ext>
            </a:extLst>
          </p:cNvPr>
          <p:cNvSpPr txBox="1"/>
          <p:nvPr/>
        </p:nvSpPr>
        <p:spPr>
          <a:xfrm>
            <a:off x="5650090" y="774717"/>
            <a:ext cx="570089" cy="230832"/>
          </a:xfrm>
          <a:prstGeom prst="rect">
            <a:avLst/>
          </a:prstGeom>
          <a:solidFill>
            <a:schemeClr val="accent4">
              <a:lumMod val="20000"/>
              <a:lumOff val="80000"/>
            </a:schemeClr>
          </a:solidFill>
        </p:spPr>
        <p:txBody>
          <a:bodyPr wrap="square" rtlCol="0">
            <a:spAutoFit/>
          </a:bodyPr>
          <a:lstStyle/>
          <a:p>
            <a:pPr algn="ctr"/>
            <a:r>
              <a:rPr lang="en-US" sz="900" dirty="0"/>
              <a:t>52</a:t>
            </a:r>
          </a:p>
        </p:txBody>
      </p:sp>
      <p:sp>
        <p:nvSpPr>
          <p:cNvPr id="42" name="TextBox 41">
            <a:extLst>
              <a:ext uri="{FF2B5EF4-FFF2-40B4-BE49-F238E27FC236}">
                <a16:creationId xmlns:a16="http://schemas.microsoft.com/office/drawing/2014/main" id="{3158A1DB-AE57-4D8C-B9E1-1A77D8EFA56D}"/>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0E4EAF79-D971-0699-B45E-C233866D0382}"/>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0825AFCE-12E3-7B7D-C8B6-997FD6D73956}"/>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AC26AAFB-CA6E-CE20-5C80-4620103CCDF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6F8466EE-6A53-6CE2-6324-093B88A504F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00B8BF72-90ED-7EAA-3D02-87BA7BE82BE7}"/>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6A0F6E21-0D1A-2A4F-DAE4-B27D75D583BE}"/>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000A42E1-AB22-868A-EC66-123465A80AD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FC52ED15-CB6C-2D93-4385-11375C2F696C}"/>
              </a:ext>
            </a:extLst>
          </p:cNvPr>
          <p:cNvSpPr txBox="1"/>
          <p:nvPr/>
        </p:nvSpPr>
        <p:spPr>
          <a:xfrm>
            <a:off x="5147734" y="2778493"/>
            <a:ext cx="570089" cy="230832"/>
          </a:xfrm>
          <a:prstGeom prst="rect">
            <a:avLst/>
          </a:prstGeom>
          <a:solidFill>
            <a:schemeClr val="accent4">
              <a:lumMod val="20000"/>
              <a:lumOff val="80000"/>
            </a:schemeClr>
          </a:solid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79BCB674-CB5C-9442-B235-9C475FFAD801}"/>
              </a:ext>
            </a:extLst>
          </p:cNvPr>
          <p:cNvSpPr txBox="1"/>
          <p:nvPr/>
        </p:nvSpPr>
        <p:spPr>
          <a:xfrm>
            <a:off x="5650090"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67</a:t>
            </a:r>
          </a:p>
        </p:txBody>
      </p:sp>
      <p:sp>
        <p:nvSpPr>
          <p:cNvPr id="48" name="TextBox 47">
            <a:extLst>
              <a:ext uri="{FF2B5EF4-FFF2-40B4-BE49-F238E27FC236}">
                <a16:creationId xmlns:a16="http://schemas.microsoft.com/office/drawing/2014/main" id="{4313D5B4-A4F8-1337-9182-91D343E9FDCE}"/>
              </a:ext>
            </a:extLst>
          </p:cNvPr>
          <p:cNvSpPr txBox="1"/>
          <p:nvPr/>
        </p:nvSpPr>
        <p:spPr>
          <a:xfrm>
            <a:off x="5650090" y="2404765"/>
            <a:ext cx="570089" cy="230832"/>
          </a:xfrm>
          <a:prstGeom prst="rect">
            <a:avLst/>
          </a:prstGeom>
          <a:solidFill>
            <a:schemeClr val="accent4">
              <a:lumMod val="20000"/>
              <a:lumOff val="80000"/>
            </a:schemeClr>
          </a:solidFill>
        </p:spPr>
        <p:txBody>
          <a:bodyPr wrap="square" rtlCol="0">
            <a:spAutoFit/>
          </a:bodyPr>
          <a:lstStyle/>
          <a:p>
            <a:pPr algn="ctr"/>
            <a:r>
              <a:rPr lang="en-US" sz="900" dirty="0"/>
              <a:t>75</a:t>
            </a:r>
          </a:p>
        </p:txBody>
      </p:sp>
      <p:sp>
        <p:nvSpPr>
          <p:cNvPr id="49" name="TextBox 48">
            <a:extLst>
              <a:ext uri="{FF2B5EF4-FFF2-40B4-BE49-F238E27FC236}">
                <a16:creationId xmlns:a16="http://schemas.microsoft.com/office/drawing/2014/main" id="{340C2A81-1729-1FC5-4938-DB08C7EB6CD8}"/>
              </a:ext>
            </a:extLst>
          </p:cNvPr>
          <p:cNvSpPr txBox="1"/>
          <p:nvPr/>
        </p:nvSpPr>
        <p:spPr>
          <a:xfrm>
            <a:off x="5650090" y="3406653"/>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B37A5F42-1BD6-94E4-CA7D-3966994FC8C2}"/>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EE79238F-5AA7-8420-95F6-26195B4059BE}"/>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937BC75E-930D-1814-2C1C-38A713E3F049}"/>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0D45CF31-832F-8F4B-E001-71DF66C7AA5D}"/>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C024B5E6-F93C-8F85-E0B6-7B6BCBBE4629}"/>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B086981B-C72F-C744-9326-C63507577E59}"/>
              </a:ext>
            </a:extLst>
          </p:cNvPr>
          <p:cNvSpPr txBox="1"/>
          <p:nvPr/>
        </p:nvSpPr>
        <p:spPr>
          <a:xfrm>
            <a:off x="6152446" y="2404765"/>
            <a:ext cx="570089" cy="230832"/>
          </a:xfrm>
          <a:prstGeom prst="rect">
            <a:avLst/>
          </a:prstGeom>
          <a:solidFill>
            <a:schemeClr val="accent4">
              <a:lumMod val="20000"/>
              <a:lumOff val="80000"/>
            </a:schemeClr>
          </a:solidFill>
        </p:spPr>
        <p:txBody>
          <a:bodyPr wrap="square" rtlCol="0">
            <a:spAutoFit/>
          </a:bodyPr>
          <a:lstStyle/>
          <a:p>
            <a:pPr algn="ctr"/>
            <a:r>
              <a:rPr lang="en-US" sz="900" dirty="0"/>
              <a:t>57</a:t>
            </a:r>
          </a:p>
        </p:txBody>
      </p:sp>
      <p:sp>
        <p:nvSpPr>
          <p:cNvPr id="62" name="TextBox 61">
            <a:extLst>
              <a:ext uri="{FF2B5EF4-FFF2-40B4-BE49-F238E27FC236}">
                <a16:creationId xmlns:a16="http://schemas.microsoft.com/office/drawing/2014/main" id="{78A72A9D-9F28-BAE6-8462-510E28B95043}"/>
              </a:ext>
            </a:extLst>
          </p:cNvPr>
          <p:cNvSpPr txBox="1"/>
          <p:nvPr/>
        </p:nvSpPr>
        <p:spPr>
          <a:xfrm>
            <a:off x="7157158"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1CDA60CB-E2F3-E6FB-1D7B-28820CC14FF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C74DA99-7295-1AEC-60AA-87B14F2FED4E}"/>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F072E47-DACE-3EBC-3DB1-A9DB92FF87C5}"/>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BECF622B-7A47-57AF-BD2D-242039437C29}"/>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805564D0-5EF9-3BC5-8096-3882069BFF7A}"/>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A0B7344B-E22A-70AF-2D32-77536F737462}"/>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D2D8AEBF-4C92-7D2C-8483-5D65B8FAB746}"/>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887F63B2-5890-B552-4FD3-289E32482830}"/>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D9CEF351-BBDB-4FE2-73A3-9008E2CD0F14}"/>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85300D8F-9DB8-C088-0D00-5010B68A32D9}"/>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FFE2A368-E82E-ECCD-8BD9-9E458FA09B34}"/>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A2979C16-9D78-D37B-0028-4F4738AF5ED6}"/>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A8FD56AB-34F9-C45F-6DD6-84D144433409}"/>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7B29A953-A109-AA75-B9A8-CF70A5474B15}"/>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CC7C6DA6-38F7-9EF7-7A98-76A5FC696AC8}"/>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19DF1528-7339-6A9D-4AD6-F91A4648154F}"/>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D1CB2D31-F177-D528-0C81-3B3CD3E6DE2B}"/>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2E18B5B5-6D78-0825-3680-E9164C2A5817}"/>
              </a:ext>
            </a:extLst>
          </p:cNvPr>
          <p:cNvSpPr txBox="1"/>
          <p:nvPr/>
        </p:nvSpPr>
        <p:spPr>
          <a:xfrm>
            <a:off x="5147734"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284888C6-7042-15B2-9CE9-36D1069E1CA5}"/>
              </a:ext>
            </a:extLst>
          </p:cNvPr>
          <p:cNvSpPr txBox="1"/>
          <p:nvPr/>
        </p:nvSpPr>
        <p:spPr>
          <a:xfrm>
            <a:off x="5650090"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26</a:t>
            </a:r>
          </a:p>
        </p:txBody>
      </p:sp>
      <p:sp>
        <p:nvSpPr>
          <p:cNvPr id="18" name="TextBox 17">
            <a:extLst>
              <a:ext uri="{FF2B5EF4-FFF2-40B4-BE49-F238E27FC236}">
                <a16:creationId xmlns:a16="http://schemas.microsoft.com/office/drawing/2014/main" id="{939AA5A8-BF83-F811-41F3-9E02606DA576}"/>
              </a:ext>
            </a:extLst>
          </p:cNvPr>
          <p:cNvSpPr txBox="1"/>
          <p:nvPr/>
        </p:nvSpPr>
        <p:spPr>
          <a:xfrm>
            <a:off x="4645378" y="4408541"/>
            <a:ext cx="570089" cy="230832"/>
          </a:xfrm>
          <a:prstGeom prst="rect">
            <a:avLst/>
          </a:prstGeom>
          <a:noFill/>
        </p:spPr>
        <p:txBody>
          <a:bodyPr wrap="square" rtlCol="0">
            <a:spAutoFit/>
          </a:bodyPr>
          <a:lstStyle/>
          <a:p>
            <a:pPr algn="ctr"/>
            <a:r>
              <a:rPr lang="en-US" sz="900" dirty="0"/>
              <a:t>58</a:t>
            </a:r>
          </a:p>
        </p:txBody>
      </p:sp>
      <p:sp>
        <p:nvSpPr>
          <p:cNvPr id="39" name="TextBox 38">
            <a:extLst>
              <a:ext uri="{FF2B5EF4-FFF2-40B4-BE49-F238E27FC236}">
                <a16:creationId xmlns:a16="http://schemas.microsoft.com/office/drawing/2014/main" id="{C0FE218F-9008-288E-6934-3995ABC9603F}"/>
              </a:ext>
            </a:extLst>
          </p:cNvPr>
          <p:cNvSpPr txBox="1"/>
          <p:nvPr/>
        </p:nvSpPr>
        <p:spPr>
          <a:xfrm>
            <a:off x="7157158" y="4408541"/>
            <a:ext cx="570089" cy="230832"/>
          </a:xfrm>
          <a:prstGeom prst="rect">
            <a:avLst/>
          </a:prstGeom>
          <a:noFill/>
        </p:spPr>
        <p:txBody>
          <a:bodyPr wrap="square" rtlCol="0">
            <a:spAutoFit/>
          </a:bodyPr>
          <a:lstStyle/>
          <a:p>
            <a:pPr algn="ctr"/>
            <a:r>
              <a:rPr lang="en-US" sz="900" dirty="0"/>
              <a:t>579</a:t>
            </a:r>
          </a:p>
        </p:txBody>
      </p:sp>
      <p:sp>
        <p:nvSpPr>
          <p:cNvPr id="78" name="TextBox 77">
            <a:extLst>
              <a:ext uri="{FF2B5EF4-FFF2-40B4-BE49-F238E27FC236}">
                <a16:creationId xmlns:a16="http://schemas.microsoft.com/office/drawing/2014/main" id="{A2D63047-DC53-C4AE-0F9A-BD68864C3874}"/>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1D784F51-8DE7-E4FA-814C-1A695BF166BC}"/>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353026CC-AC84-6B49-1D7A-E2F905D1E631}"/>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097094E7-27D5-CF37-1671-BFB955B42FA9}"/>
              </a:ext>
            </a:extLst>
          </p:cNvPr>
          <p:cNvSpPr txBox="1"/>
          <p:nvPr/>
        </p:nvSpPr>
        <p:spPr>
          <a:xfrm>
            <a:off x="5215469" y="4244561"/>
            <a:ext cx="462845" cy="584775"/>
          </a:xfrm>
          <a:prstGeom prst="rect">
            <a:avLst/>
          </a:prstGeom>
          <a:noFill/>
        </p:spPr>
        <p:txBody>
          <a:bodyPr wrap="square" rtlCol="0">
            <a:spAutoFit/>
          </a:bodyPr>
          <a:lstStyle/>
          <a:p>
            <a:pPr algn="ctr"/>
            <a:r>
              <a:rPr lang="en-US" sz="3200" dirty="0"/>
              <a:t>1</a:t>
            </a:r>
          </a:p>
        </p:txBody>
      </p:sp>
      <p:sp>
        <p:nvSpPr>
          <p:cNvPr id="85" name="TextBox 84">
            <a:extLst>
              <a:ext uri="{FF2B5EF4-FFF2-40B4-BE49-F238E27FC236}">
                <a16:creationId xmlns:a16="http://schemas.microsoft.com/office/drawing/2014/main" id="{A727E47B-BFAE-FF2C-954A-0ADED4E279C6}"/>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4EF546E4-84A0-2C06-91CE-932FC66E7937}"/>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A76FE35-7409-D444-87C2-3F3C80FAF9B9}"/>
              </a:ext>
            </a:extLst>
          </p:cNvPr>
          <p:cNvSpPr txBox="1"/>
          <p:nvPr/>
        </p:nvSpPr>
        <p:spPr>
          <a:xfrm>
            <a:off x="6714071" y="424456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7089BA54-B08D-B919-C7A3-92D3734CA0D9}"/>
              </a:ext>
            </a:extLst>
          </p:cNvPr>
          <p:cNvSpPr txBox="1"/>
          <p:nvPr/>
        </p:nvSpPr>
        <p:spPr>
          <a:xfrm>
            <a:off x="6714071" y="4747898"/>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C96EC731-3147-02DA-D335-C39289D6B730}"/>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4CFB64B2-ECAE-1B57-FD86-C489CFDA743E}"/>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A8CAED39-3D1F-8C82-66D6-F31B2CD2EC2F}"/>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089B274F-1044-E5C0-1547-2EB4A2382567}"/>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88" name="TextBox 87">
            <a:extLst>
              <a:ext uri="{FF2B5EF4-FFF2-40B4-BE49-F238E27FC236}">
                <a16:creationId xmlns:a16="http://schemas.microsoft.com/office/drawing/2014/main" id="{3140D4F5-CB5B-B927-BC0C-BE293B9B08AE}"/>
              </a:ext>
            </a:extLst>
          </p:cNvPr>
          <p:cNvSpPr txBox="1"/>
          <p:nvPr/>
        </p:nvSpPr>
        <p:spPr>
          <a:xfrm>
            <a:off x="6214537" y="1727886"/>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210D7437-F509-8C30-5BD6-F81D3D6DE2FD}"/>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764D7E48-7D47-82D2-94E7-72C8BFBEAE32}"/>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204A74E-0E3D-31D2-497A-29A9F0F10F31}"/>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EFF28CA8-6C12-4AD9-03A8-BC2C5256B5D3}"/>
              </a:ext>
            </a:extLst>
          </p:cNvPr>
          <p:cNvSpPr txBox="1"/>
          <p:nvPr/>
        </p:nvSpPr>
        <p:spPr>
          <a:xfrm>
            <a:off x="3217333" y="4747898"/>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AE6BD2A0-2397-D2FB-D0C9-2448507205D7}"/>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01DE0D44-4E5D-53CF-0317-D4857BBE75E9}"/>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ACF24E2-66C4-CC66-9D33-30B11F04122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86FBD83C-1D92-279E-F50A-9802291F554F}"/>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860D1318-E5F6-963E-647C-BE7162F6DD00}"/>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977A7A12-0C1A-544D-736D-7CCD78A7818E}"/>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57" name="TextBox 56">
            <a:extLst>
              <a:ext uri="{FF2B5EF4-FFF2-40B4-BE49-F238E27FC236}">
                <a16:creationId xmlns:a16="http://schemas.microsoft.com/office/drawing/2014/main" id="{6CE7C0CB-5B48-06B6-BCEC-2F61BD9325E9}"/>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A204735C-02FA-4D5C-C82B-52A801F84624}"/>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DB3BE44A-60EA-F91F-9E59-388BE3D5BA34}"/>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92" name="TextBox 91">
            <a:extLst>
              <a:ext uri="{FF2B5EF4-FFF2-40B4-BE49-F238E27FC236}">
                <a16:creationId xmlns:a16="http://schemas.microsoft.com/office/drawing/2014/main" id="{DB3A159B-A4D0-78FE-DB5B-5971F2C4E626}"/>
              </a:ext>
            </a:extLst>
          </p:cNvPr>
          <p:cNvSpPr txBox="1"/>
          <p:nvPr/>
        </p:nvSpPr>
        <p:spPr>
          <a:xfrm>
            <a:off x="7213604" y="3237891"/>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2F43800A-E250-46C1-D8D7-5FC65A08F00B}"/>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1606070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8AC2-E69B-E1C2-DCA5-B4C0D40CBC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176288-99FB-36DE-4D8F-0790E61CAA2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32C10D4-DE2D-3D3E-C9D3-A33010E296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F934DF0-5C62-E0CA-9E40-B8EA640DD1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F196184-E91F-6456-6536-5C938CFA739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F30BC5-BDFC-CF11-CD1A-E6729CF20B9E}"/>
              </a:ext>
            </a:extLst>
          </p:cNvPr>
          <p:cNvPicPr>
            <a:picLocks noChangeAspect="1"/>
          </p:cNvPicPr>
          <p:nvPr/>
        </p:nvPicPr>
        <p:blipFill>
          <a:blip r:embed="rId6"/>
          <a:stretch>
            <a:fillRect/>
          </a:stretch>
        </p:blipFill>
        <p:spPr>
          <a:xfrm>
            <a:off x="4584700" y="2311400"/>
            <a:ext cx="0" cy="0"/>
          </a:xfrm>
          <a:prstGeom prst="rect">
            <a:avLst/>
          </a:prstGeom>
        </p:spPr>
      </p:pic>
      <p:sp>
        <p:nvSpPr>
          <p:cNvPr id="23" name="TextBox 22">
            <a:extLst>
              <a:ext uri="{FF2B5EF4-FFF2-40B4-BE49-F238E27FC236}">
                <a16:creationId xmlns:a16="http://schemas.microsoft.com/office/drawing/2014/main" id="{740E2CF9-633D-7F0E-5D24-A41CD789866C}"/>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CBD226A-43E8-D3DF-0654-241A3FE10905}"/>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45618F7-5F99-301D-DA15-65D58193D248}"/>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55C0F04E-A419-2C02-4BBF-87ACFE1D99C0}"/>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90763AD9-A004-4866-41BD-8B9F7F47B56D}"/>
              </a:ext>
            </a:extLst>
          </p:cNvPr>
          <p:cNvSpPr txBox="1"/>
          <p:nvPr/>
        </p:nvSpPr>
        <p:spPr>
          <a:xfrm>
            <a:off x="4216401" y="172788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6CFB0E81-4D8C-4F67-57D5-ACFBD4CD94A6}"/>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E1F6AAAB-B3BB-46FB-EDC5-D277919B40BF}"/>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E811F65-25F3-9FF2-3E1F-765F5BA74688}"/>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0DF9A63E-05F9-52AE-7F28-03056B23C1D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6F0E1751-EFC9-732C-E0F9-0AE8BB1594B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0BC87C19-F82C-B409-F76F-165D2A2882B1}"/>
              </a:ext>
            </a:extLst>
          </p:cNvPr>
          <p:cNvSpPr txBox="1"/>
          <p:nvPr/>
        </p:nvSpPr>
        <p:spPr>
          <a:xfrm>
            <a:off x="4715935" y="2734556"/>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7E66DDAA-413B-AADA-47A4-B6EEB5C627F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91524249-F8D2-6BB2-CDEC-2248B0F3DE1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A65FDC0E-8538-9482-750F-A6690116292D}"/>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082CECA4-111D-60C1-45F5-3778A995977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677EF6AE-1F02-692E-E32F-58618FAA74E8}"/>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AD54D424-89BF-EA3D-659A-AD7082DF89C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2B5090D2-3522-7622-2E7C-2114ED13A687}"/>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84F696E9-13C3-F730-44BD-3489A9453FB9}"/>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62709C9-677C-6CA1-CF0B-B320F2387F0A}"/>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34B3D901-5EDA-9916-A575-4FA019EDD747}"/>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D6DB5D36-4F64-15B5-1053-3762B0701408}"/>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AAC32E26-A6B4-06B8-C2DD-E5CF73B7A66D}"/>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CF59B5E4-0E3F-A59B-AE6F-A68725A5FDD3}"/>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245FCE61-DCBB-6401-618C-3CDBC34E8D1F}"/>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AB78CD18-0A86-D3DA-734A-FF50AB749A25}"/>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37" name="TextBox 36">
            <a:extLst>
              <a:ext uri="{FF2B5EF4-FFF2-40B4-BE49-F238E27FC236}">
                <a16:creationId xmlns:a16="http://schemas.microsoft.com/office/drawing/2014/main" id="{3DF5E0D1-5410-702F-B1A5-50125341BBD1}"/>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1DEDFABB-4066-C7F9-FEFD-CB91CD437E74}"/>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9D40157E-FF78-6505-394E-F569D5A92684}"/>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D29AAA40-C913-01E0-5872-48EC0A67BA10}"/>
              </a:ext>
            </a:extLst>
          </p:cNvPr>
          <p:cNvSpPr txBox="1"/>
          <p:nvPr/>
        </p:nvSpPr>
        <p:spPr>
          <a:xfrm>
            <a:off x="4216401" y="721216"/>
            <a:ext cx="462845" cy="584775"/>
          </a:xfrm>
          <a:prstGeom prst="rect">
            <a:avLst/>
          </a:prstGeom>
          <a:noFill/>
        </p:spPr>
        <p:txBody>
          <a:bodyPr wrap="square" rtlCol="0">
            <a:spAutoFit/>
          </a:bodyPr>
          <a:lstStyle/>
          <a:p>
            <a:pPr algn="ctr"/>
            <a:r>
              <a:rPr lang="en-US" sz="3200" dirty="0"/>
              <a:t>4</a:t>
            </a:r>
          </a:p>
        </p:txBody>
      </p:sp>
      <p:sp>
        <p:nvSpPr>
          <p:cNvPr id="72" name="TextBox 71">
            <a:extLst>
              <a:ext uri="{FF2B5EF4-FFF2-40B4-BE49-F238E27FC236}">
                <a16:creationId xmlns:a16="http://schemas.microsoft.com/office/drawing/2014/main" id="{8C15C7F4-20D3-3578-7681-5A181C075051}"/>
              </a:ext>
            </a:extLst>
          </p:cNvPr>
          <p:cNvSpPr txBox="1"/>
          <p:nvPr/>
        </p:nvSpPr>
        <p:spPr>
          <a:xfrm>
            <a:off x="4715935"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6796F750-518B-3A53-4A6B-09D1A2DBAD57}"/>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A78182D0-CDD1-D5CD-1900-0D09ED1B8BF7}"/>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193F7AEA-9F4A-D3BA-CE19-E8D7D272A2BF}"/>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F427674C-7CF7-556D-E5E1-2A6C36F2A4D3}"/>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F6F9C621-CCF6-6850-B587-D8FF89CD7285}"/>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7204C288-68B7-5884-713F-B2258A758F5D}"/>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CBE2DC71-D9F2-2D75-69E8-4E545DF9BDA9}"/>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27B9E722-B558-4CEC-6A56-0726BC130A45}"/>
              </a:ext>
            </a:extLst>
          </p:cNvPr>
          <p:cNvSpPr txBox="1"/>
          <p:nvPr/>
        </p:nvSpPr>
        <p:spPr>
          <a:xfrm>
            <a:off x="5215469" y="4244561"/>
            <a:ext cx="462845" cy="584775"/>
          </a:xfrm>
          <a:prstGeom prst="rect">
            <a:avLst/>
          </a:prstGeom>
          <a:noFill/>
        </p:spPr>
        <p:txBody>
          <a:bodyPr wrap="square" rtlCol="0">
            <a:spAutoFit/>
          </a:bodyPr>
          <a:lstStyle/>
          <a:p>
            <a:pPr algn="ctr"/>
            <a:r>
              <a:rPr lang="en-US" sz="3200" dirty="0"/>
              <a:t>1</a:t>
            </a:r>
          </a:p>
        </p:txBody>
      </p:sp>
      <p:sp>
        <p:nvSpPr>
          <p:cNvPr id="85" name="TextBox 84">
            <a:extLst>
              <a:ext uri="{FF2B5EF4-FFF2-40B4-BE49-F238E27FC236}">
                <a16:creationId xmlns:a16="http://schemas.microsoft.com/office/drawing/2014/main" id="{51EABFB9-CE01-7955-BFB2-92A6B21FCCCA}"/>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3424E6D2-71AF-9A38-199E-91FD9033899E}"/>
              </a:ext>
            </a:extLst>
          </p:cNvPr>
          <p:cNvSpPr txBox="1"/>
          <p:nvPr/>
        </p:nvSpPr>
        <p:spPr>
          <a:xfrm>
            <a:off x="7213604" y="4747898"/>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9129064-3401-47F5-45B4-D5F7A6DE9066}"/>
              </a:ext>
            </a:extLst>
          </p:cNvPr>
          <p:cNvSpPr txBox="1"/>
          <p:nvPr/>
        </p:nvSpPr>
        <p:spPr>
          <a:xfrm>
            <a:off x="6714071" y="424456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E31DB1DA-784E-FB51-17DF-0884389C214E}"/>
              </a:ext>
            </a:extLst>
          </p:cNvPr>
          <p:cNvSpPr txBox="1"/>
          <p:nvPr/>
        </p:nvSpPr>
        <p:spPr>
          <a:xfrm>
            <a:off x="6714071" y="4747898"/>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08D0BD93-8FDC-7597-D167-76B172DC66EA}"/>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3DBF73FD-9EE5-DEB7-46B4-671263845BE3}"/>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913B7002-197C-B8F4-3935-E72B495D2CE4}"/>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097D5260-A4B6-B7C4-1060-F428B2B07404}"/>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88" name="TextBox 87">
            <a:extLst>
              <a:ext uri="{FF2B5EF4-FFF2-40B4-BE49-F238E27FC236}">
                <a16:creationId xmlns:a16="http://schemas.microsoft.com/office/drawing/2014/main" id="{1D8B47C9-39C4-EF54-9998-9CD165FFEB61}"/>
              </a:ext>
            </a:extLst>
          </p:cNvPr>
          <p:cNvSpPr txBox="1"/>
          <p:nvPr/>
        </p:nvSpPr>
        <p:spPr>
          <a:xfrm>
            <a:off x="6214537" y="1727886"/>
            <a:ext cx="462845" cy="584775"/>
          </a:xfrm>
          <a:prstGeom prst="rect">
            <a:avLst/>
          </a:prstGeom>
          <a:noFill/>
        </p:spPr>
        <p:txBody>
          <a:bodyPr wrap="square" rtlCol="0">
            <a:spAutoFit/>
          </a:bodyPr>
          <a:lstStyle/>
          <a:p>
            <a:pPr algn="ctr"/>
            <a:r>
              <a:rPr lang="en-US" sz="3200" dirty="0"/>
              <a:t>6</a:t>
            </a:r>
          </a:p>
        </p:txBody>
      </p:sp>
      <p:sp>
        <p:nvSpPr>
          <p:cNvPr id="89" name="TextBox 88">
            <a:extLst>
              <a:ext uri="{FF2B5EF4-FFF2-40B4-BE49-F238E27FC236}">
                <a16:creationId xmlns:a16="http://schemas.microsoft.com/office/drawing/2014/main" id="{A45AF90D-209A-C654-B72A-A10E717C98DC}"/>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D5D8B41B-2808-F379-EE61-79A61A33FB4F}"/>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5031CAA-7279-7CD0-4AC9-BD8983BD6FD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468A7065-BA43-E124-0548-D83365C3B221}"/>
              </a:ext>
            </a:extLst>
          </p:cNvPr>
          <p:cNvSpPr txBox="1"/>
          <p:nvPr/>
        </p:nvSpPr>
        <p:spPr>
          <a:xfrm>
            <a:off x="3217333" y="4747898"/>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A754FE8A-D443-4389-7EB5-E9B36F63EFE4}"/>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D007C0E8-3864-76F1-CC32-D86E00F2E44C}"/>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886D709C-9C1C-051B-CCB8-6A62529D1B2C}"/>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17962AAC-1FCB-54F7-E662-4FDABC8C47ED}"/>
              </a:ext>
            </a:extLst>
          </p:cNvPr>
          <p:cNvSpPr txBox="1"/>
          <p:nvPr/>
        </p:nvSpPr>
        <p:spPr>
          <a:xfrm>
            <a:off x="6714071" y="223122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6040AB10-4C62-1CB6-DC54-5DB55091934A}"/>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541AC940-592A-B581-996F-B77E2CDF323E}"/>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57" name="TextBox 56">
            <a:extLst>
              <a:ext uri="{FF2B5EF4-FFF2-40B4-BE49-F238E27FC236}">
                <a16:creationId xmlns:a16="http://schemas.microsoft.com/office/drawing/2014/main" id="{87A44217-BE31-1AA4-69BE-5AA629A172D5}"/>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4DA90C2A-6D78-B4A9-3734-AB7FCC3FB4DE}"/>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7A354BE3-0F92-F2FB-BFFE-6D2E1C8E24ED}"/>
              </a:ext>
            </a:extLst>
          </p:cNvPr>
          <p:cNvSpPr txBox="1"/>
          <p:nvPr/>
        </p:nvSpPr>
        <p:spPr>
          <a:xfrm>
            <a:off x="6214537" y="3237891"/>
            <a:ext cx="462845" cy="584775"/>
          </a:xfrm>
          <a:prstGeom prst="rect">
            <a:avLst/>
          </a:prstGeom>
          <a:noFill/>
        </p:spPr>
        <p:txBody>
          <a:bodyPr wrap="square" rtlCol="0">
            <a:spAutoFit/>
          </a:bodyPr>
          <a:lstStyle/>
          <a:p>
            <a:pPr algn="ctr"/>
            <a:r>
              <a:rPr lang="en-US" sz="3200" dirty="0"/>
              <a:t>2</a:t>
            </a:r>
          </a:p>
        </p:txBody>
      </p:sp>
      <p:sp>
        <p:nvSpPr>
          <p:cNvPr id="92" name="TextBox 91">
            <a:extLst>
              <a:ext uri="{FF2B5EF4-FFF2-40B4-BE49-F238E27FC236}">
                <a16:creationId xmlns:a16="http://schemas.microsoft.com/office/drawing/2014/main" id="{4FB70C1A-8E98-917A-67A5-277EB7A5708F}"/>
              </a:ext>
            </a:extLst>
          </p:cNvPr>
          <p:cNvSpPr txBox="1"/>
          <p:nvPr/>
        </p:nvSpPr>
        <p:spPr>
          <a:xfrm>
            <a:off x="7213604" y="3237891"/>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4E3CECF5-2BE6-FCAF-9134-789E5064DB20}"/>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AE49A2CE-3A7F-7FB8-8335-47982B661A07}"/>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553FAD12-C3A0-1F54-D999-0B6DFB9D5D1C}"/>
              </a:ext>
            </a:extLst>
          </p:cNvPr>
          <p:cNvSpPr txBox="1"/>
          <p:nvPr/>
        </p:nvSpPr>
        <p:spPr>
          <a:xfrm>
            <a:off x="3217333"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2648129-848E-DCA7-DF4A-4C37245C9892}"/>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E50D357B-9480-E9A9-06DE-FEEB6F857C2B}"/>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C0708E56-23DF-2073-7018-568B3A90C3D4}"/>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63" name="TextBox 62">
            <a:extLst>
              <a:ext uri="{FF2B5EF4-FFF2-40B4-BE49-F238E27FC236}">
                <a16:creationId xmlns:a16="http://schemas.microsoft.com/office/drawing/2014/main" id="{6176C478-4B55-0DDE-35B0-666AF0EC0C7C}"/>
              </a:ext>
            </a:extLst>
          </p:cNvPr>
          <p:cNvSpPr txBox="1"/>
          <p:nvPr/>
        </p:nvSpPr>
        <p:spPr>
          <a:xfrm>
            <a:off x="5715003" y="2231221"/>
            <a:ext cx="462845" cy="584775"/>
          </a:xfrm>
          <a:prstGeom prst="rect">
            <a:avLst/>
          </a:prstGeom>
          <a:noFill/>
        </p:spPr>
        <p:txBody>
          <a:bodyPr wrap="square" rtlCol="0">
            <a:spAutoFit/>
          </a:bodyPr>
          <a:lstStyle/>
          <a:p>
            <a:pPr algn="ctr"/>
            <a:r>
              <a:rPr lang="en-US" sz="3200" dirty="0"/>
              <a:t>7</a:t>
            </a:r>
          </a:p>
        </p:txBody>
      </p:sp>
      <p:sp>
        <p:nvSpPr>
          <p:cNvPr id="65" name="TextBox 64">
            <a:extLst>
              <a:ext uri="{FF2B5EF4-FFF2-40B4-BE49-F238E27FC236}">
                <a16:creationId xmlns:a16="http://schemas.microsoft.com/office/drawing/2014/main" id="{6472A185-9D77-31BA-BC35-21C45C359AC5}"/>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10E326A6-8278-167A-96A1-7D848D3EAE83}"/>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3C20E7F5-080F-BE0C-DC06-FDF169D61904}"/>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9DFC90AE-39D9-2BD6-FD59-A33424F1F7F5}"/>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94" name="TextBox 93">
            <a:extLst>
              <a:ext uri="{FF2B5EF4-FFF2-40B4-BE49-F238E27FC236}">
                <a16:creationId xmlns:a16="http://schemas.microsoft.com/office/drawing/2014/main" id="{769C6B42-2085-9652-25DB-707E2ADAA550}"/>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95" name="TextBox 94">
            <a:extLst>
              <a:ext uri="{FF2B5EF4-FFF2-40B4-BE49-F238E27FC236}">
                <a16:creationId xmlns:a16="http://schemas.microsoft.com/office/drawing/2014/main" id="{5D46309A-9E6D-3BAD-4F60-89A5F4505DC6}"/>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6" name="TextBox 95">
            <a:extLst>
              <a:ext uri="{FF2B5EF4-FFF2-40B4-BE49-F238E27FC236}">
                <a16:creationId xmlns:a16="http://schemas.microsoft.com/office/drawing/2014/main" id="{A7348B44-DB15-5576-BF92-94231A6A5F68}"/>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97" name="TextBox 96">
            <a:extLst>
              <a:ext uri="{FF2B5EF4-FFF2-40B4-BE49-F238E27FC236}">
                <a16:creationId xmlns:a16="http://schemas.microsoft.com/office/drawing/2014/main" id="{18965494-397F-FE22-83A1-D14CC5378C39}"/>
              </a:ext>
            </a:extLst>
          </p:cNvPr>
          <p:cNvSpPr txBox="1"/>
          <p:nvPr/>
        </p:nvSpPr>
        <p:spPr>
          <a:xfrm>
            <a:off x="5715003"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9592260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10289</TotalTime>
  <Words>4072</Words>
  <Application>Microsoft Macintosh PowerPoint</Application>
  <PresentationFormat>Widescreen</PresentationFormat>
  <Paragraphs>3330</Paragraphs>
  <Slides>64</Slides>
  <Notes>64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64</vt:i4>
      </vt:variant>
    </vt:vector>
  </HeadingPairs>
  <TitlesOfParts>
    <vt:vector size="6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429</cp:revision>
  <cp:lastPrinted>2025-12-02T00:08:17Z</cp:lastPrinted>
  <dcterms:created xsi:type="dcterms:W3CDTF">2024-03-19T02:13:08Z</dcterms:created>
  <dcterms:modified xsi:type="dcterms:W3CDTF">2026-03-27T00:33:13Z</dcterms:modified>
</cp:coreProperties>
</file>