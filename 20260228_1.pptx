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457" r:id="rId2"/>
    <p:sldId id="531" r:id="rId3"/>
    <p:sldId id="532" r:id="rId4"/>
    <p:sldId id="533" r:id="rId5"/>
    <p:sldId id="534" r:id="rId6"/>
    <p:sldId id="535" r:id="rId7"/>
    <p:sldId id="550" r:id="rId8"/>
    <p:sldId id="536" r:id="rId9"/>
    <p:sldId id="537" r:id="rId10"/>
    <p:sldId id="538" r:id="rId11"/>
    <p:sldId id="539" r:id="rId12"/>
    <p:sldId id="540" r:id="rId13"/>
    <p:sldId id="541" r:id="rId14"/>
    <p:sldId id="542" r:id="rId15"/>
    <p:sldId id="543" r:id="rId16"/>
    <p:sldId id="544" r:id="rId17"/>
    <p:sldId id="545" r:id="rId18"/>
    <p:sldId id="547" r:id="rId19"/>
    <p:sldId id="548" r:id="rId20"/>
    <p:sldId id="551" r:id="rId21"/>
    <p:sldId id="552" r:id="rId22"/>
    <p:sldId id="553" r:id="rId23"/>
    <p:sldId id="554" r:id="rId24"/>
    <p:sldId id="555" r:id="rId25"/>
    <p:sldId id="556" r:id="rId26"/>
    <p:sldId id="557" r:id="rId27"/>
    <p:sldId id="558" r:id="rId28"/>
    <p:sldId id="559" r:id="rId29"/>
    <p:sldId id="560" r:id="rId30"/>
    <p:sldId id="561" r:id="rId31"/>
    <p:sldId id="562" r:id="rId32"/>
    <p:sldId id="563" r:id="rId33"/>
    <p:sldId id="564" r:id="rId34"/>
    <p:sldId id="565" r:id="rId35"/>
    <p:sldId id="566" r:id="rId36"/>
    <p:sldId id="567" r:id="rId37"/>
    <p:sldId id="568" r:id="rId38"/>
    <p:sldId id="569" r:id="rId39"/>
    <p:sldId id="570" r:id="rId40"/>
    <p:sldId id="571" r:id="rId41"/>
    <p:sldId id="572" r:id="rId42"/>
    <p:sldId id="573" r:id="rId43"/>
    <p:sldId id="574" r:id="rId44"/>
    <p:sldId id="575" r:id="rId45"/>
    <p:sldId id="576" r:id="rId46"/>
    <p:sldId id="577" r:id="rId47"/>
    <p:sldId id="578" r:id="rId48"/>
    <p:sldId id="579" r:id="rId49"/>
    <p:sldId id="580" r:id="rId50"/>
    <p:sldId id="581" r:id="rId51"/>
    <p:sldId id="582" r:id="rId52"/>
    <p:sldId id="583" r:id="rId53"/>
    <p:sldId id="584" r:id="rId54"/>
    <p:sldId id="585" r:id="rId55"/>
    <p:sldId id="586" r:id="rId56"/>
    <p:sldId id="587" r:id="rId57"/>
    <p:sldId id="588" r:id="rId58"/>
    <p:sldId id="589" r:id="rId59"/>
    <p:sldId id="590"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19"/>
    <p:restoredTop sz="94568"/>
  </p:normalViewPr>
  <p:slideViewPr>
    <p:cSldViewPr snapToGrid="0">
      <p:cViewPr varScale="1">
        <p:scale>
          <a:sx n="113" d="100"/>
          <a:sy n="113" d="100"/>
        </p:scale>
        <p:origin x="15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FE7BD-7969-F878-EC0B-9D5436008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CE8E7-A618-7D1E-B5D6-CA245913C2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65AFE-23E8-3C95-7A13-A0D16BA155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23BA76-120E-9CB1-B6DF-3B3E7E6DD0E2}"/>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1863679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79DC5-0AB2-A557-90B7-D89116A00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0A649-0D27-5DB5-7BC5-A9EFE0853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6B244-A2B6-AC34-F469-004FAF5B4B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28F29B-6289-087E-74D5-B5AAA28EC5E8}"/>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3809663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740C9-5624-2955-50A6-874598E9A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0A53B-E226-723A-1AE8-267413C62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2DCF1-65BC-7C69-CAC4-8BD749D10A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D9EBE8-7BC5-08BA-D0F8-1A1B618623BC}"/>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3806663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B3EF8-D5AA-2A14-05A7-3165530BFC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15226A-4236-6AAD-550F-3F2CDB819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E3884F-184F-C70A-076C-CD5888E6B5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26F65B-8D33-6421-8EF6-E9063DE55387}"/>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3174206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F2331-95B8-EC1A-FC87-DBCB01EBF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4AC1D-B7B6-441E-9B8F-8EC681E75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F98270-F739-1D5A-C0E4-01D59AC0D0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45988F-45AD-FD10-743B-5C7B3678051F}"/>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1655707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D50A2-FECC-3AF1-2821-9776AE9A0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88ED3-73D8-E0D7-3998-33B88B8D2D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3EEDD-A56B-F924-AE11-57AE91CAEC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5C0F2F-9142-CA84-4B9C-80A79C1B07CA}"/>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183240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BF17F-CD8B-0996-12FA-AF50F3A4E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E97A2-FCA9-C116-766A-D2165ADFD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9BD51-6001-0807-4347-C728CDD646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13156-4325-B0DB-3E55-CC694E7EC68A}"/>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79379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AF9B7-10F7-6D8A-AC02-AA1D05EE7A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881A7-3C64-588D-BAA9-95A9FB05F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6D50AA-D643-0656-F235-CEC6EEE34C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465BC5-3173-EBAE-39CA-F584AA679B65}"/>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3433505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8FD7A-1297-163D-1D4B-3BC0651A4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41257-D4A4-D878-3B37-D631E6A13D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70BE2E-95C7-AD09-A8EB-72DFDB5403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49CDDD-91F0-4B4F-9CBE-33C5389728B1}"/>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3189257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A86BB-5BB5-5163-FC70-ABBE64A9F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C1650-1D8F-F192-9FD0-F2C5B7E86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34B030-B2CD-0731-ABC1-C8486B603A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98CDF8-3CBA-5F93-9769-12C2000770A2}"/>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30654224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EA278-BD7A-6824-5179-B4A5F4D10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5DCE5-A4F6-999F-CD68-F39FFE66E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FD53E-7304-0A6D-D1B0-7C7E7221C9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7A4077-F4EF-DE78-5E8D-0FBC31B0AD34}"/>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10829573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83FA4-7FF9-93D9-2748-CAB52D2FB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14A64-E40B-3724-4A38-3EF0B4DB57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3D4199-D60A-EF1D-B5FB-286AB4FA6D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26AD97-945B-CE2E-A72A-1ECA4D57E705}"/>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2458285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A0CB9-E5A4-F9A5-CEB1-0433ADAFF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15738-71C0-6720-2AB2-B03E4C94DA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A5807F-D7A8-23DF-AEF8-D36D1CE92F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8D774F-5C70-75E3-B479-2CCFA41CD215}"/>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3274226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23636-7BA7-0873-9239-EDCCFAA09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374D6-20E8-CB34-CE77-2A4EEB8DB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CE02CA-8208-031D-BB3D-BB97C3E45B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20CCBC-31D2-20B3-8279-4CC6910D8EA5}"/>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2228311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2F925-48A2-AEAF-F91B-2C3B8DDF5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06A6F-C83A-B956-A977-5C8B3F186F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DE608-8417-5408-FA7C-787DAA3A1D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842780-4578-FBFB-A538-63AC7A3E3310}"/>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24379359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90B08-F1A7-E6F8-4D18-17F2904D0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EC1398-4D6F-1968-F9D9-D5EDA5C9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951F2-D2B5-CD83-F435-9B0B3BBD9F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F853A0-A583-4327-C1F2-B1C4C5AEC91B}"/>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4197658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F3515-D602-E45C-CC6D-397803C7E9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9B9F2-9422-1133-C2D8-866EBBE050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545E6-DE29-11B7-E7C2-CC8AC1CA03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B52BA7-0FA9-DA16-08A7-396104FDF410}"/>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22927130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5701A-2721-74DE-07F7-BAD9E0516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FED83-E3F0-FB0D-585B-9DE43EFBD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D16AAF-81A8-030E-5100-223C626439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984ECC-BC44-4214-7991-0143387918F6}"/>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18219982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DA9C9-E85D-4933-AA72-7D9F2F713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72025-C435-BF09-67BA-B5530FF57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8F6F1A-6CA0-DDF1-297E-1B7FCA0239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D6C28A-456D-0EB6-AD92-683BC6329CE0}"/>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38095633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1D622-0F23-CCEB-22D8-7C35C995BC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1E7F7-F4F5-BB16-C1DF-5B985238A5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F52B2-E746-D38D-BB6C-202A43AFE3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C9C206-E688-8F6C-437A-445712FE6376}"/>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3704957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3339D-0681-D1E6-D64A-B7C19F1A9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FFC362-CA57-E7C5-F15F-AC0E6F9441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B39F6-02E3-2374-E23A-4669EAB1D4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3073EF-C805-90D5-5AB2-880983BCFE61}"/>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33533659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2CCEC-1D9B-76FF-E365-2D4165DE8D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DFA65-C995-C7EE-C56D-E870C08B1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F4BC9-D437-C3F4-5569-F0AA48F294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8280FC-DC14-FF6C-7F31-DE4E0DD4B496}"/>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28798780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A1825-6094-BC12-A74F-C18B2C41E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1EA38-0100-AC8C-03D9-D9061C4D6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F0B237-D5F5-698E-C842-F6BE15BA75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13F40D-1D7E-FEDE-13AE-128B4EEED511}"/>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15361489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C0DFA-3006-DFE3-2D71-45B9B8251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73AF6-701C-903B-A31D-CA784BCF4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732BB-3E37-F753-7FB9-206E179567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503973-C05C-FF04-2C08-7ADC74BF0E06}"/>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6505515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5E748-F559-AD7B-28F9-EDC1019B7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205C0-7F65-7090-687D-EC99B353F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4ABFC-C1D9-B7DB-D904-C31B9D4B4A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FCE91E-EC77-1ED5-C215-8BF6ECD64A52}"/>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41853694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0A697-CC61-9F4A-72D5-E984365B19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BDEF81-A492-DC20-A489-438141DDBB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5833C-737E-655C-A43D-AA3A8CDE76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FC8695-E548-121E-11C0-303E20167EFE}"/>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14643341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043DF-ECD3-8EFA-513F-17D5DD849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DE09F-5563-E7E8-99D9-C14D346B7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02609-01CF-80E9-E184-A27F288B25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E4A7D7-94F9-F172-80B9-5429B625EE30}"/>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24556633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11AB4-DFEE-9ECB-4D0F-2830CDBC9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29BAE-325A-89BF-F0B5-205672A7B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42A07C-3F66-F4C1-E0AE-CBB0800AFF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FC44B9-8128-AE63-B4DB-18B963D3CC36}"/>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7873639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D1FF4-CA54-2080-DADF-61DAC6646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2705F-53CE-D100-3E5C-B812A33E5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BD9D75-B6FA-0DC1-26A4-7ED87AB2B3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B253DB-B61D-3457-13D4-1D6F8ACECAAB}"/>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29500940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27F25-A5F1-5D01-5186-84442BCD2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A5814-4159-FD23-91C7-7CF1267529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87A7D9-212E-3F3F-1D2B-1AEABD622C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528C4C-9F62-D7FA-91E6-2681C72170F6}"/>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37517053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CD3A3-7DF8-1B4A-7D75-EE4383EA5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F4457C-23DF-2741-8733-6B9D9D7B07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4FC23-F332-322D-9C57-158AD550F2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B0B377-5148-F58C-FF01-89D6573764A1}"/>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1357762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0C2A9-ECAB-97A2-5306-1209BD8BE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E1EEC-B23B-23CB-0C33-503D8341BB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FCE42-72FB-A30E-392C-7AFAE7409A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BA87BF-3393-6EB6-D1A2-1879F3B63C94}"/>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5036049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61277-D149-406E-09C1-C614C6EAAE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661A2-F330-2123-E66E-D26FAD10A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9679B-2B30-E8B1-208A-FEABBDD052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AD4F42-A6FC-6775-DD2A-07B69DE20762}"/>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10401017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84C82-2529-2D89-348E-B8ED2301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567DC-7A1D-F1C6-48E3-77BB9DE27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67313-9DA1-9B8E-8803-877F09FE77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38A4DF-163A-588D-2999-70EE85DC0DBD}"/>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15744227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8249E-3D32-B32D-28F2-B509126AEA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AEE54A-CD7D-CBDD-14C2-DB3ADB4AD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3E2AE-33EB-E4EC-AE70-CD37134AC1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6BB823-E8EB-97F4-2FF2-8D9B0C714EF3}"/>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9069555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3F4F1-56E7-3AAA-EA6C-AE1A28F86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70338-B14B-3FF9-32C2-BAFAC2AFA3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56042-6EE2-5E07-AFDA-635F48C1E3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31AC6E-C5DF-E0C0-335C-CEA3FDDC5F40}"/>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20270565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6D3F2-EC6F-A59A-CBB4-3478979E0A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7A0AE-5597-D3F5-990C-D82D0E63A1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69988C-D5C9-51C0-DA63-F994EBE767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3664AB-595A-8A0C-12D0-528A365DE1E9}"/>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3588223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9DAE-3172-FDBD-A28C-621731B0C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55FC3-B797-A873-6E09-65B8634CB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002BE7-2DE1-4E0E-96BC-82F3C878C6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6097B3-3431-5874-3600-C1FF8822AC45}"/>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34601039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B5C1F-C7DA-02AE-B8A1-CD971EE82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AF8F9-2E21-DA8C-FDD9-0B6DD43CE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E9460-FEE1-853C-990E-1E5B131684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901B96-533A-25BD-D964-66623D259722}"/>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20324953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C1EB7-164D-1DB4-88A7-22E2EAEAC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691B6-7E88-1066-843F-5DF0B79B0D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24DB5-4C8D-E5EE-43AD-4EC1BA7763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98F895-EF7A-FF7F-210E-04807AF26EEB}"/>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24237395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72DE3-E7E8-D62C-2F98-7F0768663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46AB8-EE02-E89C-15E0-8A91864C5F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00C564-FD7F-B390-2E13-CD76018E5A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9200-5FC5-A589-A14E-2E368B9735C9}"/>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11744709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2FFC3-2BFA-CD6E-E5A9-0717687C8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90338-E1BC-5D98-3CE9-3CABD1A9E3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F706A0-B255-DA97-BD98-0704D44984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20C29F-190A-3242-69C4-29818807514F}"/>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5424180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58EEE-EA31-52E0-3E46-5C1ADAE06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B1E053-37CD-E2D9-834E-E4FBF17D1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D39B8-DE49-A88F-988E-DB1FD1310E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4147DC-09C8-A5C6-EA22-3BB877CF210D}"/>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17701824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B6D08-06F8-1FDA-B5CF-0C57F6674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73C375-02D9-2539-6852-E1C54A3165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E7CC52-8857-D622-F8E6-9C55D5FD27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EEE0D4-52A6-B422-A65E-AD4026BF6FFF}"/>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12831528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0BE28-BAC9-34A5-E187-AFE60CBCE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F3D7D-CBDD-FC5E-CA20-4DF8B80810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BEAAC5-B517-3516-3ABD-2CC888B3F3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62274A-2E55-6C82-17F3-E47C61B6018B}"/>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30998482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4FD11-EB72-1F60-73D7-DC882440C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B6E58-3017-8EC9-7282-B05DB7820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FDA067-BED5-9AD9-0C7F-1B250D6EDB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277C18-F9D6-AC3D-24C3-FD846F670096}"/>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9207313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C3907-4EA0-5BDA-2219-BD7940EC7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BFA04D-B506-9F71-DFA5-0D6521037B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4C1F5-9A2B-2F87-E4C0-6ADB53D42D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40E602-9516-8010-B2CC-D113A1F3C47E}"/>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10223685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83CAA-CC85-3E2F-5E0B-19C851EB2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58875-59E9-80F8-9B65-27B976453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D9023-B4D6-EC6F-1888-2965560553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99EB0A-E1B8-02B1-28B6-5CA92B0D9F18}"/>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17871598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761A6-EFA4-A1DC-8CFB-063CAD0CD6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E7BE4-E970-5AD3-CDB4-F8200A7CA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B0A175-C11B-A985-920E-B1BC1072FD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237441-51A8-8CAA-7520-58CC61F42D36}"/>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10185163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79B04-4862-1403-AC68-548B348C9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721A8-D781-93BF-D697-CF7595748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42001-B313-C400-F9EA-AE092FFA42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96786D-12BA-D610-72E5-D38DD9B0D9F2}"/>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12635570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F16A8-3465-B834-F14F-AC4B1B605E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E5424-4784-E73B-849D-11525CDC8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5B6AC-6DC2-81FE-98A6-AF994AC5B7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77C15A-A8E3-A132-5457-29E0546D6301}"/>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30826363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C4B6-3FC6-A90F-4FDF-D81A6E720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13617-C69F-73EA-C043-0D7463710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967CF9-78ED-E318-FC95-4410F297A1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44A5B6-FC9B-FF10-7E48-F3A692FE54C3}"/>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17242864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57A44-A2E2-011A-0B8E-B1837A8FB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80142-FD8A-319C-47A6-4396735B9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262E7-F84D-8830-100A-E892A50146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A838F4-0AA4-66B4-273F-98D86DAC560A}"/>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18208470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2BFA5-8DFB-0B9B-00BE-2DF85A501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F5171-70B3-19AE-167C-AA5EE95F55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C38F3C-FE0A-0369-A2CA-9A354923AC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1327FC-5D80-B79E-B6FD-9259CA7811AE}"/>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10402874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01D1-4500-18AA-B488-480268972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C1054-8BBF-F73D-9CBB-3E7273A417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F353C3-45A2-7349-2BBE-94568ADCF6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BD4E3C-243C-CC67-A0F4-5A456D7E7CA3}"/>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9596589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3E6E0-AE36-A78B-291E-F1CE2AC9D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1847-91C6-1365-3818-CB2EB0232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B7468B-A967-3768-36F6-4E10649B3E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4369DB-853A-7B49-99E4-FC19D7FAAA97}"/>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34135214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325BE-A441-59C8-D42C-E3CE8EDBC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09E70-0EEE-C053-52E8-B98930F79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8E4B6-1635-68F4-C770-232D40CDAA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D07CC3-56A9-0D89-3364-7562A23CAF2A}"/>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26501071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B054E-2A6D-064B-4F4C-50F328A97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E220F-1643-4FC2-C38E-ED14A2877E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CEF95-6AC3-E8D8-2A7A-A5815253FA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D5E137-C6A2-2E15-3A6E-DCD17CFF9CF6}"/>
              </a:ext>
            </a:extLst>
          </p:cNvPr>
          <p:cNvSpPr>
            <a:spLocks noGrp="1"/>
          </p:cNvSpPr>
          <p:nvPr>
            <p:ph type="sldNum" sz="quarter" idx="5"/>
          </p:nvPr>
        </p:nvSpPr>
        <p:spPr/>
        <p:txBody>
          <a:bodyPr/>
          <a:lstStyle/>
          <a:p>
            <a:fld id="{C0E9560A-78B4-504A-9396-2AE516B1349B}" type="slidenum">
              <a:rPr lang="en-US" smtClean="0"/>
              <a:t>59</a:t>
            </a:fld>
            <a:endParaRPr lang="en-US"/>
          </a:p>
        </p:txBody>
      </p:sp>
    </p:spTree>
    <p:extLst>
      <p:ext uri="{BB962C8B-B14F-4D97-AF65-F5344CB8AC3E}">
        <p14:creationId xmlns:p14="http://schemas.microsoft.com/office/powerpoint/2010/main" val="39172071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3" name="Picture 2" descr="A sudoku puzzle with a grid&#10;&#10;AI-generated content may be incorrect.">
            <a:extLst>
              <a:ext uri="{FF2B5EF4-FFF2-40B4-BE49-F238E27FC236}">
                <a16:creationId xmlns:a16="http://schemas.microsoft.com/office/drawing/2014/main" id="{F606641A-7C75-8EBF-1BCF-09949D6BC7B1}"/>
              </a:ext>
            </a:extLst>
          </p:cNvPr>
          <p:cNvPicPr>
            <a:picLocks noChangeAspect="1"/>
          </p:cNvPicPr>
          <p:nvPr userDrawn="1"/>
        </p:nvPicPr>
        <p:blipFill>
          <a:blip r:embed="rId2"/>
          <a:stretch>
            <a:fillRect/>
          </a:stretch>
        </p:blipFill>
        <p:spPr>
          <a:xfrm>
            <a:off x="3164562" y="298558"/>
            <a:ext cx="4543223" cy="4999446"/>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54150-B4C0-A81E-BDAA-41786C52AB6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A9F2FF-EAA6-8F90-1084-F7A29F7F9443}"/>
              </a:ext>
            </a:extLst>
          </p:cNvPr>
          <p:cNvSpPr>
            <a:spLocks noGrp="1"/>
          </p:cNvSpPr>
          <p:nvPr>
            <p:ph sz="half" idx="1"/>
          </p:nvPr>
        </p:nvSpPr>
        <p:spPr/>
        <p:txBody>
          <a:bodyPr/>
          <a:lstStyle/>
          <a:p>
            <a:r>
              <a:rPr lang="en-US" dirty="0"/>
              <a:t>In upper left block, none of the cages can contain 1.</a:t>
            </a:r>
          </a:p>
        </p:txBody>
      </p:sp>
      <p:pic>
        <p:nvPicPr>
          <p:cNvPr id="4" name="Picture 3" descr="A grid of sudoku puzzle&#10;&#10;Description automatically generated">
            <a:extLst>
              <a:ext uri="{FF2B5EF4-FFF2-40B4-BE49-F238E27FC236}">
                <a16:creationId xmlns:a16="http://schemas.microsoft.com/office/drawing/2014/main" id="{2DD779B6-882A-80B3-834E-E661E7D0892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82A4AC9-1EDA-7ACD-F4BF-9B15F0BDFD1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773583-4FEB-1FB1-AC41-89E5CA0771E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4D52A37-210C-2258-099E-D01AE1E2D1C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60689B1-FFD5-AFFD-E0FA-A6BA1F6FAB31}"/>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514683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99C11-4A62-F053-DEFE-032EF2F6635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93C387-625C-9A59-6E26-BFF48A8A4769}"/>
              </a:ext>
            </a:extLst>
          </p:cNvPr>
          <p:cNvSpPr>
            <a:spLocks noGrp="1"/>
          </p:cNvSpPr>
          <p:nvPr>
            <p:ph sz="half" idx="1"/>
          </p:nvPr>
        </p:nvSpPr>
        <p:spPr/>
        <p:txBody>
          <a:bodyPr>
            <a:normAutofit/>
          </a:bodyPr>
          <a:lstStyle/>
          <a:p>
            <a:r>
              <a:rPr lang="en-US" dirty="0"/>
              <a:t>In upper right block, since [9 in 3] cannot contain 1, it must be 234. The two cells from incomplete cages  must be [12 in 2] (45–(14+10+9) = 12). Since neither it nor [14 in 2] can contain 1, [10 in 2] must be 19.</a:t>
            </a:r>
          </a:p>
        </p:txBody>
      </p:sp>
      <p:pic>
        <p:nvPicPr>
          <p:cNvPr id="4" name="Picture 3" descr="A grid of sudoku puzzle&#10;&#10;Description automatically generated">
            <a:extLst>
              <a:ext uri="{FF2B5EF4-FFF2-40B4-BE49-F238E27FC236}">
                <a16:creationId xmlns:a16="http://schemas.microsoft.com/office/drawing/2014/main" id="{838189EE-A09C-B060-A9BF-1C74AE6E4F7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01BDA5F-32CC-0192-1E5B-9BE7F0DD7C4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BF5D824-192A-CFE6-0719-B7A7F58762F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9B5F46F-C8AD-3C97-AA72-EC0F11701C3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6B2DEFB-4A77-A473-C56E-79162724ED91}"/>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2A73DEA-2858-A89A-CD59-07B71E093501}"/>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9" name="TextBox 8">
            <a:extLst>
              <a:ext uri="{FF2B5EF4-FFF2-40B4-BE49-F238E27FC236}">
                <a16:creationId xmlns:a16="http://schemas.microsoft.com/office/drawing/2014/main" id="{C1BAAFEF-C37B-B9D6-147C-4CF3E6919CF5}"/>
              </a:ext>
            </a:extLst>
          </p:cNvPr>
          <p:cNvSpPr txBox="1"/>
          <p:nvPr/>
        </p:nvSpPr>
        <p:spPr>
          <a:xfrm>
            <a:off x="6654802" y="901933"/>
            <a:ext cx="570089" cy="230832"/>
          </a:xfrm>
          <a:prstGeom prst="rect">
            <a:avLst/>
          </a:prstGeom>
          <a:noFill/>
        </p:spPr>
        <p:txBody>
          <a:bodyPr wrap="square" rtlCol="0">
            <a:spAutoFit/>
          </a:bodyPr>
          <a:lstStyle/>
          <a:p>
            <a:pPr algn="ctr"/>
            <a:r>
              <a:rPr lang="en-US" sz="900" dirty="0"/>
              <a:t>68</a:t>
            </a:r>
          </a:p>
        </p:txBody>
      </p:sp>
      <p:sp>
        <p:nvSpPr>
          <p:cNvPr id="10" name="TextBox 9">
            <a:extLst>
              <a:ext uri="{FF2B5EF4-FFF2-40B4-BE49-F238E27FC236}">
                <a16:creationId xmlns:a16="http://schemas.microsoft.com/office/drawing/2014/main" id="{FA66BD6F-247A-9093-E049-12A26A3211AE}"/>
              </a:ext>
            </a:extLst>
          </p:cNvPr>
          <p:cNvSpPr txBox="1"/>
          <p:nvPr/>
        </p:nvSpPr>
        <p:spPr>
          <a:xfrm>
            <a:off x="7157158" y="901933"/>
            <a:ext cx="570089" cy="230832"/>
          </a:xfrm>
          <a:prstGeom prst="rect">
            <a:avLst/>
          </a:prstGeom>
          <a:noFill/>
        </p:spPr>
        <p:txBody>
          <a:bodyPr wrap="square" rtlCol="0">
            <a:spAutoFit/>
          </a:bodyPr>
          <a:lstStyle/>
          <a:p>
            <a:pPr algn="ctr"/>
            <a:r>
              <a:rPr lang="en-US" sz="900" dirty="0"/>
              <a:t>19</a:t>
            </a:r>
          </a:p>
        </p:txBody>
      </p:sp>
      <p:sp>
        <p:nvSpPr>
          <p:cNvPr id="11" name="TextBox 10">
            <a:extLst>
              <a:ext uri="{FF2B5EF4-FFF2-40B4-BE49-F238E27FC236}">
                <a16:creationId xmlns:a16="http://schemas.microsoft.com/office/drawing/2014/main" id="{CCE3C475-16BC-B736-F41D-E15AB53D2A37}"/>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2" name="TextBox 11">
            <a:extLst>
              <a:ext uri="{FF2B5EF4-FFF2-40B4-BE49-F238E27FC236}">
                <a16:creationId xmlns:a16="http://schemas.microsoft.com/office/drawing/2014/main" id="{60B60DFF-C4AE-74A6-9AA7-64E38FF764EF}"/>
              </a:ext>
            </a:extLst>
          </p:cNvPr>
          <p:cNvSpPr txBox="1"/>
          <p:nvPr/>
        </p:nvSpPr>
        <p:spPr>
          <a:xfrm>
            <a:off x="6654802" y="1402877"/>
            <a:ext cx="570089" cy="230832"/>
          </a:xfrm>
          <a:prstGeom prst="rect">
            <a:avLst/>
          </a:prstGeom>
          <a:noFill/>
        </p:spPr>
        <p:txBody>
          <a:bodyPr wrap="square" rtlCol="0">
            <a:spAutoFit/>
          </a:bodyPr>
          <a:lstStyle/>
          <a:p>
            <a:pPr algn="ctr"/>
            <a:r>
              <a:rPr lang="en-US" sz="900" dirty="0"/>
              <a:t>86</a:t>
            </a:r>
          </a:p>
        </p:txBody>
      </p:sp>
      <p:sp>
        <p:nvSpPr>
          <p:cNvPr id="13" name="TextBox 12">
            <a:extLst>
              <a:ext uri="{FF2B5EF4-FFF2-40B4-BE49-F238E27FC236}">
                <a16:creationId xmlns:a16="http://schemas.microsoft.com/office/drawing/2014/main" id="{348D89BE-BDA6-D538-C55C-8B0B3BE5C9F8}"/>
              </a:ext>
            </a:extLst>
          </p:cNvPr>
          <p:cNvSpPr txBox="1"/>
          <p:nvPr/>
        </p:nvSpPr>
        <p:spPr>
          <a:xfrm>
            <a:off x="7157158" y="1402877"/>
            <a:ext cx="570089" cy="230832"/>
          </a:xfrm>
          <a:prstGeom prst="rect">
            <a:avLst/>
          </a:prstGeom>
          <a:noFill/>
        </p:spPr>
        <p:txBody>
          <a:bodyPr wrap="square" rtlCol="0">
            <a:spAutoFit/>
          </a:bodyPr>
          <a:lstStyle/>
          <a:p>
            <a:pPr algn="ctr"/>
            <a:r>
              <a:rPr lang="en-US" sz="900" dirty="0"/>
              <a:t>91</a:t>
            </a:r>
          </a:p>
        </p:txBody>
      </p:sp>
      <p:sp>
        <p:nvSpPr>
          <p:cNvPr id="14" name="TextBox 13">
            <a:extLst>
              <a:ext uri="{FF2B5EF4-FFF2-40B4-BE49-F238E27FC236}">
                <a16:creationId xmlns:a16="http://schemas.microsoft.com/office/drawing/2014/main" id="{F48279DB-14BE-7506-0458-66F4C4C88393}"/>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50B7B0E2-DB7A-3759-445C-F718EB6D0488}"/>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25D7CD83-FA05-B6AA-788F-26DFF9910534}"/>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Tree>
    <p:extLst>
      <p:ext uri="{BB962C8B-B14F-4D97-AF65-F5344CB8AC3E}">
        <p14:creationId xmlns:p14="http://schemas.microsoft.com/office/powerpoint/2010/main" val="3666986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309D0-F39C-4A59-7CB5-C92EB87F28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C6883F-6A7E-8089-517A-FA562B204C2B}"/>
              </a:ext>
            </a:extLst>
          </p:cNvPr>
          <p:cNvSpPr>
            <a:spLocks noGrp="1"/>
          </p:cNvSpPr>
          <p:nvPr>
            <p:ph sz="half" idx="1"/>
          </p:nvPr>
        </p:nvSpPr>
        <p:spPr/>
        <p:txBody>
          <a:bodyPr>
            <a:normAutofit/>
          </a:bodyPr>
          <a:lstStyle/>
          <a:p>
            <a:r>
              <a:rPr lang="en-US" dirty="0"/>
              <a:t>[26 in 4] must contain 9. While 5678 is a nominal solution, the 57 cell precludes it. (And the 68 cell precludes 3689.) Possible solutions are: 2789, 4589, and 4679.</a:t>
            </a:r>
          </a:p>
        </p:txBody>
      </p:sp>
      <p:pic>
        <p:nvPicPr>
          <p:cNvPr id="4" name="Picture 3" descr="A grid of sudoku puzzle&#10;&#10;Description automatically generated">
            <a:extLst>
              <a:ext uri="{FF2B5EF4-FFF2-40B4-BE49-F238E27FC236}">
                <a16:creationId xmlns:a16="http://schemas.microsoft.com/office/drawing/2014/main" id="{91F61064-E037-CC22-8612-91103DC1C05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3A9FF5A-A574-CB12-BCF0-8CE7BAC3F9F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67FC15D-83B0-85FF-0CCA-C1D8E98317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6A90960-7DCC-B297-60AB-8B02DA19D89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F5AF349-1736-2089-73C1-9E44D978E2FE}"/>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C3D6038C-DC56-DBAB-A925-0DD526671F95}"/>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9" name="TextBox 8">
            <a:extLst>
              <a:ext uri="{FF2B5EF4-FFF2-40B4-BE49-F238E27FC236}">
                <a16:creationId xmlns:a16="http://schemas.microsoft.com/office/drawing/2014/main" id="{000862C2-F3DF-5757-6D09-D14514B80E7A}"/>
              </a:ext>
            </a:extLst>
          </p:cNvPr>
          <p:cNvSpPr txBox="1"/>
          <p:nvPr/>
        </p:nvSpPr>
        <p:spPr>
          <a:xfrm>
            <a:off x="6654802" y="901933"/>
            <a:ext cx="570089" cy="230832"/>
          </a:xfrm>
          <a:prstGeom prst="rect">
            <a:avLst/>
          </a:prstGeom>
          <a:noFill/>
        </p:spPr>
        <p:txBody>
          <a:bodyPr wrap="square" rtlCol="0">
            <a:spAutoFit/>
          </a:bodyPr>
          <a:lstStyle/>
          <a:p>
            <a:pPr algn="ctr"/>
            <a:r>
              <a:rPr lang="en-US" sz="900" dirty="0"/>
              <a:t>68</a:t>
            </a:r>
          </a:p>
        </p:txBody>
      </p:sp>
      <p:sp>
        <p:nvSpPr>
          <p:cNvPr id="11" name="TextBox 10">
            <a:extLst>
              <a:ext uri="{FF2B5EF4-FFF2-40B4-BE49-F238E27FC236}">
                <a16:creationId xmlns:a16="http://schemas.microsoft.com/office/drawing/2014/main" id="{7ACB0508-C4B1-5FF0-CF56-3818D7749170}"/>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2" name="TextBox 11">
            <a:extLst>
              <a:ext uri="{FF2B5EF4-FFF2-40B4-BE49-F238E27FC236}">
                <a16:creationId xmlns:a16="http://schemas.microsoft.com/office/drawing/2014/main" id="{21494BB7-E508-8FA9-A131-80E23492F451}"/>
              </a:ext>
            </a:extLst>
          </p:cNvPr>
          <p:cNvSpPr txBox="1"/>
          <p:nvPr/>
        </p:nvSpPr>
        <p:spPr>
          <a:xfrm>
            <a:off x="6654802" y="1402877"/>
            <a:ext cx="570089" cy="230832"/>
          </a:xfrm>
          <a:prstGeom prst="rect">
            <a:avLst/>
          </a:prstGeom>
          <a:noFill/>
        </p:spPr>
        <p:txBody>
          <a:bodyPr wrap="square" rtlCol="0">
            <a:spAutoFit/>
          </a:bodyPr>
          <a:lstStyle/>
          <a:p>
            <a:pPr algn="ctr"/>
            <a:r>
              <a:rPr lang="en-US" sz="900" dirty="0"/>
              <a:t>86</a:t>
            </a:r>
          </a:p>
        </p:txBody>
      </p:sp>
      <p:sp>
        <p:nvSpPr>
          <p:cNvPr id="14" name="TextBox 13">
            <a:extLst>
              <a:ext uri="{FF2B5EF4-FFF2-40B4-BE49-F238E27FC236}">
                <a16:creationId xmlns:a16="http://schemas.microsoft.com/office/drawing/2014/main" id="{42AD8A53-4269-A2E7-9D53-E74BB04C1D41}"/>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430DEC35-C3B9-8A82-E516-88D759FDBE29}"/>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0225C2E4-D8D5-1009-AE7F-8AD7AC5EE0C2}"/>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16FFED0E-C44E-7702-9159-F18FEB1AD1A4}"/>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57F912DC-9273-5CE7-B2BE-99B18C8E9C8A}"/>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247520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6D913-F6A3-10AE-B4E2-5E287B0FA72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D7E394-59C0-728C-3E11-43585CA5502C}"/>
              </a:ext>
            </a:extLst>
          </p:cNvPr>
          <p:cNvSpPr>
            <a:spLocks noGrp="1"/>
          </p:cNvSpPr>
          <p:nvPr>
            <p:ph sz="half" idx="1"/>
          </p:nvPr>
        </p:nvSpPr>
        <p:spPr/>
        <p:txBody>
          <a:bodyPr>
            <a:normAutofit/>
          </a:bodyPr>
          <a:lstStyle/>
          <a:p>
            <a:r>
              <a:rPr lang="en-US" dirty="0"/>
              <a:t>[13 in 3] must contain a 1.  The other two cells must sum to 12.</a:t>
            </a:r>
          </a:p>
        </p:txBody>
      </p:sp>
      <p:pic>
        <p:nvPicPr>
          <p:cNvPr id="4" name="Picture 3" descr="A grid of sudoku puzzle&#10;&#10;Description automatically generated">
            <a:extLst>
              <a:ext uri="{FF2B5EF4-FFF2-40B4-BE49-F238E27FC236}">
                <a16:creationId xmlns:a16="http://schemas.microsoft.com/office/drawing/2014/main" id="{CEA1EC76-E7B9-3FEE-9541-1B5D5966DFA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219DDDC-2D80-FEFE-71D9-87C820A7526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C3ED384-C832-367C-7AC5-70515F4AEFC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F4FFAA9-9967-71C3-5405-EE328735AFF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F4522DA-3937-43C6-2A64-ADE8AB283C19}"/>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F55F39E-D9D5-CB47-CB87-2BF62A9305EE}"/>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9" name="TextBox 8">
            <a:extLst>
              <a:ext uri="{FF2B5EF4-FFF2-40B4-BE49-F238E27FC236}">
                <a16:creationId xmlns:a16="http://schemas.microsoft.com/office/drawing/2014/main" id="{9D3CC236-BD0E-BBB4-224B-CAE60B2150C4}"/>
              </a:ext>
            </a:extLst>
          </p:cNvPr>
          <p:cNvSpPr txBox="1"/>
          <p:nvPr/>
        </p:nvSpPr>
        <p:spPr>
          <a:xfrm>
            <a:off x="6654802" y="901933"/>
            <a:ext cx="570089" cy="230832"/>
          </a:xfrm>
          <a:prstGeom prst="rect">
            <a:avLst/>
          </a:prstGeom>
          <a:noFill/>
        </p:spPr>
        <p:txBody>
          <a:bodyPr wrap="square" rtlCol="0">
            <a:spAutoFit/>
          </a:bodyPr>
          <a:lstStyle/>
          <a:p>
            <a:pPr algn="ctr"/>
            <a:r>
              <a:rPr lang="en-US" sz="900" dirty="0"/>
              <a:t>68</a:t>
            </a:r>
          </a:p>
        </p:txBody>
      </p:sp>
      <p:sp>
        <p:nvSpPr>
          <p:cNvPr id="11" name="TextBox 10">
            <a:extLst>
              <a:ext uri="{FF2B5EF4-FFF2-40B4-BE49-F238E27FC236}">
                <a16:creationId xmlns:a16="http://schemas.microsoft.com/office/drawing/2014/main" id="{5C07E4EA-964A-3EFF-F3A5-272F9B5553D9}"/>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2" name="TextBox 11">
            <a:extLst>
              <a:ext uri="{FF2B5EF4-FFF2-40B4-BE49-F238E27FC236}">
                <a16:creationId xmlns:a16="http://schemas.microsoft.com/office/drawing/2014/main" id="{B4828791-749C-5F0D-8A2D-4B9B3B62D07E}"/>
              </a:ext>
            </a:extLst>
          </p:cNvPr>
          <p:cNvSpPr txBox="1"/>
          <p:nvPr/>
        </p:nvSpPr>
        <p:spPr>
          <a:xfrm>
            <a:off x="6654802" y="1402877"/>
            <a:ext cx="570089" cy="230832"/>
          </a:xfrm>
          <a:prstGeom prst="rect">
            <a:avLst/>
          </a:prstGeom>
          <a:noFill/>
        </p:spPr>
        <p:txBody>
          <a:bodyPr wrap="square" rtlCol="0">
            <a:spAutoFit/>
          </a:bodyPr>
          <a:lstStyle/>
          <a:p>
            <a:pPr algn="ctr"/>
            <a:r>
              <a:rPr lang="en-US" sz="900" dirty="0"/>
              <a:t>86</a:t>
            </a:r>
          </a:p>
        </p:txBody>
      </p:sp>
      <p:sp>
        <p:nvSpPr>
          <p:cNvPr id="14" name="TextBox 13">
            <a:extLst>
              <a:ext uri="{FF2B5EF4-FFF2-40B4-BE49-F238E27FC236}">
                <a16:creationId xmlns:a16="http://schemas.microsoft.com/office/drawing/2014/main" id="{7006B694-0C5A-87BD-82D1-27D64A7407FF}"/>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88C3F5E6-D064-9B31-9A4B-75E175C7506A}"/>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52F9D00E-B37A-BED3-47D1-5BD436569C6D}"/>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FE021C40-895D-A14B-1FD7-3B21438B781C}"/>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B6DB7C58-7478-7DA5-2820-A72BAC0931BB}"/>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F6DE0EA6-B039-2122-5B26-2F81BE2D98D4}"/>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4913CD04-5C67-7AB4-2F01-08E7E9AAEFF1}"/>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Tree>
    <p:extLst>
      <p:ext uri="{BB962C8B-B14F-4D97-AF65-F5344CB8AC3E}">
        <p14:creationId xmlns:p14="http://schemas.microsoft.com/office/powerpoint/2010/main" val="3385622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6BE4C-E747-845A-36D8-867FC937CC4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F0EC86-0912-3A87-14FB-FC6EF0AE1FE2}"/>
              </a:ext>
            </a:extLst>
          </p:cNvPr>
          <p:cNvSpPr>
            <a:spLocks noGrp="1"/>
          </p:cNvSpPr>
          <p:nvPr>
            <p:ph sz="half" idx="1"/>
          </p:nvPr>
        </p:nvSpPr>
        <p:spPr/>
        <p:txBody>
          <a:bodyPr>
            <a:normAutofit/>
          </a:bodyPr>
          <a:lstStyle/>
          <a:p>
            <a:r>
              <a:rPr lang="en-US" dirty="0"/>
              <a:t>[12 in 3] must be 5 + [7 in 2] or 7 + [5 in 2]. The former must be 34 (since 16 and 25 are precluded), and the latter must be 23 (since 14 is precluded).</a:t>
            </a:r>
          </a:p>
        </p:txBody>
      </p:sp>
      <p:pic>
        <p:nvPicPr>
          <p:cNvPr id="4" name="Picture 3" descr="A grid of sudoku puzzle&#10;&#10;Description automatically generated">
            <a:extLst>
              <a:ext uri="{FF2B5EF4-FFF2-40B4-BE49-F238E27FC236}">
                <a16:creationId xmlns:a16="http://schemas.microsoft.com/office/drawing/2014/main" id="{7D5D28B9-072F-1218-FAF6-89150CB631B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90FAB23-AF89-53B7-DACB-8CE785390D4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126CACD-004E-A5E8-2991-4D7447338DC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1952832-8835-12FB-5D02-A92856E7A88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F56C767-D387-2E61-7BB1-05EFDC394469}"/>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A9FECE6-53F7-2A20-F62D-AF1B247B7651}"/>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9" name="TextBox 8">
            <a:extLst>
              <a:ext uri="{FF2B5EF4-FFF2-40B4-BE49-F238E27FC236}">
                <a16:creationId xmlns:a16="http://schemas.microsoft.com/office/drawing/2014/main" id="{A86A6B5C-4698-1A54-1D4A-72C22B673375}"/>
              </a:ext>
            </a:extLst>
          </p:cNvPr>
          <p:cNvSpPr txBox="1"/>
          <p:nvPr/>
        </p:nvSpPr>
        <p:spPr>
          <a:xfrm>
            <a:off x="6654802" y="901933"/>
            <a:ext cx="570089" cy="230832"/>
          </a:xfrm>
          <a:prstGeom prst="rect">
            <a:avLst/>
          </a:prstGeom>
          <a:noFill/>
        </p:spPr>
        <p:txBody>
          <a:bodyPr wrap="square" rtlCol="0">
            <a:spAutoFit/>
          </a:bodyPr>
          <a:lstStyle/>
          <a:p>
            <a:pPr algn="ctr"/>
            <a:r>
              <a:rPr lang="en-US" sz="900" dirty="0"/>
              <a:t>68</a:t>
            </a:r>
          </a:p>
        </p:txBody>
      </p:sp>
      <p:sp>
        <p:nvSpPr>
          <p:cNvPr id="11" name="TextBox 10">
            <a:extLst>
              <a:ext uri="{FF2B5EF4-FFF2-40B4-BE49-F238E27FC236}">
                <a16:creationId xmlns:a16="http://schemas.microsoft.com/office/drawing/2014/main" id="{CC4BA799-13EA-F561-C765-379007B002D8}"/>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2" name="TextBox 11">
            <a:extLst>
              <a:ext uri="{FF2B5EF4-FFF2-40B4-BE49-F238E27FC236}">
                <a16:creationId xmlns:a16="http://schemas.microsoft.com/office/drawing/2014/main" id="{A63E3283-B468-D0AF-5006-E5F026097B81}"/>
              </a:ext>
            </a:extLst>
          </p:cNvPr>
          <p:cNvSpPr txBox="1"/>
          <p:nvPr/>
        </p:nvSpPr>
        <p:spPr>
          <a:xfrm>
            <a:off x="6654802" y="1402877"/>
            <a:ext cx="570089" cy="230832"/>
          </a:xfrm>
          <a:prstGeom prst="rect">
            <a:avLst/>
          </a:prstGeom>
          <a:noFill/>
        </p:spPr>
        <p:txBody>
          <a:bodyPr wrap="square" rtlCol="0">
            <a:spAutoFit/>
          </a:bodyPr>
          <a:lstStyle/>
          <a:p>
            <a:pPr algn="ctr"/>
            <a:r>
              <a:rPr lang="en-US" sz="900" dirty="0"/>
              <a:t>86</a:t>
            </a:r>
          </a:p>
        </p:txBody>
      </p:sp>
      <p:sp>
        <p:nvSpPr>
          <p:cNvPr id="14" name="TextBox 13">
            <a:extLst>
              <a:ext uri="{FF2B5EF4-FFF2-40B4-BE49-F238E27FC236}">
                <a16:creationId xmlns:a16="http://schemas.microsoft.com/office/drawing/2014/main" id="{8015BEFE-EB8C-762B-A34F-E321BC164A3A}"/>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BB06063F-D32D-3342-4C15-D272CDD6591F}"/>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0C69B338-612A-07AF-3081-14B6D50B5FC1}"/>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1C28BDB4-072D-DC07-5142-13E9CBB054D8}"/>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D61A7022-71B5-9668-7B82-AB1B96F8592B}"/>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8D607883-F762-66C1-8333-3156E99EB58D}"/>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1E6E79CE-A981-0777-5D28-8EB6594C95A0}"/>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5ADB86E0-53D2-EC09-35EF-A4C3D2C842B3}"/>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EB3D60FD-E2FE-B28B-4188-0DF8FDDF1181}"/>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Tree>
    <p:extLst>
      <p:ext uri="{BB962C8B-B14F-4D97-AF65-F5344CB8AC3E}">
        <p14:creationId xmlns:p14="http://schemas.microsoft.com/office/powerpoint/2010/main" val="838011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23A7E-A5AA-FA82-2E51-04E9802BAF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9AD636-60EE-54C1-5ACC-8D87340CC225}"/>
              </a:ext>
            </a:extLst>
          </p:cNvPr>
          <p:cNvSpPr>
            <a:spLocks noGrp="1"/>
          </p:cNvSpPr>
          <p:nvPr>
            <p:ph sz="half" idx="1"/>
          </p:nvPr>
        </p:nvSpPr>
        <p:spPr/>
        <p:txBody>
          <a:bodyPr>
            <a:normAutofit/>
          </a:bodyPr>
          <a:lstStyle/>
          <a:p>
            <a:r>
              <a:rPr lang="en-US" dirty="0"/>
              <a:t>Repeating, [26 in 4] could be 2789, 4589, or 4679. However, 4679 is now disallowed because it would leave no solution for the [12 in 3].  [26 in 4] contains an 8.</a:t>
            </a:r>
          </a:p>
        </p:txBody>
      </p:sp>
      <p:pic>
        <p:nvPicPr>
          <p:cNvPr id="4" name="Picture 3" descr="A grid of sudoku puzzle&#10;&#10;Description automatically generated">
            <a:extLst>
              <a:ext uri="{FF2B5EF4-FFF2-40B4-BE49-F238E27FC236}">
                <a16:creationId xmlns:a16="http://schemas.microsoft.com/office/drawing/2014/main" id="{C0E5E616-4327-8915-2E25-EA013523269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FB9BEEA-BA8B-8790-4AF5-8BEE80D233B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92DC9C6-D501-4A47-7107-B05D79BBC1C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A683650-5956-9641-BCDE-BC39F3161D5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911F5B3-7A4A-AC4B-A013-6CDAE188D27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B656E99-DFC2-7C47-EE25-13E77E3625C9}"/>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2520AEE1-A93D-EF47-0148-63702A31418C}"/>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084423F9-09E7-E86E-CD67-839D1B5FC618}"/>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CEB881C1-35BE-0F0A-AECF-EA44F91FFA77}"/>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69AB8AD2-1184-88C1-052C-5C00D7D33A5F}"/>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F18BD4CB-C585-285B-E717-438152796B7D}"/>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69CB50E3-7F68-40F1-C713-90DEE7D4088D}"/>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30A03AB-9697-3909-9155-EA01D47A9C0F}"/>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A7C9293C-E043-D90B-F907-F7CE67EF20BB}"/>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CF736865-B5D2-8AAA-90A3-D93C3B9F06F9}"/>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AA0F7881-39E3-2EC1-5AEF-C806CF622A0F}"/>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173936EE-B3AB-4B97-05F2-0355180D48A9}"/>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0A988661-6014-FDC0-FE06-2B0C3B5238A4}"/>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0FD9D3ED-B25D-2157-FFA1-78A2B0548B4C}"/>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24" name="TextBox 23">
            <a:extLst>
              <a:ext uri="{FF2B5EF4-FFF2-40B4-BE49-F238E27FC236}">
                <a16:creationId xmlns:a16="http://schemas.microsoft.com/office/drawing/2014/main" id="{7877C788-649A-0F55-17B0-3644987797D6}"/>
              </a:ext>
            </a:extLst>
          </p:cNvPr>
          <p:cNvSpPr txBox="1"/>
          <p:nvPr/>
        </p:nvSpPr>
        <p:spPr>
          <a:xfrm>
            <a:off x="4143022" y="901933"/>
            <a:ext cx="570089" cy="230832"/>
          </a:xfrm>
          <a:prstGeom prst="rect">
            <a:avLst/>
          </a:prstGeom>
          <a:noFill/>
        </p:spPr>
        <p:txBody>
          <a:bodyPr wrap="square" rtlCol="0">
            <a:spAutoFit/>
          </a:bodyPr>
          <a:lstStyle/>
          <a:p>
            <a:pPr algn="ctr"/>
            <a:r>
              <a:rPr lang="en-US" sz="900" dirty="0"/>
              <a:t>247589</a:t>
            </a:r>
          </a:p>
        </p:txBody>
      </p:sp>
      <p:sp>
        <p:nvSpPr>
          <p:cNvPr id="25" name="TextBox 24">
            <a:extLst>
              <a:ext uri="{FF2B5EF4-FFF2-40B4-BE49-F238E27FC236}">
                <a16:creationId xmlns:a16="http://schemas.microsoft.com/office/drawing/2014/main" id="{D29F5D1D-51E5-3AAB-772A-264A51CA318E}"/>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26" name="TextBox 25">
            <a:extLst>
              <a:ext uri="{FF2B5EF4-FFF2-40B4-BE49-F238E27FC236}">
                <a16:creationId xmlns:a16="http://schemas.microsoft.com/office/drawing/2014/main" id="{FEB9812A-C829-1823-AAD7-67F704933310}"/>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Tree>
    <p:extLst>
      <p:ext uri="{BB962C8B-B14F-4D97-AF65-F5344CB8AC3E}">
        <p14:creationId xmlns:p14="http://schemas.microsoft.com/office/powerpoint/2010/main" val="2176488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CE811-6536-4D3A-2A07-071616CB5F9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731CB9-78CF-4DBD-E998-0795849DB35D}"/>
              </a:ext>
            </a:extLst>
          </p:cNvPr>
          <p:cNvSpPr>
            <a:spLocks noGrp="1"/>
          </p:cNvSpPr>
          <p:nvPr>
            <p:ph sz="half" idx="1"/>
          </p:nvPr>
        </p:nvSpPr>
        <p:spPr/>
        <p:txBody>
          <a:bodyPr>
            <a:normAutofit/>
          </a:bodyPr>
          <a:lstStyle/>
          <a:p>
            <a:r>
              <a:rPr lang="en-US" dirty="0"/>
              <a:t>Initialize Rows 2 and 3.</a:t>
            </a:r>
          </a:p>
        </p:txBody>
      </p:sp>
      <p:pic>
        <p:nvPicPr>
          <p:cNvPr id="4" name="Picture 3" descr="A grid of sudoku puzzle&#10;&#10;Description automatically generated">
            <a:extLst>
              <a:ext uri="{FF2B5EF4-FFF2-40B4-BE49-F238E27FC236}">
                <a16:creationId xmlns:a16="http://schemas.microsoft.com/office/drawing/2014/main" id="{3E2AFC12-1A7F-4049-6641-A67E3ACFB09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EA72975-8361-1EF6-031E-0DFF06F4D85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6407EAE-C250-7DC9-3045-ADD07B6290C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C2C0CA8-B086-D041-2629-64C5889607A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D1DAEB8-E758-6BEE-4177-6A6C212AAEC1}"/>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5DA9576-1EC5-DDB6-428B-2A2BF5D7CFC6}"/>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3F0B8DE6-C5C3-94EE-463B-1117DC84F1C5}"/>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370C1903-E14E-A1A2-954D-6C690DC613AC}"/>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72ABBB85-92C9-1B6D-CB6F-7B2410C45E35}"/>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18D035A5-0E49-D647-7DA0-E8DA6587BCB1}"/>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F01CB204-2198-DAE7-DCE6-B2FF65D1DDB3}"/>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189B0C4A-743A-BFF0-1ADC-72CD7BDE49FE}"/>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B1CDE5B1-436D-2915-C650-5C8A54F44BD3}"/>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D137F24F-35A5-DF7A-2F61-74D7B0DE768A}"/>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68359837-4F04-41E3-BB67-426F1F17DF59}"/>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873C8D29-954D-514B-CBE5-CD18B7FCB670}"/>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04A04C82-FCBC-BB6B-4E8F-204D2DBDA01E}"/>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2346</a:t>
            </a:r>
          </a:p>
        </p:txBody>
      </p:sp>
      <p:sp>
        <p:nvSpPr>
          <p:cNvPr id="22" name="TextBox 21">
            <a:extLst>
              <a:ext uri="{FF2B5EF4-FFF2-40B4-BE49-F238E27FC236}">
                <a16:creationId xmlns:a16="http://schemas.microsoft.com/office/drawing/2014/main" id="{B5B69530-CEB6-6B8F-808A-BC846320D3D7}"/>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2346</a:t>
            </a:r>
          </a:p>
        </p:txBody>
      </p:sp>
      <p:sp>
        <p:nvSpPr>
          <p:cNvPr id="23" name="TextBox 22">
            <a:extLst>
              <a:ext uri="{FF2B5EF4-FFF2-40B4-BE49-F238E27FC236}">
                <a16:creationId xmlns:a16="http://schemas.microsoft.com/office/drawing/2014/main" id="{D066B177-A60E-73CD-2936-B3CBBCCAFB91}"/>
              </a:ext>
            </a:extLst>
          </p:cNvPr>
          <p:cNvSpPr txBox="1"/>
          <p:nvPr/>
        </p:nvSpPr>
        <p:spPr>
          <a:xfrm>
            <a:off x="4645378" y="1402877"/>
            <a:ext cx="570089" cy="230832"/>
          </a:xfrm>
          <a:prstGeom prst="rect">
            <a:avLst/>
          </a:prstGeom>
          <a:noFill/>
        </p:spPr>
        <p:txBody>
          <a:bodyPr wrap="square" rtlCol="0">
            <a:spAutoFit/>
          </a:bodyPr>
          <a:lstStyle/>
          <a:p>
            <a:pPr algn="ctr"/>
            <a:r>
              <a:rPr lang="en-US" sz="900" dirty="0"/>
              <a:t>246</a:t>
            </a:r>
          </a:p>
        </p:txBody>
      </p:sp>
      <p:sp>
        <p:nvSpPr>
          <p:cNvPr id="24" name="TextBox 23">
            <a:extLst>
              <a:ext uri="{FF2B5EF4-FFF2-40B4-BE49-F238E27FC236}">
                <a16:creationId xmlns:a16="http://schemas.microsoft.com/office/drawing/2014/main" id="{47A11C3B-5AD0-D2D6-33A2-8EEDB3E3C3A9}"/>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2346</a:t>
            </a:r>
          </a:p>
        </p:txBody>
      </p:sp>
      <p:sp>
        <p:nvSpPr>
          <p:cNvPr id="25" name="TextBox 24">
            <a:extLst>
              <a:ext uri="{FF2B5EF4-FFF2-40B4-BE49-F238E27FC236}">
                <a16:creationId xmlns:a16="http://schemas.microsoft.com/office/drawing/2014/main" id="{1498C00F-DFAB-5D6B-CB8F-4FEFB36C6D8C}"/>
              </a:ext>
            </a:extLst>
          </p:cNvPr>
          <p:cNvSpPr txBox="1"/>
          <p:nvPr/>
        </p:nvSpPr>
        <p:spPr>
          <a:xfrm>
            <a:off x="3640666"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DE04A707-1F25-8296-89DA-A96F32839C88}"/>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D6078FA9-B45F-1B99-5FF5-A6529EDA871A}"/>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B79B089C-8D7D-4D1D-8192-31053A8F08E1}"/>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C9F43BC7-842D-052D-2356-AB2E3131AA91}"/>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CA92C561-E80A-E6CA-00E1-51F98BAACAA6}"/>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31" name="TextBox 30">
            <a:extLst>
              <a:ext uri="{FF2B5EF4-FFF2-40B4-BE49-F238E27FC236}">
                <a16:creationId xmlns:a16="http://schemas.microsoft.com/office/drawing/2014/main" id="{5400E835-42B4-7842-D72D-ECF621F596C5}"/>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2" name="TextBox 31">
            <a:extLst>
              <a:ext uri="{FF2B5EF4-FFF2-40B4-BE49-F238E27FC236}">
                <a16:creationId xmlns:a16="http://schemas.microsoft.com/office/drawing/2014/main" id="{19756278-F18C-B450-381D-48159E3B7071}"/>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33" name="TextBox 32">
            <a:extLst>
              <a:ext uri="{FF2B5EF4-FFF2-40B4-BE49-F238E27FC236}">
                <a16:creationId xmlns:a16="http://schemas.microsoft.com/office/drawing/2014/main" id="{3084EBD6-BAE2-868A-2C2F-4A6C4E018646}"/>
              </a:ext>
            </a:extLst>
          </p:cNvPr>
          <p:cNvSpPr txBox="1"/>
          <p:nvPr/>
        </p:nvSpPr>
        <p:spPr>
          <a:xfrm>
            <a:off x="4143022" y="901933"/>
            <a:ext cx="570089" cy="230832"/>
          </a:xfrm>
          <a:prstGeom prst="rect">
            <a:avLst/>
          </a:prstGeom>
          <a:noFill/>
        </p:spPr>
        <p:txBody>
          <a:bodyPr wrap="square" rtlCol="0">
            <a:spAutoFit/>
          </a:bodyPr>
          <a:lstStyle/>
          <a:p>
            <a:pPr algn="ctr"/>
            <a:r>
              <a:rPr lang="en-US" sz="900" dirty="0"/>
              <a:t>247589</a:t>
            </a:r>
          </a:p>
        </p:txBody>
      </p:sp>
      <p:sp>
        <p:nvSpPr>
          <p:cNvPr id="34" name="TextBox 33">
            <a:extLst>
              <a:ext uri="{FF2B5EF4-FFF2-40B4-BE49-F238E27FC236}">
                <a16:creationId xmlns:a16="http://schemas.microsoft.com/office/drawing/2014/main" id="{4994B640-36ED-40C6-0FEF-D6013C33BCDF}"/>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35" name="TextBox 34">
            <a:extLst>
              <a:ext uri="{FF2B5EF4-FFF2-40B4-BE49-F238E27FC236}">
                <a16:creationId xmlns:a16="http://schemas.microsoft.com/office/drawing/2014/main" id="{11BA4DF8-1D30-D002-E7C2-F47CD24AE6F4}"/>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Tree>
    <p:extLst>
      <p:ext uri="{BB962C8B-B14F-4D97-AF65-F5344CB8AC3E}">
        <p14:creationId xmlns:p14="http://schemas.microsoft.com/office/powerpoint/2010/main" val="634380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E3599-FF7B-7BC0-0620-57611C575B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E84ADC-F38D-FAB0-4512-83C8D075E0AC}"/>
              </a:ext>
            </a:extLst>
          </p:cNvPr>
          <p:cNvSpPr>
            <a:spLocks noGrp="1"/>
          </p:cNvSpPr>
          <p:nvPr>
            <p:ph sz="half" idx="1"/>
          </p:nvPr>
        </p:nvSpPr>
        <p:spPr/>
        <p:txBody>
          <a:bodyPr>
            <a:normAutofit/>
          </a:bodyPr>
          <a:lstStyle/>
          <a:p>
            <a:r>
              <a:rPr lang="en-US" dirty="0"/>
              <a:t>Initialize bottom left block. Again, [9 in 3, no 1] must be 234. The cells from the incomplete pairs are [9 in 2] (45–(9+14+13) = 9), for which 18 is the only remaining possibility.</a:t>
            </a:r>
          </a:p>
        </p:txBody>
      </p:sp>
      <p:pic>
        <p:nvPicPr>
          <p:cNvPr id="4" name="Picture 3" descr="A grid of sudoku puzzle&#10;&#10;Description automatically generated">
            <a:extLst>
              <a:ext uri="{FF2B5EF4-FFF2-40B4-BE49-F238E27FC236}">
                <a16:creationId xmlns:a16="http://schemas.microsoft.com/office/drawing/2014/main" id="{90FDADBD-CB35-3E28-79EE-C0B2052A560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8AC95D7-EEBD-31B4-D81C-0CB6EA01532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FC9C809-1BC2-5DB2-B2F8-24FF2C1683D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1B54A24-231E-3ECF-1C8F-5F568399E21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41A2D40-82D1-A9E4-B0C2-118F62DEB1A0}"/>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DB87C9F-1217-634A-87F6-D0D0B5594C8C}"/>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5101A6CD-CF3C-FE40-7117-FB24F51BD5A3}"/>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CB4C4EF2-71BE-A3B1-34D1-65B18647ECFF}"/>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D9AAF166-4B7E-22C6-EC2D-1B998989B697}"/>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A49A5504-1E0F-541C-77A7-27B17D1B20D1}"/>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E38094AD-69BF-A8B3-D175-5B30E4DFB250}"/>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478A9B45-89AE-091F-8990-20432973AF8C}"/>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85A134DD-6035-88D8-DEF0-66867596AF2E}"/>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95B34715-BE69-6332-F51A-4D157AD13058}"/>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A3F44388-6AEF-81ED-7595-ACE9A1AA2AB9}"/>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CD450B44-8052-2A00-A9A1-67EC10BCC7D1}"/>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30B2E2D7-F81C-BACE-ACAD-57E239D6BFDB}"/>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2346</a:t>
            </a:r>
          </a:p>
        </p:txBody>
      </p:sp>
      <p:sp>
        <p:nvSpPr>
          <p:cNvPr id="22" name="TextBox 21">
            <a:extLst>
              <a:ext uri="{FF2B5EF4-FFF2-40B4-BE49-F238E27FC236}">
                <a16:creationId xmlns:a16="http://schemas.microsoft.com/office/drawing/2014/main" id="{258A597E-2237-26DF-7A13-885639B1B31D}"/>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2346</a:t>
            </a:r>
          </a:p>
        </p:txBody>
      </p:sp>
      <p:sp>
        <p:nvSpPr>
          <p:cNvPr id="23" name="TextBox 22">
            <a:extLst>
              <a:ext uri="{FF2B5EF4-FFF2-40B4-BE49-F238E27FC236}">
                <a16:creationId xmlns:a16="http://schemas.microsoft.com/office/drawing/2014/main" id="{E7588BFA-9C96-EF4F-E94C-F65C9456DEC3}"/>
              </a:ext>
            </a:extLst>
          </p:cNvPr>
          <p:cNvSpPr txBox="1"/>
          <p:nvPr/>
        </p:nvSpPr>
        <p:spPr>
          <a:xfrm>
            <a:off x="4645378" y="1402877"/>
            <a:ext cx="570089" cy="230832"/>
          </a:xfrm>
          <a:prstGeom prst="rect">
            <a:avLst/>
          </a:prstGeom>
          <a:noFill/>
        </p:spPr>
        <p:txBody>
          <a:bodyPr wrap="square" rtlCol="0">
            <a:spAutoFit/>
          </a:bodyPr>
          <a:lstStyle/>
          <a:p>
            <a:pPr algn="ctr"/>
            <a:r>
              <a:rPr lang="en-US" sz="900" dirty="0"/>
              <a:t>246</a:t>
            </a:r>
          </a:p>
        </p:txBody>
      </p:sp>
      <p:sp>
        <p:nvSpPr>
          <p:cNvPr id="24" name="TextBox 23">
            <a:extLst>
              <a:ext uri="{FF2B5EF4-FFF2-40B4-BE49-F238E27FC236}">
                <a16:creationId xmlns:a16="http://schemas.microsoft.com/office/drawing/2014/main" id="{8762CE70-34E4-82E7-B240-4181553D1ACE}"/>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2346</a:t>
            </a:r>
          </a:p>
        </p:txBody>
      </p:sp>
      <p:sp>
        <p:nvSpPr>
          <p:cNvPr id="25" name="TextBox 24">
            <a:extLst>
              <a:ext uri="{FF2B5EF4-FFF2-40B4-BE49-F238E27FC236}">
                <a16:creationId xmlns:a16="http://schemas.microsoft.com/office/drawing/2014/main" id="{A40B020B-4815-B076-62D5-66FD6EFA4A3F}"/>
              </a:ext>
            </a:extLst>
          </p:cNvPr>
          <p:cNvSpPr txBox="1"/>
          <p:nvPr/>
        </p:nvSpPr>
        <p:spPr>
          <a:xfrm>
            <a:off x="3640666"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C072B444-9A48-52D0-2A81-9920F2DBF838}"/>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E83500FC-635B-2B14-9947-509FA0681179}"/>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A942F7AE-9848-F9A7-8B4D-996C09A36069}"/>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48C4D24F-6DF2-5C43-06A5-147DC50B0DFA}"/>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787B143B-EEB4-2BBA-BC03-5DD67AF89433}"/>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D5CB97CF-5CE2-D6D2-1E39-AF54A212D195}"/>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CD6C9A1E-9EFC-04BC-C567-36966B45F808}"/>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A12192D9-3C7C-4400-8CA0-A3CC07EF2B5D}"/>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135A8742-2ADC-E0C9-6C2A-1A2F83993E16}"/>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64C3C8DD-7B25-1602-5D6F-7BA2C1C8E706}"/>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CAB5E7D7-DA29-ED90-2E28-4781C835E745}"/>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43533487-6136-30AA-8D56-0C764C152344}"/>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70F441CF-72D5-B5CB-CA18-0F51DC56ED9F}"/>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25A67CAA-0708-9203-C35C-3DDD7DEDEA54}"/>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C624C3ED-4821-2D65-E6A6-D460F08B6090}"/>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8A45E6EA-4985-E14B-613A-11D98B173ACA}"/>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42" name="TextBox 41">
            <a:extLst>
              <a:ext uri="{FF2B5EF4-FFF2-40B4-BE49-F238E27FC236}">
                <a16:creationId xmlns:a16="http://schemas.microsoft.com/office/drawing/2014/main" id="{E2478029-6154-C850-6E65-DBCD59E32127}"/>
              </a:ext>
            </a:extLst>
          </p:cNvPr>
          <p:cNvSpPr txBox="1"/>
          <p:nvPr/>
        </p:nvSpPr>
        <p:spPr>
          <a:xfrm>
            <a:off x="4143022" y="901933"/>
            <a:ext cx="570089" cy="230832"/>
          </a:xfrm>
          <a:prstGeom prst="rect">
            <a:avLst/>
          </a:prstGeom>
          <a:noFill/>
        </p:spPr>
        <p:txBody>
          <a:bodyPr wrap="square" rtlCol="0">
            <a:spAutoFit/>
          </a:bodyPr>
          <a:lstStyle/>
          <a:p>
            <a:pPr algn="ctr"/>
            <a:r>
              <a:rPr lang="en-US" sz="900" dirty="0"/>
              <a:t>247589</a:t>
            </a:r>
          </a:p>
        </p:txBody>
      </p:sp>
      <p:sp>
        <p:nvSpPr>
          <p:cNvPr id="43" name="TextBox 42">
            <a:extLst>
              <a:ext uri="{FF2B5EF4-FFF2-40B4-BE49-F238E27FC236}">
                <a16:creationId xmlns:a16="http://schemas.microsoft.com/office/drawing/2014/main" id="{8CEDEC53-9036-FEE9-CC12-3B387E0508C5}"/>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44" name="TextBox 43">
            <a:extLst>
              <a:ext uri="{FF2B5EF4-FFF2-40B4-BE49-F238E27FC236}">
                <a16:creationId xmlns:a16="http://schemas.microsoft.com/office/drawing/2014/main" id="{12783402-8A40-32DA-8CE0-3AA59B39A6C0}"/>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Tree>
    <p:extLst>
      <p:ext uri="{BB962C8B-B14F-4D97-AF65-F5344CB8AC3E}">
        <p14:creationId xmlns:p14="http://schemas.microsoft.com/office/powerpoint/2010/main" val="152526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96E8C-D0F5-91BF-8880-85FB95BCE90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9282F5-061E-2BF5-1B62-C28CF5892C7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6F1FAEA-C148-3830-FBFD-B588E083C7C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EA066B6-E9FD-0B4F-B1E0-F6EABC1554A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12CECD0-C5D7-D0CB-7073-568DBDD317D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71A0C67-93BC-F1FD-A24C-95DB00CF9CA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5D312B8-CBE7-3044-C75F-497297EB66BE}"/>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5FAB9D4-F6E9-DCFB-7EFA-3D0E381D5CC5}"/>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7B289E20-2665-5654-ADD5-711AEB64AF22}"/>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606EB099-7006-00B6-313E-39929E71754E}"/>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20FE3DC4-BF3C-0341-1541-923B163AFCAD}"/>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825E3131-760A-6EDA-9AE5-41E02C64F1B9}"/>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BFDA1CF8-1CCF-1D25-D701-E316F2E3C2A0}"/>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76C3B27E-F649-7A7C-4BBF-F678477EE9BC}"/>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0575FF7D-F68D-BFE4-79C6-68B1BFF9BD32}"/>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90594B72-8321-D4AF-5067-B50DCEED2DBE}"/>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797B22F8-E1C8-4BAE-638E-1514EE92DB23}"/>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F5CDECC2-55B7-BA4F-B02E-5DEFF719D12D}"/>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55F613D6-1C56-5B41-956A-C6875C8AC1D6}"/>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2346</a:t>
            </a:r>
          </a:p>
        </p:txBody>
      </p:sp>
      <p:sp>
        <p:nvSpPr>
          <p:cNvPr id="23" name="TextBox 22">
            <a:extLst>
              <a:ext uri="{FF2B5EF4-FFF2-40B4-BE49-F238E27FC236}">
                <a16:creationId xmlns:a16="http://schemas.microsoft.com/office/drawing/2014/main" id="{99DA1253-3FB9-A897-ED2D-877C14738E84}"/>
              </a:ext>
            </a:extLst>
          </p:cNvPr>
          <p:cNvSpPr txBox="1"/>
          <p:nvPr/>
        </p:nvSpPr>
        <p:spPr>
          <a:xfrm>
            <a:off x="4645378" y="1402877"/>
            <a:ext cx="570089" cy="230832"/>
          </a:xfrm>
          <a:prstGeom prst="rect">
            <a:avLst/>
          </a:prstGeom>
          <a:noFill/>
        </p:spPr>
        <p:txBody>
          <a:bodyPr wrap="square" rtlCol="0">
            <a:spAutoFit/>
          </a:bodyPr>
          <a:lstStyle/>
          <a:p>
            <a:pPr algn="ctr"/>
            <a:r>
              <a:rPr lang="en-US" sz="900" dirty="0"/>
              <a:t>246</a:t>
            </a:r>
          </a:p>
        </p:txBody>
      </p:sp>
      <p:sp>
        <p:nvSpPr>
          <p:cNvPr id="24" name="TextBox 23">
            <a:extLst>
              <a:ext uri="{FF2B5EF4-FFF2-40B4-BE49-F238E27FC236}">
                <a16:creationId xmlns:a16="http://schemas.microsoft.com/office/drawing/2014/main" id="{C3F19E73-C807-E6C4-91A8-9A3D675A7258}"/>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2346</a:t>
            </a:r>
          </a:p>
        </p:txBody>
      </p:sp>
      <p:sp>
        <p:nvSpPr>
          <p:cNvPr id="25" name="TextBox 24">
            <a:extLst>
              <a:ext uri="{FF2B5EF4-FFF2-40B4-BE49-F238E27FC236}">
                <a16:creationId xmlns:a16="http://schemas.microsoft.com/office/drawing/2014/main" id="{FCE279E0-5D6E-63A3-765B-E3A796BCF7F9}"/>
              </a:ext>
            </a:extLst>
          </p:cNvPr>
          <p:cNvSpPr txBox="1"/>
          <p:nvPr/>
        </p:nvSpPr>
        <p:spPr>
          <a:xfrm>
            <a:off x="3640666"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AE969ECC-0FB8-49A8-22E6-5E52C8D6CDF0}"/>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38AE20A1-7E6D-9575-1C36-5181CD33E72C}"/>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3F91A58A-6D6F-8798-D6E3-F84EA9A79F0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28F1D904-A7B4-46CA-5778-0921BF34FCD1}"/>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32A9339A-3F13-BCC4-F5CB-3C07EE4B4952}"/>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E67E5F5C-2379-76F0-5958-33B36492F589}"/>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D9BFEDCE-7689-7030-7ED8-B86DFD40FCFD}"/>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B751E8D8-B32E-36DB-6AE1-77A0948DC8D1}"/>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BB13B9D7-3670-CC1A-EEB0-1624CCC6CB4F}"/>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5B861D82-1BC4-F915-D8B6-D835015615BC}"/>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024AF5AC-A1C9-480C-91F1-3518A2543C2C}"/>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42E5408E-E7E0-2D39-2D0A-4C5F6B8E5AE9}"/>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758834CF-48C3-AE7E-4B97-0950F7C5DDCC}"/>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FCEF186C-7D30-884C-DD30-55D13FA88FFE}"/>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85A287FC-45BA-5973-C6E5-A517EC5E5AAB}"/>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6C4B7CE3-833A-555A-9C73-90B35FD0EA2C}"/>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42" name="TextBox 41">
            <a:extLst>
              <a:ext uri="{FF2B5EF4-FFF2-40B4-BE49-F238E27FC236}">
                <a16:creationId xmlns:a16="http://schemas.microsoft.com/office/drawing/2014/main" id="{6D411DF6-0F3F-FFFE-2A0A-FE6FB6D74BFB}"/>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3" name="TextBox 42">
            <a:extLst>
              <a:ext uri="{FF2B5EF4-FFF2-40B4-BE49-F238E27FC236}">
                <a16:creationId xmlns:a16="http://schemas.microsoft.com/office/drawing/2014/main" id="{B350703C-64F1-CD0B-8666-A6B30E962DD1}"/>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44" name="TextBox 43">
            <a:extLst>
              <a:ext uri="{FF2B5EF4-FFF2-40B4-BE49-F238E27FC236}">
                <a16:creationId xmlns:a16="http://schemas.microsoft.com/office/drawing/2014/main" id="{4A8608F8-5BE4-D950-0E7E-18FEC886F970}"/>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
        <p:nvSpPr>
          <p:cNvPr id="45" name="TextBox 44">
            <a:extLst>
              <a:ext uri="{FF2B5EF4-FFF2-40B4-BE49-F238E27FC236}">
                <a16:creationId xmlns:a16="http://schemas.microsoft.com/office/drawing/2014/main" id="{7A17B7FF-379D-A353-D382-8946C1832C94}"/>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645116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5EF80-36C3-3783-C5EC-ECF862209E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5F3B15-D919-4DDD-44A5-667972B512B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FEB82E6-9FD4-90DF-40D4-C15E6E4CB44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A7D2047-2D9F-D347-02F6-B03294219D6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232777B-867B-DDE7-B32D-21BACB33AEC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1C22F36-82A7-4CCD-AB44-518A9730708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198EA3A-D736-D631-19D6-46F1F03BB5D6}"/>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941A42E-20C4-0DAC-D187-AEE7B8D227E8}"/>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AFD7DAF2-AC76-7DA3-A0C3-FF0A48F43BCD}"/>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EE515CB0-4762-974F-C38A-71C64CACECD5}"/>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D127906E-0A69-749C-A989-9DBC6714C02C}"/>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27C8D4DE-6B41-7954-697A-267AB0DE2A16}"/>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2E9EC40E-DE77-3DEA-B42A-00D8B90302C3}"/>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32BB7368-66C7-DC06-55A1-975983BFA4A6}"/>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A4BBCED-A583-0FD7-228F-ED152BC3FDB1}"/>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F5889C4C-705D-BE2B-EEA7-96BCEFDDE3FF}"/>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86C0F327-B276-46A1-C333-7C3148190777}"/>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483BA9A4-CBE2-13E5-E8E6-B304BD34EB2A}"/>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875E8350-B513-5622-4DC7-7A62AD1A075A}"/>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E6AF4493-41F8-3A37-C8FA-A666DFAF9F6E}"/>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F5DE0FD4-A665-51BE-C21A-9D6326C7590C}"/>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608FDB0A-D486-D80B-640C-B6315FE53625}"/>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FED4DF53-7EE2-470F-C773-25D12DA6FF72}"/>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101F6616-3E21-B4AA-D208-835630623EB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0EAC5F26-1F3E-7031-BD32-7DA92B809D9E}"/>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50ED23C3-C257-2E47-6300-2ACED9A22789}"/>
              </a:ext>
            </a:extLst>
          </p:cNvPr>
          <p:cNvSpPr txBox="1"/>
          <p:nvPr/>
        </p:nvSpPr>
        <p:spPr>
          <a:xfrm>
            <a:off x="3138310" y="1903821"/>
            <a:ext cx="570089" cy="230832"/>
          </a:xfrm>
          <a:prstGeom prst="rect">
            <a:avLst/>
          </a:prstGeom>
          <a:noFill/>
        </p:spPr>
        <p:txBody>
          <a:bodyPr wrap="square" rtlCol="0">
            <a:spAutoFit/>
          </a:bodyPr>
          <a:lstStyle/>
          <a:p>
            <a:pPr algn="ctr"/>
            <a:r>
              <a:rPr lang="en-US" sz="900" dirty="0"/>
              <a:t>5789</a:t>
            </a:r>
          </a:p>
        </p:txBody>
      </p:sp>
      <p:sp>
        <p:nvSpPr>
          <p:cNvPr id="30" name="TextBox 29">
            <a:extLst>
              <a:ext uri="{FF2B5EF4-FFF2-40B4-BE49-F238E27FC236}">
                <a16:creationId xmlns:a16="http://schemas.microsoft.com/office/drawing/2014/main" id="{613666FD-8F54-D8D5-1C4E-ED5AB2B60AAD}"/>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69250C14-811B-BD54-3B76-F8F0EFC9D940}"/>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7FCDF425-7A6B-28D3-2487-BC3F99021282}"/>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7404FE67-5F8C-A245-014A-1A3DB2B478EC}"/>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B992303D-B327-F567-B885-5E9D625F48F3}"/>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3078D975-E56F-C8D8-325D-A1407ACF540B}"/>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AF9B5ECA-7C7B-589A-6B40-FD4CDF8C7D09}"/>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686BFB34-1A75-B434-30C4-01C7C1104BA4}"/>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091A477E-8697-C56D-1116-6CC72DFECB9C}"/>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F7A75C5A-2804-BD96-665D-47DC4A7B4DB6}"/>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164BBE14-8D38-ACB6-A211-AC3153D751DB}"/>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E771F12C-0DAE-FF71-9D30-5E4A4ADF9531}"/>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42" name="TextBox 41">
            <a:extLst>
              <a:ext uri="{FF2B5EF4-FFF2-40B4-BE49-F238E27FC236}">
                <a16:creationId xmlns:a16="http://schemas.microsoft.com/office/drawing/2014/main" id="{07CE967D-3CAB-624A-6521-87DAE2BC1461}"/>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3" name="TextBox 42">
            <a:extLst>
              <a:ext uri="{FF2B5EF4-FFF2-40B4-BE49-F238E27FC236}">
                <a16:creationId xmlns:a16="http://schemas.microsoft.com/office/drawing/2014/main" id="{A0A4DC23-FF07-89B2-7890-DEC7ECAE5BAA}"/>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44" name="TextBox 43">
            <a:extLst>
              <a:ext uri="{FF2B5EF4-FFF2-40B4-BE49-F238E27FC236}">
                <a16:creationId xmlns:a16="http://schemas.microsoft.com/office/drawing/2014/main" id="{40404AE4-BD7A-6BDB-FFDE-C2AE9D71F010}"/>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
        <p:nvSpPr>
          <p:cNvPr id="45" name="TextBox 44">
            <a:extLst>
              <a:ext uri="{FF2B5EF4-FFF2-40B4-BE49-F238E27FC236}">
                <a16:creationId xmlns:a16="http://schemas.microsoft.com/office/drawing/2014/main" id="{7F02EE94-3A76-E41D-D20F-F74F06FAA416}"/>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798470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12041-4D71-84C0-1F4B-88A838238C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7B2C28-F315-D1A9-FA5C-D356818272A7}"/>
              </a:ext>
            </a:extLst>
          </p:cNvPr>
          <p:cNvSpPr>
            <a:spLocks noGrp="1"/>
          </p:cNvSpPr>
          <p:nvPr>
            <p:ph sz="half" idx="1"/>
          </p:nvPr>
        </p:nvSpPr>
        <p:spPr/>
        <p:txBody>
          <a:bodyPr>
            <a:normAutofit/>
          </a:bodyPr>
          <a:lstStyle/>
          <a:p>
            <a:r>
              <a:rPr lang="en-US" dirty="0"/>
              <a:t>Complete Column 3.</a:t>
            </a:r>
          </a:p>
        </p:txBody>
      </p:sp>
      <p:pic>
        <p:nvPicPr>
          <p:cNvPr id="4" name="Picture 3" descr="A grid of sudoku puzzle&#10;&#10;Description automatically generated">
            <a:extLst>
              <a:ext uri="{FF2B5EF4-FFF2-40B4-BE49-F238E27FC236}">
                <a16:creationId xmlns:a16="http://schemas.microsoft.com/office/drawing/2014/main" id="{2A5346AD-693B-4F80-0965-E45FBB886CD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2BFF3F9-21C0-4F36-5BB4-90AC71251CF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4341E08-AADB-A999-78DA-557B1FDAA1D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8C7CB49-ECF6-82B8-0AB6-830B3425CB1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37B9513-053B-BA6E-6FDF-05B57C186D02}"/>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1B30F1D-0C27-FEB6-6765-B75A83A4F41F}"/>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8B234212-5693-4615-5B2D-9BD7AE10D44A}"/>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BA1D9D94-E750-6A7E-D696-1886C51ED9FC}"/>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88809B11-3004-A602-C1CE-F741F6DCDAC3}"/>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48B63626-B6BA-B7DD-7E49-D371BCB86B97}"/>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6611DB52-9889-3E3D-31B1-07846FBA9185}"/>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78DACC82-2534-04B6-8A6E-5315F8247C1B}"/>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8BD60D46-BEFA-CBA2-0AA8-8A51344C65A2}"/>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ACD2A35A-6477-8065-A929-A494B557466E}"/>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B409820C-B7C7-495A-5AB9-107B20406F03}"/>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C4A825AD-7192-419A-3EF9-10114EBF1625}"/>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DCCFF961-1CD8-4C76-89A6-FA63C4A7AF56}"/>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9B92CDE3-F5AD-F1FD-6EAE-66F826BA8BDE}"/>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CEBFE4B2-04EC-2E3C-3135-697792DAA5A0}"/>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EE74F3A9-7425-E88D-941C-65042A460166}"/>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B8FD09A5-9EE5-DB0A-72F5-7AECA784B0D9}"/>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BBCBA672-A78E-A960-744A-FE3732AB9BEA}"/>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0CC4E797-6C08-C8B1-1AE9-E6190F9ADFA8}"/>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30496431-997E-F28F-332D-6460942B5911}"/>
              </a:ext>
            </a:extLst>
          </p:cNvPr>
          <p:cNvSpPr txBox="1"/>
          <p:nvPr/>
        </p:nvSpPr>
        <p:spPr>
          <a:xfrm>
            <a:off x="3138310" y="1903821"/>
            <a:ext cx="570089" cy="230832"/>
          </a:xfrm>
          <a:prstGeom prst="rect">
            <a:avLst/>
          </a:prstGeom>
          <a:noFill/>
        </p:spPr>
        <p:txBody>
          <a:bodyPr wrap="square" rtlCol="0">
            <a:spAutoFit/>
          </a:bodyPr>
          <a:lstStyle/>
          <a:p>
            <a:pPr algn="ctr"/>
            <a:r>
              <a:rPr lang="en-US" sz="900" dirty="0"/>
              <a:t>5789</a:t>
            </a:r>
          </a:p>
        </p:txBody>
      </p:sp>
      <p:sp>
        <p:nvSpPr>
          <p:cNvPr id="30" name="TextBox 29">
            <a:extLst>
              <a:ext uri="{FF2B5EF4-FFF2-40B4-BE49-F238E27FC236}">
                <a16:creationId xmlns:a16="http://schemas.microsoft.com/office/drawing/2014/main" id="{31B8A885-DA21-3C68-B55A-0083D79FA277}"/>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4EB5AE58-D419-0BC7-EE99-1DC75371D284}"/>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AB25852C-A383-BB88-8CBC-84478739C242}"/>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DF10A239-6416-DDBC-628F-A57D8449B065}"/>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23A83EA8-7409-3536-7140-704D3546E23C}"/>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2C992F94-C59D-73B3-8E48-F16A0779FD22}"/>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DF867BBC-5E8D-904F-5ED9-9725E3C53F3B}"/>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B0A07396-3082-CE0C-BF37-D9A1BD1E2C49}"/>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55EB771F-B0F6-9004-D309-5DE0ED86920B}"/>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4174E681-7C25-5958-0D2D-316D64A10EF0}"/>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82634289-D7A3-DD8A-E226-4F1DC64157E2}"/>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4945C790-7D96-0AC9-BAC5-4646CEF8E0D7}"/>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48F46A57-6FC6-4A0D-0A3C-CE5FDBA1ECD1}"/>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3" name="TextBox 42">
            <a:extLst>
              <a:ext uri="{FF2B5EF4-FFF2-40B4-BE49-F238E27FC236}">
                <a16:creationId xmlns:a16="http://schemas.microsoft.com/office/drawing/2014/main" id="{DC1D6D82-ABB8-0AC8-3B1B-1C760D5E93DB}"/>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80FC474D-2994-22F1-0746-67460C144D3F}"/>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B56B226C-FA76-331F-6AC3-F80A7DDE9337}"/>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50" name="TextBox 49">
            <a:extLst>
              <a:ext uri="{FF2B5EF4-FFF2-40B4-BE49-F238E27FC236}">
                <a16:creationId xmlns:a16="http://schemas.microsoft.com/office/drawing/2014/main" id="{08426884-43E7-BA6B-1809-EC67BA9BFED1}"/>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51" name="TextBox 50">
            <a:extLst>
              <a:ext uri="{FF2B5EF4-FFF2-40B4-BE49-F238E27FC236}">
                <a16:creationId xmlns:a16="http://schemas.microsoft.com/office/drawing/2014/main" id="{7448C094-CECA-8179-7DFB-5B3C2EEF1CBF}"/>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52" name="TextBox 51">
            <a:extLst>
              <a:ext uri="{FF2B5EF4-FFF2-40B4-BE49-F238E27FC236}">
                <a16:creationId xmlns:a16="http://schemas.microsoft.com/office/drawing/2014/main" id="{6BCC967D-CE30-326A-A303-112252D9AF8C}"/>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Tree>
    <p:extLst>
      <p:ext uri="{BB962C8B-B14F-4D97-AF65-F5344CB8AC3E}">
        <p14:creationId xmlns:p14="http://schemas.microsoft.com/office/powerpoint/2010/main" val="824038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01026-F7CD-DC9C-67AF-4D0050EC24E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290B09-9261-AABA-505C-512E7070229A}"/>
              </a:ext>
            </a:extLst>
          </p:cNvPr>
          <p:cNvSpPr>
            <a:spLocks noGrp="1"/>
          </p:cNvSpPr>
          <p:nvPr>
            <p:ph sz="half" idx="1"/>
          </p:nvPr>
        </p:nvSpPr>
        <p:spPr/>
        <p:txBody>
          <a:bodyPr>
            <a:normAutofit/>
          </a:bodyPr>
          <a:lstStyle/>
          <a:p>
            <a:r>
              <a:rPr lang="en-US" dirty="0"/>
              <a:t>Complete lower right block.</a:t>
            </a:r>
          </a:p>
        </p:txBody>
      </p:sp>
      <p:pic>
        <p:nvPicPr>
          <p:cNvPr id="4" name="Picture 3" descr="A grid of sudoku puzzle&#10;&#10;Description automatically generated">
            <a:extLst>
              <a:ext uri="{FF2B5EF4-FFF2-40B4-BE49-F238E27FC236}">
                <a16:creationId xmlns:a16="http://schemas.microsoft.com/office/drawing/2014/main" id="{468EB734-2B8F-294E-6798-B3065515B4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7BE5583-FDF2-CA7B-AC86-CAF50F3DA05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E54F3BB-DC04-4800-E16B-59FEE14A59B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A015DD4-E9CD-A45A-2C4E-60387017CD3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387F38E-09EB-62E8-146F-5232EAE3E450}"/>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DA84530-45AB-6AA6-F16A-EBFDA0AEB3BF}"/>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72B38E05-D544-DA6B-7DFF-D74B533AE859}"/>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56872A94-4A2B-95C9-8871-26D26BDF9CD0}"/>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224E71D9-D3D7-E1ED-463E-BD3D3B8000ED}"/>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DA87F027-512F-C3A5-BF08-0AD159B90F18}"/>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24FF498E-8BCA-FD08-F3DE-BF268241C48E}"/>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6FAE5EFA-2E53-1942-B481-4A81CC7706A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5F9BAEFC-C35C-681D-4F72-FAF4A957D12E}"/>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361D5040-F6C9-A4B9-26BC-91B3193AF35D}"/>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25B71B72-6133-8EDE-09C3-F598A1A9AAAE}"/>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095D71B3-5102-CAA4-BB86-392F2ED04E41}"/>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EEC51711-E3D6-73FB-642F-F0D8E35AFE16}"/>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D5262D82-9C24-C1C9-86EC-031AC9383827}"/>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11E552A8-ABF6-A48D-4731-0C3254C41CED}"/>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77DF6780-8E0F-95E8-6AA7-74391B7F8D7F}"/>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E6F30C8E-D2FA-9C65-0B6E-C491965656F5}"/>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3E2FD9C3-7733-8728-1014-E80FFC674E94}"/>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FAF4C97B-D14A-B175-4817-C2D90CDB2A7A}"/>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BC7120C9-F217-A31F-BC33-C092155B2C6A}"/>
              </a:ext>
            </a:extLst>
          </p:cNvPr>
          <p:cNvSpPr txBox="1"/>
          <p:nvPr/>
        </p:nvSpPr>
        <p:spPr>
          <a:xfrm>
            <a:off x="3138310" y="1903821"/>
            <a:ext cx="570089" cy="230832"/>
          </a:xfrm>
          <a:prstGeom prst="rect">
            <a:avLst/>
          </a:prstGeom>
          <a:noFill/>
        </p:spPr>
        <p:txBody>
          <a:bodyPr wrap="square" rtlCol="0">
            <a:spAutoFit/>
          </a:bodyPr>
          <a:lstStyle/>
          <a:p>
            <a:pPr algn="ctr"/>
            <a:r>
              <a:rPr lang="en-US" sz="900" dirty="0"/>
              <a:t>5789</a:t>
            </a:r>
          </a:p>
        </p:txBody>
      </p:sp>
      <p:sp>
        <p:nvSpPr>
          <p:cNvPr id="30" name="TextBox 29">
            <a:extLst>
              <a:ext uri="{FF2B5EF4-FFF2-40B4-BE49-F238E27FC236}">
                <a16:creationId xmlns:a16="http://schemas.microsoft.com/office/drawing/2014/main" id="{CC82E3BA-1161-E631-717A-0A0FF7E65769}"/>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51C5CF14-F628-E639-A83D-01377492B0CE}"/>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F913D072-6233-EEFF-165E-C3CC5F5EF185}"/>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278A59C6-BD95-2ACD-95F5-95A1F8ED3D49}"/>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439544AE-6A48-1904-97FD-EF71F99BF2B2}"/>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C28FDBAB-BE01-DA5C-FEF4-36823789DB59}"/>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66484989-CD77-37CD-A0E4-4DC6EFE71457}"/>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A09E663D-27DD-57BA-4A6B-B125CBAFE4F3}"/>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46EE9D90-B564-EE0C-432C-B3E3F3A6D6E3}"/>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A82A4518-8C12-E537-0BE9-E5EEFAF5CCAD}"/>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A9FBAD7B-F4D6-CB7C-2F32-A59C0DED05C5}"/>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FF0F1CBE-E0EF-2700-31FC-BD45F0B180A2}"/>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19BAEC32-663B-4A8B-1679-935BBE97AFD9}"/>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3" name="TextBox 42">
            <a:extLst>
              <a:ext uri="{FF2B5EF4-FFF2-40B4-BE49-F238E27FC236}">
                <a16:creationId xmlns:a16="http://schemas.microsoft.com/office/drawing/2014/main" id="{08CBDFC4-87A9-EB0D-5DDC-846EB811AB6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23469</a:t>
            </a:r>
          </a:p>
        </p:txBody>
      </p:sp>
      <p:sp>
        <p:nvSpPr>
          <p:cNvPr id="44" name="TextBox 43">
            <a:extLst>
              <a:ext uri="{FF2B5EF4-FFF2-40B4-BE49-F238E27FC236}">
                <a16:creationId xmlns:a16="http://schemas.microsoft.com/office/drawing/2014/main" id="{09B54A59-3E05-8DD5-1689-04470AC05246}"/>
              </a:ext>
            </a:extLst>
          </p:cNvPr>
          <p:cNvSpPr txBox="1"/>
          <p:nvPr/>
        </p:nvSpPr>
        <p:spPr>
          <a:xfrm>
            <a:off x="6654802" y="3907597"/>
            <a:ext cx="570089" cy="230832"/>
          </a:xfrm>
          <a:prstGeom prst="rect">
            <a:avLst/>
          </a:prstGeom>
          <a:noFill/>
        </p:spPr>
        <p:txBody>
          <a:bodyPr wrap="square" rtlCol="0">
            <a:spAutoFit/>
          </a:bodyPr>
          <a:lstStyle/>
          <a:p>
            <a:pPr algn="ctr"/>
            <a:r>
              <a:rPr lang="en-US" sz="900" dirty="0"/>
              <a:t>234579</a:t>
            </a:r>
          </a:p>
        </p:txBody>
      </p:sp>
      <p:sp>
        <p:nvSpPr>
          <p:cNvPr id="45" name="TextBox 44">
            <a:extLst>
              <a:ext uri="{FF2B5EF4-FFF2-40B4-BE49-F238E27FC236}">
                <a16:creationId xmlns:a16="http://schemas.microsoft.com/office/drawing/2014/main" id="{434C8A0A-7399-78B1-1C07-E3BFF5FF54F7}"/>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43C1DEE5-2451-47CB-6445-923944774DE8}"/>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123468</a:t>
            </a:r>
          </a:p>
        </p:txBody>
      </p:sp>
      <p:sp>
        <p:nvSpPr>
          <p:cNvPr id="47" name="TextBox 46">
            <a:extLst>
              <a:ext uri="{FF2B5EF4-FFF2-40B4-BE49-F238E27FC236}">
                <a16:creationId xmlns:a16="http://schemas.microsoft.com/office/drawing/2014/main" id="{D6F92ED3-307F-6696-0656-17A13DB272CC}"/>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298ABCBD-7E4E-7C2E-168A-951078FDB158}"/>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234678</a:t>
            </a:r>
          </a:p>
        </p:txBody>
      </p:sp>
      <p:sp>
        <p:nvSpPr>
          <p:cNvPr id="49" name="TextBox 48">
            <a:extLst>
              <a:ext uri="{FF2B5EF4-FFF2-40B4-BE49-F238E27FC236}">
                <a16:creationId xmlns:a16="http://schemas.microsoft.com/office/drawing/2014/main" id="{E5ED275E-059C-BF81-D034-3DAF2C4F7272}"/>
              </a:ext>
            </a:extLst>
          </p:cNvPr>
          <p:cNvSpPr txBox="1"/>
          <p:nvPr/>
        </p:nvSpPr>
        <p:spPr>
          <a:xfrm>
            <a:off x="6152446" y="4909484"/>
            <a:ext cx="570089" cy="230832"/>
          </a:xfrm>
          <a:prstGeom prst="rect">
            <a:avLst/>
          </a:prstGeom>
          <a:noFill/>
        </p:spPr>
        <p:txBody>
          <a:bodyPr wrap="square" rtlCol="0">
            <a:spAutoFit/>
          </a:bodyPr>
          <a:lstStyle/>
          <a:p>
            <a:pPr algn="ctr"/>
            <a:r>
              <a:rPr lang="en-US" sz="900" dirty="0"/>
              <a:t>123489</a:t>
            </a:r>
          </a:p>
        </p:txBody>
      </p:sp>
      <p:sp>
        <p:nvSpPr>
          <p:cNvPr id="50" name="TextBox 49">
            <a:extLst>
              <a:ext uri="{FF2B5EF4-FFF2-40B4-BE49-F238E27FC236}">
                <a16:creationId xmlns:a16="http://schemas.microsoft.com/office/drawing/2014/main" id="{D6F49A7C-0CC3-B59C-B765-4AEB56A46410}"/>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123459</a:t>
            </a:r>
          </a:p>
        </p:txBody>
      </p:sp>
      <p:sp>
        <p:nvSpPr>
          <p:cNvPr id="51" name="TextBox 50">
            <a:extLst>
              <a:ext uri="{FF2B5EF4-FFF2-40B4-BE49-F238E27FC236}">
                <a16:creationId xmlns:a16="http://schemas.microsoft.com/office/drawing/2014/main" id="{C0093B73-5147-FE2A-EE4E-BF6C9930C8C4}"/>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23458</a:t>
            </a:r>
          </a:p>
        </p:txBody>
      </p:sp>
      <p:sp>
        <p:nvSpPr>
          <p:cNvPr id="52" name="TextBox 51">
            <a:extLst>
              <a:ext uri="{FF2B5EF4-FFF2-40B4-BE49-F238E27FC236}">
                <a16:creationId xmlns:a16="http://schemas.microsoft.com/office/drawing/2014/main" id="{434E3C7C-5836-1DA0-6716-9DE0CFA5865E}"/>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90F89B39-9C90-6683-88F8-97EBEAB3451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4" name="TextBox 53">
            <a:extLst>
              <a:ext uri="{FF2B5EF4-FFF2-40B4-BE49-F238E27FC236}">
                <a16:creationId xmlns:a16="http://schemas.microsoft.com/office/drawing/2014/main" id="{9C997FA6-2C2C-3ADE-937C-6086CB3B62C3}"/>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07E72729-1F01-2CCB-C023-BCA59D48059A}"/>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56" name="TextBox 55">
            <a:extLst>
              <a:ext uri="{FF2B5EF4-FFF2-40B4-BE49-F238E27FC236}">
                <a16:creationId xmlns:a16="http://schemas.microsoft.com/office/drawing/2014/main" id="{35C8ABD1-CF75-D99D-39C9-3F5068AE4B77}"/>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57" name="TextBox 56">
            <a:extLst>
              <a:ext uri="{FF2B5EF4-FFF2-40B4-BE49-F238E27FC236}">
                <a16:creationId xmlns:a16="http://schemas.microsoft.com/office/drawing/2014/main" id="{FA164343-6E20-CF2F-DBF0-1556A59D4A85}"/>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Tree>
    <p:extLst>
      <p:ext uri="{BB962C8B-B14F-4D97-AF65-F5344CB8AC3E}">
        <p14:creationId xmlns:p14="http://schemas.microsoft.com/office/powerpoint/2010/main" val="1134127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CDF5A-5B97-9354-C3B2-F3E4C305F23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EEDAF7-A908-EA17-2B2B-22B46EFA63AB}"/>
              </a:ext>
            </a:extLst>
          </p:cNvPr>
          <p:cNvSpPr>
            <a:spLocks noGrp="1"/>
          </p:cNvSpPr>
          <p:nvPr>
            <p:ph sz="half" idx="1"/>
          </p:nvPr>
        </p:nvSpPr>
        <p:spPr/>
        <p:txBody>
          <a:bodyPr>
            <a:normAutofit/>
          </a:bodyPr>
          <a:lstStyle/>
          <a:p>
            <a:r>
              <a:rPr lang="en-US" dirty="0"/>
              <a:t>Initialize connected cages that can be initialized.</a:t>
            </a:r>
          </a:p>
        </p:txBody>
      </p:sp>
      <p:pic>
        <p:nvPicPr>
          <p:cNvPr id="4" name="Picture 3" descr="A grid of sudoku puzzle&#10;&#10;Description automatically generated">
            <a:extLst>
              <a:ext uri="{FF2B5EF4-FFF2-40B4-BE49-F238E27FC236}">
                <a16:creationId xmlns:a16="http://schemas.microsoft.com/office/drawing/2014/main" id="{014B8D2A-D882-5CCC-5120-077808477DB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C98C5BF-51DE-89DD-D8C6-F46093F1AB8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B5612B8-1C8D-CF06-48ED-AE9EEF236D6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C6234B3-3C1C-7713-A248-7EA51BF9954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D32916A-6792-5EE8-2370-FCE3BE7D6018}"/>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CC38636-378F-A131-9764-C4828962ABC8}"/>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5F8E3227-D2C7-458E-ACC7-9F76D83FC061}"/>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87C00090-6D71-8BBA-E31C-DA7EBBF89758}"/>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9898BA54-9F63-6C47-A156-1817EFFAEC71}"/>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5B55F09D-C7E4-5496-EF4A-1C0C4C192AF3}"/>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D9063CE8-B505-6F35-04E0-DF5916C0B929}"/>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62E3D1D5-3A80-B4E5-BA18-82A7EA7832B4}"/>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F16D42C4-C77D-DD0F-295B-49FF0F6BB429}"/>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5989EB59-FC72-5E28-DCB7-D9EABD96F6BF}"/>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4C175539-E30C-EEDE-5C97-E117AEE92027}"/>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E753DE32-773A-38E2-8CA6-7A84D8A26B9E}"/>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8AD8F78D-864E-5C5D-853E-710E3D335A61}"/>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ED498354-084A-56D7-0B92-678C0B4BB962}"/>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1DC19F5C-69A8-F3B7-63AD-774897D2F7CC}"/>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0AD61004-9817-AC9F-AB6B-099C1337DB6A}"/>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5EFA9929-A5BA-22FB-DE13-68A32FBC905E}"/>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5DF76ECF-9402-28A6-1281-374072225A77}"/>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2DEB312A-A630-62CF-C79B-1A38C8A4AE9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E8A92D0C-04D5-81AA-D1C0-87F870862C84}"/>
              </a:ext>
            </a:extLst>
          </p:cNvPr>
          <p:cNvSpPr txBox="1"/>
          <p:nvPr/>
        </p:nvSpPr>
        <p:spPr>
          <a:xfrm>
            <a:off x="3138310" y="1903821"/>
            <a:ext cx="570089" cy="230832"/>
          </a:xfrm>
          <a:prstGeom prst="rect">
            <a:avLst/>
          </a:prstGeom>
          <a:noFill/>
        </p:spPr>
        <p:txBody>
          <a:bodyPr wrap="square" rtlCol="0">
            <a:spAutoFit/>
          </a:bodyPr>
          <a:lstStyle/>
          <a:p>
            <a:pPr algn="ctr"/>
            <a:r>
              <a:rPr lang="en-US" sz="900" dirty="0"/>
              <a:t>5789</a:t>
            </a:r>
          </a:p>
        </p:txBody>
      </p:sp>
      <p:sp>
        <p:nvSpPr>
          <p:cNvPr id="30" name="TextBox 29">
            <a:extLst>
              <a:ext uri="{FF2B5EF4-FFF2-40B4-BE49-F238E27FC236}">
                <a16:creationId xmlns:a16="http://schemas.microsoft.com/office/drawing/2014/main" id="{1C77CDF1-8353-F676-F920-2C29E1E15DCC}"/>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2BD4BCF7-0902-5C23-F357-CBC61CCD5A2D}"/>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1819D81E-AF78-9A42-D7EA-3A73497DFE5A}"/>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90D688CE-1A3A-6FDE-019A-FE1770EF1FA7}"/>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184CF64F-474D-9170-8B32-BA2474172F66}"/>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1D623B6A-18F0-1ECF-FD71-1C029C438A01}"/>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6B23F30A-CB1E-1DD3-1081-04CB78FF3742}"/>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609B0821-4CEE-F9EF-6A75-2AD9FAE57A29}"/>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80168821-DF06-3497-4456-1B350D60EDB8}"/>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D2AF04BB-52CA-BA36-98CC-74853DFEEEBF}"/>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6FF47173-6153-8C4B-DE90-1FE7639F560E}"/>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8A897F1B-4C93-2CF2-91DC-4E250265627C}"/>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E228E3FD-32DF-09BA-935F-F2D970098FFA}"/>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3" name="TextBox 42">
            <a:extLst>
              <a:ext uri="{FF2B5EF4-FFF2-40B4-BE49-F238E27FC236}">
                <a16:creationId xmlns:a16="http://schemas.microsoft.com/office/drawing/2014/main" id="{C6E6482C-EECA-A633-10D0-D1580C590542}"/>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23469</a:t>
            </a:r>
          </a:p>
        </p:txBody>
      </p:sp>
      <p:sp>
        <p:nvSpPr>
          <p:cNvPr id="44" name="TextBox 43">
            <a:extLst>
              <a:ext uri="{FF2B5EF4-FFF2-40B4-BE49-F238E27FC236}">
                <a16:creationId xmlns:a16="http://schemas.microsoft.com/office/drawing/2014/main" id="{A7652139-7411-2799-BF3B-C719FEBB03A2}"/>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08C046C5-C861-A4C0-1A6F-356C5818A218}"/>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6BFBFE19-87B2-CD5C-BE42-AF3A3F08526D}"/>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21AC0EB3-F6DA-71CD-432F-B576C98AE218}"/>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DBC843A4-199C-5310-64BA-348D91BDBCC4}"/>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234678</a:t>
            </a:r>
          </a:p>
        </p:txBody>
      </p:sp>
      <p:sp>
        <p:nvSpPr>
          <p:cNvPr id="49" name="TextBox 48">
            <a:extLst>
              <a:ext uri="{FF2B5EF4-FFF2-40B4-BE49-F238E27FC236}">
                <a16:creationId xmlns:a16="http://schemas.microsoft.com/office/drawing/2014/main" id="{964A56A4-1EBC-C156-386D-494068F28F37}"/>
              </a:ext>
            </a:extLst>
          </p:cNvPr>
          <p:cNvSpPr txBox="1"/>
          <p:nvPr/>
        </p:nvSpPr>
        <p:spPr>
          <a:xfrm>
            <a:off x="6152446" y="4909484"/>
            <a:ext cx="570089" cy="230832"/>
          </a:xfrm>
          <a:prstGeom prst="rect">
            <a:avLst/>
          </a:prstGeom>
          <a:noFill/>
        </p:spPr>
        <p:txBody>
          <a:bodyPr wrap="square" rtlCol="0">
            <a:spAutoFit/>
          </a:bodyPr>
          <a:lstStyle/>
          <a:p>
            <a:pPr algn="ctr"/>
            <a:r>
              <a:rPr lang="en-US" sz="900" dirty="0"/>
              <a:t>123489</a:t>
            </a:r>
          </a:p>
        </p:txBody>
      </p:sp>
      <p:sp>
        <p:nvSpPr>
          <p:cNvPr id="50" name="TextBox 49">
            <a:extLst>
              <a:ext uri="{FF2B5EF4-FFF2-40B4-BE49-F238E27FC236}">
                <a16:creationId xmlns:a16="http://schemas.microsoft.com/office/drawing/2014/main" id="{950DD635-0D51-3C63-DE29-4B62A3A1C43D}"/>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123459</a:t>
            </a:r>
          </a:p>
        </p:txBody>
      </p:sp>
      <p:sp>
        <p:nvSpPr>
          <p:cNvPr id="51" name="TextBox 50">
            <a:extLst>
              <a:ext uri="{FF2B5EF4-FFF2-40B4-BE49-F238E27FC236}">
                <a16:creationId xmlns:a16="http://schemas.microsoft.com/office/drawing/2014/main" id="{95999AAD-1183-CE09-DABF-A352E68BE109}"/>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23458</a:t>
            </a:r>
          </a:p>
        </p:txBody>
      </p:sp>
      <p:sp>
        <p:nvSpPr>
          <p:cNvPr id="52" name="TextBox 51">
            <a:extLst>
              <a:ext uri="{FF2B5EF4-FFF2-40B4-BE49-F238E27FC236}">
                <a16:creationId xmlns:a16="http://schemas.microsoft.com/office/drawing/2014/main" id="{939A2FBB-80CD-4407-48AA-A548EFBAB210}"/>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0EE147FD-8493-8F3E-E8BB-75ACC487BC8D}"/>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65" name="TextBox 64">
            <a:extLst>
              <a:ext uri="{FF2B5EF4-FFF2-40B4-BE49-F238E27FC236}">
                <a16:creationId xmlns:a16="http://schemas.microsoft.com/office/drawing/2014/main" id="{8D96BD61-09A7-5707-A270-2E1C98B427C8}"/>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5A37E6D7-BC90-6315-B4BA-99B4F1C2CCA0}"/>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F6991A5F-8252-DA7B-C9D9-AE1889693973}"/>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484D30A9-86FF-A6D3-E5D1-266CF6BBDECB}"/>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69" name="TextBox 68">
            <a:extLst>
              <a:ext uri="{FF2B5EF4-FFF2-40B4-BE49-F238E27FC236}">
                <a16:creationId xmlns:a16="http://schemas.microsoft.com/office/drawing/2014/main" id="{B2A45C54-87D8-6B06-3B52-EEE8661D8C72}"/>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0" name="TextBox 69">
            <a:extLst>
              <a:ext uri="{FF2B5EF4-FFF2-40B4-BE49-F238E27FC236}">
                <a16:creationId xmlns:a16="http://schemas.microsoft.com/office/drawing/2014/main" id="{B3981B6C-9498-AF1A-5EF7-59795D9ACA17}"/>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Tree>
    <p:extLst>
      <p:ext uri="{BB962C8B-B14F-4D97-AF65-F5344CB8AC3E}">
        <p14:creationId xmlns:p14="http://schemas.microsoft.com/office/powerpoint/2010/main" val="2043473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04700-8289-45B0-6AF2-91AD766FCF4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B48CFB-F883-5AD8-ED31-6F8387F747EE}"/>
              </a:ext>
            </a:extLst>
          </p:cNvPr>
          <p:cNvSpPr>
            <a:spLocks noGrp="1"/>
          </p:cNvSpPr>
          <p:nvPr>
            <p:ph sz="half" idx="1"/>
          </p:nvPr>
        </p:nvSpPr>
        <p:spPr/>
        <p:txBody>
          <a:bodyPr>
            <a:normAutofit/>
          </a:bodyPr>
          <a:lstStyle/>
          <a:p>
            <a:r>
              <a:rPr lang="en-US" dirty="0"/>
              <a:t>Initialize cages that can be initialized.</a:t>
            </a:r>
          </a:p>
        </p:txBody>
      </p:sp>
      <p:pic>
        <p:nvPicPr>
          <p:cNvPr id="4" name="Picture 3" descr="A grid of sudoku puzzle&#10;&#10;Description automatically generated">
            <a:extLst>
              <a:ext uri="{FF2B5EF4-FFF2-40B4-BE49-F238E27FC236}">
                <a16:creationId xmlns:a16="http://schemas.microsoft.com/office/drawing/2014/main" id="{359D34C6-3EA1-CE5B-7361-7B5D31ADC57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3CB8F15-86A5-C2B5-54F7-3F7533B368C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D258FF3-E020-4F6E-C8BC-49B74BAD17F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5BE6C9C-EBF7-6AD6-68D5-5F269A36EFD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86F5A37-D148-4795-3B02-DB10567E6D55}"/>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4232926-B05A-84D6-07DB-C6EDC4121E06}"/>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D88C6862-FC66-DA14-09BB-3B500F4ADCCA}"/>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660D0767-D8E7-8444-8F99-08CBB410EAA2}"/>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75B959D5-4F3A-DD18-DA15-3296F4E1BFC3}"/>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BFE61C3E-624E-D186-611A-8AD0B89E718A}"/>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7A4FD8A9-6B05-29B4-A25A-CF71A77B4F8C}"/>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E42F6C22-6DAA-F253-C3AD-040A7799CF4D}"/>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8450A495-C10E-CF72-8517-DE0E5CA63470}"/>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46661F7D-ADB2-1710-898D-72A16FD1E11E}"/>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0494939B-135F-4765-53F6-16B3648AC65E}"/>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6155E2D4-4E04-0E26-F943-B749400F9ACC}"/>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1062CAE1-72A3-D398-9843-4B7CE546020B}"/>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69600A81-63A0-9C21-6D35-0EF0C0A82959}"/>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EE102F07-FC6F-2B63-4828-F3C52167CA54}"/>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EA262EA0-CD24-51C8-41D5-F16EADE80680}"/>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98933E26-E6ED-DC28-6C29-EC9D8896E665}"/>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204A5C36-8DCA-594F-3E4B-935C8CEF5B12}"/>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98A182CE-0D60-50A5-63F5-B96C5EF73ED9}"/>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BD56E0CF-BF50-6B7F-B81F-7C9247DB82BA}"/>
              </a:ext>
            </a:extLst>
          </p:cNvPr>
          <p:cNvSpPr txBox="1"/>
          <p:nvPr/>
        </p:nvSpPr>
        <p:spPr>
          <a:xfrm>
            <a:off x="3138310" y="1903821"/>
            <a:ext cx="570089" cy="230832"/>
          </a:xfrm>
          <a:prstGeom prst="rect">
            <a:avLst/>
          </a:prstGeom>
          <a:noFill/>
        </p:spPr>
        <p:txBody>
          <a:bodyPr wrap="square" rtlCol="0">
            <a:spAutoFit/>
          </a:bodyPr>
          <a:lstStyle/>
          <a:p>
            <a:pPr algn="ctr"/>
            <a:r>
              <a:rPr lang="en-US" sz="900" dirty="0"/>
              <a:t>5789</a:t>
            </a:r>
          </a:p>
        </p:txBody>
      </p:sp>
      <p:sp>
        <p:nvSpPr>
          <p:cNvPr id="30" name="TextBox 29">
            <a:extLst>
              <a:ext uri="{FF2B5EF4-FFF2-40B4-BE49-F238E27FC236}">
                <a16:creationId xmlns:a16="http://schemas.microsoft.com/office/drawing/2014/main" id="{51077AA5-F6A7-9FF8-F7E3-EC8FDA268301}"/>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B2CB9B0D-BDD6-11E1-11A9-89D373B98169}"/>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76BEE014-5048-BC97-5E4D-A4B61238B7FC}"/>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FFF268DE-DACA-E637-E46D-DD6AB084555D}"/>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2FF04DAB-A153-EF2C-5C09-2EEFFDEBDEEE}"/>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1605E284-70F4-81FF-141F-F2D487D3BF44}"/>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B288D365-4AE5-0E33-A582-4F0DFA7844B5}"/>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3C15D47D-47D9-B3E7-E036-2818D1A7831B}"/>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DEC48DE9-4A06-5D92-C309-5AFA7E1EC096}"/>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DAB79818-A57C-E32A-6710-8D1B33782585}"/>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CA14AA94-1BC5-9557-9CCB-C1DEB7C71905}"/>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05764295-E13F-91BD-21EA-8A086EF5096D}"/>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F99BE514-FC13-7E81-FE3C-E1FC8478898C}"/>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3" name="TextBox 42">
            <a:extLst>
              <a:ext uri="{FF2B5EF4-FFF2-40B4-BE49-F238E27FC236}">
                <a16:creationId xmlns:a16="http://schemas.microsoft.com/office/drawing/2014/main" id="{1C33604A-7ED9-7409-ED5D-F3A23082202E}"/>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23469</a:t>
            </a:r>
          </a:p>
        </p:txBody>
      </p:sp>
      <p:sp>
        <p:nvSpPr>
          <p:cNvPr id="44" name="TextBox 43">
            <a:extLst>
              <a:ext uri="{FF2B5EF4-FFF2-40B4-BE49-F238E27FC236}">
                <a16:creationId xmlns:a16="http://schemas.microsoft.com/office/drawing/2014/main" id="{E428A2E5-9589-B8EA-E3CB-332DB015CD1A}"/>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193F3D68-61E0-9B25-14C6-EB7F1BCF6BA4}"/>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BD11C5BC-F9C0-AA7C-BC8F-458094CC4501}"/>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CF57461B-C636-81F7-6437-81E79CB25F20}"/>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BF59033B-D21C-C1CE-7043-D9774985E946}"/>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234678</a:t>
            </a:r>
          </a:p>
        </p:txBody>
      </p:sp>
      <p:sp>
        <p:nvSpPr>
          <p:cNvPr id="49" name="TextBox 48">
            <a:extLst>
              <a:ext uri="{FF2B5EF4-FFF2-40B4-BE49-F238E27FC236}">
                <a16:creationId xmlns:a16="http://schemas.microsoft.com/office/drawing/2014/main" id="{6138F1F4-3859-8FE7-C949-79DEE7C57A5F}"/>
              </a:ext>
            </a:extLst>
          </p:cNvPr>
          <p:cNvSpPr txBox="1"/>
          <p:nvPr/>
        </p:nvSpPr>
        <p:spPr>
          <a:xfrm>
            <a:off x="6152446" y="4909484"/>
            <a:ext cx="570089" cy="230832"/>
          </a:xfrm>
          <a:prstGeom prst="rect">
            <a:avLst/>
          </a:prstGeom>
          <a:noFill/>
        </p:spPr>
        <p:txBody>
          <a:bodyPr wrap="square" rtlCol="0">
            <a:spAutoFit/>
          </a:bodyPr>
          <a:lstStyle/>
          <a:p>
            <a:pPr algn="ctr"/>
            <a:r>
              <a:rPr lang="en-US" sz="900" dirty="0"/>
              <a:t>123489</a:t>
            </a:r>
          </a:p>
        </p:txBody>
      </p:sp>
      <p:sp>
        <p:nvSpPr>
          <p:cNvPr id="50" name="TextBox 49">
            <a:extLst>
              <a:ext uri="{FF2B5EF4-FFF2-40B4-BE49-F238E27FC236}">
                <a16:creationId xmlns:a16="http://schemas.microsoft.com/office/drawing/2014/main" id="{5563D8B7-2DE1-C4BE-F52A-1226711361F1}"/>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123459</a:t>
            </a:r>
          </a:p>
        </p:txBody>
      </p:sp>
      <p:sp>
        <p:nvSpPr>
          <p:cNvPr id="51" name="TextBox 50">
            <a:extLst>
              <a:ext uri="{FF2B5EF4-FFF2-40B4-BE49-F238E27FC236}">
                <a16:creationId xmlns:a16="http://schemas.microsoft.com/office/drawing/2014/main" id="{3EA98E1F-46B1-CBCE-0AFB-CCC59CCEEDD5}"/>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23458</a:t>
            </a:r>
          </a:p>
        </p:txBody>
      </p:sp>
      <p:sp>
        <p:nvSpPr>
          <p:cNvPr id="52" name="TextBox 51">
            <a:extLst>
              <a:ext uri="{FF2B5EF4-FFF2-40B4-BE49-F238E27FC236}">
                <a16:creationId xmlns:a16="http://schemas.microsoft.com/office/drawing/2014/main" id="{836EF1C0-52D1-0FC4-C26D-5B019B6AB7A5}"/>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C1E44F01-9A70-3206-BDBF-BB819D11C3FD}"/>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EA5B4360-3A0C-A275-116B-3E675E64BF1A}"/>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39DD899D-127E-7C0A-F732-4552D854425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123567</a:t>
            </a:r>
          </a:p>
        </p:txBody>
      </p:sp>
      <p:sp>
        <p:nvSpPr>
          <p:cNvPr id="56" name="TextBox 55">
            <a:extLst>
              <a:ext uri="{FF2B5EF4-FFF2-40B4-BE49-F238E27FC236}">
                <a16:creationId xmlns:a16="http://schemas.microsoft.com/office/drawing/2014/main" id="{16B33510-7B90-DD29-510B-BC0DDCD37B89}"/>
              </a:ext>
            </a:extLst>
          </p:cNvPr>
          <p:cNvSpPr txBox="1"/>
          <p:nvPr/>
        </p:nvSpPr>
        <p:spPr>
          <a:xfrm>
            <a:off x="6152446" y="2404765"/>
            <a:ext cx="570089" cy="230832"/>
          </a:xfrm>
          <a:prstGeom prst="rect">
            <a:avLst/>
          </a:prstGeom>
          <a:noFill/>
        </p:spPr>
        <p:txBody>
          <a:bodyPr wrap="square" rtlCol="0">
            <a:spAutoFit/>
          </a:bodyPr>
          <a:lstStyle/>
          <a:p>
            <a:pPr algn="ctr"/>
            <a:r>
              <a:rPr lang="en-US" sz="900" dirty="0"/>
              <a:t>765321</a:t>
            </a:r>
          </a:p>
        </p:txBody>
      </p:sp>
      <p:sp>
        <p:nvSpPr>
          <p:cNvPr id="57" name="TextBox 56">
            <a:extLst>
              <a:ext uri="{FF2B5EF4-FFF2-40B4-BE49-F238E27FC236}">
                <a16:creationId xmlns:a16="http://schemas.microsoft.com/office/drawing/2014/main" id="{C789D45A-293C-356F-5968-3A0137191CAF}"/>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25C61B00-0886-9743-2440-750B1D02D8FA}"/>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377A61A2-6A6E-70DF-2E30-64CC06DCC7AD}"/>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C1527D9A-CA63-5607-9D5C-18BCBE5F3CD5}"/>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123567</a:t>
            </a:r>
          </a:p>
        </p:txBody>
      </p:sp>
      <p:sp>
        <p:nvSpPr>
          <p:cNvPr id="61" name="TextBox 60">
            <a:extLst>
              <a:ext uri="{FF2B5EF4-FFF2-40B4-BE49-F238E27FC236}">
                <a16:creationId xmlns:a16="http://schemas.microsoft.com/office/drawing/2014/main" id="{4B73EA4C-64D8-AAEA-0553-61A75220BA96}"/>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2E386900-F90C-0DD0-32F7-5C0CFC611EB3}"/>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765321</a:t>
            </a:r>
          </a:p>
        </p:txBody>
      </p:sp>
      <p:sp>
        <p:nvSpPr>
          <p:cNvPr id="63" name="TextBox 62">
            <a:extLst>
              <a:ext uri="{FF2B5EF4-FFF2-40B4-BE49-F238E27FC236}">
                <a16:creationId xmlns:a16="http://schemas.microsoft.com/office/drawing/2014/main" id="{2CBF28DC-312D-F305-7B9D-D0ADCCE5850F}"/>
              </a:ext>
            </a:extLst>
          </p:cNvPr>
          <p:cNvSpPr txBox="1"/>
          <p:nvPr/>
        </p:nvSpPr>
        <p:spPr>
          <a:xfrm>
            <a:off x="5147734" y="3907597"/>
            <a:ext cx="570089" cy="230832"/>
          </a:xfrm>
          <a:prstGeom prst="rect">
            <a:avLst/>
          </a:prstGeom>
          <a:noFill/>
        </p:spPr>
        <p:txBody>
          <a:bodyPr wrap="square" rtlCol="0">
            <a:spAutoFit/>
          </a:bodyPr>
          <a:lstStyle/>
          <a:p>
            <a:pPr algn="ctr"/>
            <a:r>
              <a:rPr lang="en-US" sz="900" dirty="0"/>
              <a:t>123567</a:t>
            </a:r>
          </a:p>
        </p:txBody>
      </p:sp>
      <p:sp>
        <p:nvSpPr>
          <p:cNvPr id="64" name="TextBox 63">
            <a:extLst>
              <a:ext uri="{FF2B5EF4-FFF2-40B4-BE49-F238E27FC236}">
                <a16:creationId xmlns:a16="http://schemas.microsoft.com/office/drawing/2014/main" id="{8794C02C-A849-8EC7-F29C-508303C76C03}"/>
              </a:ext>
            </a:extLst>
          </p:cNvPr>
          <p:cNvSpPr txBox="1"/>
          <p:nvPr/>
        </p:nvSpPr>
        <p:spPr>
          <a:xfrm>
            <a:off x="5650090" y="3907597"/>
            <a:ext cx="570089" cy="230832"/>
          </a:xfrm>
          <a:prstGeom prst="rect">
            <a:avLst/>
          </a:prstGeom>
          <a:noFill/>
        </p:spPr>
        <p:txBody>
          <a:bodyPr wrap="square" rtlCol="0">
            <a:spAutoFit/>
          </a:bodyPr>
          <a:lstStyle/>
          <a:p>
            <a:pPr algn="ctr"/>
            <a:r>
              <a:rPr lang="en-US" sz="900" dirty="0"/>
              <a:t>765321</a:t>
            </a:r>
          </a:p>
        </p:txBody>
      </p:sp>
      <p:sp>
        <p:nvSpPr>
          <p:cNvPr id="65" name="TextBox 64">
            <a:extLst>
              <a:ext uri="{FF2B5EF4-FFF2-40B4-BE49-F238E27FC236}">
                <a16:creationId xmlns:a16="http://schemas.microsoft.com/office/drawing/2014/main" id="{F88811BE-5C52-DD1D-49F4-B04C8CE9C9F1}"/>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40B421DE-3032-876A-68C3-3C8C0DA77BA8}"/>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A88CECF0-D80A-3057-4CB5-36E4B34472AB}"/>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F326E078-5DC1-B6D0-761B-639B36ED673C}"/>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69" name="TextBox 68">
            <a:extLst>
              <a:ext uri="{FF2B5EF4-FFF2-40B4-BE49-F238E27FC236}">
                <a16:creationId xmlns:a16="http://schemas.microsoft.com/office/drawing/2014/main" id="{14F45865-2A7B-8BD1-DC0B-8E645F8DBE96}"/>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0" name="TextBox 69">
            <a:extLst>
              <a:ext uri="{FF2B5EF4-FFF2-40B4-BE49-F238E27FC236}">
                <a16:creationId xmlns:a16="http://schemas.microsoft.com/office/drawing/2014/main" id="{FBC758C6-7B85-416C-A359-DA88621BA62C}"/>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Tree>
    <p:extLst>
      <p:ext uri="{BB962C8B-B14F-4D97-AF65-F5344CB8AC3E}">
        <p14:creationId xmlns:p14="http://schemas.microsoft.com/office/powerpoint/2010/main" val="2106192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ABD02-C7C0-2CA9-FD48-E9E594D7EF6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C56ED5-0FCA-565B-D9AB-85CB073BE2B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79966D0-BE8C-0C68-12F5-AF504A257B9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19D0BF1-5FA7-2BD1-F9DE-D2CD8D4DFAF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0FF4198-D961-6FCE-49CD-E3227898A53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02E6886-EA04-948B-A2EA-36F37554540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5EA68D8-6744-F9DC-A44E-1DC35DFC4A05}"/>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3339196-99B1-4E58-C2DE-BDABEB42F906}"/>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539DBDBE-1BA4-13C0-8D88-7222A6DCF787}"/>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A5D14240-E466-F6DA-4D36-3E5D8D40267D}"/>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11F15BF5-4651-9EA9-535F-CDE1DA2576F4}"/>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B3E0A40C-B196-DAD0-CCA7-E187580B743A}"/>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83159D0A-6AD5-495A-C07B-FB67F875ADA0}"/>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3E597D1D-636E-4FF3-2B43-D814D2B67213}"/>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900C1DFC-AA24-753A-40ED-92205D456589}"/>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8614C756-67D7-564E-0449-DA62AA7A77DF}"/>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04EAE821-DE40-F978-2D25-CA6CBFCAA2A1}"/>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F28D2B7B-917E-0B94-CF58-FB61F232447F}"/>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6CCC3E14-58C6-08EC-3E10-042B76775285}"/>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9B71F3E0-B1FB-F663-3ADC-1F8F2F7C8A85}"/>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0C07BE77-79B5-2D3E-B740-0C775C72C2FE}"/>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23B96F98-E5B0-84C4-A2C5-1D62D84F407E}"/>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3DF900B3-286C-40B9-1C24-70830382F214}"/>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065535C1-10C3-76DE-45DA-86F75D405DE2}"/>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D052642F-9C15-82EE-80B1-B4DE7A7235F0}"/>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2E95D95D-76E6-39E4-8C4D-01337EC560C4}"/>
              </a:ext>
            </a:extLst>
          </p:cNvPr>
          <p:cNvSpPr txBox="1"/>
          <p:nvPr/>
        </p:nvSpPr>
        <p:spPr>
          <a:xfrm>
            <a:off x="3138310" y="1903821"/>
            <a:ext cx="570089" cy="230832"/>
          </a:xfrm>
          <a:prstGeom prst="rect">
            <a:avLst/>
          </a:prstGeom>
          <a:noFill/>
        </p:spPr>
        <p:txBody>
          <a:bodyPr wrap="square" rtlCol="0">
            <a:spAutoFit/>
          </a:bodyPr>
          <a:lstStyle/>
          <a:p>
            <a:pPr algn="ctr"/>
            <a:r>
              <a:rPr lang="en-US" sz="900" dirty="0"/>
              <a:t>5789</a:t>
            </a:r>
          </a:p>
        </p:txBody>
      </p:sp>
      <p:sp>
        <p:nvSpPr>
          <p:cNvPr id="30" name="TextBox 29">
            <a:extLst>
              <a:ext uri="{FF2B5EF4-FFF2-40B4-BE49-F238E27FC236}">
                <a16:creationId xmlns:a16="http://schemas.microsoft.com/office/drawing/2014/main" id="{44C7C421-313E-AC5A-EF01-ABC05EE1C023}"/>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75BFD803-C8C2-DB4E-973C-97449CEFAAED}"/>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1D5899BD-6340-2559-43D9-72FE29EF615E}"/>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B10A517D-BE93-0408-4877-122D2D1C79A7}"/>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46160B24-6CA7-9291-3BBA-6E2BF280E66E}"/>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36CE52CC-CECD-77DA-1DE3-E5166E6A1B75}"/>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23944567-186A-548F-C580-EBEB35AE5B02}"/>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D9F3D15C-22D2-3C59-5230-EA30A68C1651}"/>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38C9E5E6-B211-1D95-064A-9B7346A9422E}"/>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0798838D-F079-C721-583E-522C25F00712}"/>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746B2EA9-7F4F-596F-526B-8FDA5979A92E}"/>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EDCCCA09-BFD8-AC27-D95F-538B04624DA5}"/>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338C3E42-1665-44A0-4977-09BBFCE83DDA}"/>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3" name="TextBox 42">
            <a:extLst>
              <a:ext uri="{FF2B5EF4-FFF2-40B4-BE49-F238E27FC236}">
                <a16:creationId xmlns:a16="http://schemas.microsoft.com/office/drawing/2014/main" id="{8C5B9BF7-9A15-EB5D-9CC8-8599493D9EBE}"/>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23469</a:t>
            </a:r>
          </a:p>
        </p:txBody>
      </p:sp>
      <p:sp>
        <p:nvSpPr>
          <p:cNvPr id="44" name="TextBox 43">
            <a:extLst>
              <a:ext uri="{FF2B5EF4-FFF2-40B4-BE49-F238E27FC236}">
                <a16:creationId xmlns:a16="http://schemas.microsoft.com/office/drawing/2014/main" id="{2BE2F5E8-188F-B176-03A4-F6555815934C}"/>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97737D9C-5487-30E3-DA13-76A694EFB7EE}"/>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A35961FD-4BA7-D99D-B5B2-D9381D274A1A}"/>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DF8D3830-B39D-FF8F-90FC-9BECE8B756AE}"/>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18D878CA-DC95-36B8-DC44-D9614D73055D}"/>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234678</a:t>
            </a:r>
          </a:p>
        </p:txBody>
      </p:sp>
      <p:sp>
        <p:nvSpPr>
          <p:cNvPr id="49" name="TextBox 48">
            <a:extLst>
              <a:ext uri="{FF2B5EF4-FFF2-40B4-BE49-F238E27FC236}">
                <a16:creationId xmlns:a16="http://schemas.microsoft.com/office/drawing/2014/main" id="{82804CE7-9B80-6C32-37EC-47D45ED4D7A7}"/>
              </a:ext>
            </a:extLst>
          </p:cNvPr>
          <p:cNvSpPr txBox="1"/>
          <p:nvPr/>
        </p:nvSpPr>
        <p:spPr>
          <a:xfrm>
            <a:off x="6152446" y="4909484"/>
            <a:ext cx="570089" cy="230832"/>
          </a:xfrm>
          <a:prstGeom prst="rect">
            <a:avLst/>
          </a:prstGeom>
          <a:noFill/>
        </p:spPr>
        <p:txBody>
          <a:bodyPr wrap="square" rtlCol="0">
            <a:spAutoFit/>
          </a:bodyPr>
          <a:lstStyle/>
          <a:p>
            <a:pPr algn="ctr"/>
            <a:r>
              <a:rPr lang="en-US" sz="900" dirty="0"/>
              <a:t>123489</a:t>
            </a:r>
          </a:p>
        </p:txBody>
      </p:sp>
      <p:sp>
        <p:nvSpPr>
          <p:cNvPr id="50" name="TextBox 49">
            <a:extLst>
              <a:ext uri="{FF2B5EF4-FFF2-40B4-BE49-F238E27FC236}">
                <a16:creationId xmlns:a16="http://schemas.microsoft.com/office/drawing/2014/main" id="{84420728-FBFF-2261-49E1-BB3CED6D6B2D}"/>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123459</a:t>
            </a:r>
          </a:p>
        </p:txBody>
      </p:sp>
      <p:sp>
        <p:nvSpPr>
          <p:cNvPr id="51" name="TextBox 50">
            <a:extLst>
              <a:ext uri="{FF2B5EF4-FFF2-40B4-BE49-F238E27FC236}">
                <a16:creationId xmlns:a16="http://schemas.microsoft.com/office/drawing/2014/main" id="{CBF0F21E-B24C-779F-CD93-28798E138AC1}"/>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23458</a:t>
            </a:r>
          </a:p>
        </p:txBody>
      </p:sp>
      <p:sp>
        <p:nvSpPr>
          <p:cNvPr id="52" name="TextBox 51">
            <a:extLst>
              <a:ext uri="{FF2B5EF4-FFF2-40B4-BE49-F238E27FC236}">
                <a16:creationId xmlns:a16="http://schemas.microsoft.com/office/drawing/2014/main" id="{45F883DC-A9FB-DB9C-95A4-F6F9FC71F885}"/>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19645F43-F1A0-AB08-F852-9B17DCF5C8A5}"/>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0A33A1A9-F7DB-E2F7-B963-9D435F88748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54D3D9EA-2C25-00F6-789F-0BED1B567F29}"/>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448BC97E-7A0E-C809-665C-CA4DD2D9B8A4}"/>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5972AEC5-ADDD-09EA-7222-DCF0D7080A22}"/>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4D002A20-058A-6630-9039-66AD4D419FED}"/>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41F6A9EE-52B0-1EC0-1F79-C936F76D10D2}"/>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52599938-FAF6-973A-9BF4-8B8A147A0ABA}"/>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E868366B-C960-3125-3F9C-0973BF7CCA3B}"/>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D9E3C5D6-ADE2-90AA-63DC-7562D97FA227}"/>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FF14C360-6D75-9CFE-8194-92D763A5CF57}"/>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FA60AC08-F35F-7E43-7718-3B3F00FCA5D6}"/>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0C65364A-376A-84D3-83E9-FDA3BA6784C4}"/>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68FA88D8-F3C2-53A9-2B27-37B8BDB07D2C}"/>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0D2C7DA3-AC91-0BA8-B7E9-1E36F84988D9}"/>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274A2DD6-F955-B848-7565-449055AF3936}"/>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69" name="TextBox 68">
            <a:extLst>
              <a:ext uri="{FF2B5EF4-FFF2-40B4-BE49-F238E27FC236}">
                <a16:creationId xmlns:a16="http://schemas.microsoft.com/office/drawing/2014/main" id="{8914C878-CEFE-DAB7-5301-0199026AFD09}"/>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0" name="TextBox 69">
            <a:extLst>
              <a:ext uri="{FF2B5EF4-FFF2-40B4-BE49-F238E27FC236}">
                <a16:creationId xmlns:a16="http://schemas.microsoft.com/office/drawing/2014/main" id="{D2BB3B77-B453-F7C2-8EBD-DB94FE9017F6}"/>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Tree>
    <p:extLst>
      <p:ext uri="{BB962C8B-B14F-4D97-AF65-F5344CB8AC3E}">
        <p14:creationId xmlns:p14="http://schemas.microsoft.com/office/powerpoint/2010/main" val="77426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4AF0D-3122-CBB0-BB2A-1BAC3601FEC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B55888-A8AE-B859-4AC5-4EF0E5A7F476}"/>
              </a:ext>
            </a:extLst>
          </p:cNvPr>
          <p:cNvSpPr>
            <a:spLocks noGrp="1"/>
          </p:cNvSpPr>
          <p:nvPr>
            <p:ph sz="half" idx="1"/>
          </p:nvPr>
        </p:nvSpPr>
        <p:spPr/>
        <p:txBody>
          <a:bodyPr>
            <a:normAutofit/>
          </a:bodyPr>
          <a:lstStyle/>
          <a:p>
            <a:r>
              <a:rPr lang="en-US" dirty="0"/>
              <a:t>Last possible 9 in Row 7 and last possible 8 in Column 7.</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20B2C834-0640-2156-15F8-5394DD858A4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3005020-CABE-722F-DA4E-08BAFB18042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2EFED46-F28E-6FB6-DC78-DF6A9D88B39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E440728-9D42-0276-4B0F-7F1DDC65DDE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C089F8A-1822-20D6-3BC0-98F15D9C7CBE}"/>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C4A3FF6-196D-B865-C857-3B4E87E2FA77}"/>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BA4BE3F6-CE4C-FE2F-E87D-7D453050561D}"/>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31C06DE6-B220-C80D-6396-62B4D1370E57}"/>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A9BCF2EA-FEF2-EC56-7714-3DFBB8070E7D}"/>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559E779C-D46E-6D4B-FFA0-D04956AA9101}"/>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4C6369ED-19F0-9557-3ED9-6601DF21FE9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6D613176-14BA-60E2-7282-B954127756E2}"/>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3388FAE-320A-6528-4DDD-16E7935E03B8}"/>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B0437A91-74E7-E103-8C00-55DAED6EB242}"/>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4819EF91-7525-B1CD-76CE-CDC2D7C11B6D}"/>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9120713C-878C-D1B1-7870-83A60B2CBBA0}"/>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421F6917-6C9C-366A-E8AC-0E2023D22621}"/>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4B7C46D4-5D8D-BC95-320F-43AA41A6AC1A}"/>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D43E0DA1-DBC4-E9B0-5F90-83041ECB0C2E}"/>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7E1D9A9A-993E-D10E-BA35-69048E2CA47D}"/>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DF67F41D-7FDE-0B2E-F255-4879BF01AD08}"/>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D811104B-E9D1-3947-5F17-BB152520D645}"/>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A194130A-77C2-630D-4B71-27B4FD4D5FC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7076FEAE-1C7E-ACFC-6D69-2F95B28475E5}"/>
              </a:ext>
            </a:extLst>
          </p:cNvPr>
          <p:cNvSpPr txBox="1"/>
          <p:nvPr/>
        </p:nvSpPr>
        <p:spPr>
          <a:xfrm>
            <a:off x="3138310" y="1903821"/>
            <a:ext cx="570089" cy="230832"/>
          </a:xfrm>
          <a:prstGeom prst="rect">
            <a:avLst/>
          </a:prstGeom>
          <a:noFill/>
        </p:spPr>
        <p:txBody>
          <a:bodyPr wrap="square" rtlCol="0">
            <a:spAutoFit/>
          </a:bodyPr>
          <a:lstStyle/>
          <a:p>
            <a:pPr algn="ctr"/>
            <a:r>
              <a:rPr lang="en-US" sz="900" dirty="0"/>
              <a:t>5789</a:t>
            </a:r>
          </a:p>
        </p:txBody>
      </p:sp>
      <p:sp>
        <p:nvSpPr>
          <p:cNvPr id="30" name="TextBox 29">
            <a:extLst>
              <a:ext uri="{FF2B5EF4-FFF2-40B4-BE49-F238E27FC236}">
                <a16:creationId xmlns:a16="http://schemas.microsoft.com/office/drawing/2014/main" id="{9B2CFB75-75A4-3FF2-5119-CF9C8B98619B}"/>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61F07304-4BD5-8A9B-1F34-77A337274596}"/>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D358469C-D904-45EC-2820-831E4EBFDFC4}"/>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9E279ADE-2BFC-01FA-2A23-D0F4F9C0965F}"/>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B9D58B26-9B3F-DA93-E2F0-85A31A40294C}"/>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CCDD40E9-EB4C-0DE8-7E59-F013F8CEFC5F}"/>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5FC24546-1C9A-3694-2D6D-79DC12FE1EB0}"/>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8EDA2966-49B3-FBFD-FCF9-E54107F83AC7}"/>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0F4CCD6C-18A6-F5B6-AF71-DD26FF73154F}"/>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BF143C3E-3018-E808-F1F1-8D47556C9BD0}"/>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B06493D7-3ECC-61EF-4394-6105F44AD352}"/>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709460E0-10EC-AD39-CB08-15E3D4141AB9}"/>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365E6F6B-EC2F-D5C1-8450-1563915A1F6B}"/>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78C45934-735F-F606-9E8D-A393666C15AF}"/>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0CF04A6E-EC9A-4CC5-EEA4-1334A1A00310}"/>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65754859-8B4E-3CCF-43FC-232E900FDFE3}"/>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2520D877-AB61-42A3-D2AA-D2DB57FD4F3A}"/>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534F18FF-9A63-12E2-183D-504F1730E79A}"/>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D47B088C-FFE3-63D3-8AC4-19BD111F0097}"/>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EFB90084-4A77-B6A5-EC2E-2447B6AEAA18}"/>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DA4AF1B5-7D87-7A83-7CD7-23B356368A10}"/>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86FE8B2C-B7FB-FAA5-F873-B2925923472D}"/>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171BC1C1-9742-F116-A672-1FC78A3E3A3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46E77326-CC73-E0A4-1396-B7471A575585}"/>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62BBCFF3-8ACF-3ACF-9583-36E68CAE43BA}"/>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9190ABD2-8BEF-A787-DE99-46FB0EA2C926}"/>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2487E3B5-B16E-950E-DB5D-26B4C76F3B9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8AA8511D-8461-A2C9-0441-D6BB1DAA0AF2}"/>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C9132DDC-B16B-9DBA-03B7-D7C15FE14857}"/>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5D8773A5-F579-A46E-17C1-83F890A4D520}"/>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A1BF6D61-364C-D630-494A-FEC8F31503DC}"/>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B10A1BCF-7408-4683-4827-52B1AD373DA6}"/>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2FC14A8B-943D-05D2-89C2-377F8CC56F2F}"/>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5DF452CF-8250-617C-14EE-F631DBF2FD26}"/>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66" name="TextBox 65">
            <a:extLst>
              <a:ext uri="{FF2B5EF4-FFF2-40B4-BE49-F238E27FC236}">
                <a16:creationId xmlns:a16="http://schemas.microsoft.com/office/drawing/2014/main" id="{D1B260AC-34EF-544A-E8D9-F30971C3D701}"/>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A15C44C9-359E-3F2A-047A-4E9DC35D3B17}"/>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E4693493-545F-E0F5-3D48-2EB864654CEF}"/>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69" name="TextBox 68">
            <a:extLst>
              <a:ext uri="{FF2B5EF4-FFF2-40B4-BE49-F238E27FC236}">
                <a16:creationId xmlns:a16="http://schemas.microsoft.com/office/drawing/2014/main" id="{78521292-3105-D0C0-6C01-A6CD3369CB12}"/>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70" name="TextBox 69">
            <a:extLst>
              <a:ext uri="{FF2B5EF4-FFF2-40B4-BE49-F238E27FC236}">
                <a16:creationId xmlns:a16="http://schemas.microsoft.com/office/drawing/2014/main" id="{518C5D0A-87FC-ACE9-1D5D-A83D7E02133A}"/>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1" name="TextBox 70">
            <a:extLst>
              <a:ext uri="{FF2B5EF4-FFF2-40B4-BE49-F238E27FC236}">
                <a16:creationId xmlns:a16="http://schemas.microsoft.com/office/drawing/2014/main" id="{54A96212-7295-2350-92EF-C8573F95E30D}"/>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
        <p:nvSpPr>
          <p:cNvPr id="72" name="TextBox 71">
            <a:extLst>
              <a:ext uri="{FF2B5EF4-FFF2-40B4-BE49-F238E27FC236}">
                <a16:creationId xmlns:a16="http://schemas.microsoft.com/office/drawing/2014/main" id="{D40B9842-E643-CA4F-D1C5-FF82E2562354}"/>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887846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662F5-8E11-4490-A09F-CE1A8661E39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0ABB86-1E64-8B8F-1BBC-6675D5B6E623}"/>
              </a:ext>
            </a:extLst>
          </p:cNvPr>
          <p:cNvSpPr>
            <a:spLocks noGrp="1"/>
          </p:cNvSpPr>
          <p:nvPr>
            <p:ph sz="half" idx="1"/>
          </p:nvPr>
        </p:nvSpPr>
        <p:spPr/>
        <p:txBody>
          <a:bodyPr>
            <a:normAutofit/>
          </a:bodyPr>
          <a:lstStyle/>
          <a:p>
            <a:r>
              <a:rPr lang="en-US" dirty="0"/>
              <a:t>Complete Row 9.</a:t>
            </a:r>
          </a:p>
        </p:txBody>
      </p:sp>
      <p:pic>
        <p:nvPicPr>
          <p:cNvPr id="4" name="Picture 3" descr="A grid of sudoku puzzle&#10;&#10;Description automatically generated">
            <a:extLst>
              <a:ext uri="{FF2B5EF4-FFF2-40B4-BE49-F238E27FC236}">
                <a16:creationId xmlns:a16="http://schemas.microsoft.com/office/drawing/2014/main" id="{DDE50441-E8B8-4316-CDC5-A09F19B0D06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EC29C6C-8904-A4C9-31B2-CA4D02259DE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603CACE-45BC-81D0-8B82-B86F519EB0F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E411CEC-A621-2AE5-3564-16BA6DC6985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0E43165-E7D7-59C0-EE45-CD198A5A273C}"/>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92903A7E-E4A4-F0E0-C2A8-6B4BCB5568A4}"/>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D8F954D2-3081-F84D-52EB-2CDCA907DCF2}"/>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261A714B-AEC4-D580-F299-D8C1831F10F6}"/>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976B1084-582C-352C-F280-5B0F4A84F5C4}"/>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287B02CE-46E6-6FFF-32F9-77DE1797F89B}"/>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19DBD763-AFC2-1B53-F217-B6A0285E2627}"/>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A39ECAAD-A1F1-60F5-177A-E94B112E9579}"/>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01F063B7-8EE1-5D8A-8F87-13E7F0C7FC46}"/>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3F2209B8-2353-7643-0319-DB95650A3077}"/>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5372EA9A-3687-C6FC-CBA3-54135ACCC886}"/>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DF3A8FBF-4478-8BA1-B8E8-2BBA8EFF539F}"/>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EB0C799E-6295-534A-5D55-6D4473D50A94}"/>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62256F10-E004-B24A-F473-A01B5FC7BD0B}"/>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7F189A46-2041-F7EF-977D-C264BC153E1F}"/>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EEFE79EA-6606-556C-067A-6F5DE05CB252}"/>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E83CC832-FFEE-4E56-FE6B-DE936396204B}"/>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79F32CBD-D8E3-2B6D-57BF-0F3B8C2F472C}"/>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ECC8EFF3-6B88-BDF7-A68F-0B324ECC851E}"/>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FBBFA1E0-D697-F86A-979A-D38360533CA6}"/>
              </a:ext>
            </a:extLst>
          </p:cNvPr>
          <p:cNvSpPr txBox="1"/>
          <p:nvPr/>
        </p:nvSpPr>
        <p:spPr>
          <a:xfrm>
            <a:off x="3138310" y="1903821"/>
            <a:ext cx="570089" cy="230832"/>
          </a:xfrm>
          <a:prstGeom prst="rect">
            <a:avLst/>
          </a:prstGeom>
          <a:noFill/>
        </p:spPr>
        <p:txBody>
          <a:bodyPr wrap="square" rtlCol="0">
            <a:spAutoFit/>
          </a:bodyPr>
          <a:lstStyle/>
          <a:p>
            <a:pPr algn="ctr"/>
            <a:r>
              <a:rPr lang="en-US" sz="900" dirty="0"/>
              <a:t>5789</a:t>
            </a:r>
          </a:p>
        </p:txBody>
      </p:sp>
      <p:sp>
        <p:nvSpPr>
          <p:cNvPr id="30" name="TextBox 29">
            <a:extLst>
              <a:ext uri="{FF2B5EF4-FFF2-40B4-BE49-F238E27FC236}">
                <a16:creationId xmlns:a16="http://schemas.microsoft.com/office/drawing/2014/main" id="{6936B9E5-33F6-EEC6-3863-6B0FE8F32999}"/>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217CC890-44A5-32F3-E80F-8812FA8E76B3}"/>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9521FAE1-FFA2-7D6E-A864-F665B40A06F3}"/>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B6B6B71F-8FF4-E459-14EB-EEAA81EF8AC8}"/>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FF00C42A-2575-38E7-DE0C-C32C7206F46E}"/>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9EF39E72-E64E-84FD-1253-CBD2C4C236C8}"/>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09891E33-FA09-4F9B-4799-D46C46B846BC}"/>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C4B484F8-7809-5BF3-C025-74A9309DE547}"/>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E042062F-C57A-0F11-87FE-79F63880E05E}"/>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D0B99C7F-2DB4-6E23-114D-5098A0FE8064}"/>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D056457F-D86E-FBB8-F0F6-FAA224A4B1F8}"/>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FAE223B5-642B-2BC0-0EAB-D1F59D6A16B2}"/>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17CA6F02-FC70-FFB5-46BD-ACA18EBDE3F5}"/>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218D7D24-6C2B-44EB-C6CC-E58D739DAEA1}"/>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BB826A7C-C2A9-59DF-BFA9-736D11E32447}"/>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2499A750-14D8-33AF-76D1-7D03345B9FDC}"/>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BD313119-CBF4-F6BE-DE60-D89F548A1650}"/>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B9300140-46B0-5DBF-60EF-86EA95989186}"/>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343614AD-BBF5-FACD-0004-E44DD0C3776F}"/>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61571C76-D275-5F60-8F08-1708B353B541}"/>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4B2E9507-45FB-3C9B-DF15-CCDD4475645F}"/>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96A9786D-BEB6-0310-0C99-175A699F06A8}"/>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4D7F1859-C0BE-09DD-76DB-6706977E1C5C}"/>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A77E5CEA-35DF-FBD4-27E7-E14D8BAC9F4A}"/>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C199E3E4-18A2-F5A4-3421-1C7173E12EC6}"/>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1313FAA7-D7F3-2BD3-7151-18C26196B5E4}"/>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D3D52A33-0A8A-9559-4B31-C804BFDE466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C6D8EE46-2C67-5B91-A411-4BF52AB57A78}"/>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E396F6F8-CAD4-7417-C167-F5BEBB806E1C}"/>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EFCBB711-1C32-62D1-AA1C-B3B7AFE96881}"/>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68F5546C-2B93-A281-2FC2-E85EA0C70D46}"/>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840DAA2C-DBDE-7F62-92D4-0B34116B40FF}"/>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B059F4A6-70E2-A7B4-706D-22DB933E79FF}"/>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FAE06896-E5EE-FD46-930C-7617E55BFFA3}"/>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6DEB5621-11E9-7A23-1C75-34B7F9284E5A}"/>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8D7EE469-BABA-2B76-E33F-C887EBF584AF}"/>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F8A35831-8111-646E-C992-A11C0F877370}"/>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5848AFC8-3352-BF9E-C132-030DAE2CAA72}"/>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89DA8FC3-7CF4-E699-76DA-D8C3C18B6019}"/>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9" name="TextBox 68">
            <a:extLst>
              <a:ext uri="{FF2B5EF4-FFF2-40B4-BE49-F238E27FC236}">
                <a16:creationId xmlns:a16="http://schemas.microsoft.com/office/drawing/2014/main" id="{67D247C0-6672-4171-A908-3A9761ED893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2B986C8A-69EB-2B45-ED10-BCB8C2FBF6A1}"/>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760F0104-5E66-3006-2439-016524EF9ADE}"/>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72" name="TextBox 71">
            <a:extLst>
              <a:ext uri="{FF2B5EF4-FFF2-40B4-BE49-F238E27FC236}">
                <a16:creationId xmlns:a16="http://schemas.microsoft.com/office/drawing/2014/main" id="{5F5991EE-ECF3-245C-417B-40B6126D591C}"/>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3" name="TextBox 72">
            <a:extLst>
              <a:ext uri="{FF2B5EF4-FFF2-40B4-BE49-F238E27FC236}">
                <a16:creationId xmlns:a16="http://schemas.microsoft.com/office/drawing/2014/main" id="{586FC441-489C-456E-F8A7-C755C58B7F41}"/>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Tree>
    <p:extLst>
      <p:ext uri="{BB962C8B-B14F-4D97-AF65-F5344CB8AC3E}">
        <p14:creationId xmlns:p14="http://schemas.microsoft.com/office/powerpoint/2010/main" val="1852951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972AC-4593-D85E-BBBA-C2BAC86F1E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0F179C-304D-FDCE-98B2-11F9C190A052}"/>
              </a:ext>
            </a:extLst>
          </p:cNvPr>
          <p:cNvSpPr>
            <a:spLocks noGrp="1"/>
          </p:cNvSpPr>
          <p:nvPr>
            <p:ph sz="half" idx="1"/>
          </p:nvPr>
        </p:nvSpPr>
        <p:spPr/>
        <p:txBody>
          <a:bodyPr>
            <a:normAutofit/>
          </a:bodyPr>
          <a:lstStyle/>
          <a:p>
            <a:r>
              <a:rPr lang="en-US" dirty="0"/>
              <a:t>Of the two [11 in 3] in the left center block, one must be 12(8), the other must be [10 in 2, no 1, 2].</a:t>
            </a:r>
          </a:p>
        </p:txBody>
      </p:sp>
      <p:pic>
        <p:nvPicPr>
          <p:cNvPr id="4" name="Picture 3" descr="A grid of sudoku puzzle&#10;&#10;Description automatically generated">
            <a:extLst>
              <a:ext uri="{FF2B5EF4-FFF2-40B4-BE49-F238E27FC236}">
                <a16:creationId xmlns:a16="http://schemas.microsoft.com/office/drawing/2014/main" id="{B78F5E0A-011A-7C1A-69D6-52B76B1A3CC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CFE0953-14F6-7515-6C1E-6B485F94076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05C5189-5786-2A36-A110-07EBFCFB443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A5F1B5A-A464-0532-622F-C77FDBF04F4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A566659-2EDC-FA7F-4E03-DB69F1FFAB28}"/>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F18F5EF-3C7E-4943-0629-9002C43E40B1}"/>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0BA3E0A4-52B2-83C8-67DB-12333CF280EC}"/>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3B530727-EEEC-5A0B-454E-355AD37B2D26}"/>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EAE52719-8768-3199-7402-8956FF4A13A8}"/>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C0CB3926-E880-4844-73A2-015721750FAC}"/>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4E2B1815-81DE-2B87-27DF-F4E125DE6E15}"/>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5DD681E8-6D1C-6933-7307-6E1A130C9E9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B7619177-5377-5591-DBF8-5F5274ECB972}"/>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9CB94415-2453-9F6F-CD2B-0015A7FBB866}"/>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2D5DA947-1C26-2328-8BC3-8B6E3ABB733D}"/>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9141253B-6627-F6F1-AFDE-656161420E1D}"/>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288BCAD3-C329-4D33-8394-ECE329466B79}"/>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0CD3ABAC-18C1-D5EC-84EE-11244CBAC556}"/>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FD9961E9-CFAB-B767-2071-87B1D124F15D}"/>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B02C4780-97C2-8ED1-0C32-67A227105C53}"/>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E0239759-A6E0-EA2E-D6C8-213EB5F0A676}"/>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01435D53-2142-C042-C50C-B0902B27BFEB}"/>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66E16E09-7609-F5EE-98DD-22A591D5182F}"/>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CD980FB0-78FC-E1CB-24D3-8BB7E151EE35}"/>
              </a:ext>
            </a:extLst>
          </p:cNvPr>
          <p:cNvSpPr txBox="1"/>
          <p:nvPr/>
        </p:nvSpPr>
        <p:spPr>
          <a:xfrm>
            <a:off x="3138310" y="1903821"/>
            <a:ext cx="570089" cy="230832"/>
          </a:xfrm>
          <a:prstGeom prst="rect">
            <a:avLst/>
          </a:prstGeom>
          <a:noFill/>
        </p:spPr>
        <p:txBody>
          <a:bodyPr wrap="square" rtlCol="0">
            <a:spAutoFit/>
          </a:bodyPr>
          <a:lstStyle/>
          <a:p>
            <a:pPr algn="ctr"/>
            <a:r>
              <a:rPr lang="en-US" sz="900" dirty="0"/>
              <a:t>5789</a:t>
            </a:r>
          </a:p>
        </p:txBody>
      </p:sp>
      <p:sp>
        <p:nvSpPr>
          <p:cNvPr id="30" name="TextBox 29">
            <a:extLst>
              <a:ext uri="{FF2B5EF4-FFF2-40B4-BE49-F238E27FC236}">
                <a16:creationId xmlns:a16="http://schemas.microsoft.com/office/drawing/2014/main" id="{1FF6284D-95B9-26B7-81B0-CBB0435B8F82}"/>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FF498202-BBF1-9B90-42DB-E9F35ADB8780}"/>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2FBA0E02-16DC-AE43-41FC-E2BE832EFC70}"/>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BA59F43B-8940-13EF-B39B-A79C845852CD}"/>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F8A9E0DB-265C-725E-1BF0-C3BE2F7AE25C}"/>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FC311D91-491A-0455-FC73-6E0A3334B6E2}"/>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B0A89D1E-2652-1462-1494-F89209B488DD}"/>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FC198B53-A883-3D99-9E46-6B5E82A41B7E}"/>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529E37F8-E63B-F3E9-46CD-128905EA24AE}"/>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4114D026-1184-9F58-A0AC-E85A64E044CB}"/>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912C1AD1-6615-FCCE-3DDE-A1C823EA716D}"/>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D56DE87F-6C6F-097A-27D1-92A776EEA288}"/>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0173AED2-659D-36B2-2C83-C357E402F4F3}"/>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2F1A3BCF-53E4-E258-D080-303C254E349F}"/>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F872EABA-5704-7D2E-B27C-053903F1F263}"/>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C8848E64-1136-9243-48A3-8F334DE51B64}"/>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29F2D6BC-157C-524D-801E-3697FC68D7CB}"/>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472A43CC-DDA6-7245-6F63-BC8803D583DD}"/>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F6D9D1A6-433F-3287-4559-BB472E154575}"/>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0ECAA950-17B4-22CC-0993-823FA489D45E}"/>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456CA097-7DCD-8862-D9F1-65A7E67E1CF0}"/>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214968E7-CCE8-8407-6106-5027AD57A8AA}"/>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D7C23419-A097-325A-E9FB-4B7444E42F3A}"/>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AD978E0F-3780-9245-99DD-936C435C35A0}"/>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A3AE1DBB-5EB0-0CA6-D305-F8DC751E2139}"/>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2575CF5D-231D-9248-110C-0746D151C9BF}"/>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BB8B3676-7D65-F49C-0408-22B8ECF1C4EC}"/>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1A4EFE8C-B516-6E3B-30C0-39A458A7B2B9}"/>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95AFB96C-AD9B-0516-E461-C568352EEC34}"/>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4A7FD609-6D1B-C817-BB43-7C0ECA56DBC0}"/>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FB4B3458-1856-EA9F-8C90-3F1F34B1DCA8}"/>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EB2B3565-2BA9-5706-1DCB-3C9F462E8834}"/>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E2BD072C-E424-A602-B6A5-3A40889C0AEC}"/>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FDA2B391-95D8-04EC-77DB-7B60AA4FCEBA}"/>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34D1D205-9CC8-EF46-2AB0-7156F9015909}"/>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8E186A3A-7BA6-6691-1D36-77410A1B0C0C}"/>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D8757E2E-F5F5-DE84-1768-7024A634D75F}"/>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4901F59B-3F0A-562A-84EF-28FBBA2AFE97}"/>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44F78F50-E951-C8AE-219A-ED2BFDE92751}"/>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123467</a:t>
            </a:r>
          </a:p>
        </p:txBody>
      </p:sp>
      <p:sp>
        <p:nvSpPr>
          <p:cNvPr id="69" name="TextBox 68">
            <a:extLst>
              <a:ext uri="{FF2B5EF4-FFF2-40B4-BE49-F238E27FC236}">
                <a16:creationId xmlns:a16="http://schemas.microsoft.com/office/drawing/2014/main" id="{2BEA011E-B634-868A-FDCB-E93792556AB0}"/>
              </a:ext>
            </a:extLst>
          </p:cNvPr>
          <p:cNvSpPr txBox="1"/>
          <p:nvPr/>
        </p:nvSpPr>
        <p:spPr>
          <a:xfrm>
            <a:off x="3138310" y="2905709"/>
            <a:ext cx="570089" cy="230832"/>
          </a:xfrm>
          <a:prstGeom prst="rect">
            <a:avLst/>
          </a:prstGeom>
          <a:noFill/>
        </p:spPr>
        <p:txBody>
          <a:bodyPr wrap="square" rtlCol="0">
            <a:spAutoFit/>
          </a:bodyPr>
          <a:lstStyle/>
          <a:p>
            <a:pPr algn="ctr"/>
            <a:r>
              <a:rPr lang="en-US" sz="900" dirty="0"/>
              <a:t>346712</a:t>
            </a:r>
          </a:p>
        </p:txBody>
      </p:sp>
      <p:sp>
        <p:nvSpPr>
          <p:cNvPr id="70" name="TextBox 69">
            <a:extLst>
              <a:ext uri="{FF2B5EF4-FFF2-40B4-BE49-F238E27FC236}">
                <a16:creationId xmlns:a16="http://schemas.microsoft.com/office/drawing/2014/main" id="{16A55A7C-1A6B-8051-5141-EFF14E6FF813}"/>
              </a:ext>
            </a:extLst>
          </p:cNvPr>
          <p:cNvSpPr txBox="1"/>
          <p:nvPr/>
        </p:nvSpPr>
        <p:spPr>
          <a:xfrm>
            <a:off x="3640666" y="3406653"/>
            <a:ext cx="570089" cy="230832"/>
          </a:xfrm>
          <a:prstGeom prst="rect">
            <a:avLst/>
          </a:prstGeom>
          <a:noFill/>
        </p:spPr>
        <p:txBody>
          <a:bodyPr wrap="square" rtlCol="0">
            <a:spAutoFit/>
          </a:bodyPr>
          <a:lstStyle/>
          <a:p>
            <a:pPr algn="ctr"/>
            <a:r>
              <a:rPr lang="en-US" sz="900" dirty="0"/>
              <a:t>217643</a:t>
            </a:r>
          </a:p>
        </p:txBody>
      </p:sp>
      <p:sp>
        <p:nvSpPr>
          <p:cNvPr id="71" name="TextBox 70">
            <a:extLst>
              <a:ext uri="{FF2B5EF4-FFF2-40B4-BE49-F238E27FC236}">
                <a16:creationId xmlns:a16="http://schemas.microsoft.com/office/drawing/2014/main" id="{CBF0596F-BF8E-9B5C-E1A4-106FBA96D466}"/>
              </a:ext>
            </a:extLst>
          </p:cNvPr>
          <p:cNvSpPr txBox="1"/>
          <p:nvPr/>
        </p:nvSpPr>
        <p:spPr>
          <a:xfrm>
            <a:off x="3138310" y="3406653"/>
            <a:ext cx="570089" cy="230832"/>
          </a:xfrm>
          <a:prstGeom prst="rect">
            <a:avLst/>
          </a:prstGeom>
          <a:noFill/>
        </p:spPr>
        <p:txBody>
          <a:bodyPr wrap="square" rtlCol="0">
            <a:spAutoFit/>
          </a:bodyPr>
          <a:lstStyle/>
          <a:p>
            <a:pPr algn="ctr"/>
            <a:r>
              <a:rPr lang="en-US" sz="900" dirty="0"/>
              <a:t>764321</a:t>
            </a:r>
          </a:p>
        </p:txBody>
      </p:sp>
      <p:sp>
        <p:nvSpPr>
          <p:cNvPr id="72" name="TextBox 71">
            <a:extLst>
              <a:ext uri="{FF2B5EF4-FFF2-40B4-BE49-F238E27FC236}">
                <a16:creationId xmlns:a16="http://schemas.microsoft.com/office/drawing/2014/main" id="{128BD9BD-819D-A423-AB22-CAD9E1D73CFA}"/>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78B76428-2C76-A23D-D071-087990F75152}"/>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08293451-9623-1899-8ABA-B40B18FBE685}"/>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66F84E8C-2970-F324-A9D1-6155FB320756}"/>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76" name="TextBox 75">
            <a:extLst>
              <a:ext uri="{FF2B5EF4-FFF2-40B4-BE49-F238E27FC236}">
                <a16:creationId xmlns:a16="http://schemas.microsoft.com/office/drawing/2014/main" id="{42990AD1-39D4-8E65-5A99-5AFF83C34405}"/>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7" name="TextBox 76">
            <a:extLst>
              <a:ext uri="{FF2B5EF4-FFF2-40B4-BE49-F238E27FC236}">
                <a16:creationId xmlns:a16="http://schemas.microsoft.com/office/drawing/2014/main" id="{20ADD6A0-A575-7C5C-1550-2A452CC7E071}"/>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Tree>
    <p:extLst>
      <p:ext uri="{BB962C8B-B14F-4D97-AF65-F5344CB8AC3E}">
        <p14:creationId xmlns:p14="http://schemas.microsoft.com/office/powerpoint/2010/main" val="2303650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D59D3-D69F-26F6-2E6C-18AE940A1B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126D7B-82AC-D326-7FDB-F432603F08CC}"/>
              </a:ext>
            </a:extLst>
          </p:cNvPr>
          <p:cNvSpPr>
            <a:spLocks noGrp="1"/>
          </p:cNvSpPr>
          <p:nvPr>
            <p:ph sz="half" idx="1"/>
          </p:nvPr>
        </p:nvSpPr>
        <p:spPr/>
        <p:txBody>
          <a:bodyPr>
            <a:normAutofit/>
          </a:bodyPr>
          <a:lstStyle/>
          <a:p>
            <a:r>
              <a:rPr lang="en-US" dirty="0"/>
              <a:t>Initialize cell on ring.</a:t>
            </a:r>
          </a:p>
        </p:txBody>
      </p:sp>
      <p:pic>
        <p:nvPicPr>
          <p:cNvPr id="4" name="Picture 3" descr="A grid of sudoku puzzle&#10;&#10;Description automatically generated">
            <a:extLst>
              <a:ext uri="{FF2B5EF4-FFF2-40B4-BE49-F238E27FC236}">
                <a16:creationId xmlns:a16="http://schemas.microsoft.com/office/drawing/2014/main" id="{91EA53C9-64B2-75AA-0BB2-6DACCCA3988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1E7EF48-C94C-4129-6CDE-1AF9999B6C3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CAE664B-43B3-F146-93A5-BC49A0FD81B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A29576E-A553-BA29-1CA6-9CE42A09EC3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5A537AE-0910-BCF8-99EF-942256C3AE31}"/>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76DE2B9-85BD-4CAF-C4DC-CFBDD69EE0C6}"/>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0A36B1AB-19AC-B5DC-F351-1D267B00C159}"/>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13B35A3A-9F82-453B-A46D-9DA09833FAFE}"/>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6A4DFDE9-A132-3DFC-B63F-1D3B201D1549}"/>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801FEA87-7758-F2F0-C4D9-9B2DD8A286CC}"/>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4910DB76-4869-E843-FF27-09562868218B}"/>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7DDF206E-418F-F60C-ACB6-C8C18673FBA2}"/>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AB1D1394-7A75-AC26-D016-7572EE801F49}"/>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A2EE4B7C-75B2-28A2-8CA2-BA8281B5F6FF}"/>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7DDD3CEF-1880-1FB6-5D2A-5F88D535303E}"/>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FA9CA148-E468-A072-B3D3-D106D9D53D9C}"/>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489FF9F9-8495-4B3F-AC20-263865F8958E}"/>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C39E0441-0FEB-F890-3C9A-CEF69B31ACAE}"/>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137EFAC1-A3F9-277B-A5DF-2F1DDB4B4D1F}"/>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EF8B08EF-B1A7-6C82-EDA7-F78E69DCA68D}"/>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5439A8FF-DE39-73F9-771E-483756C926AE}"/>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BA79872B-541C-8D62-4749-ABF766F92FFE}"/>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9261D301-D9CC-8B2B-934C-B179D14FFF63}"/>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D8A02B31-031C-B285-BA09-9272F9D6F49D}"/>
              </a:ext>
            </a:extLst>
          </p:cNvPr>
          <p:cNvSpPr txBox="1"/>
          <p:nvPr/>
        </p:nvSpPr>
        <p:spPr>
          <a:xfrm>
            <a:off x="3138310" y="1903821"/>
            <a:ext cx="570089" cy="230832"/>
          </a:xfrm>
          <a:prstGeom prst="rect">
            <a:avLst/>
          </a:prstGeom>
          <a:noFill/>
        </p:spPr>
        <p:txBody>
          <a:bodyPr wrap="square" rtlCol="0">
            <a:spAutoFit/>
          </a:bodyPr>
          <a:lstStyle/>
          <a:p>
            <a:pPr algn="ctr"/>
            <a:r>
              <a:rPr lang="en-US" sz="900" dirty="0"/>
              <a:t>5789</a:t>
            </a:r>
          </a:p>
        </p:txBody>
      </p:sp>
      <p:sp>
        <p:nvSpPr>
          <p:cNvPr id="30" name="TextBox 29">
            <a:extLst>
              <a:ext uri="{FF2B5EF4-FFF2-40B4-BE49-F238E27FC236}">
                <a16:creationId xmlns:a16="http://schemas.microsoft.com/office/drawing/2014/main" id="{966DFD0F-7E87-8A6C-4CC5-048D7354F483}"/>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D6420E92-9F27-0C86-F9F6-CC5BF7D823AA}"/>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68ED2DA0-3835-FDB6-80C1-AD6E05784FB4}"/>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48CFA67C-4924-3E62-5979-288D77394AB0}"/>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BC0CF2E3-BCB8-9610-76BA-8A3E53DB09C6}"/>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342C80C3-F1AE-8DFE-2984-DDA084109750}"/>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3055BD28-F4FB-2BC2-ACE5-909ED6B25460}"/>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2E5672EC-4141-F975-5D01-8F73449A3C18}"/>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0BDB0DEE-00FF-7CA2-E61E-0B37DB8BDADB}"/>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CC5A7D50-C11E-FABE-C8A3-718E67837AB7}"/>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F7D41E1D-1702-069B-E08E-9296A18C015B}"/>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49D93AAF-5415-DBF7-C69E-A47576730597}"/>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0BA99C71-CAA3-D6E5-82A8-2FA9E7652072}"/>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E70C83D7-0E09-0C05-1EE9-DC2F7165FEF5}"/>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2DAA5502-3DCD-24A3-5C16-A4E12952CC59}"/>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2C711EB2-4989-BA5E-03E7-36B71ADE66BB}"/>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95D0E14E-2E68-2634-26B2-6D1C4B39BB46}"/>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2CF3325F-0F75-808B-ED62-B8C67232A5F4}"/>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65B125CA-744F-9101-1BFA-8C392C5BD151}"/>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CCB7DFAF-C290-33C9-95E9-46528AAB59E3}"/>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8BA172F2-8FA1-B245-4AAA-1A588D9E9B14}"/>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CC2CCC24-473B-5272-1B7B-CF18A7BF24E2}"/>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791179D0-B56B-7396-5FE0-C69E9F89FD38}"/>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34760EB7-06AD-D2D4-D12A-4EBCAFA541ED}"/>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5C8C26FF-D4E3-D6AF-77EE-784B392258DC}"/>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83F41949-9F32-A6DA-BCD6-0FE896B3B74B}"/>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0EEC4B03-4D11-CFD8-5E6A-20CC94AB92F4}"/>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BE2BFA5E-9C08-C08A-D661-D903F4092DB6}"/>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CC42BF11-F5E9-0EC1-6E4F-4309072BAFEF}"/>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FF8A35D7-9B9A-E907-B6CB-85BAEA149F7F}"/>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81E0DED0-29EC-901A-E61C-535FA57DB341}"/>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5B54EC5F-837D-D61D-ECAE-B7F989EC42D4}"/>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D319BC6B-77B2-5186-4B5A-ACF27D9B72EB}"/>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8E8B2D1B-8E10-4814-A4C2-178818EE8929}"/>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9F6883FF-3B6F-FAAE-98EB-21FFC13E08D8}"/>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82080354-6230-96FD-62D0-C10B4B5CCDEF}"/>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A08B82B9-ADF8-B978-DD62-B3A1D7964C8E}"/>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8F6052E4-03E3-A4F8-F256-82DFE76D794E}"/>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7BD6C8A6-A7A5-2683-7C16-648D58A0FA3B}"/>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123467</a:t>
            </a:r>
          </a:p>
        </p:txBody>
      </p:sp>
      <p:sp>
        <p:nvSpPr>
          <p:cNvPr id="69" name="TextBox 68">
            <a:extLst>
              <a:ext uri="{FF2B5EF4-FFF2-40B4-BE49-F238E27FC236}">
                <a16:creationId xmlns:a16="http://schemas.microsoft.com/office/drawing/2014/main" id="{B716EA25-4F32-A9C0-75B6-224A31C44544}"/>
              </a:ext>
            </a:extLst>
          </p:cNvPr>
          <p:cNvSpPr txBox="1"/>
          <p:nvPr/>
        </p:nvSpPr>
        <p:spPr>
          <a:xfrm>
            <a:off x="3138310" y="2905709"/>
            <a:ext cx="570089" cy="230832"/>
          </a:xfrm>
          <a:prstGeom prst="rect">
            <a:avLst/>
          </a:prstGeom>
          <a:noFill/>
        </p:spPr>
        <p:txBody>
          <a:bodyPr wrap="square" rtlCol="0">
            <a:spAutoFit/>
          </a:bodyPr>
          <a:lstStyle/>
          <a:p>
            <a:pPr algn="ctr"/>
            <a:r>
              <a:rPr lang="en-US" sz="900" dirty="0"/>
              <a:t>346712</a:t>
            </a:r>
          </a:p>
        </p:txBody>
      </p:sp>
      <p:sp>
        <p:nvSpPr>
          <p:cNvPr id="70" name="TextBox 69">
            <a:extLst>
              <a:ext uri="{FF2B5EF4-FFF2-40B4-BE49-F238E27FC236}">
                <a16:creationId xmlns:a16="http://schemas.microsoft.com/office/drawing/2014/main" id="{D593C7A9-A8BA-6D86-5D64-71B235086890}"/>
              </a:ext>
            </a:extLst>
          </p:cNvPr>
          <p:cNvSpPr txBox="1"/>
          <p:nvPr/>
        </p:nvSpPr>
        <p:spPr>
          <a:xfrm>
            <a:off x="3640666" y="3406653"/>
            <a:ext cx="570089" cy="230832"/>
          </a:xfrm>
          <a:prstGeom prst="rect">
            <a:avLst/>
          </a:prstGeom>
          <a:noFill/>
        </p:spPr>
        <p:txBody>
          <a:bodyPr wrap="square" rtlCol="0">
            <a:spAutoFit/>
          </a:bodyPr>
          <a:lstStyle/>
          <a:p>
            <a:pPr algn="ctr"/>
            <a:r>
              <a:rPr lang="en-US" sz="900" dirty="0"/>
              <a:t>217643</a:t>
            </a:r>
          </a:p>
        </p:txBody>
      </p:sp>
      <p:sp>
        <p:nvSpPr>
          <p:cNvPr id="71" name="TextBox 70">
            <a:extLst>
              <a:ext uri="{FF2B5EF4-FFF2-40B4-BE49-F238E27FC236}">
                <a16:creationId xmlns:a16="http://schemas.microsoft.com/office/drawing/2014/main" id="{DEDEE73D-601F-18FB-4026-A6E71209FB2C}"/>
              </a:ext>
            </a:extLst>
          </p:cNvPr>
          <p:cNvSpPr txBox="1"/>
          <p:nvPr/>
        </p:nvSpPr>
        <p:spPr>
          <a:xfrm>
            <a:off x="3138310" y="3406653"/>
            <a:ext cx="570089" cy="230832"/>
          </a:xfrm>
          <a:prstGeom prst="rect">
            <a:avLst/>
          </a:prstGeom>
          <a:noFill/>
        </p:spPr>
        <p:txBody>
          <a:bodyPr wrap="square" rtlCol="0">
            <a:spAutoFit/>
          </a:bodyPr>
          <a:lstStyle/>
          <a:p>
            <a:pPr algn="ctr"/>
            <a:r>
              <a:rPr lang="en-US" sz="900" dirty="0"/>
              <a:t>764321</a:t>
            </a:r>
          </a:p>
        </p:txBody>
      </p:sp>
      <p:sp>
        <p:nvSpPr>
          <p:cNvPr id="72" name="TextBox 71">
            <a:extLst>
              <a:ext uri="{FF2B5EF4-FFF2-40B4-BE49-F238E27FC236}">
                <a16:creationId xmlns:a16="http://schemas.microsoft.com/office/drawing/2014/main" id="{81F6CF53-22CF-FA4A-07E6-5E1FF7F5EFDD}"/>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AAE4414E-64DF-E747-0F4E-7685614C16E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E450EC7C-9C3F-EA23-E0CD-BCC1D11DC373}"/>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E3E94523-A0F4-CF74-D4CD-8C7DF86E128D}"/>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76" name="TextBox 75">
            <a:extLst>
              <a:ext uri="{FF2B5EF4-FFF2-40B4-BE49-F238E27FC236}">
                <a16:creationId xmlns:a16="http://schemas.microsoft.com/office/drawing/2014/main" id="{BABF5204-7EC0-FAC0-C06E-F1A9235FF710}"/>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7" name="TextBox 76">
            <a:extLst>
              <a:ext uri="{FF2B5EF4-FFF2-40B4-BE49-F238E27FC236}">
                <a16:creationId xmlns:a16="http://schemas.microsoft.com/office/drawing/2014/main" id="{AC21A9D4-62AB-3617-30FD-D58E8E053C7C}"/>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
        <p:nvSpPr>
          <p:cNvPr id="9" name="TextBox 8">
            <a:extLst>
              <a:ext uri="{FF2B5EF4-FFF2-40B4-BE49-F238E27FC236}">
                <a16:creationId xmlns:a16="http://schemas.microsoft.com/office/drawing/2014/main" id="{651A3AB3-DB79-C23D-E921-81DF1421ACBF}"/>
              </a:ext>
            </a:extLst>
          </p:cNvPr>
          <p:cNvSpPr txBox="1"/>
          <p:nvPr/>
        </p:nvSpPr>
        <p:spPr>
          <a:xfrm>
            <a:off x="3640666" y="2404765"/>
            <a:ext cx="570089" cy="230832"/>
          </a:xfrm>
          <a:prstGeom prst="rect">
            <a:avLst/>
          </a:prstGeom>
          <a:noFill/>
        </p:spPr>
        <p:txBody>
          <a:bodyPr wrap="square" rtlCol="0">
            <a:spAutoFit/>
          </a:bodyPr>
          <a:lstStyle/>
          <a:p>
            <a:pPr algn="ctr"/>
            <a:r>
              <a:rPr lang="en-US" sz="900" dirty="0"/>
              <a:t>345789</a:t>
            </a:r>
          </a:p>
        </p:txBody>
      </p:sp>
    </p:spTree>
    <p:extLst>
      <p:ext uri="{BB962C8B-B14F-4D97-AF65-F5344CB8AC3E}">
        <p14:creationId xmlns:p14="http://schemas.microsoft.com/office/powerpoint/2010/main" val="3200119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59419-6BEE-7B94-14FE-0ABB287727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F54C08-AF85-70A5-12A2-F73C4A09CB51}"/>
              </a:ext>
            </a:extLst>
          </p:cNvPr>
          <p:cNvSpPr>
            <a:spLocks noGrp="1"/>
          </p:cNvSpPr>
          <p:nvPr>
            <p:ph sz="half" idx="1"/>
          </p:nvPr>
        </p:nvSpPr>
        <p:spPr/>
        <p:txBody>
          <a:bodyPr>
            <a:normAutofit/>
          </a:bodyPr>
          <a:lstStyle/>
          <a:p>
            <a:r>
              <a:rPr lang="en-US" dirty="0"/>
              <a:t>In [19 in 4], one cell must be 2, 3, or 4. If 2, the remaining cells are 89. If 3, the remaining cells are 79. If 4, the remaining cells are 69 or 78.</a:t>
            </a:r>
          </a:p>
        </p:txBody>
      </p:sp>
      <p:pic>
        <p:nvPicPr>
          <p:cNvPr id="4" name="Picture 3" descr="A grid of sudoku puzzle&#10;&#10;Description automatically generated">
            <a:extLst>
              <a:ext uri="{FF2B5EF4-FFF2-40B4-BE49-F238E27FC236}">
                <a16:creationId xmlns:a16="http://schemas.microsoft.com/office/drawing/2014/main" id="{854CA8B2-4061-542B-B62C-B3E31181F04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4FAADBA-9B6B-5996-F8CB-8D6D717B0FD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6FE1390-F1A2-13D0-D437-66C0CF3B173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20C43CE-EC8D-E66D-62C1-87A9E97DD78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F4566E6-D6A9-9D8E-C34C-BF40AF1C15D5}"/>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455E7DFF-61EB-6104-3A31-16AC69CC8030}"/>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64FB77DC-AA01-7AC4-DB9C-8398867D3DC2}"/>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B8DB27C5-DD79-0175-A482-4BD4924299FC}"/>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62B902D3-FC47-109A-FABC-D1C346F8895A}"/>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9E86FCCF-ED8A-C8A6-7C33-DA22BE878DED}"/>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B49ED34C-93AF-71E9-CFA4-D696F05D3FA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5F3E1213-A53E-F8B1-2AAD-4465832BB000}"/>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CD77C10-13CF-B035-D677-A800D4B1BE5E}"/>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6BB68E7A-C124-DCDA-FF7D-4F831CF34AB4}"/>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300FC98A-E277-CCC8-47E8-F9AAF026E45F}"/>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75185CB6-616D-C342-782C-7D501B82BEE9}"/>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EC5FF8BF-5C08-67DE-7888-68722A7DDC6F}"/>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370B38CA-0429-F5A1-36B6-BC8808A9396A}"/>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14D73A04-D2B5-B552-67D5-6B52C3983A8D}"/>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EEF4B70D-4AD0-33F5-9F37-0B4A00695164}"/>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420F4FAE-DC40-033E-F4B6-C57F4FC031BD}"/>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B1E22CBD-0AB2-EBC5-370E-91C58F9D992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DA3CA08A-81D6-E652-963B-727BB6079F48}"/>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BD7DDE69-0DED-AADF-A6B9-5F5818C04695}"/>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30" name="TextBox 29">
            <a:extLst>
              <a:ext uri="{FF2B5EF4-FFF2-40B4-BE49-F238E27FC236}">
                <a16:creationId xmlns:a16="http://schemas.microsoft.com/office/drawing/2014/main" id="{BC77AC79-5198-9BA7-5769-E9CC18011D96}"/>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E4999D9A-80BA-D181-3C77-80BDE63C5B5C}"/>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2CE68065-FFB6-5BB4-EED1-3E9B3523929D}"/>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F717AF31-DB09-7BAA-6A1E-6F36E107DF6B}"/>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060D7DF3-AD92-FE7C-7C5F-F34F9BBCEBC5}"/>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671E4DFC-AEE5-056C-2243-93A2763E24C0}"/>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5256FA66-2018-CA56-BA8C-E330F32149FB}"/>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52DEE53A-FEF4-5841-AE73-550165C04A0B}"/>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919F654A-E8E3-FE28-B822-084155786430}"/>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3B0ABEA4-1846-2792-2BF2-463060EBEA48}"/>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475BA7A0-2423-32A7-8E2E-BDE5E110D8DA}"/>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78AA8755-8332-3255-FB26-E1A28DA40D98}"/>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CE1E72F1-12B3-B526-602F-DE20870E7732}"/>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B81DC773-EE2B-6601-17E3-47E9A2579149}"/>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29CCE46A-AF2E-E429-FD94-A6A2C671A3E7}"/>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420019E3-F36A-BE53-2671-9026A77588D5}"/>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F20F3C90-13D4-F5CC-DAEE-78E92330B6E2}"/>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EED84A0E-3DDA-FC92-79C7-08FDC07487B6}"/>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A8792DB8-5B5C-7D86-22C6-76B536C33BDE}"/>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94C140DF-315B-BF12-6F5D-76BE875F54C4}"/>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33CB2007-01C5-40BC-9BBC-3155583A55E0}"/>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8DFC4A09-4B33-8D2A-E1AC-61582B594A16}"/>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E1C93992-548D-435C-FB26-D52D78379DE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97FF3F2D-E191-BBE5-343C-B6BD51D72F81}"/>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AC06337D-234B-B92C-6C8E-D22E4DD9FEEE}"/>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F55E958B-925A-1CD6-6487-0195BCA809A5}"/>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18D20576-5AA7-3543-AD6C-D127848E0193}"/>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4CC49691-A1BB-413B-5D61-663FD18611B7}"/>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D3EA90F3-E0DF-A29A-2CB0-B1599D47C448}"/>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E082B200-57B4-44B5-97CC-78388EDDA682}"/>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B1BF007F-CEA2-EF29-EBF8-BF3283468374}"/>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FB12FAC0-D7A3-9AA9-D6AF-628EFC3A4AF3}"/>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A1CB4E4F-E7E1-26AF-8E2D-08EFF3C3E0DD}"/>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F450C96C-E076-17A5-79BC-96C8C88BE0B1}"/>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5CF714DC-5EA1-2012-694D-CE6F65DC7C01}"/>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98FCBD28-1CC9-2FB7-9DAC-161D07987E0D}"/>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B4C10496-5833-412B-5A72-76B22142F56C}"/>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43266F6D-32B7-F17C-0991-11CC151CC72E}"/>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11ADA265-CB2D-5671-EE6D-FADA75354525}"/>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123467</a:t>
            </a:r>
          </a:p>
        </p:txBody>
      </p:sp>
      <p:sp>
        <p:nvSpPr>
          <p:cNvPr id="69" name="TextBox 68">
            <a:extLst>
              <a:ext uri="{FF2B5EF4-FFF2-40B4-BE49-F238E27FC236}">
                <a16:creationId xmlns:a16="http://schemas.microsoft.com/office/drawing/2014/main" id="{29C2CC91-F7D4-19EC-CB03-A8E227F58F77}"/>
              </a:ext>
            </a:extLst>
          </p:cNvPr>
          <p:cNvSpPr txBox="1"/>
          <p:nvPr/>
        </p:nvSpPr>
        <p:spPr>
          <a:xfrm>
            <a:off x="3138310" y="2905709"/>
            <a:ext cx="570089" cy="230832"/>
          </a:xfrm>
          <a:prstGeom prst="rect">
            <a:avLst/>
          </a:prstGeom>
          <a:noFill/>
        </p:spPr>
        <p:txBody>
          <a:bodyPr wrap="square" rtlCol="0">
            <a:spAutoFit/>
          </a:bodyPr>
          <a:lstStyle/>
          <a:p>
            <a:pPr algn="ctr"/>
            <a:r>
              <a:rPr lang="en-US" sz="900" dirty="0"/>
              <a:t>346712</a:t>
            </a:r>
          </a:p>
        </p:txBody>
      </p:sp>
      <p:sp>
        <p:nvSpPr>
          <p:cNvPr id="70" name="TextBox 69">
            <a:extLst>
              <a:ext uri="{FF2B5EF4-FFF2-40B4-BE49-F238E27FC236}">
                <a16:creationId xmlns:a16="http://schemas.microsoft.com/office/drawing/2014/main" id="{13807D2D-209F-73F3-E515-AE647085B454}"/>
              </a:ext>
            </a:extLst>
          </p:cNvPr>
          <p:cNvSpPr txBox="1"/>
          <p:nvPr/>
        </p:nvSpPr>
        <p:spPr>
          <a:xfrm>
            <a:off x="3640666" y="3406653"/>
            <a:ext cx="570089" cy="230832"/>
          </a:xfrm>
          <a:prstGeom prst="rect">
            <a:avLst/>
          </a:prstGeom>
          <a:noFill/>
        </p:spPr>
        <p:txBody>
          <a:bodyPr wrap="square" rtlCol="0">
            <a:spAutoFit/>
          </a:bodyPr>
          <a:lstStyle/>
          <a:p>
            <a:pPr algn="ctr"/>
            <a:r>
              <a:rPr lang="en-US" sz="900" dirty="0"/>
              <a:t>217643</a:t>
            </a:r>
          </a:p>
        </p:txBody>
      </p:sp>
      <p:sp>
        <p:nvSpPr>
          <p:cNvPr id="71" name="TextBox 70">
            <a:extLst>
              <a:ext uri="{FF2B5EF4-FFF2-40B4-BE49-F238E27FC236}">
                <a16:creationId xmlns:a16="http://schemas.microsoft.com/office/drawing/2014/main" id="{BD0A8E17-5D7D-BCDE-2ADE-222FFF72B8EC}"/>
              </a:ext>
            </a:extLst>
          </p:cNvPr>
          <p:cNvSpPr txBox="1"/>
          <p:nvPr/>
        </p:nvSpPr>
        <p:spPr>
          <a:xfrm>
            <a:off x="3138310" y="3406653"/>
            <a:ext cx="570089" cy="230832"/>
          </a:xfrm>
          <a:prstGeom prst="rect">
            <a:avLst/>
          </a:prstGeom>
          <a:noFill/>
        </p:spPr>
        <p:txBody>
          <a:bodyPr wrap="square" rtlCol="0">
            <a:spAutoFit/>
          </a:bodyPr>
          <a:lstStyle/>
          <a:p>
            <a:pPr algn="ctr"/>
            <a:r>
              <a:rPr lang="en-US" sz="900" dirty="0"/>
              <a:t>764321</a:t>
            </a:r>
          </a:p>
        </p:txBody>
      </p:sp>
      <p:sp>
        <p:nvSpPr>
          <p:cNvPr id="72" name="TextBox 71">
            <a:extLst>
              <a:ext uri="{FF2B5EF4-FFF2-40B4-BE49-F238E27FC236}">
                <a16:creationId xmlns:a16="http://schemas.microsoft.com/office/drawing/2014/main" id="{89B1BFE6-DE8D-E36A-5BAD-B33F3CA36C68}"/>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A56A342C-23C7-6163-A48E-56CF5A9A648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EB97681B-53B0-1511-9447-D15E977ED55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D9280F29-FB76-1DDD-0E29-3404CA507BB7}"/>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76" name="TextBox 75">
            <a:extLst>
              <a:ext uri="{FF2B5EF4-FFF2-40B4-BE49-F238E27FC236}">
                <a16:creationId xmlns:a16="http://schemas.microsoft.com/office/drawing/2014/main" id="{47716B8C-DBB2-87FA-8E7E-5CFD7DCFB38A}"/>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7" name="TextBox 76">
            <a:extLst>
              <a:ext uri="{FF2B5EF4-FFF2-40B4-BE49-F238E27FC236}">
                <a16:creationId xmlns:a16="http://schemas.microsoft.com/office/drawing/2014/main" id="{87862827-03AD-4139-4C93-10C7DADF41A2}"/>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
        <p:nvSpPr>
          <p:cNvPr id="9" name="TextBox 8">
            <a:extLst>
              <a:ext uri="{FF2B5EF4-FFF2-40B4-BE49-F238E27FC236}">
                <a16:creationId xmlns:a16="http://schemas.microsoft.com/office/drawing/2014/main" id="{85DDD994-8133-063B-7E6E-D762ACC093B5}"/>
              </a:ext>
            </a:extLst>
          </p:cNvPr>
          <p:cNvSpPr txBox="1"/>
          <p:nvPr/>
        </p:nvSpPr>
        <p:spPr>
          <a:xfrm>
            <a:off x="3640666" y="2404765"/>
            <a:ext cx="570089" cy="230832"/>
          </a:xfrm>
          <a:prstGeom prst="rect">
            <a:avLst/>
          </a:prstGeom>
          <a:noFill/>
        </p:spPr>
        <p:txBody>
          <a:bodyPr wrap="square" rtlCol="0">
            <a:spAutoFit/>
          </a:bodyPr>
          <a:lstStyle/>
          <a:p>
            <a:pPr algn="ctr"/>
            <a:r>
              <a:rPr lang="en-US" sz="900" dirty="0"/>
              <a:t>345789</a:t>
            </a:r>
          </a:p>
        </p:txBody>
      </p:sp>
      <p:sp>
        <p:nvSpPr>
          <p:cNvPr id="12" name="TextBox 11">
            <a:extLst>
              <a:ext uri="{FF2B5EF4-FFF2-40B4-BE49-F238E27FC236}">
                <a16:creationId xmlns:a16="http://schemas.microsoft.com/office/drawing/2014/main" id="{77616A92-DD8C-371B-0E39-6172E664D941}"/>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6789</a:t>
            </a:r>
          </a:p>
        </p:txBody>
      </p:sp>
    </p:spTree>
    <p:extLst>
      <p:ext uri="{BB962C8B-B14F-4D97-AF65-F5344CB8AC3E}">
        <p14:creationId xmlns:p14="http://schemas.microsoft.com/office/powerpoint/2010/main" val="730016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BA090-65A3-F268-BF58-204FD521939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4EE5EB-9CBF-82D1-2CF6-41C289FB36F0}"/>
              </a:ext>
            </a:extLst>
          </p:cNvPr>
          <p:cNvSpPr>
            <a:spLocks noGrp="1"/>
          </p:cNvSpPr>
          <p:nvPr>
            <p:ph sz="half" idx="1"/>
          </p:nvPr>
        </p:nvSpPr>
        <p:spPr/>
        <p:txBody>
          <a:bodyPr>
            <a:normAutofit/>
          </a:bodyPr>
          <a:lstStyle/>
          <a:p>
            <a:r>
              <a:rPr lang="en-US" dirty="0"/>
              <a:t>In the left center block, between the two [11 in 3] there must be a 3 or 4, but not both. The only other opportunity for a 3 or 4 is this cell.</a:t>
            </a:r>
          </a:p>
        </p:txBody>
      </p:sp>
      <p:pic>
        <p:nvPicPr>
          <p:cNvPr id="4" name="Picture 3" descr="A grid of sudoku puzzle&#10;&#10;Description automatically generated">
            <a:extLst>
              <a:ext uri="{FF2B5EF4-FFF2-40B4-BE49-F238E27FC236}">
                <a16:creationId xmlns:a16="http://schemas.microsoft.com/office/drawing/2014/main" id="{2962DCFA-9B50-1DA1-E654-8897F27F7BE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0D68E55-CA6B-98F2-836C-4003CBBDD84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F3AFEB4-310C-C61B-4A1E-1522F4BD5DD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7274E9A-B80B-391B-8866-5A3839E98CD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97BDCB6-A8A9-BB3D-E144-48302536AD4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6894B67-E1F9-17E8-0B92-4F49ECA34772}"/>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F804C2FB-67C8-625E-53EA-7901934CC36F}"/>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062C0854-E097-964A-5EDC-2DB03079405D}"/>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E8B23DDA-FAFD-B18F-A257-C33903F473F4}"/>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06DB99DB-1C92-EE59-6D2B-3C2FB361F48C}"/>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2678B303-9E70-8584-F252-CD968F67098C}"/>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5BC9F5BA-9A8E-C2C9-60D9-F94855E8D989}"/>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AC4F552B-ECD1-BD93-80BB-EFCCD0F5C566}"/>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7427D468-4BB2-71AA-39EB-03C8D949B9A0}"/>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E6417A88-CB5E-9B34-34C2-8CF4820C9953}"/>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622CBC05-ECFB-6C42-C2A4-EEA33FF27A7B}"/>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DAEDAD33-22E3-930A-7E35-54E6147C7AC2}"/>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B786AB08-FCB4-BD2E-E3C3-99F6FA29B845}"/>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388CA9B5-4D87-09F0-3C00-1990669076BA}"/>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A05D1683-14A5-3D0D-0256-F9704CD34059}"/>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D6A6AAA2-CB90-BE26-B381-81576BBD1C59}"/>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6D0F0BC5-B643-1AE1-8EE9-699408B5319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6D14677C-1308-121B-C1D4-51D51208DD6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908B624F-690E-2CF2-F6A4-7D4EEAE42BA4}"/>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30" name="TextBox 29">
            <a:extLst>
              <a:ext uri="{FF2B5EF4-FFF2-40B4-BE49-F238E27FC236}">
                <a16:creationId xmlns:a16="http://schemas.microsoft.com/office/drawing/2014/main" id="{4BAC7B75-E038-0E4F-1323-373BC1BDF785}"/>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C802AFD8-775C-E8EB-2F3B-0AC3DB7BFEF7}"/>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270F3077-D695-C2D7-586B-D1B90A527CB7}"/>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5A642D72-8E25-B145-3AF9-46060D51A7F8}"/>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003BFC62-98AA-8768-6A04-9D7DED93AAC8}"/>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74459AE8-4A54-44C3-885A-2039705F8901}"/>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A23A05FF-6D22-40C0-3BB1-66AA7452047E}"/>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D055DAF6-0B96-356C-F943-4BEADEBE0720}"/>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E72F7BAC-2419-EB65-D27E-BF16C5448D2E}"/>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CF5C26D2-6064-F254-3022-CD3160FF7051}"/>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6798FDA7-F315-F981-32A1-D26D21D0FB97}"/>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76622E6E-F259-E333-C177-AE3152D0363C}"/>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787E04E5-36F5-3025-16FF-CE67FE5E02C4}"/>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FA8A3A9A-9577-BD12-C4C9-FAD4488BFA0D}"/>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A3BF7FEA-505C-F9B7-6DD0-0FE6E1665EED}"/>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F2CB25CF-9651-74D4-3449-E48C40763A50}"/>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85A859F1-0C5D-C1A6-F7CA-231DBD277CA2}"/>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A280EE0A-7D63-F7E8-E2B6-7D35847FED12}"/>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82C59E63-ED6A-6789-A80A-71DDD623375D}"/>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85345E97-1390-19BA-2E72-BBB8E5F8F86C}"/>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10B9D88B-DCCE-E1A9-35E5-07F4FF52A656}"/>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22CF6C21-B7DF-603C-FC23-0EB1A165416E}"/>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A34F1245-EE0C-C5E0-9AD0-0E9C1727EB50}"/>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075EA335-1628-2B57-9EC4-EF4230264915}"/>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D400F34A-58C7-A5D2-377E-74D671530981}"/>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B6F2B1CD-48FD-7ABD-A5EC-F3DC79418044}"/>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20224DF9-5AC5-AEFE-F6B8-5BB4D2F620EF}"/>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C3CFD854-DE61-0890-1343-FF4CC701D2FA}"/>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084B9CB1-52EF-AB2C-FECE-74C992B032B7}"/>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1A375DCD-A824-2C26-4338-B3CEB3E34380}"/>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9E7C2E7C-B918-3EF3-C511-14A29FBD6A16}"/>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016107C9-C48C-9F86-D395-19063815ADA0}"/>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271098D3-4B41-005A-3402-3D0D42F937D0}"/>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9676BCCA-76F9-1FE6-C6BA-216CC9178818}"/>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B6594704-DFE2-F684-418B-40D423C0ED5A}"/>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2B64BE9A-CE36-CBBE-A909-B5608DC2748D}"/>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623488AF-D26C-D457-56F1-892A9E37833E}"/>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447CFDFA-79F9-47B8-614B-D895D7C01330}"/>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CECEABC1-BE0D-5487-6394-B5E6D99B5ECC}"/>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123467</a:t>
            </a:r>
          </a:p>
        </p:txBody>
      </p:sp>
      <p:sp>
        <p:nvSpPr>
          <p:cNvPr id="69" name="TextBox 68">
            <a:extLst>
              <a:ext uri="{FF2B5EF4-FFF2-40B4-BE49-F238E27FC236}">
                <a16:creationId xmlns:a16="http://schemas.microsoft.com/office/drawing/2014/main" id="{02B4A28B-7C69-22C7-B200-220166613EBF}"/>
              </a:ext>
            </a:extLst>
          </p:cNvPr>
          <p:cNvSpPr txBox="1"/>
          <p:nvPr/>
        </p:nvSpPr>
        <p:spPr>
          <a:xfrm>
            <a:off x="3138310" y="2905709"/>
            <a:ext cx="570089" cy="230832"/>
          </a:xfrm>
          <a:prstGeom prst="rect">
            <a:avLst/>
          </a:prstGeom>
          <a:noFill/>
        </p:spPr>
        <p:txBody>
          <a:bodyPr wrap="square" rtlCol="0">
            <a:spAutoFit/>
          </a:bodyPr>
          <a:lstStyle/>
          <a:p>
            <a:pPr algn="ctr"/>
            <a:r>
              <a:rPr lang="en-US" sz="900" dirty="0"/>
              <a:t>346712</a:t>
            </a:r>
          </a:p>
        </p:txBody>
      </p:sp>
      <p:sp>
        <p:nvSpPr>
          <p:cNvPr id="70" name="TextBox 69">
            <a:extLst>
              <a:ext uri="{FF2B5EF4-FFF2-40B4-BE49-F238E27FC236}">
                <a16:creationId xmlns:a16="http://schemas.microsoft.com/office/drawing/2014/main" id="{BB87E6E3-6C47-1985-B1C9-D464E0EB7895}"/>
              </a:ext>
            </a:extLst>
          </p:cNvPr>
          <p:cNvSpPr txBox="1"/>
          <p:nvPr/>
        </p:nvSpPr>
        <p:spPr>
          <a:xfrm>
            <a:off x="3640666" y="3406653"/>
            <a:ext cx="570089" cy="230832"/>
          </a:xfrm>
          <a:prstGeom prst="rect">
            <a:avLst/>
          </a:prstGeom>
          <a:noFill/>
        </p:spPr>
        <p:txBody>
          <a:bodyPr wrap="square" rtlCol="0">
            <a:spAutoFit/>
          </a:bodyPr>
          <a:lstStyle/>
          <a:p>
            <a:pPr algn="ctr"/>
            <a:r>
              <a:rPr lang="en-US" sz="900" dirty="0"/>
              <a:t>217643</a:t>
            </a:r>
          </a:p>
        </p:txBody>
      </p:sp>
      <p:sp>
        <p:nvSpPr>
          <p:cNvPr id="71" name="TextBox 70">
            <a:extLst>
              <a:ext uri="{FF2B5EF4-FFF2-40B4-BE49-F238E27FC236}">
                <a16:creationId xmlns:a16="http://schemas.microsoft.com/office/drawing/2014/main" id="{6F4BA685-1B83-6D42-C644-B8E472D4C962}"/>
              </a:ext>
            </a:extLst>
          </p:cNvPr>
          <p:cNvSpPr txBox="1"/>
          <p:nvPr/>
        </p:nvSpPr>
        <p:spPr>
          <a:xfrm>
            <a:off x="3138310" y="3406653"/>
            <a:ext cx="570089" cy="230832"/>
          </a:xfrm>
          <a:prstGeom prst="rect">
            <a:avLst/>
          </a:prstGeom>
          <a:noFill/>
        </p:spPr>
        <p:txBody>
          <a:bodyPr wrap="square" rtlCol="0">
            <a:spAutoFit/>
          </a:bodyPr>
          <a:lstStyle/>
          <a:p>
            <a:pPr algn="ctr"/>
            <a:r>
              <a:rPr lang="en-US" sz="900" dirty="0"/>
              <a:t>764321</a:t>
            </a:r>
          </a:p>
        </p:txBody>
      </p:sp>
      <p:sp>
        <p:nvSpPr>
          <p:cNvPr id="72" name="TextBox 71">
            <a:extLst>
              <a:ext uri="{FF2B5EF4-FFF2-40B4-BE49-F238E27FC236}">
                <a16:creationId xmlns:a16="http://schemas.microsoft.com/office/drawing/2014/main" id="{A9D1850E-22AC-56E0-AF9F-DBC8769D5A99}"/>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E1383ECB-A1D8-E9DA-2F0C-8F4C49A96660}"/>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CB461D9A-7B39-A9BC-3829-83CF3297CE4E}"/>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A37EFC87-DC83-8B57-FD45-C2BE0FBB2F78}"/>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76" name="TextBox 75">
            <a:extLst>
              <a:ext uri="{FF2B5EF4-FFF2-40B4-BE49-F238E27FC236}">
                <a16:creationId xmlns:a16="http://schemas.microsoft.com/office/drawing/2014/main" id="{C8730796-9001-3EE6-A9D4-AF4A0150AFF3}"/>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7" name="TextBox 76">
            <a:extLst>
              <a:ext uri="{FF2B5EF4-FFF2-40B4-BE49-F238E27FC236}">
                <a16:creationId xmlns:a16="http://schemas.microsoft.com/office/drawing/2014/main" id="{98C220FD-BA70-8CB4-7AB4-35A3EB7953AA}"/>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
        <p:nvSpPr>
          <p:cNvPr id="9" name="TextBox 8">
            <a:extLst>
              <a:ext uri="{FF2B5EF4-FFF2-40B4-BE49-F238E27FC236}">
                <a16:creationId xmlns:a16="http://schemas.microsoft.com/office/drawing/2014/main" id="{47E8F439-6A68-2BE8-C615-7F15FE7ECC95}"/>
              </a:ext>
            </a:extLst>
          </p:cNvPr>
          <p:cNvSpPr txBox="1"/>
          <p:nvPr/>
        </p:nvSpPr>
        <p:spPr>
          <a:xfrm>
            <a:off x="3640666" y="2404765"/>
            <a:ext cx="570089" cy="230832"/>
          </a:xfrm>
          <a:prstGeom prst="rect">
            <a:avLst/>
          </a:prstGeom>
          <a:noFill/>
        </p:spPr>
        <p:txBody>
          <a:bodyPr wrap="square" rtlCol="0">
            <a:spAutoFit/>
          </a:bodyPr>
          <a:lstStyle/>
          <a:p>
            <a:pPr algn="ctr"/>
            <a:r>
              <a:rPr lang="en-US" sz="900" dirty="0"/>
              <a:t>34</a:t>
            </a:r>
          </a:p>
        </p:txBody>
      </p:sp>
      <p:sp>
        <p:nvSpPr>
          <p:cNvPr id="12" name="TextBox 11">
            <a:extLst>
              <a:ext uri="{FF2B5EF4-FFF2-40B4-BE49-F238E27FC236}">
                <a16:creationId xmlns:a16="http://schemas.microsoft.com/office/drawing/2014/main" id="{AF261673-389A-F81E-C0C2-C71A8D4B1217}"/>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6789</a:t>
            </a:r>
          </a:p>
        </p:txBody>
      </p:sp>
    </p:spTree>
    <p:extLst>
      <p:ext uri="{BB962C8B-B14F-4D97-AF65-F5344CB8AC3E}">
        <p14:creationId xmlns:p14="http://schemas.microsoft.com/office/powerpoint/2010/main" val="1780669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1B0CC-BDEC-47FE-0097-32E596A4C4F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ED630D-B23A-9F8D-5B3E-6A9382E320EE}"/>
              </a:ext>
            </a:extLst>
          </p:cNvPr>
          <p:cNvSpPr>
            <a:spLocks noGrp="1"/>
          </p:cNvSpPr>
          <p:nvPr>
            <p:ph sz="half" idx="1"/>
          </p:nvPr>
        </p:nvSpPr>
        <p:spPr/>
        <p:txBody>
          <a:bodyPr>
            <a:normAutofit/>
          </a:bodyPr>
          <a:lstStyle/>
          <a:p>
            <a:r>
              <a:rPr lang="en-US" dirty="0"/>
              <a:t>This allow us to complete the ring.</a:t>
            </a:r>
          </a:p>
        </p:txBody>
      </p:sp>
      <p:pic>
        <p:nvPicPr>
          <p:cNvPr id="4" name="Picture 3" descr="A grid of sudoku puzzle&#10;&#10;Description automatically generated">
            <a:extLst>
              <a:ext uri="{FF2B5EF4-FFF2-40B4-BE49-F238E27FC236}">
                <a16:creationId xmlns:a16="http://schemas.microsoft.com/office/drawing/2014/main" id="{9FBBFA5F-3600-FCA2-038F-52A6EAB77D5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E4E5B01-E0EE-4A36-364D-A33543264BF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6056E3-F662-B03E-376C-42B7F68CB1A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881E2B1-8CDD-B76C-7D85-158695BCF89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87E325A-A777-6458-840C-023DCD518DC7}"/>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6C58AA2-68D9-B377-F2A7-E210CA327AB8}"/>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4EF70AB7-3B91-7F88-8CEB-637D3894C5BA}"/>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D6C2C67E-2222-077E-B4B2-8A99C1D2FE5F}"/>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8439D425-E622-57A3-7710-C0CFD4DCFE1C}"/>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FB02ADBE-6039-49A8-0CEA-571E70C41D27}"/>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836551A0-9C72-DBE3-BF6F-1B5A9DFC90E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8B709AE5-DDB9-6569-5792-299E2BB2513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F48A86C-DE84-25D8-B0B7-9A031B255CB1}"/>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09023C09-8AF3-5197-0AF1-DA10E37D5C4E}"/>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5C1B2D35-F1DD-782A-08EB-E609D9CA645F}"/>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91B06E9C-E2C2-AC09-E09B-C3C0A5BB5B9F}"/>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FEA3F8BF-AD75-35EE-79FB-DEA1DF070171}"/>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4B836C62-3387-B073-F94E-C16565E44AF9}"/>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8FF03E86-D776-D873-E5C2-486741254551}"/>
              </a:ext>
            </a:extLst>
          </p:cNvPr>
          <p:cNvSpPr txBox="1"/>
          <p:nvPr/>
        </p:nvSpPr>
        <p:spPr>
          <a:xfrm>
            <a:off x="3138310" y="1402877"/>
            <a:ext cx="570089" cy="230832"/>
          </a:xfrm>
          <a:prstGeom prst="rect">
            <a:avLst/>
          </a:prstGeom>
          <a:noFill/>
        </p:spPr>
        <p:txBody>
          <a:bodyPr wrap="square" rtlCol="0">
            <a:spAutoFit/>
          </a:bodyPr>
          <a:lstStyle/>
          <a:p>
            <a:pPr algn="ctr"/>
            <a:r>
              <a:rPr lang="en-US" sz="900" dirty="0"/>
              <a:t>324</a:t>
            </a:r>
          </a:p>
        </p:txBody>
      </p:sp>
      <p:sp>
        <p:nvSpPr>
          <p:cNvPr id="25" name="TextBox 24">
            <a:extLst>
              <a:ext uri="{FF2B5EF4-FFF2-40B4-BE49-F238E27FC236}">
                <a16:creationId xmlns:a16="http://schemas.microsoft.com/office/drawing/2014/main" id="{8D7A301C-375B-1BCD-129E-73352CB10983}"/>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5A24A836-527A-0371-D843-922E90A08E48}"/>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2F95DE25-47CE-FDB3-10CD-917CA8E6677C}"/>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791205C7-2C31-DB53-3E38-E52E031055F6}"/>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5A237FCB-B252-C2C9-B392-3BAD9DD7B2B6}"/>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30" name="TextBox 29">
            <a:extLst>
              <a:ext uri="{FF2B5EF4-FFF2-40B4-BE49-F238E27FC236}">
                <a16:creationId xmlns:a16="http://schemas.microsoft.com/office/drawing/2014/main" id="{EBDD76A7-EB59-515A-84AE-CC3F2BB3F250}"/>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E1DD4236-010F-B25C-7781-37DF389EA7E3}"/>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EBE50844-B101-A10A-10CA-2F332ADB9B71}"/>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C018C300-0E13-A661-CB2A-98621F4E5BE8}"/>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55D84402-AE7F-9ACB-6D65-862535E45A65}"/>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40C9B5C4-4A9D-235A-00F5-26A3D9542948}"/>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6B9EF271-5BF8-21E8-5855-A3B85FF74FE4}"/>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77F75751-2650-7C4B-7872-DE538AF1BF8A}"/>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C0839195-B94B-75C9-8803-EE74299CE850}"/>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10363895-F375-98D4-8074-A343F0DF70DC}"/>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6D1D4552-D40E-6EB3-DF9F-7F3E831CC2A1}"/>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DEE44804-1345-DFE6-3A8D-61491F380FB5}"/>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7FA2EA6A-9EFF-03C8-A8A5-681E103E5F64}"/>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7D0BCD11-380B-7B9C-6DC3-F97AD81EF077}"/>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11EE28E4-475A-8BBA-7726-7AE0D808D6B4}"/>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DD613076-E3D7-6614-EA54-76DAD9C6DF0A}"/>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3838603F-4800-AE49-6D7F-479AEBB847C9}"/>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D8C83A18-58E9-054F-5DBF-0169A7086721}"/>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7ACB1255-7A5E-2AEA-C2B5-BAAD382F0EF4}"/>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173B4935-457B-10B3-93EB-E523B1F2DE80}"/>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DEA71CAD-2443-3BE5-D8C5-5EFBA59A6122}"/>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0FF07694-1637-0FC4-4328-D8CE08CEF201}"/>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8C057878-2F02-C19C-D650-A77132E032A1}"/>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682A1F3F-20F9-FE59-1EF4-F67798A22225}"/>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6D2C4C44-7F9A-4D8B-8AEA-B68575DB6ECF}"/>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C4F20004-0394-8B6A-6C52-0BA2BB061390}"/>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FC0E668C-7D8C-A603-9CC0-7E040451F996}"/>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37EA3D0C-4246-A21A-8E6A-FC4EBF9F9F1C}"/>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B7A09315-F998-D989-CA7A-7B3F70EEEF45}"/>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D1C095A8-E148-0F15-2359-4216A0BA7651}"/>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1FD4832C-1A68-9A62-DBF2-07986D7C1BE2}"/>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BA26D4D7-7224-B1B4-0620-E63BFF49AE95}"/>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8ABAA137-93D0-8D2E-3020-FD6BECABF9AC}"/>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7223B964-22BA-1696-6C63-FA27A9F85301}"/>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4B923EFA-6CCB-7D3F-839D-E32D94B23FB7}"/>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3DC8EF4A-63D4-756E-EF53-06233D1D954C}"/>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12ECFBC9-EAF1-B7D3-A546-2D640B7C9135}"/>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1D86748F-F60C-27B2-C628-3761EA79BA64}"/>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DADF51C3-DA4C-DAD3-253D-B81E71655F8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123467</a:t>
            </a:r>
          </a:p>
        </p:txBody>
      </p:sp>
      <p:sp>
        <p:nvSpPr>
          <p:cNvPr id="69" name="TextBox 68">
            <a:extLst>
              <a:ext uri="{FF2B5EF4-FFF2-40B4-BE49-F238E27FC236}">
                <a16:creationId xmlns:a16="http://schemas.microsoft.com/office/drawing/2014/main" id="{523721E4-50C9-E501-86E0-4C8641DD4E5E}"/>
              </a:ext>
            </a:extLst>
          </p:cNvPr>
          <p:cNvSpPr txBox="1"/>
          <p:nvPr/>
        </p:nvSpPr>
        <p:spPr>
          <a:xfrm>
            <a:off x="3138310" y="2905709"/>
            <a:ext cx="570089" cy="230832"/>
          </a:xfrm>
          <a:prstGeom prst="rect">
            <a:avLst/>
          </a:prstGeom>
          <a:noFill/>
        </p:spPr>
        <p:txBody>
          <a:bodyPr wrap="square" rtlCol="0">
            <a:spAutoFit/>
          </a:bodyPr>
          <a:lstStyle/>
          <a:p>
            <a:pPr algn="ctr"/>
            <a:r>
              <a:rPr lang="en-US" sz="900" dirty="0"/>
              <a:t>346712</a:t>
            </a:r>
          </a:p>
        </p:txBody>
      </p:sp>
      <p:sp>
        <p:nvSpPr>
          <p:cNvPr id="70" name="TextBox 69">
            <a:extLst>
              <a:ext uri="{FF2B5EF4-FFF2-40B4-BE49-F238E27FC236}">
                <a16:creationId xmlns:a16="http://schemas.microsoft.com/office/drawing/2014/main" id="{F0481BF4-EEB9-4238-5F32-E62640A8D705}"/>
              </a:ext>
            </a:extLst>
          </p:cNvPr>
          <p:cNvSpPr txBox="1"/>
          <p:nvPr/>
        </p:nvSpPr>
        <p:spPr>
          <a:xfrm>
            <a:off x="3640666" y="3406653"/>
            <a:ext cx="570089" cy="230832"/>
          </a:xfrm>
          <a:prstGeom prst="rect">
            <a:avLst/>
          </a:prstGeom>
          <a:noFill/>
        </p:spPr>
        <p:txBody>
          <a:bodyPr wrap="square" rtlCol="0">
            <a:spAutoFit/>
          </a:bodyPr>
          <a:lstStyle/>
          <a:p>
            <a:pPr algn="ctr"/>
            <a:r>
              <a:rPr lang="en-US" sz="900" dirty="0"/>
              <a:t>217643</a:t>
            </a:r>
          </a:p>
        </p:txBody>
      </p:sp>
      <p:sp>
        <p:nvSpPr>
          <p:cNvPr id="71" name="TextBox 70">
            <a:extLst>
              <a:ext uri="{FF2B5EF4-FFF2-40B4-BE49-F238E27FC236}">
                <a16:creationId xmlns:a16="http://schemas.microsoft.com/office/drawing/2014/main" id="{C88D2904-2412-9B5A-4EBE-5E224E6C4C10}"/>
              </a:ext>
            </a:extLst>
          </p:cNvPr>
          <p:cNvSpPr txBox="1"/>
          <p:nvPr/>
        </p:nvSpPr>
        <p:spPr>
          <a:xfrm>
            <a:off x="3138310" y="3406653"/>
            <a:ext cx="570089" cy="230832"/>
          </a:xfrm>
          <a:prstGeom prst="rect">
            <a:avLst/>
          </a:prstGeom>
          <a:noFill/>
        </p:spPr>
        <p:txBody>
          <a:bodyPr wrap="square" rtlCol="0">
            <a:spAutoFit/>
          </a:bodyPr>
          <a:lstStyle/>
          <a:p>
            <a:pPr algn="ctr"/>
            <a:r>
              <a:rPr lang="en-US" sz="900" dirty="0"/>
              <a:t>764321</a:t>
            </a:r>
          </a:p>
        </p:txBody>
      </p:sp>
      <p:sp>
        <p:nvSpPr>
          <p:cNvPr id="72" name="TextBox 71">
            <a:extLst>
              <a:ext uri="{FF2B5EF4-FFF2-40B4-BE49-F238E27FC236}">
                <a16:creationId xmlns:a16="http://schemas.microsoft.com/office/drawing/2014/main" id="{97E3E17F-B606-D1F7-A555-DE599DC58948}"/>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C013CA99-83E3-0DE8-313D-5900E97BB875}"/>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5796F03F-192D-888F-73BB-6526EADF373C}"/>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1A633541-A4A3-5312-6051-A872ED974062}"/>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76" name="TextBox 75">
            <a:extLst>
              <a:ext uri="{FF2B5EF4-FFF2-40B4-BE49-F238E27FC236}">
                <a16:creationId xmlns:a16="http://schemas.microsoft.com/office/drawing/2014/main" id="{840637AB-2829-FCC3-14D5-D9B2E2E4C3A5}"/>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7" name="TextBox 76">
            <a:extLst>
              <a:ext uri="{FF2B5EF4-FFF2-40B4-BE49-F238E27FC236}">
                <a16:creationId xmlns:a16="http://schemas.microsoft.com/office/drawing/2014/main" id="{8A390DBE-60AA-E1F6-4522-CC3E9BD0D3C5}"/>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
        <p:nvSpPr>
          <p:cNvPr id="9" name="TextBox 8">
            <a:extLst>
              <a:ext uri="{FF2B5EF4-FFF2-40B4-BE49-F238E27FC236}">
                <a16:creationId xmlns:a16="http://schemas.microsoft.com/office/drawing/2014/main" id="{E44013F6-DEF0-6C7C-5710-277886210CFE}"/>
              </a:ext>
            </a:extLst>
          </p:cNvPr>
          <p:cNvSpPr txBox="1"/>
          <p:nvPr/>
        </p:nvSpPr>
        <p:spPr>
          <a:xfrm>
            <a:off x="3640666" y="2404765"/>
            <a:ext cx="570089" cy="230832"/>
          </a:xfrm>
          <a:prstGeom prst="rect">
            <a:avLst/>
          </a:prstGeom>
          <a:noFill/>
        </p:spPr>
        <p:txBody>
          <a:bodyPr wrap="square" rtlCol="0">
            <a:spAutoFit/>
          </a:bodyPr>
          <a:lstStyle/>
          <a:p>
            <a:pPr algn="ctr"/>
            <a:r>
              <a:rPr lang="en-US" sz="900" dirty="0"/>
              <a:t>34</a:t>
            </a:r>
          </a:p>
        </p:txBody>
      </p:sp>
      <p:sp>
        <p:nvSpPr>
          <p:cNvPr id="12" name="TextBox 11">
            <a:extLst>
              <a:ext uri="{FF2B5EF4-FFF2-40B4-BE49-F238E27FC236}">
                <a16:creationId xmlns:a16="http://schemas.microsoft.com/office/drawing/2014/main" id="{CEC5B133-951F-ED12-09A2-E9DBACF042C4}"/>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6789</a:t>
            </a:r>
          </a:p>
        </p:txBody>
      </p:sp>
      <p:sp>
        <p:nvSpPr>
          <p:cNvPr id="22" name="TextBox 21">
            <a:extLst>
              <a:ext uri="{FF2B5EF4-FFF2-40B4-BE49-F238E27FC236}">
                <a16:creationId xmlns:a16="http://schemas.microsoft.com/office/drawing/2014/main" id="{C24F0AEC-1DDB-1B00-A98F-829AA3A0175E}"/>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5789</a:t>
            </a:r>
          </a:p>
        </p:txBody>
      </p:sp>
    </p:spTree>
    <p:extLst>
      <p:ext uri="{BB962C8B-B14F-4D97-AF65-F5344CB8AC3E}">
        <p14:creationId xmlns:p14="http://schemas.microsoft.com/office/powerpoint/2010/main" val="1784292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3F3F8-4A80-D0B7-3E0C-D3C456A3607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851C02-E523-AFD7-B35B-85475E222705}"/>
              </a:ext>
            </a:extLst>
          </p:cNvPr>
          <p:cNvSpPr>
            <a:spLocks noGrp="1"/>
          </p:cNvSpPr>
          <p:nvPr>
            <p:ph sz="half" idx="1"/>
          </p:nvPr>
        </p:nvSpPr>
        <p:spPr/>
        <p:txBody>
          <a:bodyPr>
            <a:normAutofit/>
          </a:bodyPr>
          <a:lstStyle/>
          <a:p>
            <a:r>
              <a:rPr lang="en-US" dirty="0"/>
              <a:t>In Row 2, the 2 must be in the ring.</a:t>
            </a:r>
          </a:p>
        </p:txBody>
      </p:sp>
      <p:pic>
        <p:nvPicPr>
          <p:cNvPr id="4" name="Picture 3" descr="A grid of sudoku puzzle&#10;&#10;Description automatically generated">
            <a:extLst>
              <a:ext uri="{FF2B5EF4-FFF2-40B4-BE49-F238E27FC236}">
                <a16:creationId xmlns:a16="http://schemas.microsoft.com/office/drawing/2014/main" id="{4E86B513-2919-53B8-6D92-B25247B587B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A7C2B4F-FDCB-A338-80C1-A6D490E06D9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E15599C-9C21-46B9-01B8-60C410A8452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5E572CC-2775-D30C-10E1-F193248D28E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E394A54-52FC-8DB3-A5B5-3167B362FEC8}"/>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E2B7440-0D7A-F983-2EBA-63D2F4EB10B2}"/>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8564DB6A-DB06-E4BD-1BFC-0E6D5317DE4E}"/>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F86EC340-EBB5-9399-9BA4-4DD0FC1613B1}"/>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982D1AEB-D1AC-A6E7-4E4C-AEA04C6DCA38}"/>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6B08A8E1-B2DC-033D-25B2-70E86DF01434}"/>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B3323352-835B-0866-3FB5-215A03AE5BE4}"/>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05D4F953-EBB1-FF70-5324-36A8A2AA5051}"/>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FAECFA9C-18A4-9742-4DC4-E8DFF5EA8C99}"/>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06FFAFAD-1A15-86C6-E29B-4915A2193A6E}"/>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20C024C0-D30D-ABF5-FCEE-D3AA7839D0FC}"/>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0C466FFD-9BE4-8032-D190-59569DF9B886}"/>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3CFC8293-1119-C468-2D20-B1C367C54589}"/>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77A302DB-61A5-BCE8-BBC4-BCECCA1742D6}"/>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A22D8C57-2824-E402-EA82-CF5A291A69CA}"/>
              </a:ext>
            </a:extLst>
          </p:cNvPr>
          <p:cNvSpPr txBox="1"/>
          <p:nvPr/>
        </p:nvSpPr>
        <p:spPr>
          <a:xfrm>
            <a:off x="3138310" y="1402877"/>
            <a:ext cx="570089" cy="230832"/>
          </a:xfrm>
          <a:prstGeom prst="rect">
            <a:avLst/>
          </a:prstGeom>
          <a:noFill/>
        </p:spPr>
        <p:txBody>
          <a:bodyPr wrap="square" rtlCol="0">
            <a:spAutoFit/>
          </a:bodyPr>
          <a:lstStyle/>
          <a:p>
            <a:pPr algn="ctr"/>
            <a:r>
              <a:rPr lang="en-US" sz="900" dirty="0"/>
              <a:t>34</a:t>
            </a:r>
          </a:p>
        </p:txBody>
      </p:sp>
      <p:sp>
        <p:nvSpPr>
          <p:cNvPr id="25" name="TextBox 24">
            <a:extLst>
              <a:ext uri="{FF2B5EF4-FFF2-40B4-BE49-F238E27FC236}">
                <a16:creationId xmlns:a16="http://schemas.microsoft.com/office/drawing/2014/main" id="{85868A50-920E-88C9-7995-7E1FFF821580}"/>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806C821D-0665-BA9E-2254-F3DC65F3B7DE}"/>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72FF3FCF-D4A4-2FC2-87A2-4E5DD265E3F6}"/>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229173D4-EB53-2AE0-88EB-529CFDC943DC}"/>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E538A03E-61A1-6F96-9CCC-95B5334B6207}"/>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30" name="TextBox 29">
            <a:extLst>
              <a:ext uri="{FF2B5EF4-FFF2-40B4-BE49-F238E27FC236}">
                <a16:creationId xmlns:a16="http://schemas.microsoft.com/office/drawing/2014/main" id="{89E84B7D-EB52-1824-BE13-73F71D0F5B97}"/>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0906C16B-46B6-347A-1DEF-25691361F1DE}"/>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CC4A8B96-F65A-ECE3-DC05-9195661C6914}"/>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BF492F05-7BB5-4C58-B810-281F13664FA2}"/>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5573572A-C0C6-1B22-5226-631F22E4A4E3}"/>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C36ED19B-6A4F-65D6-1A21-4EE5B6AA4299}"/>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8005F5C3-3C7A-9152-4085-363D9F00C2D7}"/>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7E3CDA91-3BAB-FC85-691A-D74FABA5EF85}"/>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D955C3EE-130A-8A24-DFE5-B4B880F39AB6}"/>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96374517-2521-E5A0-9642-B9D014A4D9FE}"/>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45461C83-E942-F2B5-190B-1F1132593AA1}"/>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5878C894-B270-CE34-143F-7A0440C92F7B}"/>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E85B15DA-66AF-6624-68B6-F4024D4B332B}"/>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9ADA232F-540B-CC7C-50A1-21DC4F0F4735}"/>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AACEAAED-AEF1-82AF-75AE-53BA34ADBCE6}"/>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3C84A4A4-BD4A-0A64-5D70-7CF7FAA756E8}"/>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39FD7B63-C4D6-7C2F-9111-9A595016077A}"/>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01C637D8-A01C-916B-F3DC-1D5D5D5A4FEE}"/>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E9ADAA8C-7102-2973-1133-BE07F9ACF6DC}"/>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BA75AC95-451C-5DF2-52C6-4E592ED413F7}"/>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5F813651-B2A2-2E7F-6AA8-6091E68542B0}"/>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2B8F0CF3-1A24-FF8C-2437-84639A568875}"/>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63D71D92-E1F2-56CA-AA95-568F4365B433}"/>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E404CFD8-E557-749B-3D9D-6CCAE9BBD595}"/>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AED80B52-A5A1-3233-0004-4FA29BB647E2}"/>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27EA90AE-CC26-5FD9-E2D5-505AEA759186}"/>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0F31FB23-BAB0-4119-D551-CD070F2341CE}"/>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28884E75-22E2-D331-2EDB-9D4C6BD63F9E}"/>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064A060C-C6A9-006E-7C13-C2C7CBE2FE26}"/>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AFB146AE-6555-803B-8368-6958B24D819C}"/>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4E6223E2-E399-F7F4-190E-AAA0CFC16B40}"/>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39A80D04-88BD-548D-EB25-AC953F4CEA06}"/>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39E880DC-2ED1-EBEC-93B8-3CB67AA07813}"/>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D23ED466-752C-92BD-524A-1EBF76C39CBF}"/>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484ABABA-5CB4-6A01-0E5F-50A3074B7C3A}"/>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DADF04C4-9DB0-0D6E-D24A-342309990018}"/>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257FDFF9-7FEA-0D10-D3CF-8300F090C759}"/>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E05302E0-3A2A-3EEC-F5A5-1D667AC2FCC0}"/>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28967350-AF43-B541-479B-4A7EFF1D38F2}"/>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123467</a:t>
            </a:r>
          </a:p>
        </p:txBody>
      </p:sp>
      <p:sp>
        <p:nvSpPr>
          <p:cNvPr id="69" name="TextBox 68">
            <a:extLst>
              <a:ext uri="{FF2B5EF4-FFF2-40B4-BE49-F238E27FC236}">
                <a16:creationId xmlns:a16="http://schemas.microsoft.com/office/drawing/2014/main" id="{6346B70A-E471-1A21-FAC3-6F928004DB3D}"/>
              </a:ext>
            </a:extLst>
          </p:cNvPr>
          <p:cNvSpPr txBox="1"/>
          <p:nvPr/>
        </p:nvSpPr>
        <p:spPr>
          <a:xfrm>
            <a:off x="3138310" y="2905709"/>
            <a:ext cx="570089" cy="230832"/>
          </a:xfrm>
          <a:prstGeom prst="rect">
            <a:avLst/>
          </a:prstGeom>
          <a:noFill/>
        </p:spPr>
        <p:txBody>
          <a:bodyPr wrap="square" rtlCol="0">
            <a:spAutoFit/>
          </a:bodyPr>
          <a:lstStyle/>
          <a:p>
            <a:pPr algn="ctr"/>
            <a:r>
              <a:rPr lang="en-US" sz="900" dirty="0"/>
              <a:t>346712</a:t>
            </a:r>
          </a:p>
        </p:txBody>
      </p:sp>
      <p:sp>
        <p:nvSpPr>
          <p:cNvPr id="70" name="TextBox 69">
            <a:extLst>
              <a:ext uri="{FF2B5EF4-FFF2-40B4-BE49-F238E27FC236}">
                <a16:creationId xmlns:a16="http://schemas.microsoft.com/office/drawing/2014/main" id="{FC3D65B1-5DFF-193D-6730-601B7EAE1576}"/>
              </a:ext>
            </a:extLst>
          </p:cNvPr>
          <p:cNvSpPr txBox="1"/>
          <p:nvPr/>
        </p:nvSpPr>
        <p:spPr>
          <a:xfrm>
            <a:off x="3640666" y="3406653"/>
            <a:ext cx="570089" cy="230832"/>
          </a:xfrm>
          <a:prstGeom prst="rect">
            <a:avLst/>
          </a:prstGeom>
          <a:noFill/>
        </p:spPr>
        <p:txBody>
          <a:bodyPr wrap="square" rtlCol="0">
            <a:spAutoFit/>
          </a:bodyPr>
          <a:lstStyle/>
          <a:p>
            <a:pPr algn="ctr"/>
            <a:r>
              <a:rPr lang="en-US" sz="900" dirty="0"/>
              <a:t>217643</a:t>
            </a:r>
          </a:p>
        </p:txBody>
      </p:sp>
      <p:sp>
        <p:nvSpPr>
          <p:cNvPr id="71" name="TextBox 70">
            <a:extLst>
              <a:ext uri="{FF2B5EF4-FFF2-40B4-BE49-F238E27FC236}">
                <a16:creationId xmlns:a16="http://schemas.microsoft.com/office/drawing/2014/main" id="{643EF416-7231-D90C-DF8C-264E6976C072}"/>
              </a:ext>
            </a:extLst>
          </p:cNvPr>
          <p:cNvSpPr txBox="1"/>
          <p:nvPr/>
        </p:nvSpPr>
        <p:spPr>
          <a:xfrm>
            <a:off x="3138310" y="3406653"/>
            <a:ext cx="570089" cy="230832"/>
          </a:xfrm>
          <a:prstGeom prst="rect">
            <a:avLst/>
          </a:prstGeom>
          <a:noFill/>
        </p:spPr>
        <p:txBody>
          <a:bodyPr wrap="square" rtlCol="0">
            <a:spAutoFit/>
          </a:bodyPr>
          <a:lstStyle/>
          <a:p>
            <a:pPr algn="ctr"/>
            <a:r>
              <a:rPr lang="en-US" sz="900" dirty="0"/>
              <a:t>764321</a:t>
            </a:r>
          </a:p>
        </p:txBody>
      </p:sp>
      <p:sp>
        <p:nvSpPr>
          <p:cNvPr id="72" name="TextBox 71">
            <a:extLst>
              <a:ext uri="{FF2B5EF4-FFF2-40B4-BE49-F238E27FC236}">
                <a16:creationId xmlns:a16="http://schemas.microsoft.com/office/drawing/2014/main" id="{ABEB898D-0824-9EC8-9121-91A9FA3860B9}"/>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773304BC-9B77-254C-556C-6834F004C57C}"/>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FC82275C-9BC9-BEF8-695E-CCADA6CF70D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28EEABD9-449C-7E8D-4271-3D7CABCDAAF3}"/>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76" name="TextBox 75">
            <a:extLst>
              <a:ext uri="{FF2B5EF4-FFF2-40B4-BE49-F238E27FC236}">
                <a16:creationId xmlns:a16="http://schemas.microsoft.com/office/drawing/2014/main" id="{306680C3-D2BB-C031-F97A-A9947F923318}"/>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7" name="TextBox 76">
            <a:extLst>
              <a:ext uri="{FF2B5EF4-FFF2-40B4-BE49-F238E27FC236}">
                <a16:creationId xmlns:a16="http://schemas.microsoft.com/office/drawing/2014/main" id="{F5705920-14E8-A70D-EFA7-80B32198A5A7}"/>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
        <p:nvSpPr>
          <p:cNvPr id="9" name="TextBox 8">
            <a:extLst>
              <a:ext uri="{FF2B5EF4-FFF2-40B4-BE49-F238E27FC236}">
                <a16:creationId xmlns:a16="http://schemas.microsoft.com/office/drawing/2014/main" id="{3DE9C748-7F60-53CB-3746-64F4EA9AD8DB}"/>
              </a:ext>
            </a:extLst>
          </p:cNvPr>
          <p:cNvSpPr txBox="1"/>
          <p:nvPr/>
        </p:nvSpPr>
        <p:spPr>
          <a:xfrm>
            <a:off x="3640666" y="2404765"/>
            <a:ext cx="570089" cy="230832"/>
          </a:xfrm>
          <a:prstGeom prst="rect">
            <a:avLst/>
          </a:prstGeom>
          <a:noFill/>
        </p:spPr>
        <p:txBody>
          <a:bodyPr wrap="square" rtlCol="0">
            <a:spAutoFit/>
          </a:bodyPr>
          <a:lstStyle/>
          <a:p>
            <a:pPr algn="ctr"/>
            <a:r>
              <a:rPr lang="en-US" sz="900" dirty="0"/>
              <a:t>34</a:t>
            </a:r>
          </a:p>
        </p:txBody>
      </p:sp>
      <p:sp>
        <p:nvSpPr>
          <p:cNvPr id="12" name="TextBox 11">
            <a:extLst>
              <a:ext uri="{FF2B5EF4-FFF2-40B4-BE49-F238E27FC236}">
                <a16:creationId xmlns:a16="http://schemas.microsoft.com/office/drawing/2014/main" id="{431F7BC3-A802-904A-0301-F6A6202AC9CB}"/>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6789</a:t>
            </a:r>
          </a:p>
        </p:txBody>
      </p:sp>
      <p:sp>
        <p:nvSpPr>
          <p:cNvPr id="22" name="TextBox 21">
            <a:extLst>
              <a:ext uri="{FF2B5EF4-FFF2-40B4-BE49-F238E27FC236}">
                <a16:creationId xmlns:a16="http://schemas.microsoft.com/office/drawing/2014/main" id="{AFCB5805-36EF-70F3-FEC8-770B075542DD}"/>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5789</a:t>
            </a:r>
          </a:p>
        </p:txBody>
      </p:sp>
    </p:spTree>
    <p:extLst>
      <p:ext uri="{BB962C8B-B14F-4D97-AF65-F5344CB8AC3E}">
        <p14:creationId xmlns:p14="http://schemas.microsoft.com/office/powerpoint/2010/main" val="5254319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295A1-E630-98A6-C40E-01A4189CA14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C5A032-9F42-646A-0B88-CCFB2449F2E6}"/>
              </a:ext>
            </a:extLst>
          </p:cNvPr>
          <p:cNvSpPr>
            <a:spLocks noGrp="1"/>
          </p:cNvSpPr>
          <p:nvPr>
            <p:ph sz="half" idx="1"/>
          </p:nvPr>
        </p:nvSpPr>
        <p:spPr/>
        <p:txBody>
          <a:bodyPr>
            <a:normAutofit/>
          </a:bodyPr>
          <a:lstStyle/>
          <a:p>
            <a:r>
              <a:rPr lang="en-US" dirty="0"/>
              <a:t>In Column 2, the 3 must be in the ring.</a:t>
            </a:r>
          </a:p>
        </p:txBody>
      </p:sp>
      <p:pic>
        <p:nvPicPr>
          <p:cNvPr id="4" name="Picture 3" descr="A grid of sudoku puzzle&#10;&#10;Description automatically generated">
            <a:extLst>
              <a:ext uri="{FF2B5EF4-FFF2-40B4-BE49-F238E27FC236}">
                <a16:creationId xmlns:a16="http://schemas.microsoft.com/office/drawing/2014/main" id="{B6BAA344-A970-799A-E9E4-9A1366C61EF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AB8A78A-1F39-4EAD-6016-DA29307AB95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403FC3D-5BBD-CC58-E629-52AD4839DD1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A73D60C-E201-65EA-9C1B-B3648CF2379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17B905F-F0F0-9521-63DC-D4F9AB609F62}"/>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12A95E4-659E-C35E-1280-989FB8214114}"/>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3CD3B95E-A92F-47ED-98D4-25103BDA308D}"/>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6D20F16C-334D-01CA-31BC-B255F51368C8}"/>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B0ACFAA8-7913-7391-35F9-A68E6AF9AAB7}"/>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BE875207-E54F-B2BB-6FB2-C3CAE85D52E8}"/>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3223A022-FF6A-EA91-5A00-E3CFB8D568C2}"/>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1BCCAF4C-0919-7711-F048-F1216578C56C}"/>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D5B1DE1-803B-1807-7F5D-81D30964D805}"/>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638FFD11-5514-7C68-D0EB-7B1549DBDAEE}"/>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2ED2602D-0E8F-35FE-7FE5-95406B2349BD}"/>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A00EC498-EDAE-35F1-7251-FB9E0BF197F2}"/>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D2987716-5DD5-79EE-826C-9D88DAAABDA3}"/>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55764083-CA9E-82E2-3A67-C8B8A84B53E4}"/>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018D773E-B7A1-9E07-C9E5-D10462C98EF3}"/>
              </a:ext>
            </a:extLst>
          </p:cNvPr>
          <p:cNvSpPr txBox="1"/>
          <p:nvPr/>
        </p:nvSpPr>
        <p:spPr>
          <a:xfrm>
            <a:off x="3138310" y="1402877"/>
            <a:ext cx="570089" cy="230832"/>
          </a:xfrm>
          <a:prstGeom prst="rect">
            <a:avLst/>
          </a:prstGeom>
          <a:noFill/>
        </p:spPr>
        <p:txBody>
          <a:bodyPr wrap="square" rtlCol="0">
            <a:spAutoFit/>
          </a:bodyPr>
          <a:lstStyle/>
          <a:p>
            <a:pPr algn="ctr"/>
            <a:r>
              <a:rPr lang="en-US" sz="900" dirty="0"/>
              <a:t>34</a:t>
            </a:r>
          </a:p>
        </p:txBody>
      </p:sp>
      <p:sp>
        <p:nvSpPr>
          <p:cNvPr id="25" name="TextBox 24">
            <a:extLst>
              <a:ext uri="{FF2B5EF4-FFF2-40B4-BE49-F238E27FC236}">
                <a16:creationId xmlns:a16="http://schemas.microsoft.com/office/drawing/2014/main" id="{BB5944D7-9DDF-8C60-1A93-3CB74A4E2EF0}"/>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A8C80597-6A4D-59B3-C563-706CE8F5732F}"/>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62A665D6-7896-4A65-A0FE-9374868F78A4}"/>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C83D5750-F0FF-F3EE-F17F-D263C5393715}"/>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7E9038BF-F198-BFAB-011C-C3EA3CCA5CA2}"/>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30" name="TextBox 29">
            <a:extLst>
              <a:ext uri="{FF2B5EF4-FFF2-40B4-BE49-F238E27FC236}">
                <a16:creationId xmlns:a16="http://schemas.microsoft.com/office/drawing/2014/main" id="{F161B83E-481E-666B-CBBF-70B14F4E6AD3}"/>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B8ACB463-7592-23C6-3ECE-21832F804290}"/>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EA7172B5-01B9-7208-5B77-7DC07F60F41A}"/>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C51A926C-D5DA-6CFA-88AB-C36FAC660CAB}"/>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EB47B1F6-196B-766B-630C-3A1F20A79122}"/>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0FD0406C-0462-D582-FAA9-93FCDDDE1B83}"/>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5C9B3C8C-5B25-D870-6298-AFF0E2F4F355}"/>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1718DDC3-7DA9-7AA7-91E6-EC65F65AD200}"/>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8365935F-9126-BFDA-E5C4-CC49888991AA}"/>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73FEB668-3A1D-706F-7E98-32D4862C1FA3}"/>
              </a:ext>
            </a:extLst>
          </p:cNvPr>
          <p:cNvSpPr txBox="1"/>
          <p:nvPr/>
        </p:nvSpPr>
        <p:spPr>
          <a:xfrm>
            <a:off x="4143022" y="901933"/>
            <a:ext cx="570089" cy="230832"/>
          </a:xfrm>
          <a:prstGeom prst="rect">
            <a:avLst/>
          </a:prstGeom>
          <a:noFill/>
        </p:spPr>
        <p:txBody>
          <a:bodyPr wrap="square" rtlCol="0">
            <a:spAutoFit/>
          </a:bodyPr>
          <a:lstStyle/>
          <a:p>
            <a:pPr algn="ctr"/>
            <a:r>
              <a:rPr lang="en-US" sz="900" dirty="0"/>
              <a:t>7589</a:t>
            </a:r>
          </a:p>
        </p:txBody>
      </p:sp>
      <p:sp>
        <p:nvSpPr>
          <p:cNvPr id="40" name="TextBox 39">
            <a:extLst>
              <a:ext uri="{FF2B5EF4-FFF2-40B4-BE49-F238E27FC236}">
                <a16:creationId xmlns:a16="http://schemas.microsoft.com/office/drawing/2014/main" id="{FB48F7EF-CD27-E4C7-A307-44BB417A5C30}"/>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4EB33AAF-3429-454F-9FEB-84967044269A}"/>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F39C0DB6-3D94-586A-8791-A70ED6294AC3}"/>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28791B89-7573-6182-1CD1-FEB544533D1A}"/>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58EC4D90-4223-CE86-85A8-3FC72026FD25}"/>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FF612CEB-AD2F-17A2-73FA-C66206CA28B6}"/>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B5D3CF0F-BB53-7888-8BF6-42A06F446350}"/>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B635A7CA-0ACF-79D2-E7C8-4AB844DA0004}"/>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F3FC3992-DF5F-8D5B-5B67-59E95E2A5D81}"/>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16B84807-45F4-1C12-626E-039965E42018}"/>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40C7164B-1F42-2EDB-CA53-941182883AF0}"/>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88B2D8EE-F703-3AB1-2249-E8C2D89D5D71}"/>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3BC2DE32-F103-482A-B223-5FBA9BF628C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2D72FFA2-9963-E146-7111-BAA7759268D3}"/>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290E6A42-2932-9001-6FB0-B05800E07A01}"/>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2CA0C893-7BCD-A57B-3FFD-024C3618C135}"/>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39969ADB-1AF3-8423-E0B0-277C2C553D6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4898A880-79BC-0E58-69C4-06C9DD7F9225}"/>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89445D76-AC43-78AE-27A0-49880D63FC30}"/>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3B1E7A97-7949-4C92-0BF3-666D3BF15F6F}"/>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C11B1B29-EDB5-D856-6F20-9A470EC6F1D8}"/>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00EBCF0A-1BFD-379A-CA43-A1594FB5E391}"/>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4835A0D2-4770-7DBF-4C9F-61677B61192D}"/>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A994FD63-7A44-794B-8D7E-0536B6085EB8}"/>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C9D11C0A-8C3B-C78C-1489-10BCD01FCB2C}"/>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A8DEE4A0-F597-7C84-1B71-77E69BC61B60}"/>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80E75BAD-992B-24CA-2A6A-170A78D5CA02}"/>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FDD986A9-9621-0BCE-1A4E-2621CC41B854}"/>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BD75CD28-DC85-C0F8-028D-54CD3FBF80D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1246</a:t>
            </a:r>
          </a:p>
        </p:txBody>
      </p:sp>
      <p:sp>
        <p:nvSpPr>
          <p:cNvPr id="69" name="TextBox 68">
            <a:extLst>
              <a:ext uri="{FF2B5EF4-FFF2-40B4-BE49-F238E27FC236}">
                <a16:creationId xmlns:a16="http://schemas.microsoft.com/office/drawing/2014/main" id="{725F4D39-815B-9776-AA09-AEB2562A1E7B}"/>
              </a:ext>
            </a:extLst>
          </p:cNvPr>
          <p:cNvSpPr txBox="1"/>
          <p:nvPr/>
        </p:nvSpPr>
        <p:spPr>
          <a:xfrm>
            <a:off x="3138310" y="2905709"/>
            <a:ext cx="570089" cy="230832"/>
          </a:xfrm>
          <a:prstGeom prst="rect">
            <a:avLst/>
          </a:prstGeom>
          <a:noFill/>
        </p:spPr>
        <p:txBody>
          <a:bodyPr wrap="square" rtlCol="0">
            <a:spAutoFit/>
          </a:bodyPr>
          <a:lstStyle/>
          <a:p>
            <a:pPr algn="ctr"/>
            <a:r>
              <a:rPr lang="en-US" sz="900" dirty="0"/>
              <a:t>346712</a:t>
            </a:r>
          </a:p>
        </p:txBody>
      </p:sp>
      <p:sp>
        <p:nvSpPr>
          <p:cNvPr id="70" name="TextBox 69">
            <a:extLst>
              <a:ext uri="{FF2B5EF4-FFF2-40B4-BE49-F238E27FC236}">
                <a16:creationId xmlns:a16="http://schemas.microsoft.com/office/drawing/2014/main" id="{59208E25-3D15-3224-4619-5F2EFBD3D307}"/>
              </a:ext>
            </a:extLst>
          </p:cNvPr>
          <p:cNvSpPr txBox="1"/>
          <p:nvPr/>
        </p:nvSpPr>
        <p:spPr>
          <a:xfrm>
            <a:off x="3640666" y="3406653"/>
            <a:ext cx="570089" cy="230832"/>
          </a:xfrm>
          <a:prstGeom prst="rect">
            <a:avLst/>
          </a:prstGeom>
          <a:noFill/>
        </p:spPr>
        <p:txBody>
          <a:bodyPr wrap="square" rtlCol="0">
            <a:spAutoFit/>
          </a:bodyPr>
          <a:lstStyle/>
          <a:p>
            <a:pPr algn="ctr"/>
            <a:r>
              <a:rPr lang="en-US" sz="900" dirty="0"/>
              <a:t>2164</a:t>
            </a:r>
          </a:p>
        </p:txBody>
      </p:sp>
      <p:sp>
        <p:nvSpPr>
          <p:cNvPr id="71" name="TextBox 70">
            <a:extLst>
              <a:ext uri="{FF2B5EF4-FFF2-40B4-BE49-F238E27FC236}">
                <a16:creationId xmlns:a16="http://schemas.microsoft.com/office/drawing/2014/main" id="{6D20215B-637E-48BC-7AB8-18B55047E389}"/>
              </a:ext>
            </a:extLst>
          </p:cNvPr>
          <p:cNvSpPr txBox="1"/>
          <p:nvPr/>
        </p:nvSpPr>
        <p:spPr>
          <a:xfrm>
            <a:off x="3138310" y="3406653"/>
            <a:ext cx="570089" cy="230832"/>
          </a:xfrm>
          <a:prstGeom prst="rect">
            <a:avLst/>
          </a:prstGeom>
          <a:noFill/>
        </p:spPr>
        <p:txBody>
          <a:bodyPr wrap="square" rtlCol="0">
            <a:spAutoFit/>
          </a:bodyPr>
          <a:lstStyle/>
          <a:p>
            <a:pPr algn="ctr"/>
            <a:r>
              <a:rPr lang="en-US" sz="900" dirty="0"/>
              <a:t>764321</a:t>
            </a:r>
          </a:p>
        </p:txBody>
      </p:sp>
      <p:sp>
        <p:nvSpPr>
          <p:cNvPr id="72" name="TextBox 71">
            <a:extLst>
              <a:ext uri="{FF2B5EF4-FFF2-40B4-BE49-F238E27FC236}">
                <a16:creationId xmlns:a16="http://schemas.microsoft.com/office/drawing/2014/main" id="{C8213854-CD90-0622-9C11-6761017F6B70}"/>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23813BC5-083D-1154-7D73-0D7D34A482BD}"/>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C20A9CA6-A071-71D0-1FD0-DCE551B41BA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AF52A0A4-2AC4-F830-FBB3-E2FE29AA4D70}"/>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76" name="TextBox 75">
            <a:extLst>
              <a:ext uri="{FF2B5EF4-FFF2-40B4-BE49-F238E27FC236}">
                <a16:creationId xmlns:a16="http://schemas.microsoft.com/office/drawing/2014/main" id="{C896AED3-E6D6-6614-EB0C-7793E17FE620}"/>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7" name="TextBox 76">
            <a:extLst>
              <a:ext uri="{FF2B5EF4-FFF2-40B4-BE49-F238E27FC236}">
                <a16:creationId xmlns:a16="http://schemas.microsoft.com/office/drawing/2014/main" id="{831BBEE7-B6A6-5C55-8EE2-EB10A7CFC5ED}"/>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
        <p:nvSpPr>
          <p:cNvPr id="9" name="TextBox 8">
            <a:extLst>
              <a:ext uri="{FF2B5EF4-FFF2-40B4-BE49-F238E27FC236}">
                <a16:creationId xmlns:a16="http://schemas.microsoft.com/office/drawing/2014/main" id="{809147A2-7BFC-01CA-D130-98778B906EDD}"/>
              </a:ext>
            </a:extLst>
          </p:cNvPr>
          <p:cNvSpPr txBox="1"/>
          <p:nvPr/>
        </p:nvSpPr>
        <p:spPr>
          <a:xfrm>
            <a:off x="3640666" y="2404765"/>
            <a:ext cx="570089" cy="230832"/>
          </a:xfrm>
          <a:prstGeom prst="rect">
            <a:avLst/>
          </a:prstGeom>
          <a:noFill/>
        </p:spPr>
        <p:txBody>
          <a:bodyPr wrap="square" rtlCol="0">
            <a:spAutoFit/>
          </a:bodyPr>
          <a:lstStyle/>
          <a:p>
            <a:pPr algn="ctr"/>
            <a:r>
              <a:rPr lang="en-US" sz="900" dirty="0"/>
              <a:t>34</a:t>
            </a:r>
          </a:p>
        </p:txBody>
      </p:sp>
      <p:sp>
        <p:nvSpPr>
          <p:cNvPr id="12" name="TextBox 11">
            <a:extLst>
              <a:ext uri="{FF2B5EF4-FFF2-40B4-BE49-F238E27FC236}">
                <a16:creationId xmlns:a16="http://schemas.microsoft.com/office/drawing/2014/main" id="{16FC08BB-507D-DD27-E81C-7D73C8A4FE99}"/>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6789</a:t>
            </a:r>
          </a:p>
        </p:txBody>
      </p:sp>
      <p:sp>
        <p:nvSpPr>
          <p:cNvPr id="22" name="TextBox 21">
            <a:extLst>
              <a:ext uri="{FF2B5EF4-FFF2-40B4-BE49-F238E27FC236}">
                <a16:creationId xmlns:a16="http://schemas.microsoft.com/office/drawing/2014/main" id="{23BDB331-9E57-25E3-1AAD-56ED8650A61E}"/>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5789</a:t>
            </a:r>
          </a:p>
        </p:txBody>
      </p:sp>
    </p:spTree>
    <p:extLst>
      <p:ext uri="{BB962C8B-B14F-4D97-AF65-F5344CB8AC3E}">
        <p14:creationId xmlns:p14="http://schemas.microsoft.com/office/powerpoint/2010/main" val="4205081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C8043-D30A-B490-EF30-4C94FDB5D3C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CD3DA9-C1B6-7025-3BC0-A5DFE8F16A3F}"/>
              </a:ext>
            </a:extLst>
          </p:cNvPr>
          <p:cNvSpPr>
            <a:spLocks noGrp="1"/>
          </p:cNvSpPr>
          <p:nvPr>
            <p:ph sz="half" idx="1"/>
          </p:nvPr>
        </p:nvSpPr>
        <p:spPr/>
        <p:txBody>
          <a:bodyPr>
            <a:normAutofit/>
          </a:bodyPr>
          <a:lstStyle/>
          <a:p>
            <a:r>
              <a:rPr lang="en-US" dirty="0"/>
              <a:t>In the left center block, the 5 must be in Column 3.</a:t>
            </a:r>
          </a:p>
        </p:txBody>
      </p:sp>
      <p:pic>
        <p:nvPicPr>
          <p:cNvPr id="4" name="Picture 3" descr="A grid of sudoku puzzle&#10;&#10;Description automatically generated">
            <a:extLst>
              <a:ext uri="{FF2B5EF4-FFF2-40B4-BE49-F238E27FC236}">
                <a16:creationId xmlns:a16="http://schemas.microsoft.com/office/drawing/2014/main" id="{785FE341-25D1-39D2-56BF-9C861CB1ECD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095DBF0-5EAD-2B9C-E7EF-BC2A7A345CE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5A69B44-C914-37D4-E6B9-CDD6BB22ADD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AD2D419-E1B3-791B-5B7A-8321E82E98E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0F693AD-E88E-5574-3DF6-EFB5312D0D28}"/>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7BFE563-CD31-8963-F302-1712A920935E}"/>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9C430A06-EE83-BAB6-8621-6E7C11434705}"/>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207CF4AE-256C-930E-6776-64DAC8CF8A3D}"/>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714A0048-2E61-AFF6-8161-DC794554B90A}"/>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475B38A6-FB57-B6F9-70D6-E1F740FC5A9B}"/>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A458F9CB-5318-2744-6E18-2C4331C7741B}"/>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B05188EC-81E8-4307-7747-FE9DC2C3A215}"/>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8180090A-4F5F-1806-9AB9-7074B9D037F2}"/>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1A3BCC6A-DE51-81B3-9C4E-11CBA0078010}"/>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706483C2-A032-47C9-CA7D-9C5FD6300FDE}"/>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26BDAC9D-DC2B-24E0-AAFD-869D3FD4153B}"/>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C8A8227B-F7AD-557C-0FA5-4BF19543704F}"/>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CBD39735-6C3C-74FD-59CB-170506DEFD80}"/>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E71B9EB7-C93B-1062-8004-76AC5086F02A}"/>
              </a:ext>
            </a:extLst>
          </p:cNvPr>
          <p:cNvSpPr txBox="1"/>
          <p:nvPr/>
        </p:nvSpPr>
        <p:spPr>
          <a:xfrm>
            <a:off x="3138310" y="1402877"/>
            <a:ext cx="570089" cy="230832"/>
          </a:xfrm>
          <a:prstGeom prst="rect">
            <a:avLst/>
          </a:prstGeom>
          <a:noFill/>
        </p:spPr>
        <p:txBody>
          <a:bodyPr wrap="square" rtlCol="0">
            <a:spAutoFit/>
          </a:bodyPr>
          <a:lstStyle/>
          <a:p>
            <a:pPr algn="ctr"/>
            <a:r>
              <a:rPr lang="en-US" sz="900" dirty="0"/>
              <a:t>34</a:t>
            </a:r>
          </a:p>
        </p:txBody>
      </p:sp>
      <p:sp>
        <p:nvSpPr>
          <p:cNvPr id="25" name="TextBox 24">
            <a:extLst>
              <a:ext uri="{FF2B5EF4-FFF2-40B4-BE49-F238E27FC236}">
                <a16:creationId xmlns:a16="http://schemas.microsoft.com/office/drawing/2014/main" id="{10FF6ACF-970E-D696-E206-3CF393908EDF}"/>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E1A2E78C-949B-9948-C987-931145C92903}"/>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56CA6D95-E9FC-00E9-AFEB-AEDAB9EA81F1}"/>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18A427BF-F78E-4E19-44E5-D4E810C5BE2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20522264-ED61-E922-6A8A-C0A6CB8B2113}"/>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30" name="TextBox 29">
            <a:extLst>
              <a:ext uri="{FF2B5EF4-FFF2-40B4-BE49-F238E27FC236}">
                <a16:creationId xmlns:a16="http://schemas.microsoft.com/office/drawing/2014/main" id="{44C21CA1-5A9D-22A7-4164-A4AACA134405}"/>
              </a:ext>
            </a:extLst>
          </p:cNvPr>
          <p:cNvSpPr txBox="1"/>
          <p:nvPr/>
        </p:nvSpPr>
        <p:spPr>
          <a:xfrm>
            <a:off x="3640666" y="3907597"/>
            <a:ext cx="570089" cy="230832"/>
          </a:xfrm>
          <a:prstGeom prst="rect">
            <a:avLst/>
          </a:prstGeom>
          <a:noFill/>
        </p:spPr>
        <p:txBody>
          <a:bodyPr wrap="square" rtlCol="0">
            <a:spAutoFit/>
          </a:bodyPr>
          <a:lstStyle/>
          <a:p>
            <a:pPr algn="ctr"/>
            <a:r>
              <a:rPr lang="en-US" sz="900" dirty="0"/>
              <a:t>81</a:t>
            </a:r>
          </a:p>
        </p:txBody>
      </p:sp>
      <p:sp>
        <p:nvSpPr>
          <p:cNvPr id="31" name="TextBox 30">
            <a:extLst>
              <a:ext uri="{FF2B5EF4-FFF2-40B4-BE49-F238E27FC236}">
                <a16:creationId xmlns:a16="http://schemas.microsoft.com/office/drawing/2014/main" id="{8F31E500-7E8F-4E9E-0F6A-64897C92E7FE}"/>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2" name="TextBox 31">
            <a:extLst>
              <a:ext uri="{FF2B5EF4-FFF2-40B4-BE49-F238E27FC236}">
                <a16:creationId xmlns:a16="http://schemas.microsoft.com/office/drawing/2014/main" id="{54D121B2-2CC6-DA3D-4C8F-567A6A9B22A2}"/>
              </a:ext>
            </a:extLst>
          </p:cNvPr>
          <p:cNvSpPr txBox="1"/>
          <p:nvPr/>
        </p:nvSpPr>
        <p:spPr>
          <a:xfrm>
            <a:off x="3138310" y="3907597"/>
            <a:ext cx="570089" cy="230832"/>
          </a:xfrm>
          <a:prstGeom prst="rect">
            <a:avLst/>
          </a:prstGeom>
          <a:noFill/>
        </p:spPr>
        <p:txBody>
          <a:bodyPr wrap="square" rtlCol="0">
            <a:spAutoFit/>
          </a:bodyPr>
          <a:lstStyle/>
          <a:p>
            <a:pPr algn="ctr"/>
            <a:r>
              <a:rPr lang="en-US" sz="900" dirty="0"/>
              <a:t>18</a:t>
            </a:r>
          </a:p>
        </p:txBody>
      </p:sp>
      <p:sp>
        <p:nvSpPr>
          <p:cNvPr id="33" name="TextBox 32">
            <a:extLst>
              <a:ext uri="{FF2B5EF4-FFF2-40B4-BE49-F238E27FC236}">
                <a16:creationId xmlns:a16="http://schemas.microsoft.com/office/drawing/2014/main" id="{3AE28D9B-2066-C0F9-60FF-233A82E4A7C4}"/>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DAF72CD1-EED9-8DB8-F948-879A2E56CBEA}"/>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0ED54B7C-E7D6-D99B-FDB3-7663270933FF}"/>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C2C67487-DBCF-6540-5F06-1627EEFFDF4D}"/>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3AD7ECE9-B282-BF5D-B317-D46781426127}"/>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60BC98F4-6F96-677E-AF54-190F57767BD4}"/>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F42CBC30-5E11-BD0A-70E5-9DC8A214B2F6}"/>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0" name="TextBox 39">
            <a:extLst>
              <a:ext uri="{FF2B5EF4-FFF2-40B4-BE49-F238E27FC236}">
                <a16:creationId xmlns:a16="http://schemas.microsoft.com/office/drawing/2014/main" id="{2378A30B-8DBA-2F10-7319-E4CB5754A9CA}"/>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018324C9-17BF-1299-D021-D44A52A57F21}"/>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5DC79B93-0A71-A25F-2B33-67AE94654F2A}"/>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6E635867-ECAA-7B51-4126-C8050AB1ED02}"/>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6063E959-8595-CB96-5279-506FF36DF8A4}"/>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A33E5299-D9EA-8018-11C7-FDEC3A29E6B6}"/>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A0F00DC0-5825-EEED-E259-6195FD4C5526}"/>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FE241D39-B425-5F08-433D-E5A490CD84C9}"/>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4D4E12A8-1710-86C5-B599-ED56064389FF}"/>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BCE713A9-5685-D11E-018A-6B5113EF8452}"/>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A4FC28C7-1AF3-EDEB-DB46-72176F606F32}"/>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6F105EBD-7E0A-4A21-DCDE-8447FF715DF8}"/>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ECE92826-B8BA-78F9-C33B-491EA729A13A}"/>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795FC724-5A18-6258-60D7-DF4687D8E4AA}"/>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5068415C-E150-AA84-62CE-E1A5CA8ECCAB}"/>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B00A7250-F171-CA5C-ED85-E27CDBD19A50}"/>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34B7A4BB-E347-3F55-21E0-01E855AFF57E}"/>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92CC23F6-6588-E61B-68EC-6296101760CE}"/>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F347C0D5-A397-7E0E-745C-85BD2A6AF8F2}"/>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56F4E185-0011-DD0C-0A12-4AF0B9423F1B}"/>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2C33C87E-6FAD-DBFA-3DF0-2EF8E54F382E}"/>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7EA0CB1C-E93E-58C2-1F39-1942051F3C60}"/>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028AFBBE-223F-1AE1-E85E-95939D26CC29}"/>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DB8BC6CE-1D31-5707-67A1-4FC0E04638CC}"/>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C076B61B-6461-B78E-4054-83AD39CDFE7E}"/>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5DEC13B2-3418-094A-9214-CF75B761816D}"/>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78D74FC2-77FF-EB9F-2EA4-331CBE7A22BA}"/>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19842044-AEB0-B0FB-EE8B-0A4CF003DF16}"/>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F9FBEC7C-C534-7117-E914-0626BA7DD871}"/>
              </a:ext>
            </a:extLst>
          </p:cNvPr>
          <p:cNvSpPr txBox="1"/>
          <p:nvPr/>
        </p:nvSpPr>
        <p:spPr>
          <a:xfrm>
            <a:off x="3640666" y="2905709"/>
            <a:ext cx="570089" cy="230832"/>
          </a:xfrm>
          <a:prstGeom prst="rect">
            <a:avLst/>
          </a:prstGeom>
          <a:noFill/>
        </p:spPr>
        <p:txBody>
          <a:bodyPr wrap="square" rtlCol="0">
            <a:spAutoFit/>
          </a:bodyPr>
          <a:lstStyle/>
          <a:p>
            <a:pPr algn="ctr"/>
            <a:r>
              <a:rPr lang="en-US" sz="900" dirty="0"/>
              <a:t>1246</a:t>
            </a:r>
          </a:p>
        </p:txBody>
      </p:sp>
      <p:sp>
        <p:nvSpPr>
          <p:cNvPr id="69" name="TextBox 68">
            <a:extLst>
              <a:ext uri="{FF2B5EF4-FFF2-40B4-BE49-F238E27FC236}">
                <a16:creationId xmlns:a16="http://schemas.microsoft.com/office/drawing/2014/main" id="{5786F99A-9699-E36D-B053-8FEEB91CE33F}"/>
              </a:ext>
            </a:extLst>
          </p:cNvPr>
          <p:cNvSpPr txBox="1"/>
          <p:nvPr/>
        </p:nvSpPr>
        <p:spPr>
          <a:xfrm>
            <a:off x="3138310" y="2905709"/>
            <a:ext cx="570089" cy="230832"/>
          </a:xfrm>
          <a:prstGeom prst="rect">
            <a:avLst/>
          </a:prstGeom>
          <a:noFill/>
        </p:spPr>
        <p:txBody>
          <a:bodyPr wrap="square" rtlCol="0">
            <a:spAutoFit/>
          </a:bodyPr>
          <a:lstStyle/>
          <a:p>
            <a:pPr algn="ctr"/>
            <a:r>
              <a:rPr lang="en-US" sz="900" dirty="0"/>
              <a:t>346712</a:t>
            </a:r>
          </a:p>
        </p:txBody>
      </p:sp>
      <p:sp>
        <p:nvSpPr>
          <p:cNvPr id="70" name="TextBox 69">
            <a:extLst>
              <a:ext uri="{FF2B5EF4-FFF2-40B4-BE49-F238E27FC236}">
                <a16:creationId xmlns:a16="http://schemas.microsoft.com/office/drawing/2014/main" id="{FFA50959-C54F-033C-8A68-8F5ACB7D904F}"/>
              </a:ext>
            </a:extLst>
          </p:cNvPr>
          <p:cNvSpPr txBox="1"/>
          <p:nvPr/>
        </p:nvSpPr>
        <p:spPr>
          <a:xfrm>
            <a:off x="3640666" y="3406653"/>
            <a:ext cx="570089" cy="230832"/>
          </a:xfrm>
          <a:prstGeom prst="rect">
            <a:avLst/>
          </a:prstGeom>
          <a:noFill/>
        </p:spPr>
        <p:txBody>
          <a:bodyPr wrap="square" rtlCol="0">
            <a:spAutoFit/>
          </a:bodyPr>
          <a:lstStyle/>
          <a:p>
            <a:pPr algn="ctr"/>
            <a:r>
              <a:rPr lang="en-US" sz="900" dirty="0"/>
              <a:t>2164</a:t>
            </a:r>
          </a:p>
        </p:txBody>
      </p:sp>
      <p:sp>
        <p:nvSpPr>
          <p:cNvPr id="71" name="TextBox 70">
            <a:extLst>
              <a:ext uri="{FF2B5EF4-FFF2-40B4-BE49-F238E27FC236}">
                <a16:creationId xmlns:a16="http://schemas.microsoft.com/office/drawing/2014/main" id="{756E8C44-7D05-D0CE-B597-08672A949126}"/>
              </a:ext>
            </a:extLst>
          </p:cNvPr>
          <p:cNvSpPr txBox="1"/>
          <p:nvPr/>
        </p:nvSpPr>
        <p:spPr>
          <a:xfrm>
            <a:off x="3138310" y="3406653"/>
            <a:ext cx="570089" cy="230832"/>
          </a:xfrm>
          <a:prstGeom prst="rect">
            <a:avLst/>
          </a:prstGeom>
          <a:noFill/>
        </p:spPr>
        <p:txBody>
          <a:bodyPr wrap="square" rtlCol="0">
            <a:spAutoFit/>
          </a:bodyPr>
          <a:lstStyle/>
          <a:p>
            <a:pPr algn="ctr"/>
            <a:r>
              <a:rPr lang="en-US" sz="900" dirty="0"/>
              <a:t>764321</a:t>
            </a:r>
          </a:p>
        </p:txBody>
      </p:sp>
      <p:sp>
        <p:nvSpPr>
          <p:cNvPr id="72" name="TextBox 71">
            <a:extLst>
              <a:ext uri="{FF2B5EF4-FFF2-40B4-BE49-F238E27FC236}">
                <a16:creationId xmlns:a16="http://schemas.microsoft.com/office/drawing/2014/main" id="{96DFA12B-552D-BD94-5576-7F9206EF0349}"/>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9BC17D76-5B8D-FEA6-C458-219316854461}"/>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9B4DF443-D631-8788-BFA0-82BB0A3B780A}"/>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67E5E886-F020-8C6E-451F-BF678DBC3F2D}"/>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76" name="TextBox 75">
            <a:extLst>
              <a:ext uri="{FF2B5EF4-FFF2-40B4-BE49-F238E27FC236}">
                <a16:creationId xmlns:a16="http://schemas.microsoft.com/office/drawing/2014/main" id="{05DBBFF2-49B1-7CF4-F312-86D82696DDB3}"/>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7" name="TextBox 76">
            <a:extLst>
              <a:ext uri="{FF2B5EF4-FFF2-40B4-BE49-F238E27FC236}">
                <a16:creationId xmlns:a16="http://schemas.microsoft.com/office/drawing/2014/main" id="{2F59420C-94EF-DC5D-B0F4-DBBCCA554EB5}"/>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
        <p:nvSpPr>
          <p:cNvPr id="9" name="TextBox 8">
            <a:extLst>
              <a:ext uri="{FF2B5EF4-FFF2-40B4-BE49-F238E27FC236}">
                <a16:creationId xmlns:a16="http://schemas.microsoft.com/office/drawing/2014/main" id="{C0AFFF77-AA83-8991-886D-31FD3E27A879}"/>
              </a:ext>
            </a:extLst>
          </p:cNvPr>
          <p:cNvSpPr txBox="1"/>
          <p:nvPr/>
        </p:nvSpPr>
        <p:spPr>
          <a:xfrm>
            <a:off x="3640666" y="2404765"/>
            <a:ext cx="570089" cy="230832"/>
          </a:xfrm>
          <a:prstGeom prst="rect">
            <a:avLst/>
          </a:prstGeom>
          <a:noFill/>
        </p:spPr>
        <p:txBody>
          <a:bodyPr wrap="square" rtlCol="0">
            <a:spAutoFit/>
          </a:bodyPr>
          <a:lstStyle/>
          <a:p>
            <a:pPr algn="ctr"/>
            <a:r>
              <a:rPr lang="en-US" sz="900" dirty="0"/>
              <a:t>34</a:t>
            </a:r>
          </a:p>
        </p:txBody>
      </p:sp>
      <p:sp>
        <p:nvSpPr>
          <p:cNvPr id="12" name="TextBox 11">
            <a:extLst>
              <a:ext uri="{FF2B5EF4-FFF2-40B4-BE49-F238E27FC236}">
                <a16:creationId xmlns:a16="http://schemas.microsoft.com/office/drawing/2014/main" id="{9528E790-1DE1-B955-D83B-6D424FBC8AFB}"/>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6789</a:t>
            </a:r>
          </a:p>
        </p:txBody>
      </p:sp>
      <p:sp>
        <p:nvSpPr>
          <p:cNvPr id="22" name="TextBox 21">
            <a:extLst>
              <a:ext uri="{FF2B5EF4-FFF2-40B4-BE49-F238E27FC236}">
                <a16:creationId xmlns:a16="http://schemas.microsoft.com/office/drawing/2014/main" id="{DBCC97A7-7B1F-D0E8-291F-B53BF75C74DF}"/>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5789</a:t>
            </a:r>
          </a:p>
        </p:txBody>
      </p:sp>
    </p:spTree>
    <p:extLst>
      <p:ext uri="{BB962C8B-B14F-4D97-AF65-F5344CB8AC3E}">
        <p14:creationId xmlns:p14="http://schemas.microsoft.com/office/powerpoint/2010/main" val="3757599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6158A-66AB-B1F8-A5E0-3A3DBD801F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EC1079-94F9-3BE8-D583-7089FAD3FEB0}"/>
              </a:ext>
            </a:extLst>
          </p:cNvPr>
          <p:cNvSpPr>
            <a:spLocks noGrp="1"/>
          </p:cNvSpPr>
          <p:nvPr>
            <p:ph sz="half" idx="1"/>
          </p:nvPr>
        </p:nvSpPr>
        <p:spPr/>
        <p:txBody>
          <a:bodyPr>
            <a:normAutofit lnSpcReduction="10000"/>
          </a:bodyPr>
          <a:lstStyle/>
          <a:p>
            <a:r>
              <a:rPr lang="en-US" dirty="0"/>
              <a:t>Suppose the left of the two [11 in 3] contained the (1)37 or (1)46. Because of the 67 in Row 9, no other cell in Column 1 could contain a 6 or 7. That would force the cells in Rows 3 and 4 to both be 89. However, 2 is not available in Row 2. Therefore, the left [11 in 3] must be the 12(8).</a:t>
            </a:r>
          </a:p>
        </p:txBody>
      </p:sp>
      <p:pic>
        <p:nvPicPr>
          <p:cNvPr id="4" name="Picture 3" descr="A grid of sudoku puzzle&#10;&#10;Description automatically generated">
            <a:extLst>
              <a:ext uri="{FF2B5EF4-FFF2-40B4-BE49-F238E27FC236}">
                <a16:creationId xmlns:a16="http://schemas.microsoft.com/office/drawing/2014/main" id="{4AECE77E-C0FA-C9FE-D70C-A946E9D32F0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DE0603F-45E0-2E37-3612-DA59EA2A821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E9CD82A-A4AB-1C8A-A60B-6C104137CA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8CE5A01-8CD2-A36E-47FE-9CCE5122D57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6321756-ABE7-303B-33DC-73C37D105F39}"/>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D4C8C8A-178C-EFB1-E4FD-5AD0164220F0}"/>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11AA308F-4231-FF1B-6B53-995CD6A040DB}"/>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7ED12350-FF85-843D-3CBC-7B66CE1ECCF7}"/>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EFC286D8-85B3-9659-BA39-2C2F649B70BC}"/>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FACDF114-16B4-077B-889A-1602DC1FDA14}"/>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DA6C0296-9185-F7FE-3AB4-CC753046C5DB}"/>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43148602-0DE6-88E8-839E-483FFFFAA80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5AE62855-1366-834B-BC26-61E247618064}"/>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E4DFA961-6A85-C6E3-632F-6A44F8F030FB}"/>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54992576-4B55-7AE0-D03A-A29140BCF090}"/>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51345A06-D523-DF8D-780A-B37D653175B1}"/>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7CD7A840-5243-A58B-8BC5-4132A86190A8}"/>
              </a:ext>
            </a:extLst>
          </p:cNvPr>
          <p:cNvSpPr txBox="1"/>
          <p:nvPr/>
        </p:nvSpPr>
        <p:spPr>
          <a:xfrm>
            <a:off x="3640666" y="1402877"/>
            <a:ext cx="570089" cy="230832"/>
          </a:xfrm>
          <a:prstGeom prst="rect">
            <a:avLst/>
          </a:prstGeom>
          <a:noFill/>
        </p:spPr>
        <p:txBody>
          <a:bodyPr wrap="square" rtlCol="0">
            <a:spAutoFit/>
          </a:bodyPr>
          <a:lstStyle/>
          <a:p>
            <a:pPr algn="ctr"/>
            <a:r>
              <a:rPr lang="en-US" sz="900" dirty="0"/>
              <a:t>324</a:t>
            </a:r>
          </a:p>
        </p:txBody>
      </p:sp>
      <p:sp>
        <p:nvSpPr>
          <p:cNvPr id="23" name="TextBox 22">
            <a:extLst>
              <a:ext uri="{FF2B5EF4-FFF2-40B4-BE49-F238E27FC236}">
                <a16:creationId xmlns:a16="http://schemas.microsoft.com/office/drawing/2014/main" id="{B020E32B-A02D-CBF0-7CBE-100D035D6F33}"/>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F5B168E8-4200-92BA-F930-6966D454D6BA}"/>
              </a:ext>
            </a:extLst>
          </p:cNvPr>
          <p:cNvSpPr txBox="1"/>
          <p:nvPr/>
        </p:nvSpPr>
        <p:spPr>
          <a:xfrm>
            <a:off x="3138310" y="1402877"/>
            <a:ext cx="570089" cy="230832"/>
          </a:xfrm>
          <a:prstGeom prst="rect">
            <a:avLst/>
          </a:prstGeom>
          <a:noFill/>
        </p:spPr>
        <p:txBody>
          <a:bodyPr wrap="square" rtlCol="0">
            <a:spAutoFit/>
          </a:bodyPr>
          <a:lstStyle/>
          <a:p>
            <a:pPr algn="ctr"/>
            <a:r>
              <a:rPr lang="en-US" sz="900" dirty="0"/>
              <a:t>34</a:t>
            </a:r>
          </a:p>
        </p:txBody>
      </p:sp>
      <p:sp>
        <p:nvSpPr>
          <p:cNvPr id="25" name="TextBox 24">
            <a:extLst>
              <a:ext uri="{FF2B5EF4-FFF2-40B4-BE49-F238E27FC236}">
                <a16:creationId xmlns:a16="http://schemas.microsoft.com/office/drawing/2014/main" id="{46914B57-2000-D8C5-6AC8-279EC4E17CB0}"/>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73C0D86F-F477-C6C3-B413-DA3C338DF397}"/>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02138253-4D79-8022-C93A-54E51E557DB6}"/>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8D2C9C0A-296F-4E7D-CF77-523B79EF672C}"/>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0CDC415E-809C-F2D1-AB31-6270D6F856E1}"/>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A1281296-27F2-6C33-C0D6-1487B7CB71E3}"/>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3" name="TextBox 32">
            <a:extLst>
              <a:ext uri="{FF2B5EF4-FFF2-40B4-BE49-F238E27FC236}">
                <a16:creationId xmlns:a16="http://schemas.microsoft.com/office/drawing/2014/main" id="{E9E1651D-2F20-D6DB-88B1-2DB7220CEC17}"/>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48FD8A28-E8D1-7826-A902-9691FEEEA568}"/>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89B1ECF4-0934-9DA5-2BEE-0E857A90BC76}"/>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BB4B27FD-2DFB-3221-DB82-DF09AE519F8B}"/>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73DB8852-6674-43FF-273A-4D92DB1D690E}"/>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D0F00ED5-1D79-DE40-4815-FA3F8B472E87}"/>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0D69C62E-EBA0-6496-8978-03F1C9093E15}"/>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0" name="TextBox 39">
            <a:extLst>
              <a:ext uri="{FF2B5EF4-FFF2-40B4-BE49-F238E27FC236}">
                <a16:creationId xmlns:a16="http://schemas.microsoft.com/office/drawing/2014/main" id="{64864020-7284-C715-FAC1-CB1BDAEE1360}"/>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4A7A008A-00D3-8727-E71F-A1B1E875A5C0}"/>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C1AB5540-BDBD-5A29-8C0A-194A27295779}"/>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D530022F-515D-B1C1-B52D-7C156380A68F}"/>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F28A6300-E2C2-C8EE-D0E4-EFEDE75BFE4B}"/>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388B005E-A9A4-0708-41AA-7E18F9C4280A}"/>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415E8607-F542-B113-B2D2-87A2B0A96965}"/>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70BE3BB1-028A-C2E0-257E-ADB3F84A40B2}"/>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D2ED503C-24C4-053A-D9F5-14727599BC01}"/>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76643E9F-8DC1-A92F-DC4C-5EAB38EB8FD6}"/>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C0644C54-4A55-905E-8D6E-CA69834DDC53}"/>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6205B0B0-3807-9410-D46E-21B2075267BD}"/>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6232003A-54B1-F9AF-8BDE-337D890269C4}"/>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39645C15-6305-31F4-06CD-78AFE9008009}"/>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F61BD4C6-F6DD-6888-89EF-5DC792198312}"/>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EA589C7F-A2A2-FF6B-03AF-0C448F36F7ED}"/>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90F6FB1C-CFC3-AB8B-47A5-73CE7235CEFE}"/>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528BE834-3950-CAAE-5F5D-555DA9AAB3C1}"/>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A6E01146-ADBE-5E03-31C5-974F8F3BCCB2}"/>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955A5896-A161-55B1-718F-85ED4AE2864C}"/>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60DD77CE-BD78-7DDC-1363-5757761DFC33}"/>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1F78C367-DE87-4CCF-D548-EC1F0F1214BE}"/>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E7D19E44-83F7-7B20-B4E9-228C26337D1F}"/>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EF4B4DEF-1BAF-32C2-35B9-6DF15BCB9390}"/>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2F12119C-DD52-BD97-6599-471214384901}"/>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A60E74D6-201D-9B90-8B73-CEDCBB0BC40B}"/>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0293393E-FCE1-528B-D321-8A1AC71FAE4C}"/>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FBEE9B35-3DF1-2496-10C2-AF255D0DCF71}"/>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E901B332-2BE8-679F-AFE1-B440728DB170}"/>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32BE2BB5-0736-27C3-824E-705F59EE86AE}"/>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2BEEF162-744E-E4CA-BA76-2ABBB322B3CC}"/>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9C354671-6D24-11C9-9816-86F86FF488FA}"/>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4E7537C2-38A5-5134-CDCB-45FD545E4E72}"/>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68958A3E-0CAC-CA8A-1E60-94D76757B90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B5143BE3-5D06-591A-8D52-74CB6E99D09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284F5D51-A041-12E1-16ED-85F871ECE634}"/>
              </a:ext>
            </a:extLst>
          </p:cNvPr>
          <p:cNvSpPr txBox="1"/>
          <p:nvPr/>
        </p:nvSpPr>
        <p:spPr>
          <a:xfrm>
            <a:off x="3640666" y="901933"/>
            <a:ext cx="570089" cy="230832"/>
          </a:xfrm>
          <a:prstGeom prst="rect">
            <a:avLst/>
          </a:prstGeom>
          <a:noFill/>
        </p:spPr>
        <p:txBody>
          <a:bodyPr wrap="square" rtlCol="0">
            <a:spAutoFit/>
          </a:bodyPr>
          <a:lstStyle/>
          <a:p>
            <a:pPr algn="ctr"/>
            <a:r>
              <a:rPr lang="en-US" sz="900" dirty="0"/>
              <a:t>247589</a:t>
            </a:r>
          </a:p>
        </p:txBody>
      </p:sp>
      <p:sp>
        <p:nvSpPr>
          <p:cNvPr id="76" name="TextBox 75">
            <a:extLst>
              <a:ext uri="{FF2B5EF4-FFF2-40B4-BE49-F238E27FC236}">
                <a16:creationId xmlns:a16="http://schemas.microsoft.com/office/drawing/2014/main" id="{7957B70E-F372-85E3-2564-0C402A3471A6}"/>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7" name="TextBox 76">
            <a:extLst>
              <a:ext uri="{FF2B5EF4-FFF2-40B4-BE49-F238E27FC236}">
                <a16:creationId xmlns:a16="http://schemas.microsoft.com/office/drawing/2014/main" id="{34E76A14-BD0C-EA85-9698-B2D2A940B33E}"/>
              </a:ext>
            </a:extLst>
          </p:cNvPr>
          <p:cNvSpPr txBox="1"/>
          <p:nvPr/>
        </p:nvSpPr>
        <p:spPr>
          <a:xfrm>
            <a:off x="3138310" y="901933"/>
            <a:ext cx="570089" cy="230832"/>
          </a:xfrm>
          <a:prstGeom prst="rect">
            <a:avLst/>
          </a:prstGeom>
          <a:noFill/>
        </p:spPr>
        <p:txBody>
          <a:bodyPr wrap="square" rtlCol="0">
            <a:spAutoFit/>
          </a:bodyPr>
          <a:lstStyle/>
          <a:p>
            <a:pPr algn="ctr"/>
            <a:r>
              <a:rPr lang="en-US" sz="900" dirty="0"/>
              <a:t>247589</a:t>
            </a:r>
          </a:p>
        </p:txBody>
      </p:sp>
      <p:sp>
        <p:nvSpPr>
          <p:cNvPr id="9" name="TextBox 8">
            <a:extLst>
              <a:ext uri="{FF2B5EF4-FFF2-40B4-BE49-F238E27FC236}">
                <a16:creationId xmlns:a16="http://schemas.microsoft.com/office/drawing/2014/main" id="{2CFB65C6-E47B-77AF-E9A4-97A3A5558D85}"/>
              </a:ext>
            </a:extLst>
          </p:cNvPr>
          <p:cNvSpPr txBox="1"/>
          <p:nvPr/>
        </p:nvSpPr>
        <p:spPr>
          <a:xfrm>
            <a:off x="3640666" y="2404765"/>
            <a:ext cx="570089" cy="230832"/>
          </a:xfrm>
          <a:prstGeom prst="rect">
            <a:avLst/>
          </a:prstGeom>
          <a:noFill/>
        </p:spPr>
        <p:txBody>
          <a:bodyPr wrap="square" rtlCol="0">
            <a:spAutoFit/>
          </a:bodyPr>
          <a:lstStyle/>
          <a:p>
            <a:pPr algn="ctr"/>
            <a:r>
              <a:rPr lang="en-US" sz="900" dirty="0"/>
              <a:t>34</a:t>
            </a:r>
          </a:p>
        </p:txBody>
      </p:sp>
      <p:sp>
        <p:nvSpPr>
          <p:cNvPr id="12" name="TextBox 11">
            <a:extLst>
              <a:ext uri="{FF2B5EF4-FFF2-40B4-BE49-F238E27FC236}">
                <a16:creationId xmlns:a16="http://schemas.microsoft.com/office/drawing/2014/main" id="{6AAA1269-E6D6-B4E4-36BE-E3A787912C2C}"/>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6789</a:t>
            </a:r>
          </a:p>
        </p:txBody>
      </p:sp>
      <p:sp>
        <p:nvSpPr>
          <p:cNvPr id="22" name="TextBox 21">
            <a:extLst>
              <a:ext uri="{FF2B5EF4-FFF2-40B4-BE49-F238E27FC236}">
                <a16:creationId xmlns:a16="http://schemas.microsoft.com/office/drawing/2014/main" id="{DAD92A3E-823A-582E-4DAB-8504FC0AEA99}"/>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5789</a:t>
            </a:r>
          </a:p>
        </p:txBody>
      </p:sp>
      <p:sp>
        <p:nvSpPr>
          <p:cNvPr id="78" name="TextBox 77">
            <a:extLst>
              <a:ext uri="{FF2B5EF4-FFF2-40B4-BE49-F238E27FC236}">
                <a16:creationId xmlns:a16="http://schemas.microsoft.com/office/drawing/2014/main" id="{31115052-7087-4D16-6860-A11E440AC206}"/>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1A3C5E51-1F92-A5BE-1DEE-A7DD6E6177EC}"/>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032330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E8E41-A92C-73A9-AF6F-36639A0F1B5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0AB00E-5AF9-E1B0-BF9F-AFF2E63CC75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0D58E12-E661-3261-9A19-466C2276ADF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856A36C-ABEF-5FE9-90E8-B96925377B0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92B039A-F549-1F69-46B5-5DE7B85344D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4BB2B28-12D0-ACCF-BB94-9C08C88EEC2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B4853B8-CCD1-E50A-B272-7FE95867B24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79F4553-87F3-B641-AC37-C639A7EA956C}"/>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C3B6F17E-F187-3C55-BE97-102A4F4AB397}"/>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8A6F8B33-9481-1C99-36A2-8F11DDE78272}"/>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24F103BB-C086-54AA-9B25-9E9F07CB9C7D}"/>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9F8310C8-D6B7-F9D8-23A6-7CD7A33DDA71}"/>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1B8E82ED-49F3-BECD-BCC1-C84A72758F58}"/>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2EC1D8F4-347E-0E90-8515-FAB6C62C250E}"/>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094106E0-1358-3D78-4F0F-46B6385E558C}"/>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4E5117C6-5B44-90E0-FD94-464D4C199A71}"/>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020B5BF8-A721-86B9-E7F0-7C18B5A43E81}"/>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771AFFDF-DEC0-4645-EB49-B54FA73DA5EB}"/>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1" name="TextBox 20">
            <a:extLst>
              <a:ext uri="{FF2B5EF4-FFF2-40B4-BE49-F238E27FC236}">
                <a16:creationId xmlns:a16="http://schemas.microsoft.com/office/drawing/2014/main" id="{DA0D9BC8-4AED-8611-C73E-2C753B3F503D}"/>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23" name="TextBox 22">
            <a:extLst>
              <a:ext uri="{FF2B5EF4-FFF2-40B4-BE49-F238E27FC236}">
                <a16:creationId xmlns:a16="http://schemas.microsoft.com/office/drawing/2014/main" id="{C9E0ADDC-4D11-4ED5-9D64-1D11EE0C27F3}"/>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4" name="TextBox 23">
            <a:extLst>
              <a:ext uri="{FF2B5EF4-FFF2-40B4-BE49-F238E27FC236}">
                <a16:creationId xmlns:a16="http://schemas.microsoft.com/office/drawing/2014/main" id="{41D8F86F-C5C4-E4A9-2F80-A79ADD45F1C9}"/>
              </a:ext>
            </a:extLst>
          </p:cNvPr>
          <p:cNvSpPr txBox="1"/>
          <p:nvPr/>
        </p:nvSpPr>
        <p:spPr>
          <a:xfrm>
            <a:off x="3138310" y="1402877"/>
            <a:ext cx="570089" cy="230832"/>
          </a:xfrm>
          <a:prstGeom prst="rect">
            <a:avLst/>
          </a:prstGeom>
          <a:noFill/>
        </p:spPr>
        <p:txBody>
          <a:bodyPr wrap="square" rtlCol="0">
            <a:spAutoFit/>
          </a:bodyPr>
          <a:lstStyle/>
          <a:p>
            <a:pPr algn="ctr"/>
            <a:r>
              <a:rPr lang="en-US" sz="900" dirty="0"/>
              <a:t>34</a:t>
            </a:r>
          </a:p>
        </p:txBody>
      </p:sp>
      <p:sp>
        <p:nvSpPr>
          <p:cNvPr id="25" name="TextBox 24">
            <a:extLst>
              <a:ext uri="{FF2B5EF4-FFF2-40B4-BE49-F238E27FC236}">
                <a16:creationId xmlns:a16="http://schemas.microsoft.com/office/drawing/2014/main" id="{F7AE5E60-32C3-04D1-71E2-528E016E12D7}"/>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14F784F2-C65E-75E1-9D03-3920A8CE4B68}"/>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4BA93B49-7CD5-78A0-8D74-053AC19CFBBC}"/>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714522EE-EC00-44C9-8D40-D9C285CD88B8}"/>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DD083B60-FA24-44BC-4B06-01ECCA3480FE}"/>
              </a:ext>
            </a:extLst>
          </p:cNvPr>
          <p:cNvSpPr txBox="1"/>
          <p:nvPr/>
        </p:nvSpPr>
        <p:spPr>
          <a:xfrm>
            <a:off x="3138310" y="1903821"/>
            <a:ext cx="570089" cy="230832"/>
          </a:xfrm>
          <a:prstGeom prst="rect">
            <a:avLst/>
          </a:prstGeom>
          <a:no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4789656F-AC84-537B-CC79-26A4F6EE9C44}"/>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3" name="TextBox 32">
            <a:extLst>
              <a:ext uri="{FF2B5EF4-FFF2-40B4-BE49-F238E27FC236}">
                <a16:creationId xmlns:a16="http://schemas.microsoft.com/office/drawing/2014/main" id="{A2E74C6F-1F0F-C7EA-0431-1371405FEC94}"/>
              </a:ext>
            </a:extLst>
          </p:cNvPr>
          <p:cNvSpPr txBox="1"/>
          <p:nvPr/>
        </p:nvSpPr>
        <p:spPr>
          <a:xfrm>
            <a:off x="3640666" y="4408541"/>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08BD42AD-7E7D-BFBC-40F0-06472138BCDE}"/>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5" name="TextBox 34">
            <a:extLst>
              <a:ext uri="{FF2B5EF4-FFF2-40B4-BE49-F238E27FC236}">
                <a16:creationId xmlns:a16="http://schemas.microsoft.com/office/drawing/2014/main" id="{1E7C71EA-7FD3-72E5-FD3B-B8283AB90A8B}"/>
              </a:ext>
            </a:extLst>
          </p:cNvPr>
          <p:cNvSpPr txBox="1"/>
          <p:nvPr/>
        </p:nvSpPr>
        <p:spPr>
          <a:xfrm>
            <a:off x="3138310" y="4408541"/>
            <a:ext cx="570089" cy="230832"/>
          </a:xfrm>
          <a:prstGeom prst="rect">
            <a:avLst/>
          </a:prstGeom>
          <a:noFill/>
        </p:spPr>
        <p:txBody>
          <a:bodyPr wrap="square" rtlCol="0">
            <a:spAutoFit/>
          </a:bodyPr>
          <a:lstStyle/>
          <a:p>
            <a:pPr algn="ctr"/>
            <a:r>
              <a:rPr lang="en-US" sz="900" dirty="0"/>
              <a:t>59</a:t>
            </a:r>
          </a:p>
        </p:txBody>
      </p:sp>
      <p:sp>
        <p:nvSpPr>
          <p:cNvPr id="36" name="TextBox 35">
            <a:extLst>
              <a:ext uri="{FF2B5EF4-FFF2-40B4-BE49-F238E27FC236}">
                <a16:creationId xmlns:a16="http://schemas.microsoft.com/office/drawing/2014/main" id="{A1725B93-FAD7-56AF-C52F-87248964AA54}"/>
              </a:ext>
            </a:extLst>
          </p:cNvPr>
          <p:cNvSpPr txBox="1"/>
          <p:nvPr/>
        </p:nvSpPr>
        <p:spPr>
          <a:xfrm>
            <a:off x="3640666" y="4909484"/>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5826C9D5-4134-0D50-3DEA-ABCC8F3424B6}"/>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8" name="TextBox 37">
            <a:extLst>
              <a:ext uri="{FF2B5EF4-FFF2-40B4-BE49-F238E27FC236}">
                <a16:creationId xmlns:a16="http://schemas.microsoft.com/office/drawing/2014/main" id="{17B09C90-4CEB-0413-104B-474C7463B206}"/>
              </a:ext>
            </a:extLst>
          </p:cNvPr>
          <p:cNvSpPr txBox="1"/>
          <p:nvPr/>
        </p:nvSpPr>
        <p:spPr>
          <a:xfrm>
            <a:off x="3138310" y="4909484"/>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04B0D1E9-70CA-AF66-C692-FFDACF880E2D}"/>
              </a:ext>
            </a:extLst>
          </p:cNvPr>
          <p:cNvSpPr txBox="1"/>
          <p:nvPr/>
        </p:nvSpPr>
        <p:spPr>
          <a:xfrm>
            <a:off x="4143022" y="901933"/>
            <a:ext cx="570089" cy="230832"/>
          </a:xfrm>
          <a:prstGeom prst="rect">
            <a:avLst/>
          </a:prstGeom>
          <a:noFill/>
        </p:spPr>
        <p:txBody>
          <a:bodyPr wrap="square" rtlCol="0">
            <a:spAutoFit/>
          </a:bodyPr>
          <a:lstStyle/>
          <a:p>
            <a:pPr algn="ctr"/>
            <a:r>
              <a:rPr lang="en-US" sz="900" dirty="0"/>
              <a:t>789</a:t>
            </a:r>
          </a:p>
        </p:txBody>
      </p:sp>
      <p:sp>
        <p:nvSpPr>
          <p:cNvPr id="40" name="TextBox 39">
            <a:extLst>
              <a:ext uri="{FF2B5EF4-FFF2-40B4-BE49-F238E27FC236}">
                <a16:creationId xmlns:a16="http://schemas.microsoft.com/office/drawing/2014/main" id="{0D309A48-5761-BDC2-2289-6E47B3CD9ECD}"/>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FCCCEFB2-8379-F0CF-9DC1-4532B30CE605}"/>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84919205-4991-591D-E4DF-A2B534C3FCFD}"/>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AA8A96B6-DBA1-EBB3-D1A6-AE67A421E4FF}"/>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69B63CFC-1B3A-3EF6-5589-09C112DD825F}"/>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C43BF690-D8C5-B2BF-3696-4695642B306E}"/>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67B1BB44-0240-3D05-768E-2AFC534015BD}"/>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BC7C0032-44CC-EC23-72D6-68F32CAFF6C2}"/>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0593E33C-9E57-C88D-50B1-13E66701D8A5}"/>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A6EC6260-A9A9-1367-FFC8-1DA5B762A0CA}"/>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1E8C53F5-3B8A-67BB-7BBC-6FEA6DC4439A}"/>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46D03D7E-06F7-91D6-599C-B089AD652A40}"/>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80CE4F22-9E50-27DD-C329-473087176CC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55" name="TextBox 54">
            <a:extLst>
              <a:ext uri="{FF2B5EF4-FFF2-40B4-BE49-F238E27FC236}">
                <a16:creationId xmlns:a16="http://schemas.microsoft.com/office/drawing/2014/main" id="{AA970DA7-90DB-3F56-53EF-784CBA18ED02}"/>
              </a:ext>
            </a:extLst>
          </p:cNvPr>
          <p:cNvSpPr txBox="1"/>
          <p:nvPr/>
        </p:nvSpPr>
        <p:spPr>
          <a:xfrm>
            <a:off x="5650090" y="2404765"/>
            <a:ext cx="570089" cy="230832"/>
          </a:xfrm>
          <a:prstGeom prst="rect">
            <a:avLst/>
          </a:prstGeom>
          <a:noFill/>
        </p:spPr>
        <p:txBody>
          <a:bodyPr wrap="square" rtlCol="0">
            <a:spAutoFit/>
          </a:bodyPr>
          <a:lstStyle/>
          <a:p>
            <a:pPr algn="ctr"/>
            <a:r>
              <a:rPr lang="en-US" sz="900" dirty="0"/>
              <a:t>2567</a:t>
            </a:r>
          </a:p>
        </p:txBody>
      </p:sp>
      <p:sp>
        <p:nvSpPr>
          <p:cNvPr id="56" name="TextBox 55">
            <a:extLst>
              <a:ext uri="{FF2B5EF4-FFF2-40B4-BE49-F238E27FC236}">
                <a16:creationId xmlns:a16="http://schemas.microsoft.com/office/drawing/2014/main" id="{6C8EBEF1-D275-F4CC-9C06-AFBA234A55F4}"/>
              </a:ext>
            </a:extLst>
          </p:cNvPr>
          <p:cNvSpPr txBox="1"/>
          <p:nvPr/>
        </p:nvSpPr>
        <p:spPr>
          <a:xfrm>
            <a:off x="6152446" y="2404765"/>
            <a:ext cx="570089" cy="230832"/>
          </a:xfrm>
          <a:prstGeom prst="rect">
            <a:avLst/>
          </a:prstGeom>
          <a:noFill/>
        </p:spPr>
        <p:txBody>
          <a:bodyPr wrap="square" rtlCol="0">
            <a:spAutoFit/>
          </a:bodyPr>
          <a:lstStyle/>
          <a:p>
            <a:pPr algn="ctr"/>
            <a:r>
              <a:rPr lang="en-US" sz="900" dirty="0"/>
              <a:t>6321</a:t>
            </a:r>
          </a:p>
        </p:txBody>
      </p:sp>
      <p:sp>
        <p:nvSpPr>
          <p:cNvPr id="57" name="TextBox 56">
            <a:extLst>
              <a:ext uri="{FF2B5EF4-FFF2-40B4-BE49-F238E27FC236}">
                <a16:creationId xmlns:a16="http://schemas.microsoft.com/office/drawing/2014/main" id="{E9A9014A-DF65-12A5-0101-44462673261A}"/>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61577F22-1C57-3757-449A-2262D0C8DE0D}"/>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B31B07C1-210F-DB81-B132-CECCD5A17D45}"/>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BC89F0E9-25CA-97B7-9835-F161E06C35A9}"/>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473EED22-9CD1-99A6-4301-F418C4DC52FA}"/>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C79FCD49-0AA7-D3D0-EECF-3111141C233E}"/>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6D614770-CC94-BD13-0C9B-D09DE5AB145A}"/>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F83E0A09-A30B-2571-74A8-D4712084439C}"/>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25F1A251-DDF0-35E8-8FF9-41F728389B6F}"/>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3F4C2F6A-FB4B-644D-E7A5-27DDEB21F101}"/>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D6940F93-7BE4-59CC-CEB4-3EE8888F5F15}"/>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1A2865DB-17FE-B377-982B-5BEA4F6D5DE2}"/>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F59E025E-BAFD-44F6-287D-19E7C40EB961}"/>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93478C12-6FF2-B746-1335-FB3028926EE4}"/>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28A44432-D8F3-1A6A-3FEE-CE39BC675182}"/>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E8787677-CB2E-CDE0-DDB9-5862F4C4C7CF}"/>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27BDDB0F-4351-9104-A80E-E168DA58B3F4}"/>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AA74B3C6-4E06-6DA6-29DB-0D4ED96FFC9F}"/>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BA7F35A1-B4C3-4CE1-78BF-24504F86897B}"/>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283291B7-868A-EAC8-ECBE-D8F154CB93EB}"/>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B4814AA4-8A00-2536-322D-10F916759445}"/>
              </a:ext>
            </a:extLst>
          </p:cNvPr>
          <p:cNvSpPr txBox="1"/>
          <p:nvPr/>
        </p:nvSpPr>
        <p:spPr>
          <a:xfrm>
            <a:off x="3640666" y="901933"/>
            <a:ext cx="570089" cy="230832"/>
          </a:xfrm>
          <a:prstGeom prst="rect">
            <a:avLst/>
          </a:prstGeom>
          <a:noFill/>
        </p:spPr>
        <p:txBody>
          <a:bodyPr wrap="square" rtlCol="0">
            <a:spAutoFit/>
          </a:bodyPr>
          <a:lstStyle/>
          <a:p>
            <a:pPr algn="ctr"/>
            <a:r>
              <a:rPr lang="en-US" sz="900" dirty="0"/>
              <a:t>27589</a:t>
            </a:r>
          </a:p>
        </p:txBody>
      </p:sp>
      <p:sp>
        <p:nvSpPr>
          <p:cNvPr id="76" name="TextBox 75">
            <a:extLst>
              <a:ext uri="{FF2B5EF4-FFF2-40B4-BE49-F238E27FC236}">
                <a16:creationId xmlns:a16="http://schemas.microsoft.com/office/drawing/2014/main" id="{A0198810-8A16-B7CC-E255-3586700BD7CD}"/>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7" name="TextBox 76">
            <a:extLst>
              <a:ext uri="{FF2B5EF4-FFF2-40B4-BE49-F238E27FC236}">
                <a16:creationId xmlns:a16="http://schemas.microsoft.com/office/drawing/2014/main" id="{8025AB55-F045-84E4-C189-DA6DA631F5ED}"/>
              </a:ext>
            </a:extLst>
          </p:cNvPr>
          <p:cNvSpPr txBox="1"/>
          <p:nvPr/>
        </p:nvSpPr>
        <p:spPr>
          <a:xfrm>
            <a:off x="3138310" y="901933"/>
            <a:ext cx="570089" cy="230832"/>
          </a:xfrm>
          <a:prstGeom prst="rect">
            <a:avLst/>
          </a:prstGeom>
          <a:noFill/>
        </p:spPr>
        <p:txBody>
          <a:bodyPr wrap="square" rtlCol="0">
            <a:spAutoFit/>
          </a:bodyPr>
          <a:lstStyle/>
          <a:p>
            <a:pPr algn="ctr"/>
            <a:r>
              <a:rPr lang="en-US" sz="900" dirty="0"/>
              <a:t>4759</a:t>
            </a:r>
          </a:p>
        </p:txBody>
      </p:sp>
      <p:sp>
        <p:nvSpPr>
          <p:cNvPr id="12" name="TextBox 11">
            <a:extLst>
              <a:ext uri="{FF2B5EF4-FFF2-40B4-BE49-F238E27FC236}">
                <a16:creationId xmlns:a16="http://schemas.microsoft.com/office/drawing/2014/main" id="{0AF94578-502A-3BE2-2F4F-3F89F52A05D8}"/>
              </a:ext>
            </a:extLst>
          </p:cNvPr>
          <p:cNvSpPr txBox="1"/>
          <p:nvPr/>
        </p:nvSpPr>
        <p:spPr>
          <a:xfrm>
            <a:off x="3138310" y="2404765"/>
            <a:ext cx="570089" cy="230832"/>
          </a:xfrm>
          <a:prstGeom prst="rect">
            <a:avLst/>
          </a:prstGeom>
          <a:no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E58B7C3D-7436-4E6C-1C13-5E5DD818A8A3}"/>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5789</a:t>
            </a:r>
          </a:p>
        </p:txBody>
      </p:sp>
      <p:sp>
        <p:nvSpPr>
          <p:cNvPr id="78" name="TextBox 77">
            <a:extLst>
              <a:ext uri="{FF2B5EF4-FFF2-40B4-BE49-F238E27FC236}">
                <a16:creationId xmlns:a16="http://schemas.microsoft.com/office/drawing/2014/main" id="{C0BDF2FD-A37E-DDAD-2C52-04AE0105C1AF}"/>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A3EF6DEA-AF1C-A0B1-A656-CBB278241DC2}"/>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9E8B284E-C7D5-CC5A-2513-515F561E6392}"/>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9528745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2D0E-57A2-0DC2-D965-0BB19234066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B3692C-C3BD-FA02-053C-AFCBA3891E6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5A6A4F9-3A65-AC56-9686-D0F3D6B9074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3C5F520-A3FC-0078-6890-E1100C0D0FF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B94FD9E-D5D0-AB43-F0BF-3AE17B09E9B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4332A01-EA54-4649-4490-98445BEA8DB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D3216C8-8568-D1DF-3B2C-9B13B9B3A76A}"/>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BF65144-241A-4C10-7DAC-6ABB10A2B3C8}"/>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D5FA1054-426D-C1ED-A11D-C27F85D78488}"/>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C800E004-158B-87A1-0FA8-55ECA660CB4B}"/>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9FDC326A-D454-416A-BFBF-05A4A3D400CA}"/>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7F884976-6F88-D63E-AE76-179E70EE8537}"/>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D5802909-62BB-2366-8FFC-AA702617A7A9}"/>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204CEAC8-717D-8A41-C923-399E5E9C4ACB}"/>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541D4AAE-BBCC-8701-A2FB-188CAA891E2B}"/>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D8F37B27-F5E8-A472-C5ED-AB246F7930D4}"/>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F7AD2BF6-6A8C-62A4-25AB-A451A8EF1908}"/>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AABA7FCE-879B-6FE1-E3A2-3021CD15E45B}"/>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3" name="TextBox 22">
            <a:extLst>
              <a:ext uri="{FF2B5EF4-FFF2-40B4-BE49-F238E27FC236}">
                <a16:creationId xmlns:a16="http://schemas.microsoft.com/office/drawing/2014/main" id="{EB939EDC-2CC7-D63E-3E6A-F45D6934F6AA}"/>
              </a:ext>
            </a:extLst>
          </p:cNvPr>
          <p:cNvSpPr txBox="1"/>
          <p:nvPr/>
        </p:nvSpPr>
        <p:spPr>
          <a:xfrm>
            <a:off x="4645378" y="1402877"/>
            <a:ext cx="570089" cy="230832"/>
          </a:xfrm>
          <a:prstGeom prst="rect">
            <a:avLst/>
          </a:prstGeom>
          <a:noFill/>
        </p:spPr>
        <p:txBody>
          <a:bodyPr wrap="square" rtlCol="0">
            <a:spAutoFit/>
          </a:bodyPr>
          <a:lstStyle/>
          <a:p>
            <a:pPr algn="ctr"/>
            <a:r>
              <a:rPr lang="en-US" sz="900" dirty="0"/>
              <a:t>42</a:t>
            </a:r>
          </a:p>
        </p:txBody>
      </p:sp>
      <p:sp>
        <p:nvSpPr>
          <p:cNvPr id="25" name="TextBox 24">
            <a:extLst>
              <a:ext uri="{FF2B5EF4-FFF2-40B4-BE49-F238E27FC236}">
                <a16:creationId xmlns:a16="http://schemas.microsoft.com/office/drawing/2014/main" id="{5BB760E9-7ECE-3F01-2CCF-BE8E6452C809}"/>
              </a:ext>
            </a:extLst>
          </p:cNvPr>
          <p:cNvSpPr txBox="1"/>
          <p:nvPr/>
        </p:nvSpPr>
        <p:spPr>
          <a:xfrm>
            <a:off x="3640666" y="1903821"/>
            <a:ext cx="570089" cy="230832"/>
          </a:xfrm>
          <a:prstGeom prst="rect">
            <a:avLst/>
          </a:prstGeom>
          <a:noFill/>
        </p:spPr>
        <p:txBody>
          <a:bodyPr wrap="square" rtlCol="0">
            <a:spAutoFit/>
          </a:bodyPr>
          <a:lstStyle/>
          <a:p>
            <a:pPr algn="ctr"/>
            <a:r>
              <a:rPr lang="en-US" sz="900" dirty="0"/>
              <a:t>5789</a:t>
            </a:r>
          </a:p>
        </p:txBody>
      </p:sp>
      <p:sp>
        <p:nvSpPr>
          <p:cNvPr id="26" name="TextBox 25">
            <a:extLst>
              <a:ext uri="{FF2B5EF4-FFF2-40B4-BE49-F238E27FC236}">
                <a16:creationId xmlns:a16="http://schemas.microsoft.com/office/drawing/2014/main" id="{B91D0F73-C118-C965-FB10-F5A506F27C31}"/>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7A07328E-4677-F12E-BE21-EBB80E6E4EE6}"/>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D775F836-AF78-6D8A-EB47-BE966CEF5A7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17B420CB-E50E-1190-FB29-82D86971CFFF}"/>
              </a:ext>
            </a:extLst>
          </p:cNvPr>
          <p:cNvSpPr txBox="1"/>
          <p:nvPr/>
        </p:nvSpPr>
        <p:spPr>
          <a:xfrm>
            <a:off x="3138310" y="1903821"/>
            <a:ext cx="570089" cy="230832"/>
          </a:xfrm>
          <a:prstGeom prst="rect">
            <a:avLst/>
          </a:prstGeom>
          <a:no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708E5289-BF15-84ED-8E06-C2318854F4B7}"/>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600130C1-872E-E6FD-6ECC-0CF1B8B645C7}"/>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D2F159BC-FEED-FC04-47A8-5BDC289E6F62}"/>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9" name="TextBox 38">
            <a:extLst>
              <a:ext uri="{FF2B5EF4-FFF2-40B4-BE49-F238E27FC236}">
                <a16:creationId xmlns:a16="http://schemas.microsoft.com/office/drawing/2014/main" id="{5DF7209B-21A6-A4D4-E6E9-F1A45C3E9D8A}"/>
              </a:ext>
            </a:extLst>
          </p:cNvPr>
          <p:cNvSpPr txBox="1"/>
          <p:nvPr/>
        </p:nvSpPr>
        <p:spPr>
          <a:xfrm>
            <a:off x="4143022" y="901933"/>
            <a:ext cx="570089" cy="230832"/>
          </a:xfrm>
          <a:prstGeom prst="rect">
            <a:avLst/>
          </a:prstGeom>
          <a:noFill/>
        </p:spPr>
        <p:txBody>
          <a:bodyPr wrap="square" rtlCol="0">
            <a:spAutoFit/>
          </a:bodyPr>
          <a:lstStyle/>
          <a:p>
            <a:pPr algn="ctr"/>
            <a:r>
              <a:rPr lang="en-US" sz="900" dirty="0"/>
              <a:t>79</a:t>
            </a:r>
          </a:p>
        </p:txBody>
      </p:sp>
      <p:sp>
        <p:nvSpPr>
          <p:cNvPr id="40" name="TextBox 39">
            <a:extLst>
              <a:ext uri="{FF2B5EF4-FFF2-40B4-BE49-F238E27FC236}">
                <a16:creationId xmlns:a16="http://schemas.microsoft.com/office/drawing/2014/main" id="{B01B5378-19C1-9D5A-E881-EB0A866788F9}"/>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A8546851-E7E3-2C88-3B54-BD7030EA343B}"/>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F7ED834B-9781-F3C7-6404-6BE61E10D7DB}"/>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88707569-859A-38AE-8082-2F8C852D9CE5}"/>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17B90DDB-C070-2DF5-8A93-DEA32DFA147E}"/>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7EF023ED-DF63-AD26-9001-2A45446F783D}"/>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9823F3B9-4512-98B0-5908-C909B725390E}"/>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9B9A34D0-5718-6BE9-272E-E22265C93C45}"/>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304D8981-8E41-DE55-9CEC-B9C4F48A1E72}"/>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D6CC06D0-0D08-A216-0DD8-6E0568E6AAB3}"/>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8793D7D3-1C5B-CFB6-82BC-E3F4F7972FAA}"/>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63A5C0ED-4685-3E63-1775-2ABE2E182B9B}"/>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6E27BE50-EF46-3C53-4F9B-048751D16FE7}"/>
              </a:ext>
            </a:extLst>
          </p:cNvPr>
          <p:cNvSpPr txBox="1"/>
          <p:nvPr/>
        </p:nvSpPr>
        <p:spPr>
          <a:xfrm>
            <a:off x="5147734" y="2404765"/>
            <a:ext cx="570089" cy="230832"/>
          </a:xfrm>
          <a:prstGeom prst="rect">
            <a:avLst/>
          </a:prstGeom>
          <a:noFill/>
        </p:spPr>
        <p:txBody>
          <a:bodyPr wrap="square" rtlCol="0">
            <a:spAutoFit/>
          </a:bodyPr>
          <a:lstStyle/>
          <a:p>
            <a:pPr algn="ctr"/>
            <a:r>
              <a:rPr lang="en-US" sz="900" dirty="0"/>
              <a:t>12456</a:t>
            </a:r>
          </a:p>
        </p:txBody>
      </p:sp>
      <p:sp>
        <p:nvSpPr>
          <p:cNvPr id="55" name="TextBox 54">
            <a:extLst>
              <a:ext uri="{FF2B5EF4-FFF2-40B4-BE49-F238E27FC236}">
                <a16:creationId xmlns:a16="http://schemas.microsoft.com/office/drawing/2014/main" id="{C0B3B6B1-F00E-6142-2A3D-985253B3B5DC}"/>
              </a:ext>
            </a:extLst>
          </p:cNvPr>
          <p:cNvSpPr txBox="1"/>
          <p:nvPr/>
        </p:nvSpPr>
        <p:spPr>
          <a:xfrm>
            <a:off x="5650090" y="2404765"/>
            <a:ext cx="570089" cy="230832"/>
          </a:xfrm>
          <a:prstGeom prst="rect">
            <a:avLst/>
          </a:prstGeom>
          <a:noFill/>
        </p:spPr>
        <p:txBody>
          <a:bodyPr wrap="square" rtlCol="0">
            <a:spAutoFit/>
          </a:bodyPr>
          <a:lstStyle/>
          <a:p>
            <a:pPr algn="ctr"/>
            <a:r>
              <a:rPr lang="en-US" sz="900" dirty="0"/>
              <a:t>267</a:t>
            </a:r>
          </a:p>
        </p:txBody>
      </p:sp>
      <p:sp>
        <p:nvSpPr>
          <p:cNvPr id="56" name="TextBox 55">
            <a:extLst>
              <a:ext uri="{FF2B5EF4-FFF2-40B4-BE49-F238E27FC236}">
                <a16:creationId xmlns:a16="http://schemas.microsoft.com/office/drawing/2014/main" id="{62FB6F5B-3044-881A-A10D-8B8E7CB01F2D}"/>
              </a:ext>
            </a:extLst>
          </p:cNvPr>
          <p:cNvSpPr txBox="1"/>
          <p:nvPr/>
        </p:nvSpPr>
        <p:spPr>
          <a:xfrm>
            <a:off x="6152446" y="2404765"/>
            <a:ext cx="570089" cy="230832"/>
          </a:xfrm>
          <a:prstGeom prst="rect">
            <a:avLst/>
          </a:prstGeom>
          <a:noFill/>
        </p:spPr>
        <p:txBody>
          <a:bodyPr wrap="square" rtlCol="0">
            <a:spAutoFit/>
          </a:bodyPr>
          <a:lstStyle/>
          <a:p>
            <a:pPr algn="ctr"/>
            <a:r>
              <a:rPr lang="en-US" sz="900" dirty="0"/>
              <a:t>621</a:t>
            </a:r>
          </a:p>
        </p:txBody>
      </p:sp>
      <p:sp>
        <p:nvSpPr>
          <p:cNvPr id="57" name="TextBox 56">
            <a:extLst>
              <a:ext uri="{FF2B5EF4-FFF2-40B4-BE49-F238E27FC236}">
                <a16:creationId xmlns:a16="http://schemas.microsoft.com/office/drawing/2014/main" id="{E2ACF212-F051-162E-DED5-B758C1D20F6E}"/>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27A714FD-CB64-3859-20EB-4C1C5917717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219E5791-66A5-9E0F-1B9B-12E57CBCBBD6}"/>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64B83E2B-4859-F9BC-30F4-5810AA993247}"/>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4CC127A2-071A-F7BA-EA46-133490C0CE29}"/>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86D20DD1-EBAD-1726-6ACC-5EBA41D3F25F}"/>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CF79B7C2-3877-B543-6FF2-974A1C6D7480}"/>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5BB2EE72-A654-2C22-CEA4-9028DED02E5C}"/>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23DF9B59-6DAA-4D26-A175-CCE60D8A0E40}"/>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3E809944-95BC-E232-7A5F-18E74B1716FC}"/>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50A23B98-7224-B501-877E-B9C82D9E5AA8}"/>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D4B62D27-64B6-206C-5E5B-DB5DFD7CEEBF}"/>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002C9B14-AE1B-07EA-3457-E23DABDFE913}"/>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10FF7173-FB26-D8DB-67C2-7D0A26515D90}"/>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C5BC57A0-DB47-FDB1-33C9-9FFB730F83BB}"/>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8676BCBD-C966-E92C-B0E6-8EB98AB830C1}"/>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FBC124E2-3146-B6E0-8267-7CB220789AE2}"/>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A6426BDE-1647-49E8-D1DD-69789391598D}"/>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53D2A051-35B3-68F1-8CD6-500B647C282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87A3026D-20DA-E31C-5428-5CEC8EE8C05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D1E8D5B7-775F-5D8D-07D2-07572F81A7D5}"/>
              </a:ext>
            </a:extLst>
          </p:cNvPr>
          <p:cNvSpPr txBox="1"/>
          <p:nvPr/>
        </p:nvSpPr>
        <p:spPr>
          <a:xfrm>
            <a:off x="3640666" y="901933"/>
            <a:ext cx="570089" cy="230832"/>
          </a:xfrm>
          <a:prstGeom prst="rect">
            <a:avLst/>
          </a:prstGeom>
          <a:noFill/>
        </p:spPr>
        <p:txBody>
          <a:bodyPr wrap="square" rtlCol="0">
            <a:spAutoFit/>
          </a:bodyPr>
          <a:lstStyle/>
          <a:p>
            <a:pPr algn="ctr"/>
            <a:r>
              <a:rPr lang="en-US" sz="900" dirty="0"/>
              <a:t>27589</a:t>
            </a:r>
          </a:p>
        </p:txBody>
      </p:sp>
      <p:sp>
        <p:nvSpPr>
          <p:cNvPr id="76" name="TextBox 75">
            <a:extLst>
              <a:ext uri="{FF2B5EF4-FFF2-40B4-BE49-F238E27FC236}">
                <a16:creationId xmlns:a16="http://schemas.microsoft.com/office/drawing/2014/main" id="{F0566678-5E86-92AE-CB6E-2AF9494838F3}"/>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77" name="TextBox 76">
            <a:extLst>
              <a:ext uri="{FF2B5EF4-FFF2-40B4-BE49-F238E27FC236}">
                <a16:creationId xmlns:a16="http://schemas.microsoft.com/office/drawing/2014/main" id="{9CAC2597-3CD1-C0CD-FD70-5791EAEA1EF8}"/>
              </a:ext>
            </a:extLst>
          </p:cNvPr>
          <p:cNvSpPr txBox="1"/>
          <p:nvPr/>
        </p:nvSpPr>
        <p:spPr>
          <a:xfrm>
            <a:off x="3138310" y="901933"/>
            <a:ext cx="570089" cy="230832"/>
          </a:xfrm>
          <a:prstGeom prst="rect">
            <a:avLst/>
          </a:prstGeom>
          <a:noFill/>
        </p:spPr>
        <p:txBody>
          <a:bodyPr wrap="square" rtlCol="0">
            <a:spAutoFit/>
          </a:bodyPr>
          <a:lstStyle/>
          <a:p>
            <a:pPr algn="ctr"/>
            <a:r>
              <a:rPr lang="en-US" sz="900" dirty="0"/>
              <a:t>45</a:t>
            </a:r>
          </a:p>
        </p:txBody>
      </p:sp>
      <p:sp>
        <p:nvSpPr>
          <p:cNvPr id="12" name="TextBox 11">
            <a:extLst>
              <a:ext uri="{FF2B5EF4-FFF2-40B4-BE49-F238E27FC236}">
                <a16:creationId xmlns:a16="http://schemas.microsoft.com/office/drawing/2014/main" id="{46B48F00-2D65-CA09-95EF-A46002B54EAC}"/>
              </a:ext>
            </a:extLst>
          </p:cNvPr>
          <p:cNvSpPr txBox="1"/>
          <p:nvPr/>
        </p:nvSpPr>
        <p:spPr>
          <a:xfrm>
            <a:off x="3138310" y="2404765"/>
            <a:ext cx="570089" cy="230832"/>
          </a:xfrm>
          <a:prstGeom prst="rect">
            <a:avLst/>
          </a:prstGeom>
          <a:no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BF817965-4C50-48EA-987B-E726E9B9159F}"/>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5789</a:t>
            </a:r>
          </a:p>
        </p:txBody>
      </p:sp>
      <p:sp>
        <p:nvSpPr>
          <p:cNvPr id="78" name="TextBox 77">
            <a:extLst>
              <a:ext uri="{FF2B5EF4-FFF2-40B4-BE49-F238E27FC236}">
                <a16:creationId xmlns:a16="http://schemas.microsoft.com/office/drawing/2014/main" id="{887DD669-1F4F-955F-89F1-7EB3E9B3BFC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C9E83FD1-8DC9-CACF-2EC2-7E46D63D2F61}"/>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4439EA3F-C0B8-8B71-6954-2F9FED64B753}"/>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F37B748B-BD78-C3EE-6F1B-BAA481B189EA}"/>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0352BBAC-3276-869A-F868-2ED2B13C70D0}"/>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14D82264-9E03-B6E0-DB0B-7244F5BFA418}"/>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F5B0A691-F7D3-16C6-8EA1-4CC0996DF21D}"/>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68B99D4B-EBCC-8077-1A21-6434BCAFEDE0}"/>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9A518D2A-4484-9F34-7716-3A8147EDF964}"/>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060420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2C7D2-1023-B08D-4F3A-F26F6C4082A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524E82-FFBF-DCAF-D43F-B96DCC5B710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F970B0C-C23A-2DB9-4AA1-417C8112B3F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496B775-6F19-8BE8-5F8B-D50DC2B84D6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D3A730E-8D35-5E9D-B7C2-86CC97B77FB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9E7B267-90A8-9EB7-D041-81C2203B7F0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5B3DC1F-F8B0-6EEA-D06E-A422ED2EC8EA}"/>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D10AD3A-B23C-56E4-9A1C-368A178944C6}"/>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1" name="TextBox 10">
            <a:extLst>
              <a:ext uri="{FF2B5EF4-FFF2-40B4-BE49-F238E27FC236}">
                <a16:creationId xmlns:a16="http://schemas.microsoft.com/office/drawing/2014/main" id="{E7FEC883-6607-FE2A-5050-75D5FFC89ED3}"/>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B4961FAE-6AAB-079E-177A-B09A54CE338E}"/>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D2C13594-865D-85C8-10A6-4E69E5BBF449}"/>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53F9CA7A-B370-8EC5-BBD0-E5A474C5C112}"/>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946DF756-963C-FFED-7BC1-EBF1FC2BD0D0}"/>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518C6253-975A-929E-6229-971AAB130074}"/>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A45CE7E-62BC-CADC-B9EB-B1552FDF78C6}"/>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967D2F87-133E-DECD-29C9-DC455EA1A06C}"/>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17D98245-D4D9-DEFA-ED9F-C5E1C6807A3A}"/>
              </a:ext>
            </a:extLst>
          </p:cNvPr>
          <p:cNvSpPr txBox="1"/>
          <p:nvPr/>
        </p:nvSpPr>
        <p:spPr>
          <a:xfrm>
            <a:off x="5147734" y="901933"/>
            <a:ext cx="570089" cy="230832"/>
          </a:xfrm>
          <a:prstGeom prst="rect">
            <a:avLst/>
          </a:prstGeom>
          <a:noFill/>
        </p:spPr>
        <p:txBody>
          <a:bodyPr wrap="square" rtlCol="0">
            <a:spAutoFit/>
          </a:bodyPr>
          <a:lstStyle/>
          <a:p>
            <a:pPr algn="ctr"/>
            <a:r>
              <a:rPr lang="en-US" sz="900" dirty="0"/>
              <a:t>342</a:t>
            </a:r>
          </a:p>
        </p:txBody>
      </p:sp>
      <p:sp>
        <p:nvSpPr>
          <p:cNvPr id="20" name="TextBox 19">
            <a:extLst>
              <a:ext uri="{FF2B5EF4-FFF2-40B4-BE49-F238E27FC236}">
                <a16:creationId xmlns:a16="http://schemas.microsoft.com/office/drawing/2014/main" id="{9DE8E00C-0BC3-7F3C-DBF4-02B93298736F}"/>
              </a:ext>
            </a:extLst>
          </p:cNvPr>
          <p:cNvSpPr txBox="1"/>
          <p:nvPr/>
        </p:nvSpPr>
        <p:spPr>
          <a:xfrm>
            <a:off x="5650090" y="901933"/>
            <a:ext cx="570089" cy="230832"/>
          </a:xfrm>
          <a:prstGeom prst="rect">
            <a:avLst/>
          </a:prstGeom>
          <a:noFill/>
        </p:spPr>
        <p:txBody>
          <a:bodyPr wrap="square" rtlCol="0">
            <a:spAutoFit/>
          </a:bodyPr>
          <a:lstStyle/>
          <a:p>
            <a:pPr algn="ctr"/>
            <a:r>
              <a:rPr lang="en-US" sz="900" dirty="0"/>
              <a:t>342</a:t>
            </a:r>
          </a:p>
        </p:txBody>
      </p:sp>
      <p:sp>
        <p:nvSpPr>
          <p:cNvPr id="25" name="TextBox 24">
            <a:extLst>
              <a:ext uri="{FF2B5EF4-FFF2-40B4-BE49-F238E27FC236}">
                <a16:creationId xmlns:a16="http://schemas.microsoft.com/office/drawing/2014/main" id="{569D7B7C-76C6-1C6D-6AF3-95DB8AA03A77}"/>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6" name="TextBox 25">
            <a:extLst>
              <a:ext uri="{FF2B5EF4-FFF2-40B4-BE49-F238E27FC236}">
                <a16:creationId xmlns:a16="http://schemas.microsoft.com/office/drawing/2014/main" id="{CEDA62C2-771F-0B52-E859-ED82709B09EA}"/>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62A8F706-945B-A5F3-3316-43B92113E77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FF6136FF-DB3C-D9C7-CD41-0B67C683E9AB}"/>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32C74385-8E0C-F945-307B-E23E73710A22}"/>
              </a:ext>
            </a:extLst>
          </p:cNvPr>
          <p:cNvSpPr txBox="1"/>
          <p:nvPr/>
        </p:nvSpPr>
        <p:spPr>
          <a:xfrm>
            <a:off x="3138310" y="1903821"/>
            <a:ext cx="570089" cy="230832"/>
          </a:xfrm>
          <a:prstGeom prst="rect">
            <a:avLst/>
          </a:prstGeom>
          <a:no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29CF7A3E-B771-7B7A-A412-58C9F68C56AB}"/>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E8FEAC7A-49C9-ED5D-F37D-A81A6E47E5BE}"/>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B242644E-8956-6917-05CA-D17318E042FD}"/>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9" name="TextBox 38">
            <a:extLst>
              <a:ext uri="{FF2B5EF4-FFF2-40B4-BE49-F238E27FC236}">
                <a16:creationId xmlns:a16="http://schemas.microsoft.com/office/drawing/2014/main" id="{E3049D23-8C1A-925E-CC27-53CFDA3ED70F}"/>
              </a:ext>
            </a:extLst>
          </p:cNvPr>
          <p:cNvSpPr txBox="1"/>
          <p:nvPr/>
        </p:nvSpPr>
        <p:spPr>
          <a:xfrm>
            <a:off x="4143022" y="901933"/>
            <a:ext cx="570089" cy="230832"/>
          </a:xfrm>
          <a:prstGeom prst="rect">
            <a:avLst/>
          </a:prstGeom>
          <a:noFill/>
        </p:spPr>
        <p:txBody>
          <a:bodyPr wrap="square" rtlCol="0">
            <a:spAutoFit/>
          </a:bodyPr>
          <a:lstStyle/>
          <a:p>
            <a:pPr algn="ctr"/>
            <a:r>
              <a:rPr lang="en-US" sz="900" dirty="0"/>
              <a:t>79</a:t>
            </a:r>
          </a:p>
        </p:txBody>
      </p:sp>
      <p:sp>
        <p:nvSpPr>
          <p:cNvPr id="40" name="TextBox 39">
            <a:extLst>
              <a:ext uri="{FF2B5EF4-FFF2-40B4-BE49-F238E27FC236}">
                <a16:creationId xmlns:a16="http://schemas.microsoft.com/office/drawing/2014/main" id="{91826A26-E37E-56F4-C67E-52D17633F5B8}"/>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451490A6-B0E4-CEEC-36AD-DECE3F6B9041}"/>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78F77C88-A4C0-3A16-ED77-1930BC0CF5D7}"/>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944DF027-5400-19DD-9743-779CE2AB23C9}"/>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2FCBDDC1-1CD3-75C8-5096-9098AA44F9EF}"/>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67AF3194-CF33-C45C-C99E-A2B8A4B7A11D}"/>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6C3AA74E-0197-EC7E-1E59-3FEFFC30F7B8}"/>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7E73CD3D-1F77-DE81-A814-C2070FACE173}"/>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131890C6-FB5B-AE88-657F-E635C6DB40EC}"/>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87260C1A-9CB8-7EDA-D8DF-681A81FBF433}"/>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311A2499-5840-C845-0F48-FC0878C9D1C6}"/>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6420A107-CDC5-E84E-393C-A0FDDB30ED12}"/>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8178146A-4AAF-3B12-0EF7-51F9312135C0}"/>
              </a:ext>
            </a:extLst>
          </p:cNvPr>
          <p:cNvSpPr txBox="1"/>
          <p:nvPr/>
        </p:nvSpPr>
        <p:spPr>
          <a:xfrm>
            <a:off x="5147734" y="2404765"/>
            <a:ext cx="570089" cy="230832"/>
          </a:xfrm>
          <a:prstGeom prst="rect">
            <a:avLst/>
          </a:prstGeom>
          <a:noFill/>
        </p:spPr>
        <p:txBody>
          <a:bodyPr wrap="square" rtlCol="0">
            <a:spAutoFit/>
          </a:bodyPr>
          <a:lstStyle/>
          <a:p>
            <a:pPr algn="ctr"/>
            <a:r>
              <a:rPr lang="en-US" sz="900" dirty="0"/>
              <a:t>12456</a:t>
            </a:r>
          </a:p>
        </p:txBody>
      </p:sp>
      <p:sp>
        <p:nvSpPr>
          <p:cNvPr id="55" name="TextBox 54">
            <a:extLst>
              <a:ext uri="{FF2B5EF4-FFF2-40B4-BE49-F238E27FC236}">
                <a16:creationId xmlns:a16="http://schemas.microsoft.com/office/drawing/2014/main" id="{A0D9E32B-01F4-4410-635E-01C8203C4EBF}"/>
              </a:ext>
            </a:extLst>
          </p:cNvPr>
          <p:cNvSpPr txBox="1"/>
          <p:nvPr/>
        </p:nvSpPr>
        <p:spPr>
          <a:xfrm>
            <a:off x="5650090" y="2404765"/>
            <a:ext cx="570089" cy="230832"/>
          </a:xfrm>
          <a:prstGeom prst="rect">
            <a:avLst/>
          </a:prstGeom>
          <a:noFill/>
        </p:spPr>
        <p:txBody>
          <a:bodyPr wrap="square" rtlCol="0">
            <a:spAutoFit/>
          </a:bodyPr>
          <a:lstStyle/>
          <a:p>
            <a:pPr algn="ctr"/>
            <a:r>
              <a:rPr lang="en-US" sz="900" dirty="0"/>
              <a:t>267</a:t>
            </a:r>
          </a:p>
        </p:txBody>
      </p:sp>
      <p:sp>
        <p:nvSpPr>
          <p:cNvPr id="56" name="TextBox 55">
            <a:extLst>
              <a:ext uri="{FF2B5EF4-FFF2-40B4-BE49-F238E27FC236}">
                <a16:creationId xmlns:a16="http://schemas.microsoft.com/office/drawing/2014/main" id="{A71A3D1F-33FC-547A-F34B-55DDC17DE438}"/>
              </a:ext>
            </a:extLst>
          </p:cNvPr>
          <p:cNvSpPr txBox="1"/>
          <p:nvPr/>
        </p:nvSpPr>
        <p:spPr>
          <a:xfrm>
            <a:off x="6152446" y="2404765"/>
            <a:ext cx="570089" cy="230832"/>
          </a:xfrm>
          <a:prstGeom prst="rect">
            <a:avLst/>
          </a:prstGeom>
          <a:noFill/>
        </p:spPr>
        <p:txBody>
          <a:bodyPr wrap="square" rtlCol="0">
            <a:spAutoFit/>
          </a:bodyPr>
          <a:lstStyle/>
          <a:p>
            <a:pPr algn="ctr"/>
            <a:r>
              <a:rPr lang="en-US" sz="900" dirty="0"/>
              <a:t>621</a:t>
            </a:r>
          </a:p>
        </p:txBody>
      </p:sp>
      <p:sp>
        <p:nvSpPr>
          <p:cNvPr id="57" name="TextBox 56">
            <a:extLst>
              <a:ext uri="{FF2B5EF4-FFF2-40B4-BE49-F238E27FC236}">
                <a16:creationId xmlns:a16="http://schemas.microsoft.com/office/drawing/2014/main" id="{ABFFF17E-E30E-3385-FE6A-8099225E46EF}"/>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58" name="TextBox 57">
            <a:extLst>
              <a:ext uri="{FF2B5EF4-FFF2-40B4-BE49-F238E27FC236}">
                <a16:creationId xmlns:a16="http://schemas.microsoft.com/office/drawing/2014/main" id="{49B2C29C-E1C7-27CF-68EE-ACB47754E9E2}"/>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46D580B6-FBC4-50EC-D2A0-EA60D0C1A7C2}"/>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60AB0536-3A4B-3205-CC98-E976B042CBFA}"/>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B8EA9C64-F0E0-E3D9-7240-CF4ABB1CD1B8}"/>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7077EB02-134D-2879-3B4A-9259CC74E191}"/>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A705E646-8005-FA2E-AEAE-F3E6B1B69F6F}"/>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FCEEB110-D0BF-746D-BE63-6CCDAD146887}"/>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6ACF06C3-0FA8-7327-9127-E76F8138B622}"/>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D1C82520-8328-71BC-F3C9-3D9D952605AD}"/>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0B745C26-5F36-A961-0243-64449E5B73DA}"/>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123459</a:t>
            </a:r>
          </a:p>
        </p:txBody>
      </p:sp>
      <p:sp>
        <p:nvSpPr>
          <p:cNvPr id="66" name="TextBox 65">
            <a:extLst>
              <a:ext uri="{FF2B5EF4-FFF2-40B4-BE49-F238E27FC236}">
                <a16:creationId xmlns:a16="http://schemas.microsoft.com/office/drawing/2014/main" id="{EE249F5B-6BBD-38A5-FBAE-AD7DFE7FDF8E}"/>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6EFE5AE6-E0E7-ABBD-07BC-3EA7CB180D73}"/>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366C5563-F788-18C7-F35C-B6DBF000CA40}"/>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6F0EA9D7-4F3C-D397-F302-6CB3809E8688}"/>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502EE7A8-CD35-6F3D-7FD3-FA3E8D6D0838}"/>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2BE7822B-5273-822E-7154-E35EA07BF1B5}"/>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16D9E8FA-B6A4-4D7C-07D4-E9867A991C06}"/>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362CC98F-5FC5-D72B-96F6-89784EB87E4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2049C867-7FEE-BAA5-2882-AC6000B516A2}"/>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4762CBDE-6D4E-3FCC-232E-5B34643F78C2}"/>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0DE6BAE4-C395-89BD-2098-C5EBFD57C77D}"/>
              </a:ext>
            </a:extLst>
          </p:cNvPr>
          <p:cNvSpPr txBox="1"/>
          <p:nvPr/>
        </p:nvSpPr>
        <p:spPr>
          <a:xfrm>
            <a:off x="4645378" y="901933"/>
            <a:ext cx="570089" cy="230832"/>
          </a:xfrm>
          <a:prstGeom prst="rect">
            <a:avLst/>
          </a:prstGeom>
          <a:noFill/>
        </p:spPr>
        <p:txBody>
          <a:bodyPr wrap="square" rtlCol="0">
            <a:spAutoFit/>
          </a:bodyPr>
          <a:lstStyle/>
          <a:p>
            <a:pPr algn="ctr"/>
            <a:r>
              <a:rPr lang="en-US" sz="900" dirty="0"/>
              <a:t>247589</a:t>
            </a:r>
          </a:p>
        </p:txBody>
      </p:sp>
      <p:sp>
        <p:nvSpPr>
          <p:cNvPr id="12" name="TextBox 11">
            <a:extLst>
              <a:ext uri="{FF2B5EF4-FFF2-40B4-BE49-F238E27FC236}">
                <a16:creationId xmlns:a16="http://schemas.microsoft.com/office/drawing/2014/main" id="{A9292BC3-A4F3-D8B8-8650-EA83EC2673A4}"/>
              </a:ext>
            </a:extLst>
          </p:cNvPr>
          <p:cNvSpPr txBox="1"/>
          <p:nvPr/>
        </p:nvSpPr>
        <p:spPr>
          <a:xfrm>
            <a:off x="3138310" y="2404765"/>
            <a:ext cx="570089" cy="230832"/>
          </a:xfrm>
          <a:prstGeom prst="rect">
            <a:avLst/>
          </a:prstGeom>
          <a:no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01B13A25-AB61-B382-FD37-44370DB8694F}"/>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5789</a:t>
            </a:r>
          </a:p>
        </p:txBody>
      </p:sp>
      <p:sp>
        <p:nvSpPr>
          <p:cNvPr id="78" name="TextBox 77">
            <a:extLst>
              <a:ext uri="{FF2B5EF4-FFF2-40B4-BE49-F238E27FC236}">
                <a16:creationId xmlns:a16="http://schemas.microsoft.com/office/drawing/2014/main" id="{A82FE3A3-C5E5-2893-B183-2FF4307161BC}"/>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25A0EB38-DFA5-C62D-6780-F0676D27E197}"/>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384C39AE-2950-94FB-D895-DD147EE50AE1}"/>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B7D9F4B-A0C3-3D5E-2662-57F3CCEE8F53}"/>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98008F94-6890-F717-176F-1F27E4191746}"/>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A6768DC-E35B-6A5C-40B9-8E79C3021F76}"/>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4DBF3A4D-8C33-497C-E28C-1649CA17302D}"/>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0ADDDE00-3F90-CB79-3D35-A133413B8ED0}"/>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90B4EEBF-E40A-18F5-7BB1-A0BDD4873CA4}"/>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D6B3BC47-91B7-921D-5494-86C2CFEE29D5}"/>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4" name="TextBox 83">
            <a:extLst>
              <a:ext uri="{FF2B5EF4-FFF2-40B4-BE49-F238E27FC236}">
                <a16:creationId xmlns:a16="http://schemas.microsoft.com/office/drawing/2014/main" id="{6FB72D28-F41F-80B3-FCF1-2C4E3B738FCF}"/>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443954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BCC94-0E45-A573-D9B6-C2106FFD78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8CF735-7F18-A8A6-223A-2BF6F9F7C3C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39F1810-5FBF-9385-922A-DBF5F59E676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29418F4-11FA-B16D-BB63-97EE4B2899C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034E393-7927-7F6D-2D6A-20C99981ECA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9255E2B-974E-4740-E433-76220E81B6D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4D548A4-3451-2417-8255-E0C09C0EB32F}"/>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C54F3950-100F-EFDD-A06E-A1DA9C5D46F4}"/>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14" name="TextBox 13">
            <a:extLst>
              <a:ext uri="{FF2B5EF4-FFF2-40B4-BE49-F238E27FC236}">
                <a16:creationId xmlns:a16="http://schemas.microsoft.com/office/drawing/2014/main" id="{8F5FB587-6C2E-99F3-6DB1-F0ED684F30BE}"/>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09B9581D-FDA0-B646-236B-BB3B3A0EE755}"/>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44E165DA-1D98-BD12-D5FF-A641E733112C}"/>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DFCE34D5-7A57-9497-1E90-13B4DC6C589A}"/>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87D8398B-9B98-23EC-0C9F-0F7AA7383CBE}"/>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D0A5814F-7EDF-1741-03C1-AF60253CD2ED}"/>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B9E02E2C-EA56-22AB-8C14-19EFB2A2F5D7}"/>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DA983300-B602-C204-B7BA-73515DA0DE94}"/>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661B71A5-CF8E-6C39-D288-15CFF78E8CAC}"/>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79104B10-D56B-841D-AA25-85B0308E8DF6}"/>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6" name="TextBox 25">
            <a:extLst>
              <a:ext uri="{FF2B5EF4-FFF2-40B4-BE49-F238E27FC236}">
                <a16:creationId xmlns:a16="http://schemas.microsoft.com/office/drawing/2014/main" id="{F557E076-B6A1-9A5E-4F14-4AB8FD87F734}"/>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634BB39C-C7F3-3E07-21B4-A44DA11AE80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AB8D686F-CDE7-AF98-CC82-6C8A01221840}"/>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A9942D31-F261-8CB5-60A1-711114EFFDDC}"/>
              </a:ext>
            </a:extLst>
          </p:cNvPr>
          <p:cNvSpPr txBox="1"/>
          <p:nvPr/>
        </p:nvSpPr>
        <p:spPr>
          <a:xfrm>
            <a:off x="3138310" y="1903821"/>
            <a:ext cx="570089" cy="230832"/>
          </a:xfrm>
          <a:prstGeom prst="rect">
            <a:avLst/>
          </a:prstGeom>
          <a:no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28144E46-DDCB-81BC-289E-3F7AF12B8DFA}"/>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4EC4B313-E287-78BC-5100-0EE16EC78E77}"/>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9BF092EC-2855-3066-3B40-B1A901FA0C1E}"/>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39" name="TextBox 38">
            <a:extLst>
              <a:ext uri="{FF2B5EF4-FFF2-40B4-BE49-F238E27FC236}">
                <a16:creationId xmlns:a16="http://schemas.microsoft.com/office/drawing/2014/main" id="{8087434F-B3CF-1D3F-CC7C-C888F4B0A495}"/>
              </a:ext>
            </a:extLst>
          </p:cNvPr>
          <p:cNvSpPr txBox="1"/>
          <p:nvPr/>
        </p:nvSpPr>
        <p:spPr>
          <a:xfrm>
            <a:off x="4143022" y="901933"/>
            <a:ext cx="570089" cy="230832"/>
          </a:xfrm>
          <a:prstGeom prst="rect">
            <a:avLst/>
          </a:prstGeom>
          <a:noFill/>
        </p:spPr>
        <p:txBody>
          <a:bodyPr wrap="square" rtlCol="0">
            <a:spAutoFit/>
          </a:bodyPr>
          <a:lstStyle/>
          <a:p>
            <a:pPr algn="ctr"/>
            <a:r>
              <a:rPr lang="en-US" sz="900" dirty="0"/>
              <a:t>79</a:t>
            </a:r>
          </a:p>
        </p:txBody>
      </p:sp>
      <p:sp>
        <p:nvSpPr>
          <p:cNvPr id="40" name="TextBox 39">
            <a:extLst>
              <a:ext uri="{FF2B5EF4-FFF2-40B4-BE49-F238E27FC236}">
                <a16:creationId xmlns:a16="http://schemas.microsoft.com/office/drawing/2014/main" id="{AD4E79F3-79F8-29BB-C7C3-E8F84046E2F9}"/>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2B6A3FAA-2882-E69A-143E-3EE4CD91ADC4}"/>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AF6CBC1F-4A61-1CAC-E0BF-86D4D9791B20}"/>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0878304D-1745-F050-47FA-F58DF15DC292}"/>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58B484AC-F444-7A81-6585-AA9DBC8DDBAA}"/>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926A4BED-146F-55BB-E94D-D6FD412BF743}"/>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D8BBF18A-B7CD-EBC2-19CF-4854FB56A400}"/>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35D29B88-040F-744E-BC74-D91A908319E2}"/>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72254829-CBC7-AB03-B90C-598CE09D18B3}"/>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0912F585-2ABD-8B1B-5863-25B9E355834A}"/>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621DE50C-7987-2824-20E0-B62666FACF7D}"/>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E34B5F7A-4716-E798-9221-DDE58EEF189C}"/>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1C8F7300-ED7B-65BA-F3A4-D58C4EAEE96C}"/>
              </a:ext>
            </a:extLst>
          </p:cNvPr>
          <p:cNvSpPr txBox="1"/>
          <p:nvPr/>
        </p:nvSpPr>
        <p:spPr>
          <a:xfrm>
            <a:off x="5147734" y="2404765"/>
            <a:ext cx="570089" cy="230832"/>
          </a:xfrm>
          <a:prstGeom prst="rect">
            <a:avLst/>
          </a:prstGeom>
          <a:noFill/>
        </p:spPr>
        <p:txBody>
          <a:bodyPr wrap="square" rtlCol="0">
            <a:spAutoFit/>
          </a:bodyPr>
          <a:lstStyle/>
          <a:p>
            <a:pPr algn="ctr"/>
            <a:r>
              <a:rPr lang="en-US" sz="900" dirty="0"/>
              <a:t>12456</a:t>
            </a:r>
          </a:p>
        </p:txBody>
      </p:sp>
      <p:sp>
        <p:nvSpPr>
          <p:cNvPr id="55" name="TextBox 54">
            <a:extLst>
              <a:ext uri="{FF2B5EF4-FFF2-40B4-BE49-F238E27FC236}">
                <a16:creationId xmlns:a16="http://schemas.microsoft.com/office/drawing/2014/main" id="{865BEC72-D30A-F5A3-6818-0C119B1A3BC2}"/>
              </a:ext>
            </a:extLst>
          </p:cNvPr>
          <p:cNvSpPr txBox="1"/>
          <p:nvPr/>
        </p:nvSpPr>
        <p:spPr>
          <a:xfrm>
            <a:off x="5650090" y="2404765"/>
            <a:ext cx="570089" cy="230832"/>
          </a:xfrm>
          <a:prstGeom prst="rect">
            <a:avLst/>
          </a:prstGeom>
          <a:noFill/>
        </p:spPr>
        <p:txBody>
          <a:bodyPr wrap="square" rtlCol="0">
            <a:spAutoFit/>
          </a:bodyPr>
          <a:lstStyle/>
          <a:p>
            <a:pPr algn="ctr"/>
            <a:r>
              <a:rPr lang="en-US" sz="900" dirty="0"/>
              <a:t>267</a:t>
            </a:r>
          </a:p>
        </p:txBody>
      </p:sp>
      <p:sp>
        <p:nvSpPr>
          <p:cNvPr id="56" name="TextBox 55">
            <a:extLst>
              <a:ext uri="{FF2B5EF4-FFF2-40B4-BE49-F238E27FC236}">
                <a16:creationId xmlns:a16="http://schemas.microsoft.com/office/drawing/2014/main" id="{32527523-5290-17F0-B778-0229CDB3C054}"/>
              </a:ext>
            </a:extLst>
          </p:cNvPr>
          <p:cNvSpPr txBox="1"/>
          <p:nvPr/>
        </p:nvSpPr>
        <p:spPr>
          <a:xfrm>
            <a:off x="6152446" y="2404765"/>
            <a:ext cx="570089" cy="230832"/>
          </a:xfrm>
          <a:prstGeom prst="rect">
            <a:avLst/>
          </a:prstGeom>
          <a:noFill/>
        </p:spPr>
        <p:txBody>
          <a:bodyPr wrap="square" rtlCol="0">
            <a:spAutoFit/>
          </a:bodyPr>
          <a:lstStyle/>
          <a:p>
            <a:pPr algn="ctr"/>
            <a:r>
              <a:rPr lang="en-US" sz="900" dirty="0"/>
              <a:t>621</a:t>
            </a:r>
          </a:p>
        </p:txBody>
      </p:sp>
      <p:sp>
        <p:nvSpPr>
          <p:cNvPr id="57" name="TextBox 56">
            <a:extLst>
              <a:ext uri="{FF2B5EF4-FFF2-40B4-BE49-F238E27FC236}">
                <a16:creationId xmlns:a16="http://schemas.microsoft.com/office/drawing/2014/main" id="{E4226459-070C-00D3-73B4-4ED66E2A2B65}"/>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AAE8680E-7C4A-33B2-B034-4EA3EA5B5DE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459DD574-8557-C48A-CC6E-CDC424C61166}"/>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3A363D8C-D932-EED9-69B0-6F100A02B23E}"/>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D5958D0D-AC57-FCE6-03C7-1BA77BF05FD7}"/>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6571F432-907B-B173-DC16-A435E25E3437}"/>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2347AED4-A720-0404-F9A7-D615F8FC0A78}"/>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46D502FF-8C0B-265C-37A0-B54B48B6014A}"/>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43511C35-F8F8-D147-A7AF-CB312D2BEB51}"/>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7BE84675-17EF-8D3B-CFEE-A2BF88BCB72A}"/>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CA926C55-E4AF-E62E-CEDC-AAD0BD15BCF1}"/>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12359</a:t>
            </a:r>
          </a:p>
        </p:txBody>
      </p:sp>
      <p:sp>
        <p:nvSpPr>
          <p:cNvPr id="66" name="TextBox 65">
            <a:extLst>
              <a:ext uri="{FF2B5EF4-FFF2-40B4-BE49-F238E27FC236}">
                <a16:creationId xmlns:a16="http://schemas.microsoft.com/office/drawing/2014/main" id="{F9306081-F6A2-2409-959A-CCEEE0294B11}"/>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50E207F0-3DC4-9F11-CAE3-9A879BA04F9D}"/>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F7B657CE-EE89-88FB-65F6-5376EF105219}"/>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1260FBC0-C80A-2CA7-7485-6B4367C1D47D}"/>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B8E1AE69-7476-85C3-DDA7-5C65E9CC291D}"/>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E0AB956A-BEDE-C731-A693-A239E91BAB90}"/>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E1248A4B-EEAC-3868-1E9C-66CE0E3B3A5F}"/>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E1B6ADF2-D6F0-07D3-DDFF-EA0BAA1688A4}"/>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7E72E63B-3876-098F-FBE5-53EE2767EC96}"/>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B574ED79-C7B9-404F-9714-2EDFC31FBC25}"/>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58B2E0D3-45A1-01AE-9DC2-C08C0C77C82D}"/>
              </a:ext>
            </a:extLst>
          </p:cNvPr>
          <p:cNvSpPr txBox="1"/>
          <p:nvPr/>
        </p:nvSpPr>
        <p:spPr>
          <a:xfrm>
            <a:off x="4645378" y="901933"/>
            <a:ext cx="570089" cy="230832"/>
          </a:xfrm>
          <a:prstGeom prst="rect">
            <a:avLst/>
          </a:prstGeom>
          <a:noFill/>
        </p:spPr>
        <p:txBody>
          <a:bodyPr wrap="square" rtlCol="0">
            <a:spAutoFit/>
          </a:bodyPr>
          <a:lstStyle/>
          <a:p>
            <a:pPr algn="ctr"/>
            <a:r>
              <a:rPr lang="en-US" sz="900" dirty="0"/>
              <a:t>27589</a:t>
            </a:r>
          </a:p>
        </p:txBody>
      </p:sp>
      <p:sp>
        <p:nvSpPr>
          <p:cNvPr id="12" name="TextBox 11">
            <a:extLst>
              <a:ext uri="{FF2B5EF4-FFF2-40B4-BE49-F238E27FC236}">
                <a16:creationId xmlns:a16="http://schemas.microsoft.com/office/drawing/2014/main" id="{86A69A02-AADD-1A5D-4153-5DFB0C505FF3}"/>
              </a:ext>
            </a:extLst>
          </p:cNvPr>
          <p:cNvSpPr txBox="1"/>
          <p:nvPr/>
        </p:nvSpPr>
        <p:spPr>
          <a:xfrm>
            <a:off x="3138310" y="2404765"/>
            <a:ext cx="570089" cy="230832"/>
          </a:xfrm>
          <a:prstGeom prst="rect">
            <a:avLst/>
          </a:prstGeom>
          <a:no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2D72F0DB-9BFB-8DF0-3AC3-2A6B1D8AE7E5}"/>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5789</a:t>
            </a:r>
          </a:p>
        </p:txBody>
      </p:sp>
      <p:sp>
        <p:nvSpPr>
          <p:cNvPr id="78" name="TextBox 77">
            <a:extLst>
              <a:ext uri="{FF2B5EF4-FFF2-40B4-BE49-F238E27FC236}">
                <a16:creationId xmlns:a16="http://schemas.microsoft.com/office/drawing/2014/main" id="{51CD0B67-8263-DACC-734F-68CC46580933}"/>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B511433A-9C11-B6ED-E6B4-D5551F731251}"/>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3A5D9F8-B5E7-DD47-132C-C2AB00528F3F}"/>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116F1238-6F3F-F8C3-C563-BA7461FD5B47}"/>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BB0C276D-FABD-B9F6-2C8F-398B3991AC21}"/>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BDFA68F6-3E54-608A-F35A-D4B7E5BF296E}"/>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384C239-139B-513F-4F52-9A174DB543CA}"/>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960E6632-CE65-C1B2-9F81-70BC949ADD52}"/>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D13B876F-A164-E09E-4852-591B9B100259}"/>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005D022A-BB74-B951-0186-37690E1677A0}"/>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0C553A02-FC92-B871-0710-9B68A3F8D891}"/>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BFB21DFF-00B2-3FD7-7668-C8FA890740E7}"/>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0820686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112BD-B75E-765B-3486-C7B2BC83256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C21CBC-3143-D7EA-A805-45FFEE6ED89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8D5E99E-FECB-CBCD-081B-1C08B27DAC8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423F78B-7EBB-8182-B1A8-A226CEB16F6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D60A96F-EB7E-7ACA-7063-9A7E60528D6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E56EAA5-0B72-3DF9-81A2-A7394AED55B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40754BF-8901-83AA-EAB1-4AEB85C50902}"/>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0AB995A0-651C-A924-7721-7F1C38EDA364}"/>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F4054EED-6F74-A258-E7D9-D1E92DBBCB91}"/>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053C5056-1515-8F36-81C6-2492923E1586}"/>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38F351AA-B9F3-806A-0690-762B88198F48}"/>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04790727-98E1-D9C6-8334-7818536485CD}"/>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A5A8CA11-A939-E797-9E19-4E96E9DCAEAD}"/>
              </a:ext>
            </a:extLst>
          </p:cNvPr>
          <p:cNvSpPr txBox="1"/>
          <p:nvPr/>
        </p:nvSpPr>
        <p:spPr>
          <a:xfrm>
            <a:off x="5147734" y="1402877"/>
            <a:ext cx="570089" cy="230832"/>
          </a:xfrm>
          <a:prstGeom prst="rect">
            <a:avLst/>
          </a:prstGeom>
          <a:noFill/>
        </p:spPr>
        <p:txBody>
          <a:bodyPr wrap="square" rtlCol="0">
            <a:spAutoFit/>
          </a:bodyPr>
          <a:lstStyle/>
          <a:p>
            <a:pPr algn="ctr"/>
            <a:r>
              <a:rPr lang="en-US" sz="900" dirty="0"/>
              <a:t>157</a:t>
            </a:r>
          </a:p>
        </p:txBody>
      </p:sp>
      <p:sp>
        <p:nvSpPr>
          <p:cNvPr id="13" name="TextBox 12">
            <a:extLst>
              <a:ext uri="{FF2B5EF4-FFF2-40B4-BE49-F238E27FC236}">
                <a16:creationId xmlns:a16="http://schemas.microsoft.com/office/drawing/2014/main" id="{9BF317DC-FD5A-34C9-BA42-B92334CBEF21}"/>
              </a:ext>
            </a:extLst>
          </p:cNvPr>
          <p:cNvSpPr txBox="1"/>
          <p:nvPr/>
        </p:nvSpPr>
        <p:spPr>
          <a:xfrm>
            <a:off x="5650090" y="1402877"/>
            <a:ext cx="570089" cy="230832"/>
          </a:xfrm>
          <a:prstGeom prst="rect">
            <a:avLst/>
          </a:prstGeom>
          <a:noFill/>
        </p:spPr>
        <p:txBody>
          <a:bodyPr wrap="square" rtlCol="0">
            <a:spAutoFit/>
          </a:bodyPr>
          <a:lstStyle/>
          <a:p>
            <a:pPr algn="ctr"/>
            <a:r>
              <a:rPr lang="en-US" sz="900" dirty="0"/>
              <a:t>157</a:t>
            </a:r>
          </a:p>
        </p:txBody>
      </p:sp>
      <p:sp>
        <p:nvSpPr>
          <p:cNvPr id="19" name="TextBox 18">
            <a:extLst>
              <a:ext uri="{FF2B5EF4-FFF2-40B4-BE49-F238E27FC236}">
                <a16:creationId xmlns:a16="http://schemas.microsoft.com/office/drawing/2014/main" id="{2A6FA3A9-CD89-F796-AE2C-CE5BB6A9E44D}"/>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8AC16BB6-E244-D999-E563-69C183F92860}"/>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4F23EA5C-3507-35F8-C2B5-A0589AB7861C}"/>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6" name="TextBox 25">
            <a:extLst>
              <a:ext uri="{FF2B5EF4-FFF2-40B4-BE49-F238E27FC236}">
                <a16:creationId xmlns:a16="http://schemas.microsoft.com/office/drawing/2014/main" id="{0A70D12A-FB08-C9F1-71F5-BD5F29995E9D}"/>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46859555-0365-3C95-EB3B-26971633E3E9}"/>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26F6A648-C2DB-95EB-A34F-32E33CDCCB6A}"/>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9" name="TextBox 28">
            <a:extLst>
              <a:ext uri="{FF2B5EF4-FFF2-40B4-BE49-F238E27FC236}">
                <a16:creationId xmlns:a16="http://schemas.microsoft.com/office/drawing/2014/main" id="{D4EECCE1-A770-F78C-1381-EEE0DA743065}"/>
              </a:ext>
            </a:extLst>
          </p:cNvPr>
          <p:cNvSpPr txBox="1"/>
          <p:nvPr/>
        </p:nvSpPr>
        <p:spPr>
          <a:xfrm>
            <a:off x="3138310" y="1903821"/>
            <a:ext cx="570089" cy="230832"/>
          </a:xfrm>
          <a:prstGeom prst="rect">
            <a:avLst/>
          </a:prstGeom>
          <a:no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B74384D9-262E-640E-7D70-1BA43EB434D1}"/>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D8D2AFE4-59B3-7371-4CBA-C8B8CBEC4E83}"/>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0B0BF9A7-2F76-507B-1C55-2BA0AE527425}"/>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C5AE9E90-F98F-1084-EA36-18CF587FCFE4}"/>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1" name="TextBox 40">
            <a:extLst>
              <a:ext uri="{FF2B5EF4-FFF2-40B4-BE49-F238E27FC236}">
                <a16:creationId xmlns:a16="http://schemas.microsoft.com/office/drawing/2014/main" id="{09168448-442D-FBA4-6353-46CC88F6FCA0}"/>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42" name="TextBox 41">
            <a:extLst>
              <a:ext uri="{FF2B5EF4-FFF2-40B4-BE49-F238E27FC236}">
                <a16:creationId xmlns:a16="http://schemas.microsoft.com/office/drawing/2014/main" id="{08FE8B96-58AB-EAB6-BEEC-3F22124BDCC7}"/>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C678E8D1-1464-9E62-7D9C-2DFC57D99649}"/>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906445BB-01A0-71AA-2E13-AEFBF883D185}"/>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5A6E5330-47E9-6FA7-3B93-3F80B11A15BA}"/>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5F052D01-AD8D-66B0-CCD4-A5CBBA8A6635}"/>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BB6CEB6F-7FCD-414A-01F6-1EFD7FE60D0D}"/>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C68645FC-56F1-B2FB-A8F7-9615CFA81824}"/>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863974F7-97F4-0E15-57FA-2543B5887FD3}"/>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9EC75533-FF23-7644-9ACA-7F7D326EAFAD}"/>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67956815-40C6-347D-0F8D-459127B5FCB6}"/>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DB008AA1-B78E-8CA8-54EF-7047EE941AF1}"/>
              </a:ext>
            </a:extLst>
          </p:cNvPr>
          <p:cNvSpPr txBox="1"/>
          <p:nvPr/>
        </p:nvSpPr>
        <p:spPr>
          <a:xfrm>
            <a:off x="5147734" y="2404765"/>
            <a:ext cx="570089" cy="230832"/>
          </a:xfrm>
          <a:prstGeom prst="rect">
            <a:avLst/>
          </a:prstGeom>
          <a:noFill/>
        </p:spPr>
        <p:txBody>
          <a:bodyPr wrap="square" rtlCol="0">
            <a:spAutoFit/>
          </a:bodyPr>
          <a:lstStyle/>
          <a:p>
            <a:pPr algn="ctr"/>
            <a:r>
              <a:rPr lang="en-US" sz="900" dirty="0"/>
              <a:t>12456</a:t>
            </a:r>
          </a:p>
        </p:txBody>
      </p:sp>
      <p:sp>
        <p:nvSpPr>
          <p:cNvPr id="55" name="TextBox 54">
            <a:extLst>
              <a:ext uri="{FF2B5EF4-FFF2-40B4-BE49-F238E27FC236}">
                <a16:creationId xmlns:a16="http://schemas.microsoft.com/office/drawing/2014/main" id="{811255F0-7CED-070F-A891-886ABF7D0DC9}"/>
              </a:ext>
            </a:extLst>
          </p:cNvPr>
          <p:cNvSpPr txBox="1"/>
          <p:nvPr/>
        </p:nvSpPr>
        <p:spPr>
          <a:xfrm>
            <a:off x="5650090" y="2404765"/>
            <a:ext cx="570089" cy="230832"/>
          </a:xfrm>
          <a:prstGeom prst="rect">
            <a:avLst/>
          </a:prstGeom>
          <a:noFill/>
        </p:spPr>
        <p:txBody>
          <a:bodyPr wrap="square" rtlCol="0">
            <a:spAutoFit/>
          </a:bodyPr>
          <a:lstStyle/>
          <a:p>
            <a:pPr algn="ctr"/>
            <a:r>
              <a:rPr lang="en-US" sz="900" dirty="0"/>
              <a:t>267</a:t>
            </a:r>
          </a:p>
        </p:txBody>
      </p:sp>
      <p:sp>
        <p:nvSpPr>
          <p:cNvPr id="56" name="TextBox 55">
            <a:extLst>
              <a:ext uri="{FF2B5EF4-FFF2-40B4-BE49-F238E27FC236}">
                <a16:creationId xmlns:a16="http://schemas.microsoft.com/office/drawing/2014/main" id="{6155B483-6E0D-61D4-5684-CAEB3314C29E}"/>
              </a:ext>
            </a:extLst>
          </p:cNvPr>
          <p:cNvSpPr txBox="1"/>
          <p:nvPr/>
        </p:nvSpPr>
        <p:spPr>
          <a:xfrm>
            <a:off x="6152446" y="2404765"/>
            <a:ext cx="570089" cy="230832"/>
          </a:xfrm>
          <a:prstGeom prst="rect">
            <a:avLst/>
          </a:prstGeom>
          <a:noFill/>
        </p:spPr>
        <p:txBody>
          <a:bodyPr wrap="square" rtlCol="0">
            <a:spAutoFit/>
          </a:bodyPr>
          <a:lstStyle/>
          <a:p>
            <a:pPr algn="ctr"/>
            <a:r>
              <a:rPr lang="en-US" sz="900" dirty="0"/>
              <a:t>621</a:t>
            </a:r>
          </a:p>
        </p:txBody>
      </p:sp>
      <p:sp>
        <p:nvSpPr>
          <p:cNvPr id="57" name="TextBox 56">
            <a:extLst>
              <a:ext uri="{FF2B5EF4-FFF2-40B4-BE49-F238E27FC236}">
                <a16:creationId xmlns:a16="http://schemas.microsoft.com/office/drawing/2014/main" id="{DC88528F-7E0A-66EA-0E8A-88FC1A29CB19}"/>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E4D06B6C-ADAF-1817-61C5-E1BF8ADEE6B8}"/>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3A2B7DC8-B8C0-6379-6D55-3B42990BE3F5}"/>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85B0011B-7287-1AFD-BAF3-B0F0FB3E6572}"/>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8060A033-C029-2412-221C-1C2099AC03F0}"/>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328773F6-B353-4FAF-39E3-B47F46D176E2}"/>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67A28E6F-B011-2F7D-1B9A-8501D2AA040F}"/>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EE950E72-AB87-C3D8-BE30-2C04225886B3}"/>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776DFC9F-38CE-EB23-4A82-CF0D808F9B0A}"/>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976F9470-9B82-A896-7CB7-23F360BFC6BF}"/>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2BDD5136-D171-6AA9-E04C-41286FA30083}"/>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12359</a:t>
            </a:r>
          </a:p>
        </p:txBody>
      </p:sp>
      <p:sp>
        <p:nvSpPr>
          <p:cNvPr id="66" name="TextBox 65">
            <a:extLst>
              <a:ext uri="{FF2B5EF4-FFF2-40B4-BE49-F238E27FC236}">
                <a16:creationId xmlns:a16="http://schemas.microsoft.com/office/drawing/2014/main" id="{B6C6DF31-D340-AFDB-AAE7-B101BF71B022}"/>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9673873A-793C-0E41-AF8D-D76E327366C6}"/>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DEDAB34D-B921-8AEF-2C4B-4BA2EB6EFD9D}"/>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B1688E11-71A2-72C2-01C0-C87A6A29241B}"/>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F0769781-97B8-075E-2134-F4C9F51311D4}"/>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6A030B63-FAFC-D08E-32EA-99123136BE90}"/>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59EEECF9-6A8C-1B3D-63D3-E503772603E2}"/>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463231AA-3B8E-C359-D8FE-78164867A938}"/>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71CE76C9-EE4A-BCA0-2514-1D3B326D9C75}"/>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02C056BD-DB4A-686A-B855-86396B43F9C2}"/>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521FCD94-7BFD-7971-A07D-15EAA9591AFF}"/>
              </a:ext>
            </a:extLst>
          </p:cNvPr>
          <p:cNvSpPr txBox="1"/>
          <p:nvPr/>
        </p:nvSpPr>
        <p:spPr>
          <a:xfrm>
            <a:off x="4645378" y="901933"/>
            <a:ext cx="570089" cy="230832"/>
          </a:xfrm>
          <a:prstGeom prst="rect">
            <a:avLst/>
          </a:prstGeom>
          <a:noFill/>
        </p:spPr>
        <p:txBody>
          <a:bodyPr wrap="square" rtlCol="0">
            <a:spAutoFit/>
          </a:bodyPr>
          <a:lstStyle/>
          <a:p>
            <a:pPr algn="ctr"/>
            <a:r>
              <a:rPr lang="en-US" sz="900" dirty="0"/>
              <a:t>589</a:t>
            </a:r>
          </a:p>
        </p:txBody>
      </p:sp>
      <p:sp>
        <p:nvSpPr>
          <p:cNvPr id="12" name="TextBox 11">
            <a:extLst>
              <a:ext uri="{FF2B5EF4-FFF2-40B4-BE49-F238E27FC236}">
                <a16:creationId xmlns:a16="http://schemas.microsoft.com/office/drawing/2014/main" id="{89E9EC1A-8CB0-989C-9105-8733ED8207ED}"/>
              </a:ext>
            </a:extLst>
          </p:cNvPr>
          <p:cNvSpPr txBox="1"/>
          <p:nvPr/>
        </p:nvSpPr>
        <p:spPr>
          <a:xfrm>
            <a:off x="3138310" y="2404765"/>
            <a:ext cx="570089" cy="230832"/>
          </a:xfrm>
          <a:prstGeom prst="rect">
            <a:avLst/>
          </a:prstGeom>
          <a:no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7E517E35-A734-1277-F229-98E1980975B1}"/>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5789</a:t>
            </a:r>
          </a:p>
        </p:txBody>
      </p:sp>
      <p:sp>
        <p:nvSpPr>
          <p:cNvPr id="78" name="TextBox 77">
            <a:extLst>
              <a:ext uri="{FF2B5EF4-FFF2-40B4-BE49-F238E27FC236}">
                <a16:creationId xmlns:a16="http://schemas.microsoft.com/office/drawing/2014/main" id="{DD57B6FE-4E58-D57E-C146-EBEE4F91F2EC}"/>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6892390E-EAF9-023A-B6B1-F3FF1A80D0ED}"/>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AD73819E-B386-8A3E-BCB3-51EA7177A3BB}"/>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5CEDB4AC-46EA-3DD3-6EFB-60750CAACB8F}"/>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C44DD965-A1A4-2C4B-B232-FB33D37FEB30}"/>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98D64959-8F59-F971-C4E0-06D8A5EED3A5}"/>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31BEE80-BA80-C57D-5470-96644E94C795}"/>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E863805E-722E-FE5E-8A48-70A7F4A40070}"/>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CE504EAD-9411-9BC7-6FC6-5F494DDE59D3}"/>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A8484516-9B7D-AA22-FA6D-F3ECAF1A46FB}"/>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6C34FE8C-0649-86FC-FFF3-A799D27DE968}"/>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6C48A22D-FB7A-CBA6-FBED-E94200B799C7}"/>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C569476F-964D-9E3D-26DD-33D89EC0ABC4}"/>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6BFA7885-5016-A7FC-409B-848C7ED6A6BA}"/>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453462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6737F-A2EC-2C99-14B9-6E35737F15E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8412DA-A29A-A484-FE92-996178104E2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B227143-99A1-A418-443B-FD31733C576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154FF6B-8B4E-0BC8-E5FE-00BF86CBFD7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0F7CE5E-A7B1-D6BE-EC8D-80079758F2A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BA55914-CBF6-9B56-DB5E-73B8D41A378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D94A62D-54B3-BBEB-46C0-1CBC2B8BF80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431CCC50-5A10-A772-31B3-CB66BA5693BB}"/>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F33923E4-C896-A374-3D1C-9D9A16F68235}"/>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7867D9A4-BEB8-FFC5-FF68-29EE68C11B99}"/>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DCD5E13E-0E91-4F7A-FED3-9D98D7AB0D8B}"/>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F76FAAF5-CD45-AD8F-6FB6-73364F57014C}"/>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52DBE390-59D0-3A49-FCD9-5C11BC8BB613}"/>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C626227C-4CC8-192B-6136-0CA963876B29}"/>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19" name="TextBox 18">
            <a:extLst>
              <a:ext uri="{FF2B5EF4-FFF2-40B4-BE49-F238E27FC236}">
                <a16:creationId xmlns:a16="http://schemas.microsoft.com/office/drawing/2014/main" id="{34175AC2-5EEB-6678-E24C-5A6267C020E3}"/>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B68CEAF3-F7FE-0AA2-7862-7165B6B7D429}"/>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1BFB859D-47BB-5E8C-AD2E-3887E6B32C7A}"/>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6" name="TextBox 25">
            <a:extLst>
              <a:ext uri="{FF2B5EF4-FFF2-40B4-BE49-F238E27FC236}">
                <a16:creationId xmlns:a16="http://schemas.microsoft.com/office/drawing/2014/main" id="{37F02B9E-CF4E-E4C8-A150-7F9846F1B1E1}"/>
              </a:ext>
            </a:extLst>
          </p:cNvPr>
          <p:cNvSpPr txBox="1"/>
          <p:nvPr/>
        </p:nvSpPr>
        <p:spPr>
          <a:xfrm>
            <a:off x="4645378" y="1903821"/>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73F10BEE-22B5-2BF1-44BE-B8D104B9C462}"/>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F63C767C-A484-F4ED-4CBB-364FF595CBD5}"/>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31" name="TextBox 30">
            <a:extLst>
              <a:ext uri="{FF2B5EF4-FFF2-40B4-BE49-F238E27FC236}">
                <a16:creationId xmlns:a16="http://schemas.microsoft.com/office/drawing/2014/main" id="{F9AA01D1-A864-0A89-5FF9-FA7BB8E29F4F}"/>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FCC7364C-1D8F-348C-C2EB-99E2385C4B67}"/>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0F202AFC-307A-588A-A382-8C6132C12985}"/>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67282A7A-B009-9C8D-BA1D-6BF12E25B3B3}"/>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ABA07C39-1829-8430-9051-920BC988A6F6}"/>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BFECC7FB-5982-27A7-045A-8D4EC1E3B333}"/>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787D3F74-29EF-C48E-F1F0-A165A73D4DE2}"/>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93B72C74-5CF1-B4A7-1FFD-8BC7C4C34A10}"/>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D93E1764-131D-BDED-EEFD-424BD197CCC2}"/>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EEF8AC5F-6F5E-794D-85FF-1FF3D42EDE59}"/>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AB523E37-AD02-128D-E5B0-3A40698EC28D}"/>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92093442-DE4A-0D4B-A30C-3EA3480E59D0}"/>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A07E350A-BA6F-B39E-BF59-F25F8610D601}"/>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F448AE8C-ACC0-4BE9-7C2F-B006BB586901}"/>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62FE02EF-D421-316F-BDDB-F19A73BDC786}"/>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DA0A9D87-4547-E59A-AA4B-B9F2A3F4D9F2}"/>
              </a:ext>
            </a:extLst>
          </p:cNvPr>
          <p:cNvSpPr txBox="1"/>
          <p:nvPr/>
        </p:nvSpPr>
        <p:spPr>
          <a:xfrm>
            <a:off x="5147734" y="2404765"/>
            <a:ext cx="570089" cy="230832"/>
          </a:xfrm>
          <a:prstGeom prst="rect">
            <a:avLst/>
          </a:prstGeom>
          <a:noFill/>
        </p:spPr>
        <p:txBody>
          <a:bodyPr wrap="square" rtlCol="0">
            <a:spAutoFit/>
          </a:bodyPr>
          <a:lstStyle/>
          <a:p>
            <a:pPr algn="ctr"/>
            <a:r>
              <a:rPr lang="en-US" sz="900" dirty="0"/>
              <a:t>12456</a:t>
            </a:r>
          </a:p>
        </p:txBody>
      </p:sp>
      <p:sp>
        <p:nvSpPr>
          <p:cNvPr id="55" name="TextBox 54">
            <a:extLst>
              <a:ext uri="{FF2B5EF4-FFF2-40B4-BE49-F238E27FC236}">
                <a16:creationId xmlns:a16="http://schemas.microsoft.com/office/drawing/2014/main" id="{406B00D3-21B0-846A-D60F-43B92F238519}"/>
              </a:ext>
            </a:extLst>
          </p:cNvPr>
          <p:cNvSpPr txBox="1"/>
          <p:nvPr/>
        </p:nvSpPr>
        <p:spPr>
          <a:xfrm>
            <a:off x="5650090" y="2404765"/>
            <a:ext cx="570089" cy="230832"/>
          </a:xfrm>
          <a:prstGeom prst="rect">
            <a:avLst/>
          </a:prstGeom>
          <a:noFill/>
        </p:spPr>
        <p:txBody>
          <a:bodyPr wrap="square" rtlCol="0">
            <a:spAutoFit/>
          </a:bodyPr>
          <a:lstStyle/>
          <a:p>
            <a:pPr algn="ctr"/>
            <a:r>
              <a:rPr lang="en-US" sz="900" dirty="0"/>
              <a:t>267</a:t>
            </a:r>
          </a:p>
        </p:txBody>
      </p:sp>
      <p:sp>
        <p:nvSpPr>
          <p:cNvPr id="56" name="TextBox 55">
            <a:extLst>
              <a:ext uri="{FF2B5EF4-FFF2-40B4-BE49-F238E27FC236}">
                <a16:creationId xmlns:a16="http://schemas.microsoft.com/office/drawing/2014/main" id="{106F3DCF-D2DF-E083-E31A-A79663D3C262}"/>
              </a:ext>
            </a:extLst>
          </p:cNvPr>
          <p:cNvSpPr txBox="1"/>
          <p:nvPr/>
        </p:nvSpPr>
        <p:spPr>
          <a:xfrm>
            <a:off x="6152446" y="2404765"/>
            <a:ext cx="570089" cy="230832"/>
          </a:xfrm>
          <a:prstGeom prst="rect">
            <a:avLst/>
          </a:prstGeom>
          <a:noFill/>
        </p:spPr>
        <p:txBody>
          <a:bodyPr wrap="square" rtlCol="0">
            <a:spAutoFit/>
          </a:bodyPr>
          <a:lstStyle/>
          <a:p>
            <a:pPr algn="ctr"/>
            <a:r>
              <a:rPr lang="en-US" sz="900" dirty="0"/>
              <a:t>621</a:t>
            </a:r>
          </a:p>
        </p:txBody>
      </p:sp>
      <p:sp>
        <p:nvSpPr>
          <p:cNvPr id="57" name="TextBox 56">
            <a:extLst>
              <a:ext uri="{FF2B5EF4-FFF2-40B4-BE49-F238E27FC236}">
                <a16:creationId xmlns:a16="http://schemas.microsoft.com/office/drawing/2014/main" id="{B9B1E17F-1127-1B5F-957D-16D8E62792E2}"/>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B9052297-344F-D00F-515B-6A4436C59F7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AD4B05C3-4699-6C4D-0BD3-BC47BD21FA7D}"/>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4EA27397-1124-1927-EC32-93A423117FEC}"/>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3D61DD1F-611E-6071-F171-90F2C80B3504}"/>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3ED75BE5-ABF7-3F07-9759-2A7523BF75E4}"/>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41DBA030-9D74-5EC3-8C95-149F89ED5F43}"/>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72318800-5532-9A98-EC80-3FBBFBB2D514}"/>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DA9E9BE7-D22B-EFD1-AD70-09D4C8D0D8B7}"/>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F2D9F939-1955-A11D-D57C-887241A7472D}"/>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2C681544-FD7D-9EBD-F95F-E56572B16143}"/>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12359</a:t>
            </a:r>
          </a:p>
        </p:txBody>
      </p:sp>
      <p:sp>
        <p:nvSpPr>
          <p:cNvPr id="66" name="TextBox 65">
            <a:extLst>
              <a:ext uri="{FF2B5EF4-FFF2-40B4-BE49-F238E27FC236}">
                <a16:creationId xmlns:a16="http://schemas.microsoft.com/office/drawing/2014/main" id="{77636AB2-0AC2-DA61-AEDF-DBECC3EC1C69}"/>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EC0D298F-BE88-6E12-C53D-BDD9EE18EFC7}"/>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F061C996-5EEF-899B-C0E4-7C80D529A577}"/>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B30DA6F7-EB25-D6E0-216A-4D362D467BFA}"/>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08AC22DC-594A-899D-EFF3-56201746CE8F}"/>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A93358B5-D901-1A9D-D024-73FDAEECF76D}"/>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5BC11847-B973-0620-CD7E-A010DFC725EF}"/>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9F7A9FE0-65C9-2D6F-D576-275C94ECF9B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72499BA4-7246-B0DB-B507-7BE80ED709B9}"/>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81D974C7-2C7B-5524-4E21-4CBF976AFBA7}"/>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23E36E3D-34EA-7CB2-A1BA-25E73FF0334E}"/>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CA31243C-DD7F-BBFF-158E-5C4DE65530A0}"/>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5789</a:t>
            </a:r>
          </a:p>
        </p:txBody>
      </p:sp>
      <p:sp>
        <p:nvSpPr>
          <p:cNvPr id="78" name="TextBox 77">
            <a:extLst>
              <a:ext uri="{FF2B5EF4-FFF2-40B4-BE49-F238E27FC236}">
                <a16:creationId xmlns:a16="http://schemas.microsoft.com/office/drawing/2014/main" id="{DB5C93A8-762D-0AFB-0099-1A2F50481228}"/>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4F018D8E-433A-8FDB-B569-B3E34F0993A3}"/>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54431105-8730-3C6F-9021-4C7F5BCB5F03}"/>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1DF23683-2DD6-4707-ECC7-7D7B01B87646}"/>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353ABC62-A361-5406-09E8-E03D5CBCB084}"/>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D6B2CA1B-8DEC-C08A-DB0F-AC57E009C267}"/>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42E4796D-DF7B-59FC-63DF-75C30B541C04}"/>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6C044B1A-1F9F-1361-497B-226375949F30}"/>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63ECD533-49EB-555C-B86B-53F04084EE82}"/>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505AD1AD-AAEE-0639-96F0-9CB794995538}"/>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C9FF9454-CFB5-63E4-4D3E-E897E3A3DA99}"/>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5F4C6570-86BD-FDD2-4FFE-B17634C6F1C0}"/>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E0711EF7-262B-F613-B460-0672EDE6D189}"/>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980793B4-1D58-6DFF-CB86-DFB33B47CFB0}"/>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FB6B24A0-4050-613A-389A-EA55A26219F7}"/>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6E4554F8-A129-59CB-5815-CBB2720E4672}"/>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15075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50D3B-2268-E069-BEF4-B4069606DE3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C2B2D6-05A5-2E09-1988-85EE6848DFF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918A6C4-733D-3722-5C28-150ADBC510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67A72D1-99C8-E085-15BE-E6EC8B36C2D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EF1FDB9-9D3D-1A6C-6054-8D24AA3060D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950E7DD-BB9A-56B1-EEDD-15AD076C02C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1C4DBD1-44CF-B45B-22CE-3644EC2D6356}"/>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B7B737FD-E427-67B0-A329-A4B302485E8B}"/>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5D3B120F-3595-6C66-BFCF-29E66967E646}"/>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F8B7032A-B855-964E-3506-CCCF8397C726}"/>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70E1F05A-BB5C-A85D-0612-023F30844A9F}"/>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F80FB197-B86C-4B18-3ADC-10A351ADA5B6}"/>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B8B5C616-8415-4AFB-4447-4D79C0881254}"/>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9EC4B7C2-F7A0-1B11-E38D-B75723DEFC15}"/>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19" name="TextBox 18">
            <a:extLst>
              <a:ext uri="{FF2B5EF4-FFF2-40B4-BE49-F238E27FC236}">
                <a16:creationId xmlns:a16="http://schemas.microsoft.com/office/drawing/2014/main" id="{1BD30F53-5111-5950-71B6-FC18F6C7E369}"/>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2B528F50-4465-66E3-E457-7DD1AB9436CE}"/>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0B007F68-94E8-F874-128A-8665AA739710}"/>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6" name="TextBox 25">
            <a:extLst>
              <a:ext uri="{FF2B5EF4-FFF2-40B4-BE49-F238E27FC236}">
                <a16:creationId xmlns:a16="http://schemas.microsoft.com/office/drawing/2014/main" id="{CE7E2B5F-BEC5-D759-DD71-1A499660DDA3}"/>
              </a:ext>
            </a:extLst>
          </p:cNvPr>
          <p:cNvSpPr txBox="1"/>
          <p:nvPr/>
        </p:nvSpPr>
        <p:spPr>
          <a:xfrm>
            <a:off x="4645378" y="1903821"/>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8A873275-6501-A122-BE00-ECF476711934}"/>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5689</a:t>
            </a:r>
          </a:p>
        </p:txBody>
      </p:sp>
      <p:sp>
        <p:nvSpPr>
          <p:cNvPr id="28" name="TextBox 27">
            <a:extLst>
              <a:ext uri="{FF2B5EF4-FFF2-40B4-BE49-F238E27FC236}">
                <a16:creationId xmlns:a16="http://schemas.microsoft.com/office/drawing/2014/main" id="{825A30B4-DE8B-8056-F91C-600D320D61C6}"/>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5689</a:t>
            </a:r>
          </a:p>
        </p:txBody>
      </p:sp>
      <p:sp>
        <p:nvSpPr>
          <p:cNvPr id="31" name="TextBox 30">
            <a:extLst>
              <a:ext uri="{FF2B5EF4-FFF2-40B4-BE49-F238E27FC236}">
                <a16:creationId xmlns:a16="http://schemas.microsoft.com/office/drawing/2014/main" id="{01769E53-302D-7A2F-4BDE-8C9A81EA5F65}"/>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CD46C217-D5E4-2176-F588-CD5371BB5F0E}"/>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5D6C472D-0842-CF0F-4DEA-0E6AF5B61626}"/>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013C8AA5-4819-49DC-B3F7-FABB9C4DB177}"/>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F8FD1135-ADCB-64DC-C08A-67344F527133}"/>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057B5D08-736B-9D0E-526C-D9F582E0FB42}"/>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5120054A-B54D-BD35-0A56-F1351C04DF2D}"/>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F1B81690-8DEA-C7DC-3F7C-7B6EA7B0E9B3}"/>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1FAD3737-C010-37AD-F87B-0E3B388A5AAA}"/>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3A0635BF-C6EA-8E22-78A8-5A464D7CD999}"/>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B1CD2378-4AE3-949D-A839-048E89E2F734}"/>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EBAA3B82-48F8-A1AF-8494-0BF292C98C89}"/>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BDBC8A77-B36D-6464-A55B-4E2432373ABD}"/>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F4AA9F8B-7AC3-75D8-D726-03AE2A8777E9}"/>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B39809D5-7666-4D4F-F103-DCD79CCFC587}"/>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50396616-5FAA-9334-668A-2B8627F7EFF0}"/>
              </a:ext>
            </a:extLst>
          </p:cNvPr>
          <p:cNvSpPr txBox="1"/>
          <p:nvPr/>
        </p:nvSpPr>
        <p:spPr>
          <a:xfrm>
            <a:off x="5147734" y="2404765"/>
            <a:ext cx="570089" cy="230832"/>
          </a:xfrm>
          <a:prstGeom prst="rect">
            <a:avLst/>
          </a:prstGeom>
          <a:noFill/>
        </p:spPr>
        <p:txBody>
          <a:bodyPr wrap="square" rtlCol="0">
            <a:spAutoFit/>
          </a:bodyPr>
          <a:lstStyle/>
          <a:p>
            <a:pPr algn="ctr"/>
            <a:r>
              <a:rPr lang="en-US" sz="900" dirty="0"/>
              <a:t>12456</a:t>
            </a:r>
          </a:p>
        </p:txBody>
      </p:sp>
      <p:sp>
        <p:nvSpPr>
          <p:cNvPr id="55" name="TextBox 54">
            <a:extLst>
              <a:ext uri="{FF2B5EF4-FFF2-40B4-BE49-F238E27FC236}">
                <a16:creationId xmlns:a16="http://schemas.microsoft.com/office/drawing/2014/main" id="{5388926A-899A-10BF-BD3C-D7949F8B70C2}"/>
              </a:ext>
            </a:extLst>
          </p:cNvPr>
          <p:cNvSpPr txBox="1"/>
          <p:nvPr/>
        </p:nvSpPr>
        <p:spPr>
          <a:xfrm>
            <a:off x="5650090" y="2404765"/>
            <a:ext cx="570089" cy="230832"/>
          </a:xfrm>
          <a:prstGeom prst="rect">
            <a:avLst/>
          </a:prstGeom>
          <a:noFill/>
        </p:spPr>
        <p:txBody>
          <a:bodyPr wrap="square" rtlCol="0">
            <a:spAutoFit/>
          </a:bodyPr>
          <a:lstStyle/>
          <a:p>
            <a:pPr algn="ctr"/>
            <a:r>
              <a:rPr lang="en-US" sz="900" dirty="0"/>
              <a:t>267</a:t>
            </a:r>
          </a:p>
        </p:txBody>
      </p:sp>
      <p:sp>
        <p:nvSpPr>
          <p:cNvPr id="56" name="TextBox 55">
            <a:extLst>
              <a:ext uri="{FF2B5EF4-FFF2-40B4-BE49-F238E27FC236}">
                <a16:creationId xmlns:a16="http://schemas.microsoft.com/office/drawing/2014/main" id="{E7653381-2F9A-9D64-0FA6-573D145DC3D2}"/>
              </a:ext>
            </a:extLst>
          </p:cNvPr>
          <p:cNvSpPr txBox="1"/>
          <p:nvPr/>
        </p:nvSpPr>
        <p:spPr>
          <a:xfrm>
            <a:off x="6152446" y="2404765"/>
            <a:ext cx="570089" cy="230832"/>
          </a:xfrm>
          <a:prstGeom prst="rect">
            <a:avLst/>
          </a:prstGeom>
          <a:noFill/>
        </p:spPr>
        <p:txBody>
          <a:bodyPr wrap="square" rtlCol="0">
            <a:spAutoFit/>
          </a:bodyPr>
          <a:lstStyle/>
          <a:p>
            <a:pPr algn="ctr"/>
            <a:r>
              <a:rPr lang="en-US" sz="900" dirty="0"/>
              <a:t>621</a:t>
            </a:r>
          </a:p>
        </p:txBody>
      </p:sp>
      <p:sp>
        <p:nvSpPr>
          <p:cNvPr id="57" name="TextBox 56">
            <a:extLst>
              <a:ext uri="{FF2B5EF4-FFF2-40B4-BE49-F238E27FC236}">
                <a16:creationId xmlns:a16="http://schemas.microsoft.com/office/drawing/2014/main" id="{55C0EC36-5635-2D2F-9113-C12974936638}"/>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9B32CB77-50A1-E778-A9E5-783C79FF3910}"/>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EE644D52-013C-CA3F-9862-103C7B4066AD}"/>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EBDA0BAE-9A0A-D2FF-7C5B-2613866591CC}"/>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71CBA33F-FBDB-9AC5-2CE7-24E895BD574C}"/>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A5F05685-8F03-706B-4C1C-EE8BB71D6611}"/>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754352DB-E3E8-C36E-3E11-5A9FFD70E24F}"/>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F809B357-09DB-43C4-DBAB-C7E044BC8970}"/>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2B9B5FAE-FDD7-0CCD-59FD-9C6134FB096E}"/>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1638DFAB-2CAF-994D-4A97-3CA0516018F1}"/>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60FCEDF1-F95A-C86F-4F23-D0D951E7DA11}"/>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12359</a:t>
            </a:r>
          </a:p>
        </p:txBody>
      </p:sp>
      <p:sp>
        <p:nvSpPr>
          <p:cNvPr id="66" name="TextBox 65">
            <a:extLst>
              <a:ext uri="{FF2B5EF4-FFF2-40B4-BE49-F238E27FC236}">
                <a16:creationId xmlns:a16="http://schemas.microsoft.com/office/drawing/2014/main" id="{4701F473-1FB2-FC70-0BBF-A3A1B7829E0C}"/>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5512BFD7-0256-7FC4-8009-91804D850FBD}"/>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616FD51D-F0D8-FE59-32B1-D5DDD5E1563E}"/>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C5EAC73D-AA35-3978-88A9-4FE42E2A163E}"/>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BABA17C7-1555-24D8-814E-1A372165A304}"/>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F82998FE-9F3B-5B08-E28C-7C905BDA0E70}"/>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A030ED11-DA16-22EA-131B-E4C678909317}"/>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EB73D3E9-DD66-7A9A-46A7-1DB92D6CCB00}"/>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450EC7B9-8EEA-3B3A-698B-56DA30694AA6}"/>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530D90A3-0348-EAB7-7BBE-57D938F5B6C8}"/>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2B9111A7-19A4-3C9F-73EC-CC9732C7A8E6}"/>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28FFF055-63F1-3A72-B378-B5E8C8585049}"/>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a:t>
            </a:r>
          </a:p>
        </p:txBody>
      </p:sp>
      <p:sp>
        <p:nvSpPr>
          <p:cNvPr id="78" name="TextBox 77">
            <a:extLst>
              <a:ext uri="{FF2B5EF4-FFF2-40B4-BE49-F238E27FC236}">
                <a16:creationId xmlns:a16="http://schemas.microsoft.com/office/drawing/2014/main" id="{ECD67708-C1C7-E4BA-835B-5EFD99C262EA}"/>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2DC6162B-B24B-6BCE-8F11-F5F4D6F5D2DF}"/>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8B702830-96BA-9465-0B82-3B1458B01DB6}"/>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6C9758C-EBF8-B46E-03A5-1015B04D3E25}"/>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BE72CA5D-24DD-9C3C-49F0-347C185A269E}"/>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0FAD421-BFE1-526B-2EFE-595477C38430}"/>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21F3581-4902-D5BB-860A-98CB81440EB4}"/>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1AF26393-68B6-D671-604A-A20DC98EFAC4}"/>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48DD1845-E73E-781E-3E42-F9DAC92F8CC1}"/>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DE4D167E-7A92-8285-5558-5438E104797E}"/>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DCE50542-9A7B-1CBB-1C9A-C55131C185E4}"/>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00030EEA-2294-5863-E8D7-BF5FF42A8F88}"/>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CBE27939-7E9D-6A7C-BE22-E2B475C4C2E7}"/>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B77616B3-535F-E734-9D50-83ECA4CD2A40}"/>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92704EAA-ABC4-0F83-D318-788D69E8C01A}"/>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A056B177-7C57-F864-7521-78841B4FB09D}"/>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0965143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6EE10-6CA7-C19E-7CF3-EB6EB8211FE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A6051D-89A5-6C8E-8FD0-435CFD3345A3}"/>
              </a:ext>
            </a:extLst>
          </p:cNvPr>
          <p:cNvSpPr>
            <a:spLocks noGrp="1"/>
          </p:cNvSpPr>
          <p:nvPr>
            <p:ph sz="half" idx="1"/>
          </p:nvPr>
        </p:nvSpPr>
        <p:spPr/>
        <p:txBody>
          <a:bodyPr>
            <a:normAutofit/>
          </a:bodyPr>
          <a:lstStyle/>
          <a:p>
            <a:r>
              <a:rPr lang="en-US" dirty="0"/>
              <a:t>Reduce. (Last 7’s in ring. Last 9 in ring.)</a:t>
            </a:r>
          </a:p>
        </p:txBody>
      </p:sp>
      <p:pic>
        <p:nvPicPr>
          <p:cNvPr id="4" name="Picture 3" descr="A grid of sudoku puzzle&#10;&#10;Description automatically generated">
            <a:extLst>
              <a:ext uri="{FF2B5EF4-FFF2-40B4-BE49-F238E27FC236}">
                <a16:creationId xmlns:a16="http://schemas.microsoft.com/office/drawing/2014/main" id="{8132634D-F7AC-BB1E-A183-8DCAC19B4F4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0C518CF-C2B2-C575-6EC2-A17572FD24C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3B0C9BE-F674-8049-AB6C-80AEA143C43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7823587-320E-2FCF-553D-B25C89D6890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BB5BE21-9F9E-E736-1FD1-BB64989AE65C}"/>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656AC2CE-74CB-5384-3B25-8ADD30903F69}"/>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44013F73-C8D7-9138-0C83-78C5DD69C350}"/>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B34823C5-FE1C-7619-B0FB-6C88427CD8D0}"/>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1CB38B2A-3693-060C-DB8B-C6ED81E79492}"/>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9F92B460-29A5-7AA8-F209-25234C5B4442}"/>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EF66FCF-C730-04E4-1C22-9F690B7A7C03}"/>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81E6E11A-2302-7293-0515-AC14335B0EFC}"/>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19" name="TextBox 18">
            <a:extLst>
              <a:ext uri="{FF2B5EF4-FFF2-40B4-BE49-F238E27FC236}">
                <a16:creationId xmlns:a16="http://schemas.microsoft.com/office/drawing/2014/main" id="{FA28D9C5-D026-1A90-4A84-E4571763E3D0}"/>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432D6F0F-8A85-AAEC-E5D6-E883451D615F}"/>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12207E82-2DEC-3468-4E88-49FC0924D328}"/>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FC7F7E87-DDA8-D281-D904-A82CB7466073}"/>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5689</a:t>
            </a:r>
          </a:p>
        </p:txBody>
      </p:sp>
      <p:sp>
        <p:nvSpPr>
          <p:cNvPr id="28" name="TextBox 27">
            <a:extLst>
              <a:ext uri="{FF2B5EF4-FFF2-40B4-BE49-F238E27FC236}">
                <a16:creationId xmlns:a16="http://schemas.microsoft.com/office/drawing/2014/main" id="{204D264A-F3B8-773E-A0A2-A6054C506170}"/>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5689</a:t>
            </a:r>
          </a:p>
        </p:txBody>
      </p:sp>
      <p:sp>
        <p:nvSpPr>
          <p:cNvPr id="31" name="TextBox 30">
            <a:extLst>
              <a:ext uri="{FF2B5EF4-FFF2-40B4-BE49-F238E27FC236}">
                <a16:creationId xmlns:a16="http://schemas.microsoft.com/office/drawing/2014/main" id="{65D8C2FD-CB8F-21BD-DAEE-411EB2D1BC61}"/>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6A9066EE-ED77-2A23-7CF0-31F66214FAFE}"/>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22EB87A8-9BC8-62F6-644E-ACC46E0D3F42}"/>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2532921D-F90B-31DE-65AC-4E9EB731D735}"/>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11BA0983-55DF-FE07-4547-C3DA0382BFE5}"/>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DD3ADD52-614E-8206-DA12-3A4439D8ACCB}"/>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7497F757-5A47-0312-514E-CE8476C27442}"/>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031FD36B-0905-C7C0-DFAC-937201217FC1}"/>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BE360173-2A58-C61A-901A-D74EF0141908}"/>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D42E7A3B-940D-F693-B62A-8DDA5FF7A384}"/>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F6D07336-92EE-B2BB-12A4-A65DF2B8D246}"/>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8DE3919F-CBF5-F20B-B454-0AF6C3396E9A}"/>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437F49CB-0B6F-5145-0EC3-5D4500C03CA8}"/>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FEB80DB1-333B-37D3-4215-E5312E0910B8}"/>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29841B1B-A8B9-F904-05EB-8BF0D57CBDC4}"/>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7D46F3D1-3E1F-0A3F-DEA0-698C3E71CB7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12456</a:t>
            </a:r>
          </a:p>
        </p:txBody>
      </p:sp>
      <p:sp>
        <p:nvSpPr>
          <p:cNvPr id="55" name="TextBox 54">
            <a:extLst>
              <a:ext uri="{FF2B5EF4-FFF2-40B4-BE49-F238E27FC236}">
                <a16:creationId xmlns:a16="http://schemas.microsoft.com/office/drawing/2014/main" id="{6057B863-C727-B3AC-9F2B-1AFDEF32DC26}"/>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56" name="TextBox 55">
            <a:extLst>
              <a:ext uri="{FF2B5EF4-FFF2-40B4-BE49-F238E27FC236}">
                <a16:creationId xmlns:a16="http://schemas.microsoft.com/office/drawing/2014/main" id="{990DB5B2-0AFC-0C8D-9DA4-976590C83198}"/>
              </a:ext>
            </a:extLst>
          </p:cNvPr>
          <p:cNvSpPr txBox="1"/>
          <p:nvPr/>
        </p:nvSpPr>
        <p:spPr>
          <a:xfrm>
            <a:off x="6152446" y="2404765"/>
            <a:ext cx="570089" cy="230832"/>
          </a:xfrm>
          <a:prstGeom prst="rect">
            <a:avLst/>
          </a:prstGeom>
          <a:noFill/>
        </p:spPr>
        <p:txBody>
          <a:bodyPr wrap="square" rtlCol="0">
            <a:spAutoFit/>
          </a:bodyPr>
          <a:lstStyle/>
          <a:p>
            <a:pPr algn="ctr"/>
            <a:r>
              <a:rPr lang="en-US" sz="900" dirty="0"/>
              <a:t>62</a:t>
            </a:r>
          </a:p>
        </p:txBody>
      </p:sp>
      <p:sp>
        <p:nvSpPr>
          <p:cNvPr id="57" name="TextBox 56">
            <a:extLst>
              <a:ext uri="{FF2B5EF4-FFF2-40B4-BE49-F238E27FC236}">
                <a16:creationId xmlns:a16="http://schemas.microsoft.com/office/drawing/2014/main" id="{C6B95D22-1624-28CC-D78A-5E3BB7D730EB}"/>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57258DA5-5E47-AFD7-515F-9D79CCA412FD}"/>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841E31C9-A442-DCCA-B4A4-14D85A21668D}"/>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78D6A986-7C80-FE3F-5DE4-98F2D7B6805E}"/>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AC8E09A1-3322-A14A-0C52-9393159F0F3B}"/>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747599FD-F9DA-1B47-3DB6-2C140423C56E}"/>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BD1CBA10-A7C0-F19B-DDCD-82145E8EC7B1}"/>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5C3031D6-68AF-B2C1-6456-304138965BD8}"/>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48AAD263-E61C-8F98-654C-0B8F1238FE63}"/>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1AD290DE-53EF-D233-83DB-043CF7324458}"/>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148170CD-5F24-C7A1-F75F-ACD4AD441BA4}"/>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12359</a:t>
            </a:r>
          </a:p>
        </p:txBody>
      </p:sp>
      <p:sp>
        <p:nvSpPr>
          <p:cNvPr id="66" name="TextBox 65">
            <a:extLst>
              <a:ext uri="{FF2B5EF4-FFF2-40B4-BE49-F238E27FC236}">
                <a16:creationId xmlns:a16="http://schemas.microsoft.com/office/drawing/2014/main" id="{F714C81D-ACE2-C21F-A36D-12A0BDC01E7E}"/>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4B45674D-BC6F-C5AB-80AA-93A961FC1287}"/>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6286555B-F430-5B7D-E462-625B28115A7D}"/>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047EA1B3-0E71-1B34-8E0B-FADFB33FA770}"/>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F605D094-F985-234F-0612-2C2D682105ED}"/>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BCA1D38C-81AB-9D94-A4EE-53FFB281B2C8}"/>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5762EA8B-266B-39FE-92DE-BE64D5E631E5}"/>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0F226174-6EF7-53DB-628E-D23CC3CE9BF5}"/>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A9AEF6BE-5F51-8E20-9AA5-DBC1293482C0}"/>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0B117F14-6F18-C048-2E71-992C877B453A}"/>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53D611F4-63CC-475D-4DA5-B086E464C749}"/>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8E143573-1309-B9EE-B291-2E5900E1614A}"/>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a:t>
            </a:r>
          </a:p>
        </p:txBody>
      </p:sp>
      <p:sp>
        <p:nvSpPr>
          <p:cNvPr id="78" name="TextBox 77">
            <a:extLst>
              <a:ext uri="{FF2B5EF4-FFF2-40B4-BE49-F238E27FC236}">
                <a16:creationId xmlns:a16="http://schemas.microsoft.com/office/drawing/2014/main" id="{618FA5B2-98F7-10B4-80E5-13C021446B75}"/>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5749DDFF-64EA-9A30-30E9-EFAD3F8707E2}"/>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C62F8D4E-4389-669B-883F-7CE58D0CA25A}"/>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714ED2C-1D38-11BD-AD7B-2C8CF1C6B3D1}"/>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3D2D0387-86CB-869A-C0E3-E544A7B933B4}"/>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BE50726A-418F-0384-781A-AA5D26F0E7A8}"/>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4D12003-D68F-8B63-75CB-56D77CE01AA9}"/>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90DDE668-BF7D-67FD-6367-122C8C87C323}"/>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0E0FB8D4-0C03-F4D1-6F07-F700C12A565D}"/>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F24ABB07-6A91-A0F6-66F4-C97AAA39E67B}"/>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F240B4B2-AF23-06C5-6F3E-843E8867D2BE}"/>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77F380F5-7B6E-E321-2695-0387574DDE40}"/>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564EFDC3-2B57-92C5-B379-CA3ED1B2458B}"/>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599A97E3-F899-67CA-2135-029408BABDAB}"/>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3588CC6D-5C6D-A394-5219-B2903A819DF0}"/>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B0731952-C759-9773-3F52-A54FADC9624B}"/>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F8694C1C-FA26-BD62-4094-5287F99E4175}"/>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351762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23EE-BF5E-2069-25A0-4734C889EFF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810F3F-9786-198A-2D22-66A283AF38C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72A97EF-5A2D-DF7C-E35C-A416901D4CF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90EAE23-8F03-3CDB-EC3B-7E8FCB5D88B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FCD3143-3C22-5465-557F-7204F4D4A8F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F51278D-774F-8E5D-B72B-9E74397DE8D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3814A2E-BC01-E853-D6A2-77FD4D43AA46}"/>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7A3F43BC-0CC2-A131-7B6C-8D2853A2AC39}"/>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8AD47EEF-1DB1-6510-07B7-AC525EB9C521}"/>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EE204963-6D25-3BE7-DA7A-B00EF5BB46D1}"/>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C57EE312-569D-A76F-A87E-61ED9B94BB69}"/>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28ED28DE-D958-E167-BB08-FB23721838A0}"/>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FCDF72E2-8DB5-204B-13C4-74B6BA57779A}"/>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64A9BBF5-48BE-7139-BE8C-5EE297A06E0E}"/>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19" name="TextBox 18">
            <a:extLst>
              <a:ext uri="{FF2B5EF4-FFF2-40B4-BE49-F238E27FC236}">
                <a16:creationId xmlns:a16="http://schemas.microsoft.com/office/drawing/2014/main" id="{833387FF-B8D6-2324-E0AB-53AF603E3081}"/>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2577BAA9-7228-C909-69A1-AAF7A22AD5A7}"/>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65C1A6DC-F6E1-CED6-BD13-11E017777DC8}"/>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C9BF30E9-909E-7192-48D3-23A0736BBA57}"/>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a:t>
            </a:r>
          </a:p>
        </p:txBody>
      </p:sp>
      <p:sp>
        <p:nvSpPr>
          <p:cNvPr id="28" name="TextBox 27">
            <a:extLst>
              <a:ext uri="{FF2B5EF4-FFF2-40B4-BE49-F238E27FC236}">
                <a16:creationId xmlns:a16="http://schemas.microsoft.com/office/drawing/2014/main" id="{096F1E3A-56D1-0B9E-AE49-582D3206870B}"/>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a:t>
            </a:r>
          </a:p>
        </p:txBody>
      </p:sp>
      <p:sp>
        <p:nvSpPr>
          <p:cNvPr id="31" name="TextBox 30">
            <a:extLst>
              <a:ext uri="{FF2B5EF4-FFF2-40B4-BE49-F238E27FC236}">
                <a16:creationId xmlns:a16="http://schemas.microsoft.com/office/drawing/2014/main" id="{FA75DC41-40CE-F005-30F8-08EE874614E2}"/>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39D09A45-0453-C59B-C9FD-8710E8487346}"/>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DDE2B7BE-015D-9D2E-81E4-C3D2AFE31D43}"/>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1CBF3BFC-85B6-EE95-321C-1536F73F0F38}"/>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45FA3A6C-E125-E8F7-E953-4D791533F4F4}"/>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300DF2C6-4DED-E95E-5CCF-C45597E334BA}"/>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D62D6EA6-8764-6DE8-2FAC-39BC0636EAE9}"/>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709BDD32-45DD-9452-5B35-934FA5649395}"/>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A98DC1EB-EC60-4A02-3F4F-E2C5ECE3CD74}"/>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8FE1B88F-3B5F-C187-EA12-39F8B233010C}"/>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E3C80CCF-7DFF-7069-7D17-141E1A7D809F}"/>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8B5EDF95-4B10-AFAE-F3B7-AE65536397EB}"/>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64F69AA1-145D-B922-B497-86B98BB7FAA5}"/>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D84311FF-ED10-CE8A-A6BF-6FDA4490A65B}"/>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4377294D-D681-BC68-2193-A160062E22EC}"/>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33068737-6C9C-F533-4A4A-DE05F69D3E86}"/>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5" name="TextBox 54">
            <a:extLst>
              <a:ext uri="{FF2B5EF4-FFF2-40B4-BE49-F238E27FC236}">
                <a16:creationId xmlns:a16="http://schemas.microsoft.com/office/drawing/2014/main" id="{96938927-B9F8-FA20-44C0-91F9DC00C4DC}"/>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56" name="TextBox 55">
            <a:extLst>
              <a:ext uri="{FF2B5EF4-FFF2-40B4-BE49-F238E27FC236}">
                <a16:creationId xmlns:a16="http://schemas.microsoft.com/office/drawing/2014/main" id="{2E1AC728-71EB-AF19-3DC9-6C861F28031A}"/>
              </a:ext>
            </a:extLst>
          </p:cNvPr>
          <p:cNvSpPr txBox="1"/>
          <p:nvPr/>
        </p:nvSpPr>
        <p:spPr>
          <a:xfrm>
            <a:off x="6152446" y="2404765"/>
            <a:ext cx="570089" cy="230832"/>
          </a:xfrm>
          <a:prstGeom prst="rect">
            <a:avLst/>
          </a:prstGeom>
          <a:noFill/>
        </p:spPr>
        <p:txBody>
          <a:bodyPr wrap="square" rtlCol="0">
            <a:spAutoFit/>
          </a:bodyPr>
          <a:lstStyle/>
          <a:p>
            <a:pPr algn="ctr"/>
            <a:r>
              <a:rPr lang="en-US" sz="900" dirty="0"/>
              <a:t>62</a:t>
            </a:r>
          </a:p>
        </p:txBody>
      </p:sp>
      <p:sp>
        <p:nvSpPr>
          <p:cNvPr id="57" name="TextBox 56">
            <a:extLst>
              <a:ext uri="{FF2B5EF4-FFF2-40B4-BE49-F238E27FC236}">
                <a16:creationId xmlns:a16="http://schemas.microsoft.com/office/drawing/2014/main" id="{B1FB13C4-5575-CA99-1C9E-A8A9BF10AAFC}"/>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4E1C9A87-C065-371B-724F-EC2E7FEA9397}"/>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F3ECA2BC-1D5E-AFEA-8660-786BC11D97E8}"/>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DCF7991D-895F-A8ED-6041-6052ED10193B}"/>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CEA29744-ABAC-9AAD-D45D-D7BEC71A848E}"/>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E6121292-63D3-00F0-6E68-B02BE95873A8}"/>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C0E27FBF-5794-CCB9-EF26-01CE78E5E479}"/>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CAC2A215-E43B-AE8E-BBD2-88D1E55D59E1}"/>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28D99DD0-ADBA-E748-F998-2D7CB716C6E4}"/>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0D7422A3-6494-9AB1-8E42-955DE10D63C0}"/>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97760F66-2748-4E46-3DC0-CCF7CF6ED3BB}"/>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a:t>
            </a:r>
          </a:p>
        </p:txBody>
      </p:sp>
      <p:sp>
        <p:nvSpPr>
          <p:cNvPr id="66" name="TextBox 65">
            <a:extLst>
              <a:ext uri="{FF2B5EF4-FFF2-40B4-BE49-F238E27FC236}">
                <a16:creationId xmlns:a16="http://schemas.microsoft.com/office/drawing/2014/main" id="{759B42DD-60B8-AC40-A8BC-33665A5686D9}"/>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20DC84D8-06F7-4CFD-C8A2-74556438D8FE}"/>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22AD97A5-019A-F45D-0B46-434735681B12}"/>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08658D35-FFB4-9B20-93B6-5E02195C5F19}"/>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DCD6DD99-0557-3E2E-B34C-B1F7C83184CD}"/>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FDECDA9A-5D3A-3FF7-2180-E5CD0D657016}"/>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FCCE7F3C-4EAE-080E-F508-737069A15292}"/>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9E87E218-4B31-E22A-59ED-403D715E84A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959F47CA-0836-B465-5F0F-478CE8EA3882}"/>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A48AD053-EAD0-F89F-CE2A-AB3E4040E382}"/>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BCD6AE3E-38A0-7411-390B-A50D5FB93C20}"/>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414249A7-2574-D2DE-7D46-95F5410203AA}"/>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a:t>
            </a:r>
          </a:p>
        </p:txBody>
      </p:sp>
      <p:sp>
        <p:nvSpPr>
          <p:cNvPr id="78" name="TextBox 77">
            <a:extLst>
              <a:ext uri="{FF2B5EF4-FFF2-40B4-BE49-F238E27FC236}">
                <a16:creationId xmlns:a16="http://schemas.microsoft.com/office/drawing/2014/main" id="{986EAB0A-B618-9BD1-CC03-2501ABB7F4E2}"/>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98A46379-1950-ABE4-7E2C-8587E8CDE4E6}"/>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6B69E0E2-331F-0476-2312-87F99CF6BA97}"/>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F5781A13-C3CD-A66E-B591-6C614712BE07}"/>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225FEBC8-D2F2-2EDF-7604-50780706CEBD}"/>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DC3EADC8-1180-D850-79B4-6DF0507678E5}"/>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62C92C8C-22EF-4E49-949E-36CD77FC0AFF}"/>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26ED132F-04C2-6AFA-9190-9CC05B8B13F5}"/>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C7A7F9F6-1153-CFFA-CDDE-EAC779D6205D}"/>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080344FD-F5C5-8A94-FA59-C77240FAC6FC}"/>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9F4C03F1-20D4-6C7B-70F5-F6C7E7D2CB8C}"/>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4CCD41EC-2200-873C-423D-FB23AA4A9D2E}"/>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2D00919E-0934-E09B-B5A9-48180BD115CF}"/>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153FAD77-253F-93A9-3341-DE1746FB6AFE}"/>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44A1F216-1A92-C9DC-29C7-EA49E66DAC7D}"/>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A1AE0CD-CE00-256B-10EB-1C185960C0ED}"/>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72AF4947-F3C7-27B6-1A82-F4EADFC98E24}"/>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4175630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78BC3-0BF6-CDC8-C76A-9DB7454492E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B47402-9740-58C3-B34E-99EB673D37A8}"/>
              </a:ext>
            </a:extLst>
          </p:cNvPr>
          <p:cNvSpPr>
            <a:spLocks noGrp="1"/>
          </p:cNvSpPr>
          <p:nvPr>
            <p:ph sz="half" idx="1"/>
          </p:nvPr>
        </p:nvSpPr>
        <p:spPr/>
        <p:txBody>
          <a:bodyPr>
            <a:normAutofit/>
          </a:bodyPr>
          <a:lstStyle/>
          <a:p>
            <a:r>
              <a:rPr lang="en-US" dirty="0"/>
              <a:t>Complete Row 4 and Column 4.</a:t>
            </a:r>
          </a:p>
        </p:txBody>
      </p:sp>
      <p:pic>
        <p:nvPicPr>
          <p:cNvPr id="4" name="Picture 3" descr="A grid of sudoku puzzle&#10;&#10;Description automatically generated">
            <a:extLst>
              <a:ext uri="{FF2B5EF4-FFF2-40B4-BE49-F238E27FC236}">
                <a16:creationId xmlns:a16="http://schemas.microsoft.com/office/drawing/2014/main" id="{FD65FFFE-3350-9347-8564-B83C68818D4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3D630DB-9F62-F99C-62E9-ADE1AE5FF47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76740C2-D587-5763-0D2A-8A179683FFD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27C5744-8EE6-3345-34AC-39AE8E97FB2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7B37C3E-8794-5695-C816-B343803DB91F}"/>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4B208049-084E-CEFE-68D1-875B8BC03CB2}"/>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EAC0BB09-DBCB-7996-608A-0C91301EC29D}"/>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6A309BAE-34CF-C58D-9EA4-CCB5E84A3B0F}"/>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421C2E14-99D9-C260-0099-8125445FAE58}"/>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144D9935-3B15-3EC1-5E67-1CB649FE4D41}"/>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A6A6316F-A899-6141-6030-9B8497D4EF94}"/>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31214548-2E8C-701D-D5A1-B66CA3434EC4}"/>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19" name="TextBox 18">
            <a:extLst>
              <a:ext uri="{FF2B5EF4-FFF2-40B4-BE49-F238E27FC236}">
                <a16:creationId xmlns:a16="http://schemas.microsoft.com/office/drawing/2014/main" id="{8221F84D-0509-D5AE-BB53-D1DF6FB77CAF}"/>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C7D20EBB-27F4-6E9B-E15C-40D2B458D0D1}"/>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C7427480-AE76-CF43-BB0A-0E150FB7A72B}"/>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5CBED6F5-D246-F1F5-3713-EA643C12FC86}"/>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a:t>
            </a:r>
          </a:p>
        </p:txBody>
      </p:sp>
      <p:sp>
        <p:nvSpPr>
          <p:cNvPr id="28" name="TextBox 27">
            <a:extLst>
              <a:ext uri="{FF2B5EF4-FFF2-40B4-BE49-F238E27FC236}">
                <a16:creationId xmlns:a16="http://schemas.microsoft.com/office/drawing/2014/main" id="{6B2271D4-E820-E2F6-428B-959B8E3224CD}"/>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a:t>
            </a:r>
          </a:p>
        </p:txBody>
      </p:sp>
      <p:sp>
        <p:nvSpPr>
          <p:cNvPr id="31" name="TextBox 30">
            <a:extLst>
              <a:ext uri="{FF2B5EF4-FFF2-40B4-BE49-F238E27FC236}">
                <a16:creationId xmlns:a16="http://schemas.microsoft.com/office/drawing/2014/main" id="{86E6EAEC-FBF5-0123-BEDA-4007420F56DC}"/>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E07AD582-464E-C5B4-96ED-CFC67A66C712}"/>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5E99D527-52DE-D7A9-C872-EBE83FF4BF20}"/>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6C91A1E3-4814-A5B6-9776-0747440D8441}"/>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A325246D-8BA5-603B-963B-5395E28A2CCB}"/>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0A0A22EA-52EA-DD01-D237-9C8C34F732A1}"/>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C7D48A8F-44A2-EF5C-6E17-9E0209CBC590}"/>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337914E0-2643-A209-2974-03D1571E31B2}"/>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9F9AB029-F268-65C9-22D3-029263F40F95}"/>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EBE4F500-FB85-D718-AE0D-D102AE7A7126}"/>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93149B2D-CBD0-80A9-DBC8-4FCB7D23E807}"/>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BCA43AE4-DEBA-20E8-562D-45DA5F11087B}"/>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57CCE4CC-F5F4-4857-F5E5-B8EF5541C929}"/>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9EC80640-EBFC-1B62-5831-5C3290ED6C35}"/>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45E483B4-1B58-4126-1EB1-EB0F1DA09999}"/>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BB3937AC-D19D-3134-3AA1-BB6AE4B6CDA1}"/>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5" name="TextBox 54">
            <a:extLst>
              <a:ext uri="{FF2B5EF4-FFF2-40B4-BE49-F238E27FC236}">
                <a16:creationId xmlns:a16="http://schemas.microsoft.com/office/drawing/2014/main" id="{BD20C58F-0B13-8901-8722-27822A546C5A}"/>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56" name="TextBox 55">
            <a:extLst>
              <a:ext uri="{FF2B5EF4-FFF2-40B4-BE49-F238E27FC236}">
                <a16:creationId xmlns:a16="http://schemas.microsoft.com/office/drawing/2014/main" id="{1887215E-2E60-7C95-5BB8-BC2A363281F5}"/>
              </a:ext>
            </a:extLst>
          </p:cNvPr>
          <p:cNvSpPr txBox="1"/>
          <p:nvPr/>
        </p:nvSpPr>
        <p:spPr>
          <a:xfrm>
            <a:off x="6152446" y="2404765"/>
            <a:ext cx="570089" cy="230832"/>
          </a:xfrm>
          <a:prstGeom prst="rect">
            <a:avLst/>
          </a:prstGeom>
          <a:noFill/>
        </p:spPr>
        <p:txBody>
          <a:bodyPr wrap="square" rtlCol="0">
            <a:spAutoFit/>
          </a:bodyPr>
          <a:lstStyle/>
          <a:p>
            <a:pPr algn="ctr"/>
            <a:r>
              <a:rPr lang="en-US" sz="900" dirty="0"/>
              <a:t>62</a:t>
            </a:r>
          </a:p>
        </p:txBody>
      </p:sp>
      <p:sp>
        <p:nvSpPr>
          <p:cNvPr id="57" name="TextBox 56">
            <a:extLst>
              <a:ext uri="{FF2B5EF4-FFF2-40B4-BE49-F238E27FC236}">
                <a16:creationId xmlns:a16="http://schemas.microsoft.com/office/drawing/2014/main" id="{3B04D838-AC9A-66DB-1477-FE33532FC59B}"/>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0EC2C515-74F9-3E52-E402-AAD076ED74FB}"/>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5E841F72-7E10-9CDA-B81A-4ABAE77474BF}"/>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2A1F6DA2-A9A8-F939-4B23-D2DCA9C1AB4D}"/>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C428BD5C-BFDE-030D-E4EB-1BBDD0B1F0BC}"/>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BD584D32-3CBE-3887-77B5-40671AEA2F05}"/>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C7607EF7-E9B1-B2AB-EE31-A5973F07BC60}"/>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8A62085A-56FA-951C-CD3D-11EFED128FDC}"/>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0FBF647B-0FC2-3E55-6105-FD2E37460DD4}"/>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A9BA152E-C4E7-8D63-B510-C26FBDAF45D9}"/>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1A83157E-DA5D-60BD-A2EA-28272679AA0A}"/>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a:t>
            </a:r>
          </a:p>
        </p:txBody>
      </p:sp>
      <p:sp>
        <p:nvSpPr>
          <p:cNvPr id="66" name="TextBox 65">
            <a:extLst>
              <a:ext uri="{FF2B5EF4-FFF2-40B4-BE49-F238E27FC236}">
                <a16:creationId xmlns:a16="http://schemas.microsoft.com/office/drawing/2014/main" id="{65097746-4EE2-BB99-826E-D3FEC845007C}"/>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A2FABA95-839C-B635-DE89-E501ECE781A5}"/>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CF419B49-BB0D-7CE6-CB77-EA46ED63569A}"/>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FEF457C0-01C6-CDC5-03DE-27FB8F69D5A7}"/>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C8C800FE-3561-E035-FD3E-A51F80AFD268}"/>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799FD6DE-7562-7607-4866-E3CB8301FD19}"/>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4C1326BB-C309-EA31-7CA6-A3D7A45E0631}"/>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FE991D16-5627-C670-4186-871197DE7ACE}"/>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E307C87E-6FEB-41EA-2620-19D0E55B2C1E}"/>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F1F2E3CB-2919-2349-6E44-3F13338585C2}"/>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303F621B-9DCE-0706-840A-5D6BBA10B0C4}"/>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D7791FBD-4640-E9BB-4BDD-CEE0E0266932}"/>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a:t>
            </a:r>
          </a:p>
        </p:txBody>
      </p:sp>
      <p:sp>
        <p:nvSpPr>
          <p:cNvPr id="78" name="TextBox 77">
            <a:extLst>
              <a:ext uri="{FF2B5EF4-FFF2-40B4-BE49-F238E27FC236}">
                <a16:creationId xmlns:a16="http://schemas.microsoft.com/office/drawing/2014/main" id="{7A5CADC3-B056-FF0C-3D1C-BB8BCDDDF995}"/>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5E7C5427-8530-9341-170B-304E40AF0374}"/>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8282430B-648A-5E60-89C8-CBE66631DD27}"/>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F21988F-9937-6377-1A3E-214CA521A4F8}"/>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A076A5A6-7863-BABF-64C5-1A7403431A80}"/>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3F89DB45-6C96-CB91-B960-1445F72FB607}"/>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4324EA45-E343-8DFE-E159-5B25B49F31BE}"/>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7156AE0D-C706-548B-67F2-214BA5742CDB}"/>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DF4AAF36-C39A-ACD6-947E-A21016D7D71B}"/>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693393D2-CE92-060F-19BC-D8FEDE55B84E}"/>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880E225B-6B13-20CA-C7D2-09D43460DE35}"/>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9231B8F6-8BC7-5BA8-28E0-579AD398E334}"/>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D6172190-6B6F-30EC-33FB-CFA4E65C1C95}"/>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9DF00A4C-98A2-F800-740E-FE4C40E33D0E}"/>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278023FE-E841-888D-09DE-FA814CCCB52D}"/>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C852865-0BEC-1CE8-1F5B-ABB67F4CC914}"/>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F53AD74D-FF4D-BDDF-A50A-446E14DD6446}"/>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BDB0E17C-D752-DBBC-B712-8F45E76202CB}"/>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197ABDEC-8B52-1887-4784-6E07438A7F27}"/>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61A2D9B9-87A5-656B-2D1D-F442DA7B7F3E}"/>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123678</a:t>
            </a:r>
          </a:p>
        </p:txBody>
      </p:sp>
    </p:spTree>
    <p:extLst>
      <p:ext uri="{BB962C8B-B14F-4D97-AF65-F5344CB8AC3E}">
        <p14:creationId xmlns:p14="http://schemas.microsoft.com/office/powerpoint/2010/main" val="33349311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4A784-150A-CFB1-2A6B-7EE4CCC79F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19CCB0-646D-EC15-4FDC-81599329557A}"/>
              </a:ext>
            </a:extLst>
          </p:cNvPr>
          <p:cNvSpPr>
            <a:spLocks noGrp="1"/>
          </p:cNvSpPr>
          <p:nvPr>
            <p:ph sz="half" idx="1"/>
          </p:nvPr>
        </p:nvSpPr>
        <p:spPr/>
        <p:txBody>
          <a:bodyPr>
            <a:normAutofit/>
          </a:bodyPr>
          <a:lstStyle/>
          <a:p>
            <a:r>
              <a:rPr lang="en-US" dirty="0"/>
              <a:t>Last possible 9 in right center block.</a:t>
            </a:r>
          </a:p>
        </p:txBody>
      </p:sp>
      <p:pic>
        <p:nvPicPr>
          <p:cNvPr id="4" name="Picture 3" descr="A grid of sudoku puzzle&#10;&#10;Description automatically generated">
            <a:extLst>
              <a:ext uri="{FF2B5EF4-FFF2-40B4-BE49-F238E27FC236}">
                <a16:creationId xmlns:a16="http://schemas.microsoft.com/office/drawing/2014/main" id="{C27B5201-1240-B67E-E714-FEA31024038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BBA02EC-A7B3-F9F9-427A-3042CEF59E2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0F3E254-5409-FE98-1F71-E0AFC937B6E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399F244-A1CB-29F1-296C-DC9115B1A9D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31260DB-5642-70DE-3DDF-A62401DA6B0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A1CAF308-37F5-EE6A-8F81-5325ADA35618}"/>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8A83CD47-5002-D790-D5D2-E75E9FA3ACB0}"/>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D0EBC72E-1455-82E2-D509-5912F9F19192}"/>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2CBDEF31-3C56-13A7-6DBF-01FD05B5CEC4}"/>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7AE626F2-7342-6E02-13A3-33E843E76B85}"/>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D737A08-E6D2-C20B-B073-67E2AA996C5B}"/>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4B8429D2-D2FB-56F6-F886-A5D452F1A15E}"/>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19" name="TextBox 18">
            <a:extLst>
              <a:ext uri="{FF2B5EF4-FFF2-40B4-BE49-F238E27FC236}">
                <a16:creationId xmlns:a16="http://schemas.microsoft.com/office/drawing/2014/main" id="{A8CB965A-6D46-B2DF-4D91-9319F095C5F8}"/>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B9DB673F-4EBC-7FBE-0D81-40C8CC0CB17A}"/>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B3B66168-AE9C-083E-C36C-E3379DD1A31C}"/>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F26D3315-DAF8-36EE-EB83-E213155FC626}"/>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a:t>
            </a:r>
          </a:p>
        </p:txBody>
      </p:sp>
      <p:sp>
        <p:nvSpPr>
          <p:cNvPr id="28" name="TextBox 27">
            <a:extLst>
              <a:ext uri="{FF2B5EF4-FFF2-40B4-BE49-F238E27FC236}">
                <a16:creationId xmlns:a16="http://schemas.microsoft.com/office/drawing/2014/main" id="{C4887113-E4D7-A603-E600-BCC0A7CABA0B}"/>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a:t>
            </a:r>
          </a:p>
        </p:txBody>
      </p:sp>
      <p:sp>
        <p:nvSpPr>
          <p:cNvPr id="31" name="TextBox 30">
            <a:extLst>
              <a:ext uri="{FF2B5EF4-FFF2-40B4-BE49-F238E27FC236}">
                <a16:creationId xmlns:a16="http://schemas.microsoft.com/office/drawing/2014/main" id="{6686DCCF-BA56-504D-928D-24425151AF03}"/>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1993502C-A1DE-C0A3-103D-0EC0B3414988}"/>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04B97353-98C3-D19E-3ADE-2FFE6FCC9364}"/>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0EF1EB26-816D-FB5A-4E7A-9C53B96A8D4D}"/>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53772B14-77FC-D0E9-B895-65607726F0B7}"/>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CE05C66C-64E2-EE8A-D163-F685116F12BA}"/>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1A1ED702-108A-2DC0-9391-A580B42DB712}"/>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202D0125-0BB6-FBD5-12B8-D63EB8B823A9}"/>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234567</a:t>
            </a:r>
          </a:p>
        </p:txBody>
      </p:sp>
      <p:sp>
        <p:nvSpPr>
          <p:cNvPr id="46" name="TextBox 45">
            <a:extLst>
              <a:ext uri="{FF2B5EF4-FFF2-40B4-BE49-F238E27FC236}">
                <a16:creationId xmlns:a16="http://schemas.microsoft.com/office/drawing/2014/main" id="{E332F537-8D3D-8479-6D50-51BF1B69C15A}"/>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F8A1AAC3-AE38-D2DE-6140-FC6C210C9195}"/>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C5D2C861-E240-A74B-DF43-5467397B89D7}"/>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23467</a:t>
            </a:r>
          </a:p>
        </p:txBody>
      </p:sp>
      <p:sp>
        <p:nvSpPr>
          <p:cNvPr id="50" name="TextBox 49">
            <a:extLst>
              <a:ext uri="{FF2B5EF4-FFF2-40B4-BE49-F238E27FC236}">
                <a16:creationId xmlns:a16="http://schemas.microsoft.com/office/drawing/2014/main" id="{583FCCCC-1365-5287-2769-0D3525B9C2F4}"/>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65933294-9555-CCE9-5C32-8AD40CFE824D}"/>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DD19D560-0A01-B1E5-B317-A0D18AEAE763}"/>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68276D5B-03C9-9E66-63F5-8F0F508A56BD}"/>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07D31672-0C34-C4CE-3D72-5A0C8EC37F59}"/>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5" name="TextBox 54">
            <a:extLst>
              <a:ext uri="{FF2B5EF4-FFF2-40B4-BE49-F238E27FC236}">
                <a16:creationId xmlns:a16="http://schemas.microsoft.com/office/drawing/2014/main" id="{30D843A6-582C-D905-2B6A-608806790C15}"/>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56" name="TextBox 55">
            <a:extLst>
              <a:ext uri="{FF2B5EF4-FFF2-40B4-BE49-F238E27FC236}">
                <a16:creationId xmlns:a16="http://schemas.microsoft.com/office/drawing/2014/main" id="{F27C7FBC-EC3A-F7CC-EE44-04FA0A6E5D6E}"/>
              </a:ext>
            </a:extLst>
          </p:cNvPr>
          <p:cNvSpPr txBox="1"/>
          <p:nvPr/>
        </p:nvSpPr>
        <p:spPr>
          <a:xfrm>
            <a:off x="6152446" y="2404765"/>
            <a:ext cx="570089" cy="230832"/>
          </a:xfrm>
          <a:prstGeom prst="rect">
            <a:avLst/>
          </a:prstGeom>
          <a:noFill/>
        </p:spPr>
        <p:txBody>
          <a:bodyPr wrap="square" rtlCol="0">
            <a:spAutoFit/>
          </a:bodyPr>
          <a:lstStyle/>
          <a:p>
            <a:pPr algn="ctr"/>
            <a:r>
              <a:rPr lang="en-US" sz="900" dirty="0"/>
              <a:t>62</a:t>
            </a:r>
          </a:p>
        </p:txBody>
      </p:sp>
      <p:sp>
        <p:nvSpPr>
          <p:cNvPr id="57" name="TextBox 56">
            <a:extLst>
              <a:ext uri="{FF2B5EF4-FFF2-40B4-BE49-F238E27FC236}">
                <a16:creationId xmlns:a16="http://schemas.microsoft.com/office/drawing/2014/main" id="{EE6886EC-077A-FF35-F4BE-9ADD0D38F589}"/>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3825FE8D-5963-B084-B00A-2A3ACE1D5EED}"/>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8D3D4C5F-7DD7-9C59-D895-1A7CD9D9AD01}"/>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7345F3D0-0E74-85C2-ACD9-B67D77660859}"/>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759B56BD-C0A7-CD3A-BE0D-D92B722E6F29}"/>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95A3BF1A-6536-EBC3-95A2-2804EE73AE5A}"/>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A3698240-5407-42ED-A377-92D659C8A926}"/>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A3283746-12B6-813C-6213-BD90207A2449}"/>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B346331C-6245-B925-1F7B-5CF29597AEEF}"/>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B5020E5F-8B22-5976-7A49-D77943CF3F5B}"/>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380A4EE7-C262-3110-2A25-B3B6C5CFF3A4}"/>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a:t>
            </a:r>
          </a:p>
        </p:txBody>
      </p:sp>
      <p:sp>
        <p:nvSpPr>
          <p:cNvPr id="66" name="TextBox 65">
            <a:extLst>
              <a:ext uri="{FF2B5EF4-FFF2-40B4-BE49-F238E27FC236}">
                <a16:creationId xmlns:a16="http://schemas.microsoft.com/office/drawing/2014/main" id="{7480294F-19BB-3238-C10A-B943569ED4B5}"/>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2B5321FF-BB7A-0E66-D076-3991D66EA34E}"/>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76FB47D8-D18B-B12E-5291-A0D56D63C9C9}"/>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01FB042D-5DBB-BFA9-0E2A-BE40DD7A3AE3}"/>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5C033212-5F3C-8587-7397-8CAF32D672B7}"/>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FA8F54D0-3FF0-98CE-E0F0-CD6B5EDF56B0}"/>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B5C7A60D-D733-6B7B-E5C6-B7B9DB377005}"/>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4CC32ED4-F918-ADA2-4B0C-E7578FC7F65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38179D91-9B8B-C4E6-108D-399B240FF4A5}"/>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77DB1449-6741-C9A9-46AE-14DEC7595965}"/>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51132DD2-89E3-60AF-D6A0-E1074E264652}"/>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743141E6-2F32-820D-53D5-033AF8359207}"/>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a:t>
            </a:r>
          </a:p>
        </p:txBody>
      </p:sp>
      <p:sp>
        <p:nvSpPr>
          <p:cNvPr id="78" name="TextBox 77">
            <a:extLst>
              <a:ext uri="{FF2B5EF4-FFF2-40B4-BE49-F238E27FC236}">
                <a16:creationId xmlns:a16="http://schemas.microsoft.com/office/drawing/2014/main" id="{4DB0E6ED-C13B-D7D9-E2B5-923E289035E6}"/>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F6C542DF-02CC-3629-3214-8C253D67D0C1}"/>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9858D0BE-0BBF-FECA-8CD8-2FBA669B4C13}"/>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BC766B7E-6D34-7557-ED26-865560469584}"/>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66B3F7EA-4F54-07D1-75A4-1BEE90C89DF7}"/>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0B5305B-F10B-B6D6-E6A9-CA3CD71F919E}"/>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6109CEC-19FD-81A5-6B1E-6262FFE487B1}"/>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D4EF76BB-2AD8-5340-F803-AF794290B4AD}"/>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78CDBC62-57BD-46CC-A78E-DC7B12F472F1}"/>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F5D5AD4E-2AF0-3312-EE97-78F58BA0A3C4}"/>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FF0560D8-CC5C-9B4F-1565-1F7EA60BF0F6}"/>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5FC3B9CA-90DC-A8C5-E4E5-27BFF9C77FEC}"/>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F5E8858D-2019-A3FF-6FC1-FC063166ACC2}"/>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2881A575-0A3B-590D-3C7D-7D6D47A5EC68}"/>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DC132360-8A25-9588-28B1-E7A3218535DB}"/>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85CA6F12-E3E5-A82B-531B-2901CC91DE14}"/>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7A572DC6-CA83-04D6-510A-8D8B4DBA988D}"/>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36DF4E34-2EA0-9DFC-9511-CF7BA6970AB2}"/>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5A1022DE-294A-7A04-FADE-7EC4A1D68B6C}"/>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8C0C9D89-2859-61B2-A5F6-30143CEE26F8}"/>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123678</a:t>
            </a:r>
          </a:p>
        </p:txBody>
      </p:sp>
      <p:sp>
        <p:nvSpPr>
          <p:cNvPr id="38" name="TextBox 37">
            <a:extLst>
              <a:ext uri="{FF2B5EF4-FFF2-40B4-BE49-F238E27FC236}">
                <a16:creationId xmlns:a16="http://schemas.microsoft.com/office/drawing/2014/main" id="{C8ABE10F-E8E0-0048-0014-E9F9A15D3D5C}"/>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8886674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BC696-2F98-FA01-262B-ED865FE4194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4939C3-CD2F-8732-00A0-F013291811D3}"/>
              </a:ext>
            </a:extLst>
          </p:cNvPr>
          <p:cNvSpPr>
            <a:spLocks noGrp="1"/>
          </p:cNvSpPr>
          <p:nvPr>
            <p:ph sz="half" idx="1"/>
          </p:nvPr>
        </p:nvSpPr>
        <p:spPr/>
        <p:txBody>
          <a:bodyPr>
            <a:normAutofit/>
          </a:bodyPr>
          <a:lstStyle/>
          <a:p>
            <a:r>
              <a:rPr lang="en-US" dirty="0"/>
              <a:t>In the right center block, the 7 must be in Column 9.</a:t>
            </a:r>
          </a:p>
        </p:txBody>
      </p:sp>
      <p:pic>
        <p:nvPicPr>
          <p:cNvPr id="4" name="Picture 3" descr="A grid of sudoku puzzle&#10;&#10;Description automatically generated">
            <a:extLst>
              <a:ext uri="{FF2B5EF4-FFF2-40B4-BE49-F238E27FC236}">
                <a16:creationId xmlns:a16="http://schemas.microsoft.com/office/drawing/2014/main" id="{DA8FBC32-8373-91A2-47A4-47E9B96EC81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5389B80-0B67-7685-2FEA-4749EB1184B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72963B3-57EF-B188-8484-3EAC8F9F1A9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9196F14-D5E3-81EA-A931-E0C14A02EEA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23339D6-559A-7BC1-D9E4-A1F0CBD77046}"/>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F310FC73-C971-595B-578B-46CBC34069EF}"/>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69A90281-87A8-7E79-1455-050038D106F7}"/>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67DF41D3-43A1-B2AF-6C99-52941A860446}"/>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081FFDE1-31CC-4128-7CE6-5EF7724AE349}"/>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96E49846-AA51-8E12-EF31-2C426215D6E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979C5274-967B-64D9-8817-1E61D144A427}"/>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3EDB0529-F013-D5F6-A979-F58A03A52498}"/>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19" name="TextBox 18">
            <a:extLst>
              <a:ext uri="{FF2B5EF4-FFF2-40B4-BE49-F238E27FC236}">
                <a16:creationId xmlns:a16="http://schemas.microsoft.com/office/drawing/2014/main" id="{6F1BB434-D700-0042-02B1-474E6C633348}"/>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2CB91B5C-90B4-277D-E800-AE8B1B0E4BEB}"/>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30DE20A2-4499-6DD7-A890-1D43B4024BB4}"/>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FEE83CF1-FC2F-8790-A020-97427E9DE2AE}"/>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a:t>
            </a:r>
          </a:p>
        </p:txBody>
      </p:sp>
      <p:sp>
        <p:nvSpPr>
          <p:cNvPr id="28" name="TextBox 27">
            <a:extLst>
              <a:ext uri="{FF2B5EF4-FFF2-40B4-BE49-F238E27FC236}">
                <a16:creationId xmlns:a16="http://schemas.microsoft.com/office/drawing/2014/main" id="{897D0743-0FF1-49AD-2B3E-031B6EFD5521}"/>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a:t>
            </a:r>
          </a:p>
        </p:txBody>
      </p:sp>
      <p:sp>
        <p:nvSpPr>
          <p:cNvPr id="31" name="TextBox 30">
            <a:extLst>
              <a:ext uri="{FF2B5EF4-FFF2-40B4-BE49-F238E27FC236}">
                <a16:creationId xmlns:a16="http://schemas.microsoft.com/office/drawing/2014/main" id="{F180A574-DA73-4963-5106-444CE4439090}"/>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F89E0EB9-31B7-F52E-7190-8059CA984B65}"/>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39B62690-771F-54F0-7D7F-12077485F1E7}"/>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B1DCCD6F-5138-7612-3FAF-93AD5908949D}"/>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FF641EAD-9971-E839-DC7F-29F03221B12A}"/>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6D3B567B-DE1C-5A90-EA53-6C4E43F13CC7}"/>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A2F6D322-7223-AF65-0DD5-0D956C712DE7}"/>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9C2D208F-78A3-8163-F9D5-E2DFBFA3747D}"/>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a:t>
            </a:r>
          </a:p>
        </p:txBody>
      </p:sp>
      <p:sp>
        <p:nvSpPr>
          <p:cNvPr id="46" name="TextBox 45">
            <a:extLst>
              <a:ext uri="{FF2B5EF4-FFF2-40B4-BE49-F238E27FC236}">
                <a16:creationId xmlns:a16="http://schemas.microsoft.com/office/drawing/2014/main" id="{4C60AA7D-29CC-6ED1-7EF7-11465E9C8E2B}"/>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EE828D3B-DA16-9B9D-1162-6654025A16A2}"/>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61A4ABE4-9335-C86C-1F99-0A0A247F648C}"/>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2346</a:t>
            </a:r>
          </a:p>
        </p:txBody>
      </p:sp>
      <p:sp>
        <p:nvSpPr>
          <p:cNvPr id="50" name="TextBox 49">
            <a:extLst>
              <a:ext uri="{FF2B5EF4-FFF2-40B4-BE49-F238E27FC236}">
                <a16:creationId xmlns:a16="http://schemas.microsoft.com/office/drawing/2014/main" id="{71C82DE7-E44C-846F-2809-98C33A02569C}"/>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BB9D0D23-E9C1-85B5-4D3A-5419F5439D25}"/>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3FB68D19-7776-7473-AFCF-64448CF35C51}"/>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74F3F98B-35D5-FBB7-B25D-0D574CE4ACF6}"/>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11D24C97-A6FF-C0CD-22AB-80B14F6130C7}"/>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5" name="TextBox 54">
            <a:extLst>
              <a:ext uri="{FF2B5EF4-FFF2-40B4-BE49-F238E27FC236}">
                <a16:creationId xmlns:a16="http://schemas.microsoft.com/office/drawing/2014/main" id="{C2BC8888-16B3-D33C-1640-E21DE5FB4F36}"/>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56" name="TextBox 55">
            <a:extLst>
              <a:ext uri="{FF2B5EF4-FFF2-40B4-BE49-F238E27FC236}">
                <a16:creationId xmlns:a16="http://schemas.microsoft.com/office/drawing/2014/main" id="{B725556C-F86D-062F-794E-FF13060C63EB}"/>
              </a:ext>
            </a:extLst>
          </p:cNvPr>
          <p:cNvSpPr txBox="1"/>
          <p:nvPr/>
        </p:nvSpPr>
        <p:spPr>
          <a:xfrm>
            <a:off x="6152446" y="2404765"/>
            <a:ext cx="570089" cy="230832"/>
          </a:xfrm>
          <a:prstGeom prst="rect">
            <a:avLst/>
          </a:prstGeom>
          <a:noFill/>
        </p:spPr>
        <p:txBody>
          <a:bodyPr wrap="square" rtlCol="0">
            <a:spAutoFit/>
          </a:bodyPr>
          <a:lstStyle/>
          <a:p>
            <a:pPr algn="ctr"/>
            <a:r>
              <a:rPr lang="en-US" sz="900" dirty="0"/>
              <a:t>62</a:t>
            </a:r>
          </a:p>
        </p:txBody>
      </p:sp>
      <p:sp>
        <p:nvSpPr>
          <p:cNvPr id="57" name="TextBox 56">
            <a:extLst>
              <a:ext uri="{FF2B5EF4-FFF2-40B4-BE49-F238E27FC236}">
                <a16:creationId xmlns:a16="http://schemas.microsoft.com/office/drawing/2014/main" id="{370637D3-DE6C-0671-29F4-65D3C024679A}"/>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9CCDD362-4551-32D9-F146-25D94548F5E8}"/>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63E45D41-B4C7-629A-60CA-A415254645DF}"/>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2A2AFCDA-50F8-6C77-3F33-877633161B65}"/>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CB4BA715-70AD-A931-0670-9A1BA3458DA1}"/>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4EBE4523-0F64-1D5C-DDF8-A7D36C25AC93}"/>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0241C012-0430-0BF3-6F92-3693328E205C}"/>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30FE6BC0-0823-9960-A4D9-1AEE44683693}"/>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7D907AD8-F9FC-0AA9-787D-99A293F291BA}"/>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8701C875-6F5A-9C58-EC42-4754CCF93A16}"/>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BD871DA9-0D58-C20C-70B4-AE78F6EA2593}"/>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a:t>
            </a:r>
          </a:p>
        </p:txBody>
      </p:sp>
      <p:sp>
        <p:nvSpPr>
          <p:cNvPr id="66" name="TextBox 65">
            <a:extLst>
              <a:ext uri="{FF2B5EF4-FFF2-40B4-BE49-F238E27FC236}">
                <a16:creationId xmlns:a16="http://schemas.microsoft.com/office/drawing/2014/main" id="{3EF71098-E878-2F7C-FCE2-B1FF04BC5553}"/>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F052B8CA-085B-E43A-E7E6-5AABFE1C1573}"/>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4743442F-A83D-EBA5-BFAB-8F093DD30F23}"/>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867F391C-3747-69BB-3439-020A230F3927}"/>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06F6FF7F-D79E-930B-F013-CB5D727A6DED}"/>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8A6D9613-B5E9-4CF6-9110-310A6919B01D}"/>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E1D1C231-C340-9695-39EA-F927F06B5C0B}"/>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1047D65D-C42B-47FD-83F0-216E12C757FB}"/>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1A42B09E-842B-55FC-73DA-DC4E328133E2}"/>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24778C3A-EB2B-B618-18B2-A76C6CC1D00E}"/>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60C31DA5-4B8F-67E6-1AC5-1DAA0D027438}"/>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00A870CA-7D05-3E68-68B1-8BC21297DB63}"/>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a:t>
            </a:r>
          </a:p>
        </p:txBody>
      </p:sp>
      <p:sp>
        <p:nvSpPr>
          <p:cNvPr id="78" name="TextBox 77">
            <a:extLst>
              <a:ext uri="{FF2B5EF4-FFF2-40B4-BE49-F238E27FC236}">
                <a16:creationId xmlns:a16="http://schemas.microsoft.com/office/drawing/2014/main" id="{DE5C0191-2DC1-A376-1CD7-7C6689BF211D}"/>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7D2F6954-7DC0-67D6-C8FB-0C1BED77A918}"/>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75EE3401-85BF-32E9-383E-BE0A5DA56843}"/>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E2032A50-8E55-3EC0-6060-B03EAFD28FAA}"/>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D969DFC3-DE8E-E4F9-FD1C-DC4AC31ED890}"/>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BA0F21E-2BCD-F1C0-F8D4-30FA9254D339}"/>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8D4D0793-7CB3-E9B4-7951-8E6CAF6D565E}"/>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2192749D-9E49-7F9B-1319-9877EA38B104}"/>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8A48EE30-7DE2-ECA6-31B1-ECBA7C0BC04E}"/>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A6B20151-7805-4F14-AFC9-E1F86B9ABFBC}"/>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7EB469C1-8AF8-25AA-75C8-F73E07F9A4BE}"/>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046096D9-1BFF-4D86-8994-71B80F5127E6}"/>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9B43CC57-9949-789E-E930-43D499CF349B}"/>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74A4C8C3-3A6C-C73C-BA8A-A9C746CA9757}"/>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B0D89DEC-7C4F-4C21-1B13-20710E0DA2EB}"/>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6572CCC-4062-EEDB-7558-6E31F0434E99}"/>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FB06E708-2C50-ABB5-9FA3-7C0975227523}"/>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2A4E357-0B54-B577-D1DB-375D1E17BCCB}"/>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B9BF9041-F027-2484-4C12-F9E65FB9F72B}"/>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C02E60EB-9079-F1A0-1584-61D2449544E0}"/>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123678</a:t>
            </a:r>
          </a:p>
        </p:txBody>
      </p:sp>
      <p:sp>
        <p:nvSpPr>
          <p:cNvPr id="38" name="TextBox 37">
            <a:extLst>
              <a:ext uri="{FF2B5EF4-FFF2-40B4-BE49-F238E27FC236}">
                <a16:creationId xmlns:a16="http://schemas.microsoft.com/office/drawing/2014/main" id="{814925B1-8FC0-24D9-E556-DC02A1988326}"/>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018014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EA052-769A-9612-5DBE-D22B27D43D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932894-8C3F-B8BB-1C9C-E20442E98E79}"/>
              </a:ext>
            </a:extLst>
          </p:cNvPr>
          <p:cNvSpPr>
            <a:spLocks noGrp="1"/>
          </p:cNvSpPr>
          <p:nvPr>
            <p:ph sz="half" idx="1"/>
          </p:nvPr>
        </p:nvSpPr>
        <p:spPr/>
        <p:txBody>
          <a:bodyPr>
            <a:normAutofit/>
          </a:bodyPr>
          <a:lstStyle/>
          <a:p>
            <a:r>
              <a:rPr lang="en-US" dirty="0"/>
              <a:t>This cell can’t be 3 because there is no way to construct 8 (without a duplicate 3) using the other two.</a:t>
            </a:r>
          </a:p>
        </p:txBody>
      </p:sp>
      <p:pic>
        <p:nvPicPr>
          <p:cNvPr id="4" name="Picture 3" descr="A grid of sudoku puzzle&#10;&#10;Description automatically generated">
            <a:extLst>
              <a:ext uri="{FF2B5EF4-FFF2-40B4-BE49-F238E27FC236}">
                <a16:creationId xmlns:a16="http://schemas.microsoft.com/office/drawing/2014/main" id="{91D8B445-AC79-BC53-34C4-BC459AF2353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089B18A-86C0-DE60-F093-BFF7F5D3F0F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F99727A-515A-49B5-B9D1-40DA8C4E4D3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9F8117F-0F2F-CAC4-480D-BBE17D03B53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C9C52CD-DB2E-A715-D932-4287E88D2E8F}"/>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2623451C-0107-7137-77C6-3A7B9D7189C3}"/>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D9D92416-0EB7-B395-E1A7-BC311FF141A0}"/>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9C28F582-5CF3-63FD-6B74-7CA3783EB6D8}"/>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0687B7A1-D501-787C-F2FD-1EF13D73D17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9CCC9219-ADBC-28D9-AB18-17362F88420D}"/>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7CADB0E-AA2D-D28E-D168-125FFA261BEF}"/>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2549CBB4-D708-196B-A5E8-581BDD1DC5A6}"/>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19" name="TextBox 18">
            <a:extLst>
              <a:ext uri="{FF2B5EF4-FFF2-40B4-BE49-F238E27FC236}">
                <a16:creationId xmlns:a16="http://schemas.microsoft.com/office/drawing/2014/main" id="{E1778AF7-C281-C89E-E782-06095728EB67}"/>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33F9EDD7-5E59-702F-D3A1-CA17507FE9D0}"/>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76322228-E45A-28B2-4132-BEAC0F80A895}"/>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303E9000-58AD-27D0-7574-FBEF4419A411}"/>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a:t>
            </a:r>
          </a:p>
        </p:txBody>
      </p:sp>
      <p:sp>
        <p:nvSpPr>
          <p:cNvPr id="28" name="TextBox 27">
            <a:extLst>
              <a:ext uri="{FF2B5EF4-FFF2-40B4-BE49-F238E27FC236}">
                <a16:creationId xmlns:a16="http://schemas.microsoft.com/office/drawing/2014/main" id="{959E2B34-9406-FBFB-2BC4-9D1E0026D5A9}"/>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a:t>
            </a:r>
          </a:p>
        </p:txBody>
      </p:sp>
      <p:sp>
        <p:nvSpPr>
          <p:cNvPr id="31" name="TextBox 30">
            <a:extLst>
              <a:ext uri="{FF2B5EF4-FFF2-40B4-BE49-F238E27FC236}">
                <a16:creationId xmlns:a16="http://schemas.microsoft.com/office/drawing/2014/main" id="{3D909B8D-FC00-8F01-6C40-80EA4332188D}"/>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FBAF6450-657C-9B0C-0458-A731E2AF3D6C}"/>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9092BB93-74F3-D189-B118-901372915E0D}"/>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1451A724-89A8-6182-A192-5593DFC3499B}"/>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504EF340-8923-09E7-3AC5-BAA1E9C6544F}"/>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A15B264B-09FE-C51B-BD3A-F9D6AEF42EE7}"/>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10B6D525-DB4B-6DFE-C12F-C379BC6E9780}"/>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E027B3F6-1FC8-77E3-4502-1DECAD32AE66}"/>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a:t>
            </a:r>
          </a:p>
        </p:txBody>
      </p:sp>
      <p:sp>
        <p:nvSpPr>
          <p:cNvPr id="46" name="TextBox 45">
            <a:extLst>
              <a:ext uri="{FF2B5EF4-FFF2-40B4-BE49-F238E27FC236}">
                <a16:creationId xmlns:a16="http://schemas.microsoft.com/office/drawing/2014/main" id="{44D982B5-51A8-1280-11BD-81B5705E5CB9}"/>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CA0E631F-A1B6-8329-2D67-80D6158CD616}"/>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EB561695-57F6-3589-D824-E0B65D8D9C90}"/>
              </a:ext>
            </a:extLst>
          </p:cNvPr>
          <p:cNvSpPr txBox="1"/>
          <p:nvPr/>
        </p:nvSpPr>
        <p:spPr>
          <a:xfrm>
            <a:off x="7157158" y="4408541"/>
            <a:ext cx="570089" cy="230832"/>
          </a:xfrm>
          <a:prstGeom prst="rect">
            <a:avLst/>
          </a:prstGeom>
          <a:noFill/>
        </p:spPr>
        <p:txBody>
          <a:bodyPr wrap="square" rtlCol="0">
            <a:spAutoFit/>
          </a:bodyPr>
          <a:lstStyle/>
          <a:p>
            <a:pPr algn="ctr"/>
            <a:r>
              <a:rPr lang="en-US" sz="900" dirty="0"/>
              <a:t>246</a:t>
            </a:r>
          </a:p>
        </p:txBody>
      </p:sp>
      <p:sp>
        <p:nvSpPr>
          <p:cNvPr id="50" name="TextBox 49">
            <a:extLst>
              <a:ext uri="{FF2B5EF4-FFF2-40B4-BE49-F238E27FC236}">
                <a16:creationId xmlns:a16="http://schemas.microsoft.com/office/drawing/2014/main" id="{6D097087-8610-FDFC-66FA-903225087F74}"/>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3DE543EA-EA46-0394-9DF5-C7BA66C4BC0A}"/>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BBFEAEE1-AB63-D39B-35EF-D2780271792C}"/>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FCED90DF-BAD8-0A16-9E80-928B91A838FC}"/>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51984B31-E0F8-E453-2EA1-A79D6FF7518B}"/>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5" name="TextBox 54">
            <a:extLst>
              <a:ext uri="{FF2B5EF4-FFF2-40B4-BE49-F238E27FC236}">
                <a16:creationId xmlns:a16="http://schemas.microsoft.com/office/drawing/2014/main" id="{26D5CDD8-6A9E-8D6B-4D09-8DB29CB6B18A}"/>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56" name="TextBox 55">
            <a:extLst>
              <a:ext uri="{FF2B5EF4-FFF2-40B4-BE49-F238E27FC236}">
                <a16:creationId xmlns:a16="http://schemas.microsoft.com/office/drawing/2014/main" id="{8DEA4A3A-0C05-C879-D5D4-8B01EA9FB866}"/>
              </a:ext>
            </a:extLst>
          </p:cNvPr>
          <p:cNvSpPr txBox="1"/>
          <p:nvPr/>
        </p:nvSpPr>
        <p:spPr>
          <a:xfrm>
            <a:off x="6152446" y="2404765"/>
            <a:ext cx="570089" cy="230832"/>
          </a:xfrm>
          <a:prstGeom prst="rect">
            <a:avLst/>
          </a:prstGeom>
          <a:noFill/>
        </p:spPr>
        <p:txBody>
          <a:bodyPr wrap="square" rtlCol="0">
            <a:spAutoFit/>
          </a:bodyPr>
          <a:lstStyle/>
          <a:p>
            <a:pPr algn="ctr"/>
            <a:r>
              <a:rPr lang="en-US" sz="900" dirty="0"/>
              <a:t>62</a:t>
            </a:r>
          </a:p>
        </p:txBody>
      </p:sp>
      <p:sp>
        <p:nvSpPr>
          <p:cNvPr id="57" name="TextBox 56">
            <a:extLst>
              <a:ext uri="{FF2B5EF4-FFF2-40B4-BE49-F238E27FC236}">
                <a16:creationId xmlns:a16="http://schemas.microsoft.com/office/drawing/2014/main" id="{D013921F-A208-8A41-2BA1-DEF837D93732}"/>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A3956B56-01D6-DBE8-BAF2-F3D1C1084D0E}"/>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C4374F8A-EDA2-601C-4550-7E5621CBE753}"/>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C1C4964D-3FE2-5678-F62D-92F30AF843EA}"/>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DDFD5323-06CB-84D5-DF80-C537C1207182}"/>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B90A1B24-0620-9CBB-059A-98B47D0236F2}"/>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FF7B956A-FED0-45BD-7247-60370BB396F4}"/>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27617FB8-4198-992A-45DA-BE9670306ECB}"/>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D21FA5D6-3686-6FBC-CE89-BB53DFDB2DEF}"/>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1908CB1E-EED9-05C6-D560-F46BDE5B5395}"/>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4757EF63-C0C3-2746-8C06-A5A527A3DFE7}"/>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a:t>
            </a:r>
          </a:p>
        </p:txBody>
      </p:sp>
      <p:sp>
        <p:nvSpPr>
          <p:cNvPr id="66" name="TextBox 65">
            <a:extLst>
              <a:ext uri="{FF2B5EF4-FFF2-40B4-BE49-F238E27FC236}">
                <a16:creationId xmlns:a16="http://schemas.microsoft.com/office/drawing/2014/main" id="{5C25CC4F-55A7-7558-0D8C-13812541FE31}"/>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126A0E70-B2E6-2AEB-718D-EC797F49E995}"/>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5391C0A7-D574-00A1-1EF5-CDAC1F62F8DB}"/>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0980511D-A96A-9627-D095-867DD4B0BD86}"/>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E6864C2D-4E2B-2CC5-C03E-D2BC0303B7B6}"/>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CC4BB12E-6798-BE78-C283-238868533B4A}"/>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1DE4F8D9-BA29-9ACF-5F39-7706903EB540}"/>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F5DC2443-028F-9E29-6232-2FC72CC8CA31}"/>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9BA53C9D-DB56-019B-5C0F-4F32DE43EBE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0AEB3236-FC1F-B0B4-04C1-63E0884EE62D}"/>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A73EF7E1-BF22-0F42-C500-B413554123DF}"/>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B00EF4FD-C532-C082-275A-549F677E5930}"/>
              </a:ext>
            </a:extLst>
          </p:cNvPr>
          <p:cNvSpPr txBox="1"/>
          <p:nvPr/>
        </p:nvSpPr>
        <p:spPr>
          <a:xfrm>
            <a:off x="4645378" y="2404765"/>
            <a:ext cx="570089" cy="230832"/>
          </a:xfrm>
          <a:prstGeom prst="rect">
            <a:avLst/>
          </a:prstGeom>
          <a:noFill/>
        </p:spPr>
        <p:txBody>
          <a:bodyPr wrap="square" rtlCol="0">
            <a:spAutoFit/>
          </a:bodyPr>
          <a:lstStyle/>
          <a:p>
            <a:pPr algn="ctr"/>
            <a:r>
              <a:rPr lang="en-US" sz="900" dirty="0"/>
              <a:t>578</a:t>
            </a:r>
          </a:p>
        </p:txBody>
      </p:sp>
      <p:sp>
        <p:nvSpPr>
          <p:cNvPr id="78" name="TextBox 77">
            <a:extLst>
              <a:ext uri="{FF2B5EF4-FFF2-40B4-BE49-F238E27FC236}">
                <a16:creationId xmlns:a16="http://schemas.microsoft.com/office/drawing/2014/main" id="{58E23DCF-EFD9-FAAC-6422-60BD3560003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C3AA55AC-1335-98B6-C260-C7DEB413C3F0}"/>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1D3AF46-363C-76D7-9E82-D26E7E4B4EEC}"/>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8ADB84D1-83BA-C6D5-EEB2-1882395F8F38}"/>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60DA45F0-51A2-A0BD-E0E7-09828858E559}"/>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FE0CEED5-DE46-0615-C1B4-7031B71D0691}"/>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88F20875-1AF7-3CDE-C734-DDCF0ED1865A}"/>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9C6A80D3-82D3-3115-9FBF-535503DD8B54}"/>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4F7ED20A-FFD1-F2A3-8403-EA3CECF4D7C1}"/>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15DBDD34-2EE4-2DE2-45D0-289235419321}"/>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9CB36E4B-5EFA-44EC-2D13-F275C18A391B}"/>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098E06B1-CB3F-AE5A-86FF-576444F5D7CF}"/>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6374286C-8457-B04E-C034-D09BB37961CA}"/>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79136772-0934-A540-0609-1750FB39A106}"/>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FDC076F3-4C3D-D2CF-7847-D43F17427B7D}"/>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81E297F-1C6D-00FB-B774-EBAFFF45BC53}"/>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387B097D-BE8D-B9EB-434C-68AD3A822FF8}"/>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94DFB3DD-6C69-6359-71B5-D57EBC8A10E0}"/>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F9816D10-6E40-183B-5885-CA8FD75ADC28}"/>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26DFADF7-16A3-F458-F262-1E51149DD67E}"/>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123678</a:t>
            </a:r>
          </a:p>
        </p:txBody>
      </p:sp>
      <p:sp>
        <p:nvSpPr>
          <p:cNvPr id="38" name="TextBox 37">
            <a:extLst>
              <a:ext uri="{FF2B5EF4-FFF2-40B4-BE49-F238E27FC236}">
                <a16:creationId xmlns:a16="http://schemas.microsoft.com/office/drawing/2014/main" id="{4D9D8AEF-52D4-BD7E-7972-CF98137070F3}"/>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786283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D80B3-0F78-256B-B379-FB831DCF0BA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90B0D4-A0EF-3AFF-86F4-CB2FF7009B49}"/>
              </a:ext>
            </a:extLst>
          </p:cNvPr>
          <p:cNvSpPr>
            <a:spLocks noGrp="1"/>
          </p:cNvSpPr>
          <p:nvPr>
            <p:ph sz="half" idx="1"/>
          </p:nvPr>
        </p:nvSpPr>
        <p:spPr/>
        <p:txBody>
          <a:bodyPr>
            <a:normAutofit/>
          </a:bodyPr>
          <a:lstStyle/>
          <a:p>
            <a:r>
              <a:rPr lang="en-US" dirty="0"/>
              <a:t>In the center block, [20 in 3] must contain a 9. It must also contain a 7 or 8 (but not both). With the 7 would be a 4, and with the 8 would be a 3.</a:t>
            </a:r>
          </a:p>
          <a:p>
            <a:r>
              <a:rPr lang="en-US" dirty="0"/>
              <a:t>Also, since [20 in 3] cannot contain both 7 and 8, the upper left cell must be 78.</a:t>
            </a:r>
          </a:p>
        </p:txBody>
      </p:sp>
      <p:pic>
        <p:nvPicPr>
          <p:cNvPr id="4" name="Picture 3" descr="A grid of sudoku puzzle&#10;&#10;Description automatically generated">
            <a:extLst>
              <a:ext uri="{FF2B5EF4-FFF2-40B4-BE49-F238E27FC236}">
                <a16:creationId xmlns:a16="http://schemas.microsoft.com/office/drawing/2014/main" id="{EEEF279F-89BF-DA53-7E6F-B3379A4551B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C86CF9A-5CF9-A5B4-899E-119D4B504B0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DB65853-AEA9-C8B7-152D-972C56634CA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CFA4606-6B43-8155-397D-75C75DB186B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C01FF66-D671-AB84-1C4F-7D908A317D4B}"/>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9DDB51C1-A635-5752-C85A-86029BC12F84}"/>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E04752AD-1003-F59A-83D2-C31CA3334183}"/>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B1C3F115-1565-CAA1-6138-C391547E4D50}"/>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4F2C997F-09C8-C22A-E9A2-DD8125F0DE1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720EC16B-F01E-EF16-0996-F9A1925328A5}"/>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D0A33BFA-4939-2BF2-A9C4-9B42095C7ACA}"/>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ECB84157-65EE-2982-9EF4-E4FF1832FE96}"/>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19" name="TextBox 18">
            <a:extLst>
              <a:ext uri="{FF2B5EF4-FFF2-40B4-BE49-F238E27FC236}">
                <a16:creationId xmlns:a16="http://schemas.microsoft.com/office/drawing/2014/main" id="{A830F4D0-AD39-3D90-E53F-0047B961BB77}"/>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0894C200-0325-7174-0588-5188C7D5EEC4}"/>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A59D453A-3799-AB6A-739E-7D317FCD6067}"/>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453E69D0-A458-6C13-6768-36CA49CC7CC1}"/>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a:t>
            </a:r>
          </a:p>
        </p:txBody>
      </p:sp>
      <p:sp>
        <p:nvSpPr>
          <p:cNvPr id="28" name="TextBox 27">
            <a:extLst>
              <a:ext uri="{FF2B5EF4-FFF2-40B4-BE49-F238E27FC236}">
                <a16:creationId xmlns:a16="http://schemas.microsoft.com/office/drawing/2014/main" id="{1ED5EE5C-6FB2-EDA5-F791-D57D51D89A08}"/>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a:t>
            </a:r>
          </a:p>
        </p:txBody>
      </p:sp>
      <p:sp>
        <p:nvSpPr>
          <p:cNvPr id="31" name="TextBox 30">
            <a:extLst>
              <a:ext uri="{FF2B5EF4-FFF2-40B4-BE49-F238E27FC236}">
                <a16:creationId xmlns:a16="http://schemas.microsoft.com/office/drawing/2014/main" id="{ACF05B10-2BBB-632D-3579-394BAC88A2E9}"/>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366BB56F-C0AC-FCE2-2F9B-5FD828D5AF33}"/>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C278C9F2-53C8-C5D1-0487-C6AA6DC5A91D}"/>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7B28473D-35F1-5CE0-2466-A44C31555DCD}"/>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35D661AA-9CD4-0533-C693-B02934495B01}"/>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A685A6B7-12DA-E4E6-E228-B50C9253932D}"/>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B0FD77E3-DA4A-6DD3-1B81-628E480CFBFA}"/>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9F49B903-D244-4BFE-EB21-54DD2F6C5B98}"/>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a:t>
            </a:r>
          </a:p>
        </p:txBody>
      </p:sp>
      <p:sp>
        <p:nvSpPr>
          <p:cNvPr id="46" name="TextBox 45">
            <a:extLst>
              <a:ext uri="{FF2B5EF4-FFF2-40B4-BE49-F238E27FC236}">
                <a16:creationId xmlns:a16="http://schemas.microsoft.com/office/drawing/2014/main" id="{BB9B0914-E96F-92B4-AE12-FC5E2137945D}"/>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6DC7EE0E-64F0-8D00-1EF9-3138C9C9B9F2}"/>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65B88F09-0892-920F-7BDE-30EB274B8AE0}"/>
              </a:ext>
            </a:extLst>
          </p:cNvPr>
          <p:cNvSpPr txBox="1"/>
          <p:nvPr/>
        </p:nvSpPr>
        <p:spPr>
          <a:xfrm>
            <a:off x="7157158" y="4408541"/>
            <a:ext cx="570089" cy="230832"/>
          </a:xfrm>
          <a:prstGeom prst="rect">
            <a:avLst/>
          </a:prstGeom>
          <a:noFill/>
        </p:spPr>
        <p:txBody>
          <a:bodyPr wrap="square" rtlCol="0">
            <a:spAutoFit/>
          </a:bodyPr>
          <a:lstStyle/>
          <a:p>
            <a:pPr algn="ctr"/>
            <a:r>
              <a:rPr lang="en-US" sz="900" dirty="0"/>
              <a:t>246</a:t>
            </a:r>
          </a:p>
        </p:txBody>
      </p:sp>
      <p:sp>
        <p:nvSpPr>
          <p:cNvPr id="50" name="TextBox 49">
            <a:extLst>
              <a:ext uri="{FF2B5EF4-FFF2-40B4-BE49-F238E27FC236}">
                <a16:creationId xmlns:a16="http://schemas.microsoft.com/office/drawing/2014/main" id="{93304CCD-AAE5-3C28-8CA3-8E067B0622AD}"/>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4D617DA3-3B86-C810-5ED3-AFA7AFB55755}"/>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F56AB663-5942-EFA6-E450-EEE2FDB6A0C1}"/>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732026B6-2157-D536-6E22-286BCEC9969C}"/>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7720FF8A-4D41-3FEC-EBEE-71A7E3DE6FC0}"/>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5" name="TextBox 54">
            <a:extLst>
              <a:ext uri="{FF2B5EF4-FFF2-40B4-BE49-F238E27FC236}">
                <a16:creationId xmlns:a16="http://schemas.microsoft.com/office/drawing/2014/main" id="{F4A15054-1D71-2393-A18E-16DB0BFC9781}"/>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56" name="TextBox 55">
            <a:extLst>
              <a:ext uri="{FF2B5EF4-FFF2-40B4-BE49-F238E27FC236}">
                <a16:creationId xmlns:a16="http://schemas.microsoft.com/office/drawing/2014/main" id="{FA03CFFE-A478-BAFE-F6FB-DC68B7EE7B1E}"/>
              </a:ext>
            </a:extLst>
          </p:cNvPr>
          <p:cNvSpPr txBox="1"/>
          <p:nvPr/>
        </p:nvSpPr>
        <p:spPr>
          <a:xfrm>
            <a:off x="6152446" y="2404765"/>
            <a:ext cx="570089" cy="230832"/>
          </a:xfrm>
          <a:prstGeom prst="rect">
            <a:avLst/>
          </a:prstGeom>
          <a:noFill/>
        </p:spPr>
        <p:txBody>
          <a:bodyPr wrap="square" rtlCol="0">
            <a:spAutoFit/>
          </a:bodyPr>
          <a:lstStyle/>
          <a:p>
            <a:pPr algn="ctr"/>
            <a:r>
              <a:rPr lang="en-US" sz="900" dirty="0"/>
              <a:t>62</a:t>
            </a:r>
          </a:p>
        </p:txBody>
      </p:sp>
      <p:sp>
        <p:nvSpPr>
          <p:cNvPr id="57" name="TextBox 56">
            <a:extLst>
              <a:ext uri="{FF2B5EF4-FFF2-40B4-BE49-F238E27FC236}">
                <a16:creationId xmlns:a16="http://schemas.microsoft.com/office/drawing/2014/main" id="{A0589E97-C4B9-8507-B477-13071FF9C17B}"/>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791FFB59-485A-AC36-F712-B8E5569D64AC}"/>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8EC803CE-2626-38A8-038A-5F0C0A121235}"/>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a:t>
            </a:r>
          </a:p>
        </p:txBody>
      </p:sp>
      <p:sp>
        <p:nvSpPr>
          <p:cNvPr id="60" name="TextBox 59">
            <a:extLst>
              <a:ext uri="{FF2B5EF4-FFF2-40B4-BE49-F238E27FC236}">
                <a16:creationId xmlns:a16="http://schemas.microsoft.com/office/drawing/2014/main" id="{1483CE0E-F22D-3BDD-03A8-3004E9141A2E}"/>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16E4079C-7865-FFA2-BFDC-6F4F3EFC017E}"/>
              </a:ext>
            </a:extLst>
          </p:cNvPr>
          <p:cNvSpPr txBox="1"/>
          <p:nvPr/>
        </p:nvSpPr>
        <p:spPr>
          <a:xfrm>
            <a:off x="6152446" y="3406653"/>
            <a:ext cx="570089" cy="230832"/>
          </a:xfrm>
          <a:prstGeom prst="rect">
            <a:avLst/>
          </a:prstGeom>
          <a:noFill/>
        </p:spPr>
        <p:txBody>
          <a:bodyPr wrap="square" rtlCol="0">
            <a:spAutoFit/>
          </a:bodyPr>
          <a:lstStyle/>
          <a:p>
            <a:pPr algn="ctr"/>
            <a:r>
              <a:rPr lang="en-US" sz="900" dirty="0"/>
              <a:t>4321</a:t>
            </a:r>
          </a:p>
        </p:txBody>
      </p:sp>
      <p:sp>
        <p:nvSpPr>
          <p:cNvPr id="62" name="TextBox 61">
            <a:extLst>
              <a:ext uri="{FF2B5EF4-FFF2-40B4-BE49-F238E27FC236}">
                <a16:creationId xmlns:a16="http://schemas.microsoft.com/office/drawing/2014/main" id="{CE236DD4-06CB-8BED-10F9-44B69C3E7DE6}"/>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C9E29E3E-4A5E-5D95-AF30-E798FD45EC8B}"/>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6C501C7B-3EC1-2C55-298A-79ADB8FA718A}"/>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A7939D3A-3759-4906-6FB8-661EE25A024F}"/>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3456024C-CD00-3B7B-A6C1-5D1F0D4AA5FE}"/>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0F9DE533-A655-1D17-C260-58ABCC4E63DB}"/>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a:t>
            </a:r>
          </a:p>
        </p:txBody>
      </p:sp>
      <p:sp>
        <p:nvSpPr>
          <p:cNvPr id="66" name="TextBox 65">
            <a:extLst>
              <a:ext uri="{FF2B5EF4-FFF2-40B4-BE49-F238E27FC236}">
                <a16:creationId xmlns:a16="http://schemas.microsoft.com/office/drawing/2014/main" id="{D55F2EAD-EE89-0F85-C04F-B1AD0D2ED51B}"/>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789C5D26-38B8-850D-ECB9-F05966E29B33}"/>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B498886D-9081-72A7-8DB4-EFAD5A0F7A1C}"/>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B5608614-6AC1-93A5-4BC1-49F3C2C33891}"/>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8EE0A472-4B0B-C74E-A0D8-754555EEF6D5}"/>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0DDA13F2-D140-5C58-6ECC-E37AA1950EA8}"/>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3BFC2653-FC6A-FBB7-BD6A-C9467C54A7B1}"/>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83AC4F20-72E4-40CA-B4E0-5450FF87EE6B}"/>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15BE313B-F20A-AF25-A707-3FD2E42B90E2}"/>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D7CC7134-CF77-192A-4320-D9D67872A96F}"/>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F3AA50DD-949F-F140-4E16-E048F4B4B852}"/>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B494E34A-1FE5-F807-5AC0-F37F7D1FCE5B}"/>
              </a:ext>
            </a:extLst>
          </p:cNvPr>
          <p:cNvSpPr txBox="1"/>
          <p:nvPr/>
        </p:nvSpPr>
        <p:spPr>
          <a:xfrm>
            <a:off x="4645378" y="2404765"/>
            <a:ext cx="570089" cy="230832"/>
          </a:xfrm>
          <a:prstGeom prst="rect">
            <a:avLst/>
          </a:prstGeom>
          <a:no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23A1124B-7622-CF06-D5E6-81F486839154}"/>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633B51F8-7CC4-8106-DEB1-D8320E70B1CD}"/>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D0435680-064F-F26B-7174-25ABC9C6D167}"/>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390AAAB-C5E0-E224-1414-47479D5AEF74}"/>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993F08BE-213E-62ED-7D2D-ED821EC282D0}"/>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BA959589-396E-5B5D-423A-153C63864E5F}"/>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8F4B2AE-3E26-D79E-F8B5-84215FCC1C4C}"/>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3479F489-D5D3-3756-A1BB-D774A92E8845}"/>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ABFF2ED6-01F0-98C1-B03A-77AD1C9D726A}"/>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2D039D56-4293-08AC-CE4A-A38D7532A51B}"/>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B4564E91-A8A4-B0FD-4319-F41BF97F87D2}"/>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E66237AA-9A0B-1672-2E5E-A9B969D15DF7}"/>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D67DCA20-C60B-CFBD-A372-B4076F267A5D}"/>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F1883259-0C02-846E-DF5F-1D990366B98E}"/>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4047FA69-C854-D618-CF17-FF046697156B}"/>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6CD51CDF-E074-B65F-5544-89387277CE51}"/>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C4480E2A-C1DC-59F6-D507-63BB2B62116B}"/>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7C876487-F8CD-B34B-56B4-8B2190580D51}"/>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E1355F56-4B2E-B8BF-4DE1-6395DB1660D2}"/>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6FDC822B-B45E-1781-D64E-DC0357F4C73E}"/>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123678</a:t>
            </a:r>
          </a:p>
        </p:txBody>
      </p:sp>
      <p:sp>
        <p:nvSpPr>
          <p:cNvPr id="38" name="TextBox 37">
            <a:extLst>
              <a:ext uri="{FF2B5EF4-FFF2-40B4-BE49-F238E27FC236}">
                <a16:creationId xmlns:a16="http://schemas.microsoft.com/office/drawing/2014/main" id="{6395D742-126F-F79A-BDBE-6712BB8288B6}"/>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2BDE96FE-7406-BDD1-0738-E0DF412A35C0}"/>
              </a:ext>
            </a:extLst>
          </p:cNvPr>
          <p:cNvSpPr txBox="1"/>
          <p:nvPr/>
        </p:nvSpPr>
        <p:spPr>
          <a:xfrm>
            <a:off x="5650090" y="2905709"/>
            <a:ext cx="570089" cy="230832"/>
          </a:xfrm>
          <a:prstGeom prst="rect">
            <a:avLst/>
          </a:prstGeom>
          <a:noFill/>
        </p:spPr>
        <p:txBody>
          <a:bodyPr wrap="square" rtlCol="0">
            <a:spAutoFit/>
          </a:bodyPr>
          <a:lstStyle/>
          <a:p>
            <a:pPr algn="ctr"/>
            <a:r>
              <a:rPr lang="en-US" sz="900" dirty="0"/>
              <a:t>3478</a:t>
            </a:r>
          </a:p>
        </p:txBody>
      </p:sp>
      <p:sp>
        <p:nvSpPr>
          <p:cNvPr id="77" name="TextBox 76">
            <a:extLst>
              <a:ext uri="{FF2B5EF4-FFF2-40B4-BE49-F238E27FC236}">
                <a16:creationId xmlns:a16="http://schemas.microsoft.com/office/drawing/2014/main" id="{8A09756D-CC0E-EA8D-D28A-51A90EE935B9}"/>
              </a:ext>
            </a:extLst>
          </p:cNvPr>
          <p:cNvSpPr txBox="1"/>
          <p:nvPr/>
        </p:nvSpPr>
        <p:spPr>
          <a:xfrm>
            <a:off x="5147734" y="3406653"/>
            <a:ext cx="570089" cy="230832"/>
          </a:xfrm>
          <a:prstGeom prst="rect">
            <a:avLst/>
          </a:prstGeom>
          <a:noFill/>
        </p:spPr>
        <p:txBody>
          <a:bodyPr wrap="square" rtlCol="0">
            <a:spAutoFit/>
          </a:bodyPr>
          <a:lstStyle/>
          <a:p>
            <a:pPr algn="ctr"/>
            <a:r>
              <a:rPr lang="en-US" sz="900" dirty="0"/>
              <a:t>34789</a:t>
            </a:r>
          </a:p>
        </p:txBody>
      </p:sp>
      <p:sp>
        <p:nvSpPr>
          <p:cNvPr id="84" name="TextBox 83">
            <a:extLst>
              <a:ext uri="{FF2B5EF4-FFF2-40B4-BE49-F238E27FC236}">
                <a16:creationId xmlns:a16="http://schemas.microsoft.com/office/drawing/2014/main" id="{97B78701-93BB-7649-0791-0400A19D41F9}"/>
              </a:ext>
            </a:extLst>
          </p:cNvPr>
          <p:cNvSpPr txBox="1"/>
          <p:nvPr/>
        </p:nvSpPr>
        <p:spPr>
          <a:xfrm>
            <a:off x="5650090" y="3406653"/>
            <a:ext cx="570089" cy="230832"/>
          </a:xfrm>
          <a:prstGeom prst="rect">
            <a:avLst/>
          </a:prstGeom>
          <a:noFill/>
        </p:spPr>
        <p:txBody>
          <a:bodyPr wrap="square" rtlCol="0">
            <a:spAutoFit/>
          </a:bodyPr>
          <a:lstStyle/>
          <a:p>
            <a:pPr algn="ctr"/>
            <a:r>
              <a:rPr lang="en-US" sz="900" dirty="0"/>
              <a:t>34789</a:t>
            </a:r>
          </a:p>
        </p:txBody>
      </p:sp>
    </p:spTree>
    <p:extLst>
      <p:ext uri="{BB962C8B-B14F-4D97-AF65-F5344CB8AC3E}">
        <p14:creationId xmlns:p14="http://schemas.microsoft.com/office/powerpoint/2010/main" val="39616405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E796F-4E80-AD49-2D78-13A4D9B701D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64115C-9273-64DE-4157-81C957D0AA0D}"/>
              </a:ext>
            </a:extLst>
          </p:cNvPr>
          <p:cNvSpPr>
            <a:spLocks noGrp="1"/>
          </p:cNvSpPr>
          <p:nvPr>
            <p:ph sz="half" idx="1"/>
          </p:nvPr>
        </p:nvSpPr>
        <p:spPr/>
        <p:txBody>
          <a:bodyPr>
            <a:normAutofit/>
          </a:bodyPr>
          <a:lstStyle/>
          <a:p>
            <a:r>
              <a:rPr lang="en-US" dirty="0"/>
              <a:t>In the right center block, suppose [5 in 2] is 14. A cell then must be 5, leaving no solution for [8 in 2]. Therefore, [5 in 2] is 23.</a:t>
            </a:r>
          </a:p>
        </p:txBody>
      </p:sp>
      <p:pic>
        <p:nvPicPr>
          <p:cNvPr id="4" name="Picture 3" descr="A grid of sudoku puzzle&#10;&#10;Description automatically generated">
            <a:extLst>
              <a:ext uri="{FF2B5EF4-FFF2-40B4-BE49-F238E27FC236}">
                <a16:creationId xmlns:a16="http://schemas.microsoft.com/office/drawing/2014/main" id="{1D55D9B7-7533-D241-4A69-24A025D10DA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4C0C00B-26E6-8F31-186D-71C129C2610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CC40AAA-093A-9BDC-9A4D-C6292F62551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0C20EF0-C62E-1E24-5122-634D8E4EF58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F9EFC5F-A9E0-6E99-F73A-DCB5FCDE4686}"/>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6AC14F8A-6DC5-2703-CF9B-C9413B97A6B6}"/>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a:t>
            </a:r>
          </a:p>
        </p:txBody>
      </p:sp>
      <p:sp>
        <p:nvSpPr>
          <p:cNvPr id="15" name="TextBox 14">
            <a:extLst>
              <a:ext uri="{FF2B5EF4-FFF2-40B4-BE49-F238E27FC236}">
                <a16:creationId xmlns:a16="http://schemas.microsoft.com/office/drawing/2014/main" id="{2360E0B6-1ED5-8041-B9A5-1B102153F5D8}"/>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09F733F0-C0D8-AE04-2EA2-F630DC9F5F20}"/>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FEB4FFA3-FF42-E2C1-0A0A-CC8FAC3B60ED}"/>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38A1327E-FE15-F16B-E81A-2F3E391BC35A}"/>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304187FA-C9A9-00A5-77B7-98CA4E388ABD}"/>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F2BAEEFD-9BDE-0330-7E90-2CFDA1635786}"/>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19" name="TextBox 18">
            <a:extLst>
              <a:ext uri="{FF2B5EF4-FFF2-40B4-BE49-F238E27FC236}">
                <a16:creationId xmlns:a16="http://schemas.microsoft.com/office/drawing/2014/main" id="{8DA6A936-E579-D0A4-5391-437F27C41444}"/>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89F2E690-8F8B-0783-7EF6-39523471870C}"/>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EB1D50B8-8E71-68CC-2473-3002DE5502FD}"/>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C84D2ACB-EA2A-D0BB-61E8-2173CC90D564}"/>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a:t>
            </a:r>
          </a:p>
        </p:txBody>
      </p:sp>
      <p:sp>
        <p:nvSpPr>
          <p:cNvPr id="28" name="TextBox 27">
            <a:extLst>
              <a:ext uri="{FF2B5EF4-FFF2-40B4-BE49-F238E27FC236}">
                <a16:creationId xmlns:a16="http://schemas.microsoft.com/office/drawing/2014/main" id="{D02156D8-1F73-487B-589D-B4ED66658DEF}"/>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a:t>
            </a:r>
          </a:p>
        </p:txBody>
      </p:sp>
      <p:sp>
        <p:nvSpPr>
          <p:cNvPr id="31" name="TextBox 30">
            <a:extLst>
              <a:ext uri="{FF2B5EF4-FFF2-40B4-BE49-F238E27FC236}">
                <a16:creationId xmlns:a16="http://schemas.microsoft.com/office/drawing/2014/main" id="{6357A7F1-D466-578A-C4EC-2B5680680715}"/>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0F3D7768-F7E8-E194-7105-236567A0840B}"/>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4BA33CC5-0947-81B4-4529-24675E86F9D2}"/>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EC12BB11-EBC3-9BB4-6FE2-27E4257D12A0}"/>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B5310580-9648-679D-0389-A60B032A0ACF}"/>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D2EFE63B-EE6C-DBDE-302D-0DB5C5D40982}"/>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3B437FD5-D4E3-09A5-52AC-EF822227DB9B}"/>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34EEB071-54B0-A6AA-7B92-A155DB6510BB}"/>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a:t>
            </a:r>
          </a:p>
        </p:txBody>
      </p:sp>
      <p:sp>
        <p:nvSpPr>
          <p:cNvPr id="46" name="TextBox 45">
            <a:extLst>
              <a:ext uri="{FF2B5EF4-FFF2-40B4-BE49-F238E27FC236}">
                <a16:creationId xmlns:a16="http://schemas.microsoft.com/office/drawing/2014/main" id="{43EE598C-592F-1218-B1D7-C9D8B22471E0}"/>
              </a:ext>
            </a:extLst>
          </p:cNvPr>
          <p:cNvSpPr txBox="1"/>
          <p:nvPr/>
        </p:nvSpPr>
        <p:spPr>
          <a:xfrm>
            <a:off x="6152446" y="4408541"/>
            <a:ext cx="570089" cy="230832"/>
          </a:xfrm>
          <a:prstGeom prst="rect">
            <a:avLst/>
          </a:prstGeom>
          <a:noFill/>
        </p:spPr>
        <p:txBody>
          <a:bodyPr wrap="square" rtlCol="0">
            <a:spAutoFit/>
          </a:bodyPr>
          <a:lstStyle/>
          <a:p>
            <a:pPr algn="ctr"/>
            <a:r>
              <a:rPr lang="en-US" sz="900" dirty="0"/>
              <a:t>1346</a:t>
            </a:r>
          </a:p>
        </p:txBody>
      </p:sp>
      <p:sp>
        <p:nvSpPr>
          <p:cNvPr id="47" name="TextBox 46">
            <a:extLst>
              <a:ext uri="{FF2B5EF4-FFF2-40B4-BE49-F238E27FC236}">
                <a16:creationId xmlns:a16="http://schemas.microsoft.com/office/drawing/2014/main" id="{394DAF89-4C7F-EAED-C72F-838741667954}"/>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E4452325-BCE8-A9BF-1A98-D38978F87925}"/>
              </a:ext>
            </a:extLst>
          </p:cNvPr>
          <p:cNvSpPr txBox="1"/>
          <p:nvPr/>
        </p:nvSpPr>
        <p:spPr>
          <a:xfrm>
            <a:off x="7157158" y="4408541"/>
            <a:ext cx="570089" cy="230832"/>
          </a:xfrm>
          <a:prstGeom prst="rect">
            <a:avLst/>
          </a:prstGeom>
          <a:noFill/>
        </p:spPr>
        <p:txBody>
          <a:bodyPr wrap="square" rtlCol="0">
            <a:spAutoFit/>
          </a:bodyPr>
          <a:lstStyle/>
          <a:p>
            <a:pPr algn="ctr"/>
            <a:r>
              <a:rPr lang="en-US" sz="900" dirty="0"/>
              <a:t>246</a:t>
            </a:r>
          </a:p>
        </p:txBody>
      </p:sp>
      <p:sp>
        <p:nvSpPr>
          <p:cNvPr id="50" name="TextBox 49">
            <a:extLst>
              <a:ext uri="{FF2B5EF4-FFF2-40B4-BE49-F238E27FC236}">
                <a16:creationId xmlns:a16="http://schemas.microsoft.com/office/drawing/2014/main" id="{70A1F735-46F5-6214-9E03-C5B47D8AA876}"/>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64DAE946-48FC-3673-E36D-FEC6F2C82A6B}"/>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191DA94E-C07F-6874-B4EB-F60C97E987E1}"/>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847BDAC8-5F90-5002-A92C-3ED4D3CE5209}"/>
              </a:ext>
            </a:extLst>
          </p:cNvPr>
          <p:cNvSpPr txBox="1"/>
          <p:nvPr/>
        </p:nvSpPr>
        <p:spPr>
          <a:xfrm>
            <a:off x="5650090" y="4408541"/>
            <a:ext cx="570089" cy="230832"/>
          </a:xfrm>
          <a:prstGeom prst="rect">
            <a:avLst/>
          </a:prstGeom>
          <a:noFill/>
        </p:spPr>
        <p:txBody>
          <a:bodyPr wrap="square" rtlCol="0">
            <a:spAutoFit/>
          </a:bodyPr>
          <a:lstStyle/>
          <a:p>
            <a:pPr algn="ctr"/>
            <a:r>
              <a:rPr lang="en-US" sz="900" dirty="0"/>
              <a:t>6431</a:t>
            </a:r>
          </a:p>
        </p:txBody>
      </p:sp>
      <p:sp>
        <p:nvSpPr>
          <p:cNvPr id="54" name="TextBox 53">
            <a:extLst>
              <a:ext uri="{FF2B5EF4-FFF2-40B4-BE49-F238E27FC236}">
                <a16:creationId xmlns:a16="http://schemas.microsoft.com/office/drawing/2014/main" id="{CBB0113B-4F94-E4F0-230E-55B73E3267D9}"/>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5" name="TextBox 54">
            <a:extLst>
              <a:ext uri="{FF2B5EF4-FFF2-40B4-BE49-F238E27FC236}">
                <a16:creationId xmlns:a16="http://schemas.microsoft.com/office/drawing/2014/main" id="{0074BEA8-80FC-8C95-DA3D-B4744F43441F}"/>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56" name="TextBox 55">
            <a:extLst>
              <a:ext uri="{FF2B5EF4-FFF2-40B4-BE49-F238E27FC236}">
                <a16:creationId xmlns:a16="http://schemas.microsoft.com/office/drawing/2014/main" id="{6ED18897-FDA4-87CC-C7AC-8E781C1FCFA4}"/>
              </a:ext>
            </a:extLst>
          </p:cNvPr>
          <p:cNvSpPr txBox="1"/>
          <p:nvPr/>
        </p:nvSpPr>
        <p:spPr>
          <a:xfrm>
            <a:off x="6152446" y="2404765"/>
            <a:ext cx="570089" cy="230832"/>
          </a:xfrm>
          <a:prstGeom prst="rect">
            <a:avLst/>
          </a:prstGeom>
          <a:noFill/>
        </p:spPr>
        <p:txBody>
          <a:bodyPr wrap="square" rtlCol="0">
            <a:spAutoFit/>
          </a:bodyPr>
          <a:lstStyle/>
          <a:p>
            <a:pPr algn="ctr"/>
            <a:r>
              <a:rPr lang="en-US" sz="900" dirty="0"/>
              <a:t>62</a:t>
            </a:r>
          </a:p>
        </p:txBody>
      </p:sp>
      <p:sp>
        <p:nvSpPr>
          <p:cNvPr id="57" name="TextBox 56">
            <a:extLst>
              <a:ext uri="{FF2B5EF4-FFF2-40B4-BE49-F238E27FC236}">
                <a16:creationId xmlns:a16="http://schemas.microsoft.com/office/drawing/2014/main" id="{770EB4E0-23DA-6024-596F-7AB0EB50DA6D}"/>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6B6FDD39-29E5-2CE6-6C61-985AF3C35BE2}"/>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F7288BF5-D46D-AD98-75AA-54EA530AF7B1}"/>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
        <p:nvSpPr>
          <p:cNvPr id="60" name="TextBox 59">
            <a:extLst>
              <a:ext uri="{FF2B5EF4-FFF2-40B4-BE49-F238E27FC236}">
                <a16:creationId xmlns:a16="http://schemas.microsoft.com/office/drawing/2014/main" id="{9AFE65D7-AA9E-41F5-76BD-E268A72C8ADD}"/>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0FE36426-8412-BC6F-4D9A-8E2AF853ED36}"/>
              </a:ext>
            </a:extLst>
          </p:cNvPr>
          <p:cNvSpPr txBox="1"/>
          <p:nvPr/>
        </p:nvSpPr>
        <p:spPr>
          <a:xfrm>
            <a:off x="6152446" y="3406653"/>
            <a:ext cx="570089" cy="230832"/>
          </a:xfrm>
          <a:prstGeom prst="rect">
            <a:avLst/>
          </a:prstGeom>
          <a:noFill/>
        </p:spPr>
        <p:txBody>
          <a:bodyPr wrap="square" rtlCol="0">
            <a:spAutoFit/>
          </a:bodyPr>
          <a:lstStyle/>
          <a:p>
            <a:pPr algn="ctr"/>
            <a:r>
              <a:rPr lang="en-US" sz="900" dirty="0"/>
              <a:t>32</a:t>
            </a:r>
          </a:p>
        </p:txBody>
      </p:sp>
      <p:sp>
        <p:nvSpPr>
          <p:cNvPr id="62" name="TextBox 61">
            <a:extLst>
              <a:ext uri="{FF2B5EF4-FFF2-40B4-BE49-F238E27FC236}">
                <a16:creationId xmlns:a16="http://schemas.microsoft.com/office/drawing/2014/main" id="{50E4A7A6-9AEA-9DEE-108D-6E78842AAEEE}"/>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1D4F3F17-73FF-9C01-D4B0-F4C3A4226E8E}"/>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DC247A60-5611-F52F-40BE-344060FFF0EB}"/>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61410EAD-AED8-7B5A-B405-A324D559664E}"/>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F58392DC-A433-3C13-2BC3-BF7FCC642CBE}"/>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69863C3D-B57B-0518-475F-DB1E15B016AA}"/>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a:t>
            </a:r>
          </a:p>
        </p:txBody>
      </p:sp>
      <p:sp>
        <p:nvSpPr>
          <p:cNvPr id="66" name="TextBox 65">
            <a:extLst>
              <a:ext uri="{FF2B5EF4-FFF2-40B4-BE49-F238E27FC236}">
                <a16:creationId xmlns:a16="http://schemas.microsoft.com/office/drawing/2014/main" id="{FA6D18CD-453D-1746-512D-82DFAE55018B}"/>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31A83879-65F0-DD3C-63DD-3C8305619014}"/>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4EA9291B-C0DA-A539-A9AA-F3E0A3AB5C86}"/>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D15069D6-8818-E04D-63F5-2D31DAAEF590}"/>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528A6AB3-0FAB-8DD4-117C-A0FA7FDD2E0C}"/>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AE025703-293C-21A8-EEFB-9FAC94861AAB}"/>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F9759BC6-422B-EB8A-192B-F4D6E309EB44}"/>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8AAC85E3-0899-6B09-F5B0-15117E2A2C5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E249B43E-050D-203F-BABC-2B83A02F27B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F5116CE4-4406-686A-35EA-AC4311276955}"/>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50F941DD-75A2-0F6F-928A-89E4147C35E4}"/>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F139D4E1-F8FF-F6C5-02D9-FC650B9067F5}"/>
              </a:ext>
            </a:extLst>
          </p:cNvPr>
          <p:cNvSpPr txBox="1"/>
          <p:nvPr/>
        </p:nvSpPr>
        <p:spPr>
          <a:xfrm>
            <a:off x="4645378" y="2404765"/>
            <a:ext cx="570089" cy="230832"/>
          </a:xfrm>
          <a:prstGeom prst="rect">
            <a:avLst/>
          </a:prstGeom>
          <a:no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7A59D932-F5AF-8114-85BE-FAAEB186E5ED}"/>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D4882BEF-0173-FF56-0995-D8BB8E3E18E2}"/>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C0EDF261-7B2D-7627-FE80-8CFA9809C4E9}"/>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FC8CC46D-37AC-D0CD-26CD-AAC082610E92}"/>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B2059EC9-28EB-393B-C6A4-FCF0F89F1E97}"/>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14688D86-5EB6-ECC1-E81B-6573BEE49685}"/>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B6DB1EA5-293F-DF98-EB41-A34355DC2CC3}"/>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1BED51E6-4435-6B84-483C-998399A2312E}"/>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13B71664-5C31-2F15-FEB6-DB469764759C}"/>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D3D0BB96-C64D-9F42-8C66-7431BCE9B9D6}"/>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A25E65DE-8DF2-4412-BE50-B41E21A00773}"/>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D9AF962F-F951-BA17-9A04-046F19E4ED7E}"/>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D27A05E9-8050-DBB3-A72B-262E909831C3}"/>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AC2955C4-B75E-BF8D-AE99-CE28DC83B0CE}"/>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DB2282D6-5FA2-A4F2-78B5-95B6748220DC}"/>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797BEA60-A037-4838-5289-2D3E575C3384}"/>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9AB853C7-B292-40C8-F13D-0026393A17A6}"/>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F13BBE2-13D7-3EC7-3B89-2E6FCE10545E}"/>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6D19A682-AAEF-02A8-6744-28EA5464CE04}"/>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CFA27611-C3C6-CE08-10D6-11DABB662E41}"/>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123678</a:t>
            </a:r>
          </a:p>
        </p:txBody>
      </p:sp>
      <p:sp>
        <p:nvSpPr>
          <p:cNvPr id="38" name="TextBox 37">
            <a:extLst>
              <a:ext uri="{FF2B5EF4-FFF2-40B4-BE49-F238E27FC236}">
                <a16:creationId xmlns:a16="http://schemas.microsoft.com/office/drawing/2014/main" id="{174075F2-7782-8523-BEFB-9D74BA0C3D98}"/>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F63E537C-1064-DB9D-FD3F-4214ADED5A05}"/>
              </a:ext>
            </a:extLst>
          </p:cNvPr>
          <p:cNvSpPr txBox="1"/>
          <p:nvPr/>
        </p:nvSpPr>
        <p:spPr>
          <a:xfrm>
            <a:off x="5650090" y="2905709"/>
            <a:ext cx="570089" cy="230832"/>
          </a:xfrm>
          <a:prstGeom prst="rect">
            <a:avLst/>
          </a:prstGeom>
          <a:noFill/>
        </p:spPr>
        <p:txBody>
          <a:bodyPr wrap="square" rtlCol="0">
            <a:spAutoFit/>
          </a:bodyPr>
          <a:lstStyle/>
          <a:p>
            <a:pPr algn="ctr"/>
            <a:r>
              <a:rPr lang="en-US" sz="900" dirty="0"/>
              <a:t>3478</a:t>
            </a:r>
          </a:p>
        </p:txBody>
      </p:sp>
      <p:sp>
        <p:nvSpPr>
          <p:cNvPr id="77" name="TextBox 76">
            <a:extLst>
              <a:ext uri="{FF2B5EF4-FFF2-40B4-BE49-F238E27FC236}">
                <a16:creationId xmlns:a16="http://schemas.microsoft.com/office/drawing/2014/main" id="{A4BBE62C-4684-F67D-871A-7379C1888E59}"/>
              </a:ext>
            </a:extLst>
          </p:cNvPr>
          <p:cNvSpPr txBox="1"/>
          <p:nvPr/>
        </p:nvSpPr>
        <p:spPr>
          <a:xfrm>
            <a:off x="5147734" y="3406653"/>
            <a:ext cx="570089" cy="230832"/>
          </a:xfrm>
          <a:prstGeom prst="rect">
            <a:avLst/>
          </a:prstGeom>
          <a:noFill/>
        </p:spPr>
        <p:txBody>
          <a:bodyPr wrap="square" rtlCol="0">
            <a:spAutoFit/>
          </a:bodyPr>
          <a:lstStyle/>
          <a:p>
            <a:pPr algn="ctr"/>
            <a:r>
              <a:rPr lang="en-US" sz="900" dirty="0"/>
              <a:t>34789</a:t>
            </a:r>
          </a:p>
        </p:txBody>
      </p:sp>
      <p:sp>
        <p:nvSpPr>
          <p:cNvPr id="84" name="TextBox 83">
            <a:extLst>
              <a:ext uri="{FF2B5EF4-FFF2-40B4-BE49-F238E27FC236}">
                <a16:creationId xmlns:a16="http://schemas.microsoft.com/office/drawing/2014/main" id="{5810DF0B-D9D2-F8D4-637A-AAF16157C07B}"/>
              </a:ext>
            </a:extLst>
          </p:cNvPr>
          <p:cNvSpPr txBox="1"/>
          <p:nvPr/>
        </p:nvSpPr>
        <p:spPr>
          <a:xfrm>
            <a:off x="5650090" y="3406653"/>
            <a:ext cx="570089" cy="230832"/>
          </a:xfrm>
          <a:prstGeom prst="rect">
            <a:avLst/>
          </a:prstGeom>
          <a:noFill/>
        </p:spPr>
        <p:txBody>
          <a:bodyPr wrap="square" rtlCol="0">
            <a:spAutoFit/>
          </a:bodyPr>
          <a:lstStyle/>
          <a:p>
            <a:pPr algn="ctr"/>
            <a:r>
              <a:rPr lang="en-US" sz="900" dirty="0"/>
              <a:t>34789</a:t>
            </a:r>
          </a:p>
        </p:txBody>
      </p:sp>
    </p:spTree>
    <p:extLst>
      <p:ext uri="{BB962C8B-B14F-4D97-AF65-F5344CB8AC3E}">
        <p14:creationId xmlns:p14="http://schemas.microsoft.com/office/powerpoint/2010/main" val="16308283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A235-613D-9A64-3826-3D4702A284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63DBC97-0A3E-5948-A4A2-E84CEDFA8FE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E8BBFFA-DEB2-16BA-CA65-0762D10B33F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502198D-952D-F457-793F-9902BC3A7A3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30E2F0B-8BA0-6BC8-062B-4968F1772E0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59227F2-5CD6-5A1E-7FAB-8C26C55D264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AB3C200-6064-48B0-3C98-2DF780E02A30}"/>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28C954C2-F340-9C6D-2B11-1B269F4F4A02}"/>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a:t>
            </a:r>
          </a:p>
        </p:txBody>
      </p:sp>
      <p:sp>
        <p:nvSpPr>
          <p:cNvPr id="16" name="TextBox 15">
            <a:extLst>
              <a:ext uri="{FF2B5EF4-FFF2-40B4-BE49-F238E27FC236}">
                <a16:creationId xmlns:a16="http://schemas.microsoft.com/office/drawing/2014/main" id="{863B672D-C7AF-036E-DEAA-F9D1780EF561}"/>
              </a:ext>
            </a:extLst>
          </p:cNvPr>
          <p:cNvSpPr txBox="1"/>
          <p:nvPr/>
        </p:nvSpPr>
        <p:spPr>
          <a:xfrm>
            <a:off x="7157158" y="1903821"/>
            <a:ext cx="570089" cy="230832"/>
          </a:xfrm>
          <a:prstGeom prst="rect">
            <a:avLst/>
          </a:prstGeom>
          <a:noFill/>
        </p:spPr>
        <p:txBody>
          <a:bodyPr wrap="square" rtlCol="0">
            <a:spAutoFit/>
          </a:bodyPr>
          <a:lstStyle/>
          <a:p>
            <a:pPr algn="ctr"/>
            <a:r>
              <a:rPr lang="en-US" sz="900" dirty="0"/>
              <a:t>234</a:t>
            </a:r>
          </a:p>
        </p:txBody>
      </p:sp>
      <p:sp>
        <p:nvSpPr>
          <p:cNvPr id="17" name="TextBox 16">
            <a:extLst>
              <a:ext uri="{FF2B5EF4-FFF2-40B4-BE49-F238E27FC236}">
                <a16:creationId xmlns:a16="http://schemas.microsoft.com/office/drawing/2014/main" id="{AD6083DA-71E1-7700-32CB-B19696DCEB07}"/>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17A90325-F733-202F-719A-C8AC6701344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93DAB4B-BA76-3C27-FA73-3320DA46C6A2}"/>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D5B79387-ECD1-79D8-F862-4E6574327A6C}"/>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19" name="TextBox 18">
            <a:extLst>
              <a:ext uri="{FF2B5EF4-FFF2-40B4-BE49-F238E27FC236}">
                <a16:creationId xmlns:a16="http://schemas.microsoft.com/office/drawing/2014/main" id="{19828AC3-E6ED-5C1D-9F9D-C87E3CB8F441}"/>
              </a:ext>
            </a:extLst>
          </p:cNvPr>
          <p:cNvSpPr txBox="1"/>
          <p:nvPr/>
        </p:nvSpPr>
        <p:spPr>
          <a:xfrm>
            <a:off x="5147734" y="901933"/>
            <a:ext cx="570089" cy="230832"/>
          </a:xfrm>
          <a:prstGeom prst="rect">
            <a:avLst/>
          </a:prstGeom>
          <a:noFill/>
        </p:spPr>
        <p:txBody>
          <a:bodyPr wrap="square" rtlCol="0">
            <a:spAutoFit/>
          </a:bodyPr>
          <a:lstStyle/>
          <a:p>
            <a:pPr algn="ctr"/>
            <a:r>
              <a:rPr lang="en-US" sz="900" dirty="0"/>
              <a:t>32</a:t>
            </a:r>
          </a:p>
        </p:txBody>
      </p:sp>
      <p:sp>
        <p:nvSpPr>
          <p:cNvPr id="20" name="TextBox 19">
            <a:extLst>
              <a:ext uri="{FF2B5EF4-FFF2-40B4-BE49-F238E27FC236}">
                <a16:creationId xmlns:a16="http://schemas.microsoft.com/office/drawing/2014/main" id="{4C136CB2-79AB-AE0F-62A4-ED267122CF5D}"/>
              </a:ext>
            </a:extLst>
          </p:cNvPr>
          <p:cNvSpPr txBox="1"/>
          <p:nvPr/>
        </p:nvSpPr>
        <p:spPr>
          <a:xfrm>
            <a:off x="5650090" y="901933"/>
            <a:ext cx="570089" cy="230832"/>
          </a:xfrm>
          <a:prstGeom prst="rect">
            <a:avLst/>
          </a:prstGeom>
          <a:noFill/>
        </p:spPr>
        <p:txBody>
          <a:bodyPr wrap="square" rtlCol="0">
            <a:spAutoFit/>
          </a:bodyPr>
          <a:lstStyle/>
          <a:p>
            <a:pPr algn="ctr"/>
            <a:r>
              <a:rPr lang="en-US" sz="900" dirty="0"/>
              <a:t>23</a:t>
            </a:r>
          </a:p>
        </p:txBody>
      </p:sp>
      <p:sp>
        <p:nvSpPr>
          <p:cNvPr id="25" name="TextBox 24">
            <a:extLst>
              <a:ext uri="{FF2B5EF4-FFF2-40B4-BE49-F238E27FC236}">
                <a16:creationId xmlns:a16="http://schemas.microsoft.com/office/drawing/2014/main" id="{2F8BD4CE-494F-5425-4378-33FECF2908B0}"/>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B96F0CC4-39A7-520D-35A4-CBEF26E2B253}"/>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a:t>
            </a:r>
          </a:p>
        </p:txBody>
      </p:sp>
      <p:sp>
        <p:nvSpPr>
          <p:cNvPr id="28" name="TextBox 27">
            <a:extLst>
              <a:ext uri="{FF2B5EF4-FFF2-40B4-BE49-F238E27FC236}">
                <a16:creationId xmlns:a16="http://schemas.microsoft.com/office/drawing/2014/main" id="{563835E8-E459-82BD-A066-5A9AC054F648}"/>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a:t>
            </a:r>
          </a:p>
        </p:txBody>
      </p:sp>
      <p:sp>
        <p:nvSpPr>
          <p:cNvPr id="31" name="TextBox 30">
            <a:extLst>
              <a:ext uri="{FF2B5EF4-FFF2-40B4-BE49-F238E27FC236}">
                <a16:creationId xmlns:a16="http://schemas.microsoft.com/office/drawing/2014/main" id="{BEEB4A41-4D1B-BF99-0C28-18AE915FB376}"/>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43E80543-5599-2378-A4B8-4367BF0385A5}"/>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728E067C-EA9C-9DA5-D4A4-CA8D6E247530}"/>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E058F092-337E-63D7-5D8F-5B759BE06B32}"/>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AC9C4945-7D6F-D69B-51E7-F9942A9CEF16}"/>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69505084-7237-1343-4657-1537DC8216A9}"/>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6DD9C26C-C64C-73BD-9B6B-3C7CD0D304D7}"/>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67DBF573-6139-7C78-49D0-29944BEC04F0}"/>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a:t>
            </a:r>
          </a:p>
        </p:txBody>
      </p:sp>
      <p:sp>
        <p:nvSpPr>
          <p:cNvPr id="46" name="TextBox 45">
            <a:extLst>
              <a:ext uri="{FF2B5EF4-FFF2-40B4-BE49-F238E27FC236}">
                <a16:creationId xmlns:a16="http://schemas.microsoft.com/office/drawing/2014/main" id="{C4C97715-64A0-1E05-8C11-BC1AD5086384}"/>
              </a:ext>
            </a:extLst>
          </p:cNvPr>
          <p:cNvSpPr txBox="1"/>
          <p:nvPr/>
        </p:nvSpPr>
        <p:spPr>
          <a:xfrm>
            <a:off x="6152446" y="4408541"/>
            <a:ext cx="570089" cy="230832"/>
          </a:xfrm>
          <a:prstGeom prst="rect">
            <a:avLst/>
          </a:prstGeom>
          <a:noFill/>
        </p:spPr>
        <p:txBody>
          <a:bodyPr wrap="square" rtlCol="0">
            <a:spAutoFit/>
          </a:bodyPr>
          <a:lstStyle/>
          <a:p>
            <a:pPr algn="ctr"/>
            <a:r>
              <a:rPr lang="en-US" sz="900" dirty="0"/>
              <a:t>146</a:t>
            </a:r>
          </a:p>
        </p:txBody>
      </p:sp>
      <p:sp>
        <p:nvSpPr>
          <p:cNvPr id="47" name="TextBox 46">
            <a:extLst>
              <a:ext uri="{FF2B5EF4-FFF2-40B4-BE49-F238E27FC236}">
                <a16:creationId xmlns:a16="http://schemas.microsoft.com/office/drawing/2014/main" id="{5E31ECB0-FB68-790F-5C5C-423EBC6860D6}"/>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1A8DA27F-5AF3-FCC4-A7C4-542644F1AD7C}"/>
              </a:ext>
            </a:extLst>
          </p:cNvPr>
          <p:cNvSpPr txBox="1"/>
          <p:nvPr/>
        </p:nvSpPr>
        <p:spPr>
          <a:xfrm>
            <a:off x="7157158" y="4408541"/>
            <a:ext cx="570089" cy="230832"/>
          </a:xfrm>
          <a:prstGeom prst="rect">
            <a:avLst/>
          </a:prstGeom>
          <a:noFill/>
        </p:spPr>
        <p:txBody>
          <a:bodyPr wrap="square" rtlCol="0">
            <a:spAutoFit/>
          </a:bodyPr>
          <a:lstStyle/>
          <a:p>
            <a:pPr algn="ctr"/>
            <a:r>
              <a:rPr lang="en-US" sz="900" dirty="0"/>
              <a:t>246</a:t>
            </a:r>
          </a:p>
        </p:txBody>
      </p:sp>
      <p:sp>
        <p:nvSpPr>
          <p:cNvPr id="50" name="TextBox 49">
            <a:extLst>
              <a:ext uri="{FF2B5EF4-FFF2-40B4-BE49-F238E27FC236}">
                <a16:creationId xmlns:a16="http://schemas.microsoft.com/office/drawing/2014/main" id="{D081C5DB-CAC8-A078-7111-B009298CC30A}"/>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959068EB-DAA6-BF2F-3DFF-5ECE4600CA81}"/>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D6AFFAEA-1570-BF8F-3333-CA06A28BA0C7}"/>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3" name="TextBox 52">
            <a:extLst>
              <a:ext uri="{FF2B5EF4-FFF2-40B4-BE49-F238E27FC236}">
                <a16:creationId xmlns:a16="http://schemas.microsoft.com/office/drawing/2014/main" id="{FE867FFE-1A4A-C27C-84C5-3317A6033F65}"/>
              </a:ext>
            </a:extLst>
          </p:cNvPr>
          <p:cNvSpPr txBox="1"/>
          <p:nvPr/>
        </p:nvSpPr>
        <p:spPr>
          <a:xfrm>
            <a:off x="5650090" y="4408541"/>
            <a:ext cx="570089" cy="230832"/>
          </a:xfrm>
          <a:prstGeom prst="rect">
            <a:avLst/>
          </a:prstGeom>
          <a:noFill/>
        </p:spPr>
        <p:txBody>
          <a:bodyPr wrap="square" rtlCol="0">
            <a:spAutoFit/>
          </a:bodyPr>
          <a:lstStyle/>
          <a:p>
            <a:pPr algn="ctr"/>
            <a:r>
              <a:rPr lang="en-US" sz="900" dirty="0"/>
              <a:t>631</a:t>
            </a:r>
          </a:p>
        </p:txBody>
      </p:sp>
      <p:sp>
        <p:nvSpPr>
          <p:cNvPr id="54" name="TextBox 53">
            <a:extLst>
              <a:ext uri="{FF2B5EF4-FFF2-40B4-BE49-F238E27FC236}">
                <a16:creationId xmlns:a16="http://schemas.microsoft.com/office/drawing/2014/main" id="{35631915-FC3C-D6E5-F7F8-9D0E2950D5C1}"/>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7" name="TextBox 56">
            <a:extLst>
              <a:ext uri="{FF2B5EF4-FFF2-40B4-BE49-F238E27FC236}">
                <a16:creationId xmlns:a16="http://schemas.microsoft.com/office/drawing/2014/main" id="{96845A08-C4A3-2F6E-5F1C-43620E9F130C}"/>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C1A22646-F590-86EF-07D3-E0897E928D8F}"/>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59" name="TextBox 58">
            <a:extLst>
              <a:ext uri="{FF2B5EF4-FFF2-40B4-BE49-F238E27FC236}">
                <a16:creationId xmlns:a16="http://schemas.microsoft.com/office/drawing/2014/main" id="{2B30EAC3-E8CB-21C9-73BA-2B9CAB6D489D}"/>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
        <p:nvSpPr>
          <p:cNvPr id="60" name="TextBox 59">
            <a:extLst>
              <a:ext uri="{FF2B5EF4-FFF2-40B4-BE49-F238E27FC236}">
                <a16:creationId xmlns:a16="http://schemas.microsoft.com/office/drawing/2014/main" id="{BC65DCFE-4642-3C5A-780E-8452A05466EA}"/>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12356</a:t>
            </a:r>
          </a:p>
        </p:txBody>
      </p:sp>
      <p:sp>
        <p:nvSpPr>
          <p:cNvPr id="61" name="TextBox 60">
            <a:extLst>
              <a:ext uri="{FF2B5EF4-FFF2-40B4-BE49-F238E27FC236}">
                <a16:creationId xmlns:a16="http://schemas.microsoft.com/office/drawing/2014/main" id="{6C5AC2F9-DAB8-9B1A-D011-8F689664AB09}"/>
              </a:ext>
            </a:extLst>
          </p:cNvPr>
          <p:cNvSpPr txBox="1"/>
          <p:nvPr/>
        </p:nvSpPr>
        <p:spPr>
          <a:xfrm>
            <a:off x="6152446" y="3406653"/>
            <a:ext cx="570089" cy="230832"/>
          </a:xfrm>
          <a:prstGeom prst="rect">
            <a:avLst/>
          </a:prstGeom>
          <a:noFill/>
        </p:spPr>
        <p:txBody>
          <a:bodyPr wrap="square" rtlCol="0">
            <a:spAutoFit/>
          </a:bodyPr>
          <a:lstStyle/>
          <a:p>
            <a:pPr algn="ctr"/>
            <a:r>
              <a:rPr lang="en-US" sz="900" dirty="0"/>
              <a:t>32</a:t>
            </a:r>
          </a:p>
        </p:txBody>
      </p:sp>
      <p:sp>
        <p:nvSpPr>
          <p:cNvPr id="62" name="TextBox 61">
            <a:extLst>
              <a:ext uri="{FF2B5EF4-FFF2-40B4-BE49-F238E27FC236}">
                <a16:creationId xmlns:a16="http://schemas.microsoft.com/office/drawing/2014/main" id="{9A0C101B-85AC-812E-8075-C9EC67893270}"/>
              </a:ext>
            </a:extLst>
          </p:cNvPr>
          <p:cNvSpPr txBox="1"/>
          <p:nvPr/>
        </p:nvSpPr>
        <p:spPr>
          <a:xfrm>
            <a:off x="4645378" y="3907597"/>
            <a:ext cx="570089" cy="230832"/>
          </a:xfrm>
          <a:prstGeom prst="rect">
            <a:avLst/>
          </a:prstGeom>
          <a:noFill/>
        </p:spPr>
        <p:txBody>
          <a:bodyPr wrap="square" rtlCol="0">
            <a:spAutoFit/>
          </a:bodyPr>
          <a:lstStyle/>
          <a:p>
            <a:pPr algn="ctr"/>
            <a:r>
              <a:rPr lang="en-US" sz="900" dirty="0"/>
              <a:t>76532</a:t>
            </a:r>
          </a:p>
        </p:txBody>
      </p:sp>
      <p:sp>
        <p:nvSpPr>
          <p:cNvPr id="63" name="TextBox 62">
            <a:extLst>
              <a:ext uri="{FF2B5EF4-FFF2-40B4-BE49-F238E27FC236}">
                <a16:creationId xmlns:a16="http://schemas.microsoft.com/office/drawing/2014/main" id="{E8C79ED2-2592-05B8-20FD-83900BD0F018}"/>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AB6265DD-1F59-464B-95E8-7CC8475CBD21}"/>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FA3D1498-A713-AAEF-922E-3A7C55F89362}"/>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962805AF-9F3D-30BE-D0C3-DD4BAF6A1F45}"/>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8FF92D0C-C59C-1A11-AEED-D3810A5A6881}"/>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a:t>
            </a:r>
          </a:p>
        </p:txBody>
      </p:sp>
      <p:sp>
        <p:nvSpPr>
          <p:cNvPr id="66" name="TextBox 65">
            <a:extLst>
              <a:ext uri="{FF2B5EF4-FFF2-40B4-BE49-F238E27FC236}">
                <a16:creationId xmlns:a16="http://schemas.microsoft.com/office/drawing/2014/main" id="{510D6B99-1B6B-3878-3E31-0C26A154F95D}"/>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169AFD87-A055-84CA-3214-36E3FE45B776}"/>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F42EE248-6097-0638-C783-67016464FE8C}"/>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9A8FCB7D-D6C6-2349-405F-DA0E80E8E5DE}"/>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DFF64384-F667-50E0-227A-95C96CD8FBE3}"/>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7A4A18BD-D732-B125-7EA9-2535E1469DD4}"/>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4E1F9956-A9C7-16D5-3A48-707866E473FB}"/>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05B01D84-3996-79C5-EF57-45A04E92298A}"/>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FFFCD020-49DC-9E9E-96CD-08A7870BBEDD}"/>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FAA41124-93FE-F31C-15DD-99949533BA40}"/>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AC73A66D-FF91-FCAF-51E7-A7B4932E7B52}"/>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FE6AC825-E65F-6787-1298-7402DCE9F3EE}"/>
              </a:ext>
            </a:extLst>
          </p:cNvPr>
          <p:cNvSpPr txBox="1"/>
          <p:nvPr/>
        </p:nvSpPr>
        <p:spPr>
          <a:xfrm>
            <a:off x="4645378" y="2404765"/>
            <a:ext cx="570089" cy="230832"/>
          </a:xfrm>
          <a:prstGeom prst="rect">
            <a:avLst/>
          </a:prstGeom>
          <a:no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AA1AB84D-E5D8-7F70-3272-4C81A19FA4A4}"/>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9BE782EA-AA67-2C66-99FB-44722A9EA02B}"/>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345729BE-6784-F9B8-BE60-B3682B4FC774}"/>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B329549A-AADF-13A6-3492-16C47709B811}"/>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153F6D17-3CCC-C80B-A4B5-D90A24D7393A}"/>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7EBD139-FE11-79EF-2774-620957FD057E}"/>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8875292-871F-AFAD-93EF-B6F0DF11F4E1}"/>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5ACB2CC8-B3F8-F7C9-43B0-C48208A59AEB}"/>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A247C597-537F-147B-BFE5-529CD040C3D5}"/>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F1C9DE68-D6DE-6651-56E9-DD346AC64B0A}"/>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7569A8B3-702F-6EDC-01E2-5CEC1B57AB8D}"/>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924FC602-1F7E-F1CC-38D9-C67D9CC6BB9F}"/>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C5C30503-035E-0A4E-23A7-FA0503D432BC}"/>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ED5BB519-CF8F-ACCE-97E9-D6D5C0ADFB31}"/>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C97BB927-4569-A4BE-C223-E3D1EEE001AD}"/>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45EB2F02-FD27-4716-7E18-F8CB78363626}"/>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6206D403-93E0-2703-02AF-6F6D63D7FBED}"/>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D1F80CD-A529-9235-FD44-19EE2D27128C}"/>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67AA732C-2124-3129-63FE-F5F8B0FA0962}"/>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7E08CE9D-61E1-208F-DCA6-9B913D10406B}"/>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123678</a:t>
            </a:r>
          </a:p>
        </p:txBody>
      </p:sp>
      <p:sp>
        <p:nvSpPr>
          <p:cNvPr id="38" name="TextBox 37">
            <a:extLst>
              <a:ext uri="{FF2B5EF4-FFF2-40B4-BE49-F238E27FC236}">
                <a16:creationId xmlns:a16="http://schemas.microsoft.com/office/drawing/2014/main" id="{2599D26F-3249-0A61-BC27-1C2FCAD629DC}"/>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AF51D83A-E5F7-C21A-2134-B241219FA172}"/>
              </a:ext>
            </a:extLst>
          </p:cNvPr>
          <p:cNvSpPr txBox="1"/>
          <p:nvPr/>
        </p:nvSpPr>
        <p:spPr>
          <a:xfrm>
            <a:off x="5650090" y="2905709"/>
            <a:ext cx="570089" cy="230832"/>
          </a:xfrm>
          <a:prstGeom prst="rect">
            <a:avLst/>
          </a:prstGeom>
          <a:noFill/>
        </p:spPr>
        <p:txBody>
          <a:bodyPr wrap="square" rtlCol="0">
            <a:spAutoFit/>
          </a:bodyPr>
          <a:lstStyle/>
          <a:p>
            <a:pPr algn="ctr"/>
            <a:r>
              <a:rPr lang="en-US" sz="900" dirty="0"/>
              <a:t>3478</a:t>
            </a:r>
          </a:p>
        </p:txBody>
      </p:sp>
      <p:sp>
        <p:nvSpPr>
          <p:cNvPr id="77" name="TextBox 76">
            <a:extLst>
              <a:ext uri="{FF2B5EF4-FFF2-40B4-BE49-F238E27FC236}">
                <a16:creationId xmlns:a16="http://schemas.microsoft.com/office/drawing/2014/main" id="{D775BADE-2EBC-072C-2234-91F6BE0CBFEE}"/>
              </a:ext>
            </a:extLst>
          </p:cNvPr>
          <p:cNvSpPr txBox="1"/>
          <p:nvPr/>
        </p:nvSpPr>
        <p:spPr>
          <a:xfrm>
            <a:off x="5147734" y="3406653"/>
            <a:ext cx="570089" cy="230832"/>
          </a:xfrm>
          <a:prstGeom prst="rect">
            <a:avLst/>
          </a:prstGeom>
          <a:noFill/>
        </p:spPr>
        <p:txBody>
          <a:bodyPr wrap="square" rtlCol="0">
            <a:spAutoFit/>
          </a:bodyPr>
          <a:lstStyle/>
          <a:p>
            <a:pPr algn="ctr"/>
            <a:r>
              <a:rPr lang="en-US" sz="900" dirty="0"/>
              <a:t>34789</a:t>
            </a:r>
          </a:p>
        </p:txBody>
      </p:sp>
      <p:sp>
        <p:nvSpPr>
          <p:cNvPr id="84" name="TextBox 83">
            <a:extLst>
              <a:ext uri="{FF2B5EF4-FFF2-40B4-BE49-F238E27FC236}">
                <a16:creationId xmlns:a16="http://schemas.microsoft.com/office/drawing/2014/main" id="{1C707DB5-95C3-5503-4F39-333610C79191}"/>
              </a:ext>
            </a:extLst>
          </p:cNvPr>
          <p:cNvSpPr txBox="1"/>
          <p:nvPr/>
        </p:nvSpPr>
        <p:spPr>
          <a:xfrm>
            <a:off x="5650090" y="3406653"/>
            <a:ext cx="570089" cy="230832"/>
          </a:xfrm>
          <a:prstGeom prst="rect">
            <a:avLst/>
          </a:prstGeom>
          <a:noFill/>
        </p:spPr>
        <p:txBody>
          <a:bodyPr wrap="square" rtlCol="0">
            <a:spAutoFit/>
          </a:bodyPr>
          <a:lstStyle/>
          <a:p>
            <a:pPr algn="ctr"/>
            <a:r>
              <a:rPr lang="en-US" sz="900" dirty="0"/>
              <a:t>34789</a:t>
            </a:r>
          </a:p>
        </p:txBody>
      </p:sp>
      <p:sp>
        <p:nvSpPr>
          <p:cNvPr id="85" name="TextBox 84">
            <a:extLst>
              <a:ext uri="{FF2B5EF4-FFF2-40B4-BE49-F238E27FC236}">
                <a16:creationId xmlns:a16="http://schemas.microsoft.com/office/drawing/2014/main" id="{63E50BDF-5D2E-B0F2-055F-220227C97448}"/>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FA6E455A-7E2E-D244-E5E6-9D6FD743E4CC}"/>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9C0F7092-8562-463E-2797-ADC186661F83}"/>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5031413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10C12-48D9-011B-3705-8689BB84074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09400F-135B-CBD5-AB01-C9CD118946F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8ECFF0F-ACF5-A504-30F6-E41784FE611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14195EE-9D52-B43A-08A5-1020BE0F7BB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340B784-76F7-CFC0-C1A4-E13722F5D0D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012666A-2108-AA2B-2E4D-1B5F1EB6DD4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E0B2590-1562-9325-1B02-A313359AFA5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E4892B5-91CC-2BC1-2C23-7B65C8A2B659}"/>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190CF08F-B724-90B8-E65F-068685431472}"/>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767381DC-0345-8A91-360F-5D5B58AA47B8}"/>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22FAF9F3-26CC-1CE6-79E1-9A9A14ADB5AE}"/>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47CF428-EB88-C603-2271-D64A8D4D12A1}"/>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2FDD6464-DEE9-5524-9A17-8916A4F38D83}"/>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25" name="TextBox 24">
            <a:extLst>
              <a:ext uri="{FF2B5EF4-FFF2-40B4-BE49-F238E27FC236}">
                <a16:creationId xmlns:a16="http://schemas.microsoft.com/office/drawing/2014/main" id="{E85EAA89-195C-E635-92ED-EDF85315C8AF}"/>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28128BEC-38B1-28AD-0B27-15BAD70A8C03}"/>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a:t>
            </a:r>
          </a:p>
        </p:txBody>
      </p:sp>
      <p:sp>
        <p:nvSpPr>
          <p:cNvPr id="28" name="TextBox 27">
            <a:extLst>
              <a:ext uri="{FF2B5EF4-FFF2-40B4-BE49-F238E27FC236}">
                <a16:creationId xmlns:a16="http://schemas.microsoft.com/office/drawing/2014/main" id="{2EF785A5-F714-2A1A-8E94-85361A3173E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a:t>
            </a:r>
          </a:p>
        </p:txBody>
      </p:sp>
      <p:sp>
        <p:nvSpPr>
          <p:cNvPr id="31" name="TextBox 30">
            <a:extLst>
              <a:ext uri="{FF2B5EF4-FFF2-40B4-BE49-F238E27FC236}">
                <a16:creationId xmlns:a16="http://schemas.microsoft.com/office/drawing/2014/main" id="{F404BD18-1109-5CB0-2F3D-6D83963947F5}"/>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9E5EAD0F-DE64-C297-1359-88264C497179}"/>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A6587C9A-473E-DFA1-9B1B-C395BA4CCAD8}"/>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5E2FE2CA-6E2F-3C57-FCAC-E8EADE7FFCD8}"/>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B76A3173-7762-9FD1-C1EC-A6B161D199E8}"/>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7FB591DF-26B2-4B4F-4097-0299800337E0}"/>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A2800DAA-84DC-A221-0E69-32CE01095610}"/>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FDC0CF86-94AD-D9E7-FBDF-15B31ED2A17A}"/>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a:t>
            </a:r>
          </a:p>
        </p:txBody>
      </p:sp>
      <p:sp>
        <p:nvSpPr>
          <p:cNvPr id="47" name="TextBox 46">
            <a:extLst>
              <a:ext uri="{FF2B5EF4-FFF2-40B4-BE49-F238E27FC236}">
                <a16:creationId xmlns:a16="http://schemas.microsoft.com/office/drawing/2014/main" id="{4A784D35-5283-3416-2E8A-2AA53390BD04}"/>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EF2CDACE-38B9-22C2-928F-941D45F750B5}"/>
              </a:ext>
            </a:extLst>
          </p:cNvPr>
          <p:cNvSpPr txBox="1"/>
          <p:nvPr/>
        </p:nvSpPr>
        <p:spPr>
          <a:xfrm>
            <a:off x="7157158" y="4408541"/>
            <a:ext cx="570089" cy="230832"/>
          </a:xfrm>
          <a:prstGeom prst="rect">
            <a:avLst/>
          </a:prstGeom>
          <a:noFill/>
        </p:spPr>
        <p:txBody>
          <a:bodyPr wrap="square" rtlCol="0">
            <a:spAutoFit/>
          </a:bodyPr>
          <a:lstStyle/>
          <a:p>
            <a:pPr algn="ctr"/>
            <a:r>
              <a:rPr lang="en-US" sz="900" dirty="0"/>
              <a:t>246</a:t>
            </a:r>
          </a:p>
        </p:txBody>
      </p:sp>
      <p:sp>
        <p:nvSpPr>
          <p:cNvPr id="50" name="TextBox 49">
            <a:extLst>
              <a:ext uri="{FF2B5EF4-FFF2-40B4-BE49-F238E27FC236}">
                <a16:creationId xmlns:a16="http://schemas.microsoft.com/office/drawing/2014/main" id="{231884C2-0013-00EA-6530-E9D1C6DAC054}"/>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40DC265D-C689-5B8B-7E0F-54E0BEF02711}"/>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D42275C1-DFF5-3294-517D-AA4473C4A5D2}"/>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4" name="TextBox 53">
            <a:extLst>
              <a:ext uri="{FF2B5EF4-FFF2-40B4-BE49-F238E27FC236}">
                <a16:creationId xmlns:a16="http://schemas.microsoft.com/office/drawing/2014/main" id="{22B5C187-A392-8990-ABE3-FB6EC03A56B0}"/>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7" name="TextBox 56">
            <a:extLst>
              <a:ext uri="{FF2B5EF4-FFF2-40B4-BE49-F238E27FC236}">
                <a16:creationId xmlns:a16="http://schemas.microsoft.com/office/drawing/2014/main" id="{10291340-61A0-6CD2-1972-FEBBB5EBF932}"/>
              </a:ext>
            </a:extLst>
          </p:cNvPr>
          <p:cNvSpPr txBox="1"/>
          <p:nvPr/>
        </p:nvSpPr>
        <p:spPr>
          <a:xfrm>
            <a:off x="4645378" y="2905709"/>
            <a:ext cx="570089" cy="230832"/>
          </a:xfrm>
          <a:prstGeom prst="rect">
            <a:avLst/>
          </a:prstGeom>
          <a:noFill/>
        </p:spPr>
        <p:txBody>
          <a:bodyPr wrap="square" rtlCol="0">
            <a:spAutoFit/>
          </a:bodyPr>
          <a:lstStyle/>
          <a:p>
            <a:pPr algn="ctr"/>
            <a:r>
              <a:rPr lang="en-US" sz="900" dirty="0"/>
              <a:t>1356</a:t>
            </a:r>
          </a:p>
        </p:txBody>
      </p:sp>
      <p:sp>
        <p:nvSpPr>
          <p:cNvPr id="58" name="TextBox 57">
            <a:extLst>
              <a:ext uri="{FF2B5EF4-FFF2-40B4-BE49-F238E27FC236}">
                <a16:creationId xmlns:a16="http://schemas.microsoft.com/office/drawing/2014/main" id="{515EE919-DE96-A5E9-BC79-B00B94ED2415}"/>
              </a:ext>
            </a:extLst>
          </p:cNvPr>
          <p:cNvSpPr txBox="1"/>
          <p:nvPr/>
        </p:nvSpPr>
        <p:spPr>
          <a:xfrm>
            <a:off x="5147734" y="2905709"/>
            <a:ext cx="570089" cy="230832"/>
          </a:xfrm>
          <a:prstGeom prst="rect">
            <a:avLst/>
          </a:prstGeom>
          <a:noFill/>
        </p:spPr>
        <p:txBody>
          <a:bodyPr wrap="square" rtlCol="0">
            <a:spAutoFit/>
          </a:bodyPr>
          <a:lstStyle/>
          <a:p>
            <a:pPr algn="ctr"/>
            <a:r>
              <a:rPr lang="en-US" sz="900" dirty="0"/>
              <a:t>13456</a:t>
            </a:r>
          </a:p>
        </p:txBody>
      </p:sp>
      <p:sp>
        <p:nvSpPr>
          <p:cNvPr id="59" name="TextBox 58">
            <a:extLst>
              <a:ext uri="{FF2B5EF4-FFF2-40B4-BE49-F238E27FC236}">
                <a16:creationId xmlns:a16="http://schemas.microsoft.com/office/drawing/2014/main" id="{054F92D7-2EB2-B38B-9ACA-76695A7F644A}"/>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
        <p:nvSpPr>
          <p:cNvPr id="60" name="TextBox 59">
            <a:extLst>
              <a:ext uri="{FF2B5EF4-FFF2-40B4-BE49-F238E27FC236}">
                <a16:creationId xmlns:a16="http://schemas.microsoft.com/office/drawing/2014/main" id="{5BF123D1-30EC-74E3-3685-42AB35CC00B2}"/>
              </a:ext>
            </a:extLst>
          </p:cNvPr>
          <p:cNvSpPr txBox="1"/>
          <p:nvPr/>
        </p:nvSpPr>
        <p:spPr>
          <a:xfrm>
            <a:off x="4645378" y="3406653"/>
            <a:ext cx="570089" cy="230832"/>
          </a:xfrm>
          <a:prstGeom prst="rect">
            <a:avLst/>
          </a:prstGeom>
          <a:noFill/>
        </p:spPr>
        <p:txBody>
          <a:bodyPr wrap="square" rtlCol="0">
            <a:spAutoFit/>
          </a:bodyPr>
          <a:lstStyle/>
          <a:p>
            <a:pPr algn="ctr"/>
            <a:r>
              <a:rPr lang="en-US" sz="900" dirty="0"/>
              <a:t>1356</a:t>
            </a:r>
          </a:p>
        </p:txBody>
      </p:sp>
      <p:sp>
        <p:nvSpPr>
          <p:cNvPr id="61" name="TextBox 60">
            <a:extLst>
              <a:ext uri="{FF2B5EF4-FFF2-40B4-BE49-F238E27FC236}">
                <a16:creationId xmlns:a16="http://schemas.microsoft.com/office/drawing/2014/main" id="{EB9DF4EE-CB13-4FFF-AFD4-647EE1D3AE91}"/>
              </a:ext>
            </a:extLst>
          </p:cNvPr>
          <p:cNvSpPr txBox="1"/>
          <p:nvPr/>
        </p:nvSpPr>
        <p:spPr>
          <a:xfrm>
            <a:off x="6152446" y="3406653"/>
            <a:ext cx="570089" cy="230832"/>
          </a:xfrm>
          <a:prstGeom prst="rect">
            <a:avLst/>
          </a:prstGeom>
          <a:noFill/>
        </p:spPr>
        <p:txBody>
          <a:bodyPr wrap="square" rtlCol="0">
            <a:spAutoFit/>
          </a:bodyPr>
          <a:lstStyle/>
          <a:p>
            <a:pPr algn="ctr"/>
            <a:r>
              <a:rPr lang="en-US" sz="900" dirty="0"/>
              <a:t>32</a:t>
            </a:r>
          </a:p>
        </p:txBody>
      </p:sp>
      <p:sp>
        <p:nvSpPr>
          <p:cNvPr id="62" name="TextBox 61">
            <a:extLst>
              <a:ext uri="{FF2B5EF4-FFF2-40B4-BE49-F238E27FC236}">
                <a16:creationId xmlns:a16="http://schemas.microsoft.com/office/drawing/2014/main" id="{119926C2-D199-E249-FDF2-DDDF55CD7503}"/>
              </a:ext>
            </a:extLst>
          </p:cNvPr>
          <p:cNvSpPr txBox="1"/>
          <p:nvPr/>
        </p:nvSpPr>
        <p:spPr>
          <a:xfrm>
            <a:off x="4645378" y="3907597"/>
            <a:ext cx="570089" cy="230832"/>
          </a:xfrm>
          <a:prstGeom prst="rect">
            <a:avLst/>
          </a:prstGeom>
          <a:noFill/>
        </p:spPr>
        <p:txBody>
          <a:bodyPr wrap="square" rtlCol="0">
            <a:spAutoFit/>
          </a:bodyPr>
          <a:lstStyle/>
          <a:p>
            <a:pPr algn="ctr"/>
            <a:r>
              <a:rPr lang="en-US" sz="900" dirty="0"/>
              <a:t>7532</a:t>
            </a:r>
          </a:p>
        </p:txBody>
      </p:sp>
      <p:sp>
        <p:nvSpPr>
          <p:cNvPr id="63" name="TextBox 62">
            <a:extLst>
              <a:ext uri="{FF2B5EF4-FFF2-40B4-BE49-F238E27FC236}">
                <a16:creationId xmlns:a16="http://schemas.microsoft.com/office/drawing/2014/main" id="{7B84C972-0472-95A9-8ED9-892B6B3EEDE3}"/>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2356</a:t>
            </a:r>
          </a:p>
        </p:txBody>
      </p:sp>
      <p:sp>
        <p:nvSpPr>
          <p:cNvPr id="64" name="TextBox 63">
            <a:extLst>
              <a:ext uri="{FF2B5EF4-FFF2-40B4-BE49-F238E27FC236}">
                <a16:creationId xmlns:a16="http://schemas.microsoft.com/office/drawing/2014/main" id="{86D70B03-54C1-1611-F07D-4A6111B41511}"/>
              </a:ext>
            </a:extLst>
          </p:cNvPr>
          <p:cNvSpPr txBox="1"/>
          <p:nvPr/>
        </p:nvSpPr>
        <p:spPr>
          <a:xfrm>
            <a:off x="5650090" y="3907597"/>
            <a:ext cx="570089" cy="230832"/>
          </a:xfrm>
          <a:prstGeom prst="rect">
            <a:avLst/>
          </a:prstGeom>
          <a:noFill/>
        </p:spPr>
        <p:txBody>
          <a:bodyPr wrap="square" rtlCol="0">
            <a:spAutoFit/>
          </a:bodyPr>
          <a:lstStyle/>
          <a:p>
            <a:pPr algn="ctr"/>
            <a:r>
              <a:rPr lang="en-US" sz="900" dirty="0"/>
              <a:t>6532</a:t>
            </a:r>
          </a:p>
        </p:txBody>
      </p:sp>
      <p:sp>
        <p:nvSpPr>
          <p:cNvPr id="65" name="TextBox 64">
            <a:extLst>
              <a:ext uri="{FF2B5EF4-FFF2-40B4-BE49-F238E27FC236}">
                <a16:creationId xmlns:a16="http://schemas.microsoft.com/office/drawing/2014/main" id="{233C8E1B-3B22-5B78-1062-13528B71A483}"/>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5A781C75-B3DC-6EE7-1110-65CF150AA7B4}"/>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B8F43D28-0F22-ADA6-D485-6151ACDF7B13}"/>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a:t>
            </a:r>
          </a:p>
        </p:txBody>
      </p:sp>
      <p:sp>
        <p:nvSpPr>
          <p:cNvPr id="66" name="TextBox 65">
            <a:extLst>
              <a:ext uri="{FF2B5EF4-FFF2-40B4-BE49-F238E27FC236}">
                <a16:creationId xmlns:a16="http://schemas.microsoft.com/office/drawing/2014/main" id="{80C74995-A2CD-4D95-3749-D574A5630817}"/>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EC72208D-E640-1410-FD23-D222C416D2F8}"/>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15EFD209-27A0-3B96-27E2-DD2A3084378D}"/>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9650E856-3F5F-0EF9-3969-EB9F2F746732}"/>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63CCB959-BC68-E57B-D38A-3B58185454EE}"/>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0F4562C3-9396-C537-C754-6231440172D9}"/>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B5960407-674A-DDAD-DA33-6F70C9306653}"/>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BD4C13BB-08A3-9F26-80D6-88F696D1AFA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316CF9D9-4462-8597-69C3-A99BDE46BB47}"/>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CBB0E4D4-3708-D841-7C3F-45C3F7102A4E}"/>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3C68A0AD-0658-580F-58FF-5420735CD901}"/>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9BD08C90-05C5-C026-81FF-D0ED4B740865}"/>
              </a:ext>
            </a:extLst>
          </p:cNvPr>
          <p:cNvSpPr txBox="1"/>
          <p:nvPr/>
        </p:nvSpPr>
        <p:spPr>
          <a:xfrm>
            <a:off x="4645378" y="2404765"/>
            <a:ext cx="570089" cy="230832"/>
          </a:xfrm>
          <a:prstGeom prst="rect">
            <a:avLst/>
          </a:prstGeom>
          <a:no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3D0260FD-9F4A-B0CD-3619-400299DC24CB}"/>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02833C5C-55F1-DBDF-7C12-70743282B7D4}"/>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A8A6A45A-02C9-BE8C-EC3F-47865712FBE3}"/>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AD773AF2-D257-6217-0C05-A11846B64E0C}"/>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A76EF491-8F16-48CF-CE6D-3DFC621A96AB}"/>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34F2E06F-C317-7CF2-B3D5-D4687B9A20F4}"/>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4C26171-FB22-1186-9256-4B08937AB263}"/>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50841CD7-180A-12EB-D6EA-22F2E9B82FB6}"/>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6204A316-90F1-92F0-8EEC-B4B811027ACB}"/>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01338975-D5A3-6B28-F6D0-E6ABF3DC7EEC}"/>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044BF6EF-B965-68AB-01E0-50B01AF3A6D2}"/>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0555D23E-8953-3FA0-AD39-48429664B17F}"/>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0E6910F9-ADEF-FB22-87C9-0ED0E228D065}"/>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A4C1D02B-8589-9808-3C52-0B2839E31082}"/>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013C8886-184A-7E6E-1074-F69E5E6E1D7E}"/>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F7C4B9D4-5BA8-53B2-C50F-346E31424402}"/>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4931389B-7D86-38AC-C09C-A1A46659C55C}"/>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4EED9AD-C9AF-EEB9-0245-103D690D1C6A}"/>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A9B6E5A0-EA1B-2313-C9BB-25FC9A47C6AD}"/>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D3AA417B-1361-873C-C2AF-708C8B0A09D3}"/>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123678</a:t>
            </a:r>
          </a:p>
        </p:txBody>
      </p:sp>
      <p:sp>
        <p:nvSpPr>
          <p:cNvPr id="38" name="TextBox 37">
            <a:extLst>
              <a:ext uri="{FF2B5EF4-FFF2-40B4-BE49-F238E27FC236}">
                <a16:creationId xmlns:a16="http://schemas.microsoft.com/office/drawing/2014/main" id="{0164AE89-D315-A482-36FD-55C10F361B75}"/>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99E53C8C-28F5-8A53-DC0A-51FC2EEB8A52}"/>
              </a:ext>
            </a:extLst>
          </p:cNvPr>
          <p:cNvSpPr txBox="1"/>
          <p:nvPr/>
        </p:nvSpPr>
        <p:spPr>
          <a:xfrm>
            <a:off x="5650090" y="2905709"/>
            <a:ext cx="570089" cy="230832"/>
          </a:xfrm>
          <a:prstGeom prst="rect">
            <a:avLst/>
          </a:prstGeom>
          <a:noFill/>
        </p:spPr>
        <p:txBody>
          <a:bodyPr wrap="square" rtlCol="0">
            <a:spAutoFit/>
          </a:bodyPr>
          <a:lstStyle/>
          <a:p>
            <a:pPr algn="ctr"/>
            <a:r>
              <a:rPr lang="en-US" sz="900" dirty="0"/>
              <a:t>3478</a:t>
            </a:r>
          </a:p>
        </p:txBody>
      </p:sp>
      <p:sp>
        <p:nvSpPr>
          <p:cNvPr id="77" name="TextBox 76">
            <a:extLst>
              <a:ext uri="{FF2B5EF4-FFF2-40B4-BE49-F238E27FC236}">
                <a16:creationId xmlns:a16="http://schemas.microsoft.com/office/drawing/2014/main" id="{3FD9C58D-8201-872D-4331-836F9E5E7E29}"/>
              </a:ext>
            </a:extLst>
          </p:cNvPr>
          <p:cNvSpPr txBox="1"/>
          <p:nvPr/>
        </p:nvSpPr>
        <p:spPr>
          <a:xfrm>
            <a:off x="5147734" y="3406653"/>
            <a:ext cx="570089" cy="230832"/>
          </a:xfrm>
          <a:prstGeom prst="rect">
            <a:avLst/>
          </a:prstGeom>
          <a:noFill/>
        </p:spPr>
        <p:txBody>
          <a:bodyPr wrap="square" rtlCol="0">
            <a:spAutoFit/>
          </a:bodyPr>
          <a:lstStyle/>
          <a:p>
            <a:pPr algn="ctr"/>
            <a:r>
              <a:rPr lang="en-US" sz="900" dirty="0"/>
              <a:t>34789</a:t>
            </a:r>
          </a:p>
        </p:txBody>
      </p:sp>
      <p:sp>
        <p:nvSpPr>
          <p:cNvPr id="84" name="TextBox 83">
            <a:extLst>
              <a:ext uri="{FF2B5EF4-FFF2-40B4-BE49-F238E27FC236}">
                <a16:creationId xmlns:a16="http://schemas.microsoft.com/office/drawing/2014/main" id="{CB8610D4-790F-37D5-2144-EC29AE4DFBC2}"/>
              </a:ext>
            </a:extLst>
          </p:cNvPr>
          <p:cNvSpPr txBox="1"/>
          <p:nvPr/>
        </p:nvSpPr>
        <p:spPr>
          <a:xfrm>
            <a:off x="5650090" y="3406653"/>
            <a:ext cx="570089" cy="230832"/>
          </a:xfrm>
          <a:prstGeom prst="rect">
            <a:avLst/>
          </a:prstGeom>
          <a:noFill/>
        </p:spPr>
        <p:txBody>
          <a:bodyPr wrap="square" rtlCol="0">
            <a:spAutoFit/>
          </a:bodyPr>
          <a:lstStyle/>
          <a:p>
            <a:pPr algn="ctr"/>
            <a:r>
              <a:rPr lang="en-US" sz="900" dirty="0"/>
              <a:t>34789</a:t>
            </a:r>
          </a:p>
        </p:txBody>
      </p:sp>
      <p:sp>
        <p:nvSpPr>
          <p:cNvPr id="85" name="TextBox 84">
            <a:extLst>
              <a:ext uri="{FF2B5EF4-FFF2-40B4-BE49-F238E27FC236}">
                <a16:creationId xmlns:a16="http://schemas.microsoft.com/office/drawing/2014/main" id="{1F5DECBD-31ED-285F-76FE-E04E69DE3FA5}"/>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09B8DF86-C469-836B-4849-0AFA41866F26}"/>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F468BC60-C13F-5F0D-30DD-044360EB18BF}"/>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ADCD9DE-8E49-69C6-AF8A-CBD0441989E2}"/>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BC52E892-8F64-EB97-C04E-F911730B234F}"/>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F556E8F2-D659-5AD6-B678-53D90EE4A5DB}"/>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EC168989-E53D-3564-5A80-076210B87ADC}"/>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0091144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3098-F1B5-08B3-1F8C-FA326425F01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AE38D7-559D-A806-CA58-59C3454080D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D337088-7323-3D94-EEA9-2A645724805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8858B32-5B0F-C9A0-DCCF-0CCA0B3C5A6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95416A0-3510-4C0A-5CE8-9C41FF5C45B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E0AC4F6-9268-0C20-EA6B-87D0F5C337C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DD0D65B-607C-7378-B26D-94FEBFACF072}"/>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4EA84C2-1E44-D5A5-361B-9EC43AA6576D}"/>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3EFF4244-E74D-8786-C3AD-F1AFE7B0809E}"/>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F2DEE09B-12E5-FB20-454C-AA47FF2E8A8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46229BB4-23F1-1C87-D240-6192E4E57845}"/>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3B97AEE5-DACC-0E77-502C-9B73D7CBA3D0}"/>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F80A4F86-E55C-1D8F-7069-A5BCD6025621}"/>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25" name="TextBox 24">
            <a:extLst>
              <a:ext uri="{FF2B5EF4-FFF2-40B4-BE49-F238E27FC236}">
                <a16:creationId xmlns:a16="http://schemas.microsoft.com/office/drawing/2014/main" id="{1769E257-1CF7-F668-EBDE-AFD0D75B3F21}"/>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7061B13B-1C5F-23B1-486F-CC1016A83B9E}"/>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a:t>
            </a:r>
          </a:p>
        </p:txBody>
      </p:sp>
      <p:sp>
        <p:nvSpPr>
          <p:cNvPr id="28" name="TextBox 27">
            <a:extLst>
              <a:ext uri="{FF2B5EF4-FFF2-40B4-BE49-F238E27FC236}">
                <a16:creationId xmlns:a16="http://schemas.microsoft.com/office/drawing/2014/main" id="{FC8ACBA6-364B-54E2-7AAD-8F48AB039534}"/>
              </a:ext>
            </a:extLst>
          </p:cNvPr>
          <p:cNvSpPr txBox="1"/>
          <p:nvPr/>
        </p:nvSpPr>
        <p:spPr>
          <a:xfrm>
            <a:off x="5650090"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D3C11612-71A1-DF33-4A51-8365F7FA21EC}"/>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34" name="TextBox 33">
            <a:extLst>
              <a:ext uri="{FF2B5EF4-FFF2-40B4-BE49-F238E27FC236}">
                <a16:creationId xmlns:a16="http://schemas.microsoft.com/office/drawing/2014/main" id="{BABD9E6B-44E0-23F6-9949-9FEEEB418124}"/>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DB92001B-CDF5-51A4-CFDF-9CCD0970CB78}"/>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21726805-EC13-36EC-4640-926EC640A66B}"/>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39551893-05A7-BDC6-CE15-9C41F62F7F28}"/>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10437195-6245-FF43-3912-D794C72DB18B}"/>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4" name="TextBox 43">
            <a:extLst>
              <a:ext uri="{FF2B5EF4-FFF2-40B4-BE49-F238E27FC236}">
                <a16:creationId xmlns:a16="http://schemas.microsoft.com/office/drawing/2014/main" id="{D436562D-DA7C-E87A-2C50-43BAA2623041}"/>
              </a:ext>
            </a:extLst>
          </p:cNvPr>
          <p:cNvSpPr txBox="1"/>
          <p:nvPr/>
        </p:nvSpPr>
        <p:spPr>
          <a:xfrm>
            <a:off x="6654802" y="3907597"/>
            <a:ext cx="570089" cy="230832"/>
          </a:xfrm>
          <a:prstGeom prst="rect">
            <a:avLst/>
          </a:prstGeom>
          <a:noFill/>
        </p:spPr>
        <p:txBody>
          <a:bodyPr wrap="square" rtlCol="0">
            <a:spAutoFit/>
          </a:bodyPr>
          <a:lstStyle/>
          <a:p>
            <a:pPr algn="ctr"/>
            <a:r>
              <a:rPr lang="en-US" sz="900" dirty="0"/>
              <a:t>357</a:t>
            </a:r>
          </a:p>
        </p:txBody>
      </p:sp>
      <p:sp>
        <p:nvSpPr>
          <p:cNvPr id="45" name="TextBox 44">
            <a:extLst>
              <a:ext uri="{FF2B5EF4-FFF2-40B4-BE49-F238E27FC236}">
                <a16:creationId xmlns:a16="http://schemas.microsoft.com/office/drawing/2014/main" id="{2953385F-EAE9-847A-85CF-24AC2F01E2A0}"/>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23456</a:t>
            </a:r>
          </a:p>
        </p:txBody>
      </p:sp>
      <p:sp>
        <p:nvSpPr>
          <p:cNvPr id="47" name="TextBox 46">
            <a:extLst>
              <a:ext uri="{FF2B5EF4-FFF2-40B4-BE49-F238E27FC236}">
                <a16:creationId xmlns:a16="http://schemas.microsoft.com/office/drawing/2014/main" id="{68E060FB-9ED5-5E3D-C901-CCB5479EE6B3}"/>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2347</a:t>
            </a:r>
          </a:p>
        </p:txBody>
      </p:sp>
      <p:sp>
        <p:nvSpPr>
          <p:cNvPr id="48" name="TextBox 47">
            <a:extLst>
              <a:ext uri="{FF2B5EF4-FFF2-40B4-BE49-F238E27FC236}">
                <a16:creationId xmlns:a16="http://schemas.microsoft.com/office/drawing/2014/main" id="{9AFA225E-AD90-3D66-508C-53858A4FABB0}"/>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970F1340-683D-A49D-6481-5F42972A660A}"/>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a:t>
            </a:r>
          </a:p>
        </p:txBody>
      </p:sp>
      <p:sp>
        <p:nvSpPr>
          <p:cNvPr id="51" name="TextBox 50">
            <a:extLst>
              <a:ext uri="{FF2B5EF4-FFF2-40B4-BE49-F238E27FC236}">
                <a16:creationId xmlns:a16="http://schemas.microsoft.com/office/drawing/2014/main" id="{E9AA19F7-88E4-5D58-46A9-D63A640DD687}"/>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EE1D0783-BE8F-A38A-B6CB-F2AEBF91395A}"/>
              </a:ext>
            </a:extLst>
          </p:cNvPr>
          <p:cNvSpPr txBox="1"/>
          <p:nvPr/>
        </p:nvSpPr>
        <p:spPr>
          <a:xfrm>
            <a:off x="6654802" y="3406653"/>
            <a:ext cx="570089" cy="230832"/>
          </a:xfrm>
          <a:prstGeom prst="rect">
            <a:avLst/>
          </a:prstGeom>
          <a:noFill/>
        </p:spPr>
        <p:txBody>
          <a:bodyPr wrap="square" rtlCol="0">
            <a:spAutoFit/>
          </a:bodyPr>
          <a:lstStyle/>
          <a:p>
            <a:pPr algn="ctr"/>
            <a:r>
              <a:rPr lang="en-US" sz="900" dirty="0"/>
              <a:t>531</a:t>
            </a:r>
          </a:p>
        </p:txBody>
      </p:sp>
      <p:sp>
        <p:nvSpPr>
          <p:cNvPr id="54" name="TextBox 53">
            <a:extLst>
              <a:ext uri="{FF2B5EF4-FFF2-40B4-BE49-F238E27FC236}">
                <a16:creationId xmlns:a16="http://schemas.microsoft.com/office/drawing/2014/main" id="{32DFD640-6397-1B55-BCAD-1266E0469ED2}"/>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7" name="TextBox 56">
            <a:extLst>
              <a:ext uri="{FF2B5EF4-FFF2-40B4-BE49-F238E27FC236}">
                <a16:creationId xmlns:a16="http://schemas.microsoft.com/office/drawing/2014/main" id="{1EA342DF-6788-CEF7-88F5-19169B1BEF89}"/>
              </a:ext>
            </a:extLst>
          </p:cNvPr>
          <p:cNvSpPr txBox="1"/>
          <p:nvPr/>
        </p:nvSpPr>
        <p:spPr>
          <a:xfrm>
            <a:off x="4645378" y="2905709"/>
            <a:ext cx="570089" cy="230832"/>
          </a:xfrm>
          <a:prstGeom prst="rect">
            <a:avLst/>
          </a:prstGeom>
          <a:noFill/>
        </p:spPr>
        <p:txBody>
          <a:bodyPr wrap="square" rtlCol="0">
            <a:spAutoFit/>
          </a:bodyPr>
          <a:lstStyle/>
          <a:p>
            <a:pPr algn="ctr"/>
            <a:r>
              <a:rPr lang="en-US" sz="900" dirty="0"/>
              <a:t>1356</a:t>
            </a:r>
          </a:p>
        </p:txBody>
      </p:sp>
      <p:sp>
        <p:nvSpPr>
          <p:cNvPr id="58" name="TextBox 57">
            <a:extLst>
              <a:ext uri="{FF2B5EF4-FFF2-40B4-BE49-F238E27FC236}">
                <a16:creationId xmlns:a16="http://schemas.microsoft.com/office/drawing/2014/main" id="{BFB817F4-053C-BF81-E864-EDEBECD68EAF}"/>
              </a:ext>
            </a:extLst>
          </p:cNvPr>
          <p:cNvSpPr txBox="1"/>
          <p:nvPr/>
        </p:nvSpPr>
        <p:spPr>
          <a:xfrm>
            <a:off x="5147734" y="2905709"/>
            <a:ext cx="570089" cy="230832"/>
          </a:xfrm>
          <a:prstGeom prst="rect">
            <a:avLst/>
          </a:prstGeom>
          <a:noFill/>
        </p:spPr>
        <p:txBody>
          <a:bodyPr wrap="square" rtlCol="0">
            <a:spAutoFit/>
          </a:bodyPr>
          <a:lstStyle/>
          <a:p>
            <a:pPr algn="ctr"/>
            <a:r>
              <a:rPr lang="en-US" sz="900" dirty="0"/>
              <a:t>13456</a:t>
            </a:r>
          </a:p>
        </p:txBody>
      </p:sp>
      <p:sp>
        <p:nvSpPr>
          <p:cNvPr id="59" name="TextBox 58">
            <a:extLst>
              <a:ext uri="{FF2B5EF4-FFF2-40B4-BE49-F238E27FC236}">
                <a16:creationId xmlns:a16="http://schemas.microsoft.com/office/drawing/2014/main" id="{27DFCE3E-3026-60C7-3225-8A4D65E693CF}"/>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
        <p:nvSpPr>
          <p:cNvPr id="60" name="TextBox 59">
            <a:extLst>
              <a:ext uri="{FF2B5EF4-FFF2-40B4-BE49-F238E27FC236}">
                <a16:creationId xmlns:a16="http://schemas.microsoft.com/office/drawing/2014/main" id="{CA18EFE1-AD98-CC77-DB31-95C2C69A41BF}"/>
              </a:ext>
            </a:extLst>
          </p:cNvPr>
          <p:cNvSpPr txBox="1"/>
          <p:nvPr/>
        </p:nvSpPr>
        <p:spPr>
          <a:xfrm>
            <a:off x="4645378" y="3406653"/>
            <a:ext cx="570089" cy="230832"/>
          </a:xfrm>
          <a:prstGeom prst="rect">
            <a:avLst/>
          </a:prstGeom>
          <a:noFill/>
        </p:spPr>
        <p:txBody>
          <a:bodyPr wrap="square" rtlCol="0">
            <a:spAutoFit/>
          </a:bodyPr>
          <a:lstStyle/>
          <a:p>
            <a:pPr algn="ctr"/>
            <a:r>
              <a:rPr lang="en-US" sz="900" dirty="0"/>
              <a:t>1356</a:t>
            </a:r>
          </a:p>
        </p:txBody>
      </p:sp>
      <p:sp>
        <p:nvSpPr>
          <p:cNvPr id="61" name="TextBox 60">
            <a:extLst>
              <a:ext uri="{FF2B5EF4-FFF2-40B4-BE49-F238E27FC236}">
                <a16:creationId xmlns:a16="http://schemas.microsoft.com/office/drawing/2014/main" id="{2DBA4CD0-D0DE-F810-2ECD-7CC8629F8E87}"/>
              </a:ext>
            </a:extLst>
          </p:cNvPr>
          <p:cNvSpPr txBox="1"/>
          <p:nvPr/>
        </p:nvSpPr>
        <p:spPr>
          <a:xfrm>
            <a:off x="6152446" y="3406653"/>
            <a:ext cx="570089" cy="230832"/>
          </a:xfrm>
          <a:prstGeom prst="rect">
            <a:avLst/>
          </a:prstGeom>
          <a:noFill/>
        </p:spPr>
        <p:txBody>
          <a:bodyPr wrap="square" rtlCol="0">
            <a:spAutoFit/>
          </a:bodyPr>
          <a:lstStyle/>
          <a:p>
            <a:pPr algn="ctr"/>
            <a:r>
              <a:rPr lang="en-US" sz="900" dirty="0"/>
              <a:t>32</a:t>
            </a:r>
          </a:p>
        </p:txBody>
      </p:sp>
      <p:sp>
        <p:nvSpPr>
          <p:cNvPr id="62" name="TextBox 61">
            <a:extLst>
              <a:ext uri="{FF2B5EF4-FFF2-40B4-BE49-F238E27FC236}">
                <a16:creationId xmlns:a16="http://schemas.microsoft.com/office/drawing/2014/main" id="{421F3D2F-E6D4-ED8B-B905-264444F5ED73}"/>
              </a:ext>
            </a:extLst>
          </p:cNvPr>
          <p:cNvSpPr txBox="1"/>
          <p:nvPr/>
        </p:nvSpPr>
        <p:spPr>
          <a:xfrm>
            <a:off x="4645378" y="3907597"/>
            <a:ext cx="570089" cy="230832"/>
          </a:xfrm>
          <a:prstGeom prst="rect">
            <a:avLst/>
          </a:prstGeom>
          <a:noFill/>
        </p:spPr>
        <p:txBody>
          <a:bodyPr wrap="square" rtlCol="0">
            <a:spAutoFit/>
          </a:bodyPr>
          <a:lstStyle/>
          <a:p>
            <a:pPr algn="ctr"/>
            <a:r>
              <a:rPr lang="en-US" sz="900" dirty="0"/>
              <a:t>7532</a:t>
            </a:r>
          </a:p>
        </p:txBody>
      </p:sp>
      <p:sp>
        <p:nvSpPr>
          <p:cNvPr id="65" name="TextBox 64">
            <a:extLst>
              <a:ext uri="{FF2B5EF4-FFF2-40B4-BE49-F238E27FC236}">
                <a16:creationId xmlns:a16="http://schemas.microsoft.com/office/drawing/2014/main" id="{6E8DD2E4-D500-82A9-390A-AD0CF968B0AF}"/>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1D14A3BA-4511-D636-D160-DD243276BFF8}"/>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8E4B199C-493D-A9BD-B0EE-6FC2BD92CB9E}"/>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1235</a:t>
            </a:r>
          </a:p>
        </p:txBody>
      </p:sp>
      <p:sp>
        <p:nvSpPr>
          <p:cNvPr id="66" name="TextBox 65">
            <a:extLst>
              <a:ext uri="{FF2B5EF4-FFF2-40B4-BE49-F238E27FC236}">
                <a16:creationId xmlns:a16="http://schemas.microsoft.com/office/drawing/2014/main" id="{CF6CC9FD-A270-775D-E1F3-32509BF861B6}"/>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123459</a:t>
            </a:r>
          </a:p>
        </p:txBody>
      </p:sp>
      <p:sp>
        <p:nvSpPr>
          <p:cNvPr id="67" name="TextBox 66">
            <a:extLst>
              <a:ext uri="{FF2B5EF4-FFF2-40B4-BE49-F238E27FC236}">
                <a16:creationId xmlns:a16="http://schemas.microsoft.com/office/drawing/2014/main" id="{ADD696EF-03E7-1609-2F7C-710E6615EFA8}"/>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123459</a:t>
            </a:r>
          </a:p>
        </p:txBody>
      </p:sp>
      <p:sp>
        <p:nvSpPr>
          <p:cNvPr id="68" name="TextBox 67">
            <a:extLst>
              <a:ext uri="{FF2B5EF4-FFF2-40B4-BE49-F238E27FC236}">
                <a16:creationId xmlns:a16="http://schemas.microsoft.com/office/drawing/2014/main" id="{183E6967-7B57-788F-4AF5-48F6D2930277}"/>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04B21B84-D334-DB6B-D165-CB11913DFAEA}"/>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78CE8679-7B6F-0E07-1A01-21D840DE770D}"/>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A7F8A451-3A85-8116-1AB5-66F5B5E49F92}"/>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68BFBE2B-60B7-0916-6D11-9AE43131ED44}"/>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1C83DC49-36CB-6DE3-40F9-1AB9C0492081}"/>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342E10A1-88B9-D4E6-9327-58C95FBE557D}"/>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2328630A-943A-431D-E284-788C1DB3BCC6}"/>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8D18E667-B361-B7C3-C1C0-69672E89A251}"/>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19FF3127-3561-875C-FF48-EB4FA7109B28}"/>
              </a:ext>
            </a:extLst>
          </p:cNvPr>
          <p:cNvSpPr txBox="1"/>
          <p:nvPr/>
        </p:nvSpPr>
        <p:spPr>
          <a:xfrm>
            <a:off x="4645378" y="2404765"/>
            <a:ext cx="570089" cy="230832"/>
          </a:xfrm>
          <a:prstGeom prst="rect">
            <a:avLst/>
          </a:prstGeom>
          <a:no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BB078040-5A31-5451-EDAD-89B5E6494251}"/>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72CE25AA-9856-50E5-A429-CA32F305C263}"/>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45E2A8DC-52FA-2EB7-FA45-94A3BE035352}"/>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9F4913A5-A2EA-FB03-5FD7-6B497D0F2D71}"/>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9D7ED60D-4365-47A2-9F30-76EC75466485}"/>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17B52D77-DAB9-8BAB-8661-8423E482387E}"/>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2205F18-CE40-9310-707F-20C1CD94DEFA}"/>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6C25FBA0-AB64-2A64-A775-43028FC7A33D}"/>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4C700485-3434-2FF9-0D4F-4A5752055425}"/>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DF808E27-9994-F088-49EE-7E61438C68D4}"/>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64D48380-8812-88D6-3E08-FDD2D31506EA}"/>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5D59EF04-14B7-D498-CB4D-850A80E28785}"/>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8C888D37-30BA-D5C9-6D63-5E1FF3A66200}"/>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EFC4B89C-31A6-63CA-DBC5-07CAC33C06A6}"/>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22EAD6E8-276D-92EB-5314-4F1976577E63}"/>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2CA00592-96EC-830F-ECDE-04861BBDD06B}"/>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07010E50-02A5-2A8E-6C0E-884F90DE5A49}"/>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66516EDE-51D7-8213-E5E6-2C9BD030717F}"/>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4CBC59A7-F345-159C-22F1-08A5F3C9871C}"/>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DFFA08D4-E83F-3475-F14B-54BCBF28DF7F}"/>
              </a:ext>
            </a:extLst>
          </p:cNvPr>
          <p:cNvSpPr txBox="1"/>
          <p:nvPr/>
        </p:nvSpPr>
        <p:spPr>
          <a:xfrm>
            <a:off x="4645378" y="4408541"/>
            <a:ext cx="570089" cy="230832"/>
          </a:xfrm>
          <a:prstGeom prst="rect">
            <a:avLst/>
          </a:prstGeom>
          <a:noFill/>
        </p:spPr>
        <p:txBody>
          <a:bodyPr wrap="square" rtlCol="0">
            <a:spAutoFit/>
          </a:bodyPr>
          <a:lstStyle/>
          <a:p>
            <a:pPr algn="ctr"/>
            <a:r>
              <a:rPr lang="en-US" sz="900" dirty="0"/>
              <a:t>2378</a:t>
            </a:r>
          </a:p>
        </p:txBody>
      </p:sp>
      <p:sp>
        <p:nvSpPr>
          <p:cNvPr id="38" name="TextBox 37">
            <a:extLst>
              <a:ext uri="{FF2B5EF4-FFF2-40B4-BE49-F238E27FC236}">
                <a16:creationId xmlns:a16="http://schemas.microsoft.com/office/drawing/2014/main" id="{71575C84-8A27-736D-4128-989248533ABF}"/>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EC14E74-970F-D16D-F7E3-884E4C63A2FA}"/>
              </a:ext>
            </a:extLst>
          </p:cNvPr>
          <p:cNvSpPr txBox="1"/>
          <p:nvPr/>
        </p:nvSpPr>
        <p:spPr>
          <a:xfrm>
            <a:off x="5650090" y="2905709"/>
            <a:ext cx="570089" cy="230832"/>
          </a:xfrm>
          <a:prstGeom prst="rect">
            <a:avLst/>
          </a:prstGeom>
          <a:noFill/>
        </p:spPr>
        <p:txBody>
          <a:bodyPr wrap="square" rtlCol="0">
            <a:spAutoFit/>
          </a:bodyPr>
          <a:lstStyle/>
          <a:p>
            <a:pPr algn="ctr"/>
            <a:r>
              <a:rPr lang="en-US" sz="900" dirty="0"/>
              <a:t>3478</a:t>
            </a:r>
          </a:p>
        </p:txBody>
      </p:sp>
      <p:sp>
        <p:nvSpPr>
          <p:cNvPr id="77" name="TextBox 76">
            <a:extLst>
              <a:ext uri="{FF2B5EF4-FFF2-40B4-BE49-F238E27FC236}">
                <a16:creationId xmlns:a16="http://schemas.microsoft.com/office/drawing/2014/main" id="{177F7F80-7A84-6E56-ADFB-929E43837F67}"/>
              </a:ext>
            </a:extLst>
          </p:cNvPr>
          <p:cNvSpPr txBox="1"/>
          <p:nvPr/>
        </p:nvSpPr>
        <p:spPr>
          <a:xfrm>
            <a:off x="5147734" y="3406653"/>
            <a:ext cx="570089" cy="230832"/>
          </a:xfrm>
          <a:prstGeom prst="rect">
            <a:avLst/>
          </a:prstGeom>
          <a:noFill/>
        </p:spPr>
        <p:txBody>
          <a:bodyPr wrap="square" rtlCol="0">
            <a:spAutoFit/>
          </a:bodyPr>
          <a:lstStyle/>
          <a:p>
            <a:pPr algn="ctr"/>
            <a:r>
              <a:rPr lang="en-US" sz="900" dirty="0"/>
              <a:t>34789</a:t>
            </a:r>
          </a:p>
        </p:txBody>
      </p:sp>
      <p:sp>
        <p:nvSpPr>
          <p:cNvPr id="84" name="TextBox 83">
            <a:extLst>
              <a:ext uri="{FF2B5EF4-FFF2-40B4-BE49-F238E27FC236}">
                <a16:creationId xmlns:a16="http://schemas.microsoft.com/office/drawing/2014/main" id="{23D1CC90-4294-45F9-6D0C-E288E2B446E5}"/>
              </a:ext>
            </a:extLst>
          </p:cNvPr>
          <p:cNvSpPr txBox="1"/>
          <p:nvPr/>
        </p:nvSpPr>
        <p:spPr>
          <a:xfrm>
            <a:off x="5650090" y="3406653"/>
            <a:ext cx="570089" cy="230832"/>
          </a:xfrm>
          <a:prstGeom prst="rect">
            <a:avLst/>
          </a:prstGeom>
          <a:noFill/>
        </p:spPr>
        <p:txBody>
          <a:bodyPr wrap="square" rtlCol="0">
            <a:spAutoFit/>
          </a:bodyPr>
          <a:lstStyle/>
          <a:p>
            <a:pPr algn="ctr"/>
            <a:r>
              <a:rPr lang="en-US" sz="900" dirty="0"/>
              <a:t>34789</a:t>
            </a:r>
          </a:p>
        </p:txBody>
      </p:sp>
      <p:sp>
        <p:nvSpPr>
          <p:cNvPr id="85" name="TextBox 84">
            <a:extLst>
              <a:ext uri="{FF2B5EF4-FFF2-40B4-BE49-F238E27FC236}">
                <a16:creationId xmlns:a16="http://schemas.microsoft.com/office/drawing/2014/main" id="{62E54A37-E0F3-C911-3130-D347D0B2F407}"/>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89D75371-45A4-812B-DB7F-7717CEE46FBA}"/>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8824D97F-DC3D-DA25-F518-E0CD64BEF6C2}"/>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C89A52E4-91DE-AECE-E84E-76E9DD9D8AFA}"/>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5B30AA7A-A2CC-1B14-713B-575F30040B18}"/>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D51DF3E7-A3BD-1ECF-9A70-C95C3C45A9D0}"/>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8A2DA9CB-78B0-59BA-4385-ED15A2248050}"/>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1E725D9C-5063-6F64-7952-B3DFD3BF82E2}"/>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5A46D5EB-393D-42D7-BBA9-CD5D77DF90A9}"/>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3996928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C7626-9CE5-C555-455E-5159BF5AB83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93F8CE-E522-F1EB-11FC-D0F1DF2F30A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B8DB08A-D335-3FD4-197F-25DA1F219B7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A05E147-A5CE-7055-BF2D-403C968C037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EA6A5B5-2805-52AF-AD12-01F0447765E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E8CEF2B-71D8-0367-1A51-1D868D68D52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26E3723-4CEE-153E-CB42-11894799C41E}"/>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3B43992-BFC3-D45A-0D15-4903AC2198E1}"/>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A82D1B1E-20E5-BC31-D42F-24EF3E88C50C}"/>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F82EC419-D658-8095-450C-DFA7169325AF}"/>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FD82B3D2-0256-F2D4-4CBF-0804C28296B0}"/>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3A04513-4DD9-D5B7-ACA6-7C3BC9096FC4}"/>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1532BE1E-2BDE-1EFA-5253-E8D2D79E0164}"/>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25" name="TextBox 24">
            <a:extLst>
              <a:ext uri="{FF2B5EF4-FFF2-40B4-BE49-F238E27FC236}">
                <a16:creationId xmlns:a16="http://schemas.microsoft.com/office/drawing/2014/main" id="{F56E83B8-36AE-4229-2D2A-538C0EA1A39C}"/>
              </a:ext>
            </a:extLst>
          </p:cNvPr>
          <p:cNvSpPr txBox="1"/>
          <p:nvPr/>
        </p:nvSpPr>
        <p:spPr>
          <a:xfrm>
            <a:off x="3640666" y="1903821"/>
            <a:ext cx="570089" cy="230832"/>
          </a:xfrm>
          <a:prstGeom prst="rect">
            <a:avLst/>
          </a:prstGeom>
          <a:noFill/>
        </p:spPr>
        <p:txBody>
          <a:bodyPr wrap="square" rtlCol="0">
            <a:spAutoFit/>
          </a:bodyPr>
          <a:lstStyle/>
          <a:p>
            <a:pPr algn="ctr"/>
            <a:r>
              <a:rPr lang="en-US" sz="900" dirty="0"/>
              <a:t>85</a:t>
            </a:r>
          </a:p>
        </p:txBody>
      </p:sp>
      <p:sp>
        <p:nvSpPr>
          <p:cNvPr id="27" name="TextBox 26">
            <a:extLst>
              <a:ext uri="{FF2B5EF4-FFF2-40B4-BE49-F238E27FC236}">
                <a16:creationId xmlns:a16="http://schemas.microsoft.com/office/drawing/2014/main" id="{EEBC4827-949C-09E8-3D05-1971C8DC644A}"/>
              </a:ext>
            </a:extLst>
          </p:cNvPr>
          <p:cNvSpPr txBox="1"/>
          <p:nvPr/>
        </p:nvSpPr>
        <p:spPr>
          <a:xfrm>
            <a:off x="5147734" y="1903821"/>
            <a:ext cx="570089" cy="230832"/>
          </a:xfrm>
          <a:prstGeom prst="rect">
            <a:avLst/>
          </a:prstGeom>
          <a:noFill/>
        </p:spPr>
        <p:txBody>
          <a:bodyPr wrap="square" rtlCol="0">
            <a:spAutoFit/>
          </a:bodyPr>
          <a:lstStyle/>
          <a:p>
            <a:pPr algn="ctr"/>
            <a:r>
              <a:rPr lang="en-US" sz="900" dirty="0"/>
              <a:t>568</a:t>
            </a:r>
          </a:p>
        </p:txBody>
      </p:sp>
      <p:sp>
        <p:nvSpPr>
          <p:cNvPr id="31" name="TextBox 30">
            <a:extLst>
              <a:ext uri="{FF2B5EF4-FFF2-40B4-BE49-F238E27FC236}">
                <a16:creationId xmlns:a16="http://schemas.microsoft.com/office/drawing/2014/main" id="{00A58A60-EC9F-2C80-42A7-D3AE3FDBE647}"/>
              </a:ext>
            </a:extLst>
          </p:cNvPr>
          <p:cNvSpPr txBox="1"/>
          <p:nvPr/>
        </p:nvSpPr>
        <p:spPr>
          <a:xfrm>
            <a:off x="4143022" y="3907597"/>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6F386B89-8D52-8DD2-7218-4056143B18CA}"/>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6498B8F6-6C17-79F0-A9AF-964D292C8C04}"/>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C0140E51-09CD-4A70-07C0-8770DEE02DAB}"/>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44605142-ED39-5AE6-EFE3-217D4A6783BE}"/>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58CAF5D1-F536-8B5B-C8BC-B8732A7ED6A2}"/>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32FC1C54-32A9-CF6C-D8DD-563724AD46B9}"/>
              </a:ext>
            </a:extLst>
          </p:cNvPr>
          <p:cNvSpPr txBox="1"/>
          <p:nvPr/>
        </p:nvSpPr>
        <p:spPr>
          <a:xfrm>
            <a:off x="7157158" y="3907597"/>
            <a:ext cx="570089" cy="230832"/>
          </a:xfrm>
          <a:prstGeom prst="rect">
            <a:avLst/>
          </a:prstGeom>
          <a:noFill/>
        </p:spPr>
        <p:txBody>
          <a:bodyPr wrap="square" rtlCol="0">
            <a:spAutoFit/>
          </a:bodyPr>
          <a:lstStyle/>
          <a:p>
            <a:pPr algn="ctr"/>
            <a:r>
              <a:rPr lang="en-US" sz="900" dirty="0"/>
              <a:t>246</a:t>
            </a:r>
          </a:p>
        </p:txBody>
      </p:sp>
      <p:sp>
        <p:nvSpPr>
          <p:cNvPr id="47" name="TextBox 46">
            <a:extLst>
              <a:ext uri="{FF2B5EF4-FFF2-40B4-BE49-F238E27FC236}">
                <a16:creationId xmlns:a16="http://schemas.microsoft.com/office/drawing/2014/main" id="{0CDB602E-46EA-DFC0-1842-061C2FBD3517}"/>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2347</a:t>
            </a:r>
          </a:p>
        </p:txBody>
      </p:sp>
      <p:sp>
        <p:nvSpPr>
          <p:cNvPr id="48" name="TextBox 47">
            <a:extLst>
              <a:ext uri="{FF2B5EF4-FFF2-40B4-BE49-F238E27FC236}">
                <a16:creationId xmlns:a16="http://schemas.microsoft.com/office/drawing/2014/main" id="{78D3A5EF-B0AA-B8EC-8C23-46D0D2CDF8ED}"/>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B7A9FEDB-B55B-FB8A-50EF-F2AC3BDC46CE}"/>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a:t>
            </a:r>
          </a:p>
        </p:txBody>
      </p:sp>
      <p:sp>
        <p:nvSpPr>
          <p:cNvPr id="51" name="TextBox 50">
            <a:extLst>
              <a:ext uri="{FF2B5EF4-FFF2-40B4-BE49-F238E27FC236}">
                <a16:creationId xmlns:a16="http://schemas.microsoft.com/office/drawing/2014/main" id="{8E396B21-6D30-7BEB-3295-7021A5EB427D}"/>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4" name="TextBox 53">
            <a:extLst>
              <a:ext uri="{FF2B5EF4-FFF2-40B4-BE49-F238E27FC236}">
                <a16:creationId xmlns:a16="http://schemas.microsoft.com/office/drawing/2014/main" id="{F900F50B-69A9-F73F-E3C5-88A4A5ECDD68}"/>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7" name="TextBox 56">
            <a:extLst>
              <a:ext uri="{FF2B5EF4-FFF2-40B4-BE49-F238E27FC236}">
                <a16:creationId xmlns:a16="http://schemas.microsoft.com/office/drawing/2014/main" id="{DD5201E8-D5F8-3B4F-7817-329CFC210808}"/>
              </a:ext>
            </a:extLst>
          </p:cNvPr>
          <p:cNvSpPr txBox="1"/>
          <p:nvPr/>
        </p:nvSpPr>
        <p:spPr>
          <a:xfrm>
            <a:off x="4645378" y="2905709"/>
            <a:ext cx="570089" cy="230832"/>
          </a:xfrm>
          <a:prstGeom prst="rect">
            <a:avLst/>
          </a:prstGeom>
          <a:noFill/>
        </p:spPr>
        <p:txBody>
          <a:bodyPr wrap="square" rtlCol="0">
            <a:spAutoFit/>
          </a:bodyPr>
          <a:lstStyle/>
          <a:p>
            <a:pPr algn="ctr"/>
            <a:r>
              <a:rPr lang="en-US" sz="900" dirty="0"/>
              <a:t>1356</a:t>
            </a:r>
          </a:p>
        </p:txBody>
      </p:sp>
      <p:sp>
        <p:nvSpPr>
          <p:cNvPr id="58" name="TextBox 57">
            <a:extLst>
              <a:ext uri="{FF2B5EF4-FFF2-40B4-BE49-F238E27FC236}">
                <a16:creationId xmlns:a16="http://schemas.microsoft.com/office/drawing/2014/main" id="{94788989-C560-FFF6-8CC0-04170B6387DA}"/>
              </a:ext>
            </a:extLst>
          </p:cNvPr>
          <p:cNvSpPr txBox="1"/>
          <p:nvPr/>
        </p:nvSpPr>
        <p:spPr>
          <a:xfrm>
            <a:off x="5147734" y="2905709"/>
            <a:ext cx="570089" cy="230832"/>
          </a:xfrm>
          <a:prstGeom prst="rect">
            <a:avLst/>
          </a:prstGeom>
          <a:noFill/>
        </p:spPr>
        <p:txBody>
          <a:bodyPr wrap="square" rtlCol="0">
            <a:spAutoFit/>
          </a:bodyPr>
          <a:lstStyle/>
          <a:p>
            <a:pPr algn="ctr"/>
            <a:r>
              <a:rPr lang="en-US" sz="900" dirty="0"/>
              <a:t>13456</a:t>
            </a:r>
          </a:p>
        </p:txBody>
      </p:sp>
      <p:sp>
        <p:nvSpPr>
          <p:cNvPr id="59" name="TextBox 58">
            <a:extLst>
              <a:ext uri="{FF2B5EF4-FFF2-40B4-BE49-F238E27FC236}">
                <a16:creationId xmlns:a16="http://schemas.microsoft.com/office/drawing/2014/main" id="{16E27748-534D-972A-4A4B-44F20386277A}"/>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
        <p:nvSpPr>
          <p:cNvPr id="61" name="TextBox 60">
            <a:extLst>
              <a:ext uri="{FF2B5EF4-FFF2-40B4-BE49-F238E27FC236}">
                <a16:creationId xmlns:a16="http://schemas.microsoft.com/office/drawing/2014/main" id="{9CDA15FC-9F33-0F7A-D7BF-57A0BC0A4409}"/>
              </a:ext>
            </a:extLst>
          </p:cNvPr>
          <p:cNvSpPr txBox="1"/>
          <p:nvPr/>
        </p:nvSpPr>
        <p:spPr>
          <a:xfrm>
            <a:off x="6152446" y="3406653"/>
            <a:ext cx="570089" cy="230832"/>
          </a:xfrm>
          <a:prstGeom prst="rect">
            <a:avLst/>
          </a:prstGeom>
          <a:noFill/>
        </p:spPr>
        <p:txBody>
          <a:bodyPr wrap="square" rtlCol="0">
            <a:spAutoFit/>
          </a:bodyPr>
          <a:lstStyle/>
          <a:p>
            <a:pPr algn="ctr"/>
            <a:r>
              <a:rPr lang="en-US" sz="900" dirty="0"/>
              <a:t>32</a:t>
            </a:r>
          </a:p>
        </p:txBody>
      </p:sp>
      <p:sp>
        <p:nvSpPr>
          <p:cNvPr id="65" name="TextBox 64">
            <a:extLst>
              <a:ext uri="{FF2B5EF4-FFF2-40B4-BE49-F238E27FC236}">
                <a16:creationId xmlns:a16="http://schemas.microsoft.com/office/drawing/2014/main" id="{4B3E4132-920D-9A51-D52B-3967A0EADB94}"/>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2DEF3EA3-67C4-643F-9083-21E1DEF32693}"/>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2EF23470-655D-67E3-4A60-96E993969CDC}"/>
              </a:ext>
            </a:extLst>
          </p:cNvPr>
          <p:cNvSpPr txBox="1"/>
          <p:nvPr/>
        </p:nvSpPr>
        <p:spPr>
          <a:xfrm>
            <a:off x="4645378" y="4909484"/>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4BBFD36B-D2C7-B280-42C2-785930452542}"/>
              </a:ext>
            </a:extLst>
          </p:cNvPr>
          <p:cNvSpPr txBox="1"/>
          <p:nvPr/>
        </p:nvSpPr>
        <p:spPr>
          <a:xfrm>
            <a:off x="5147734" y="4909484"/>
            <a:ext cx="570089" cy="230832"/>
          </a:xfrm>
          <a:prstGeom prst="rect">
            <a:avLst/>
          </a:prstGeom>
          <a:noFill/>
        </p:spPr>
        <p:txBody>
          <a:bodyPr wrap="square" rtlCol="0">
            <a:spAutoFit/>
          </a:bodyPr>
          <a:lstStyle/>
          <a:p>
            <a:pPr algn="ctr"/>
            <a:r>
              <a:rPr lang="en-US" sz="900" dirty="0"/>
              <a:t>1249</a:t>
            </a:r>
          </a:p>
        </p:txBody>
      </p:sp>
      <p:sp>
        <p:nvSpPr>
          <p:cNvPr id="67" name="TextBox 66">
            <a:extLst>
              <a:ext uri="{FF2B5EF4-FFF2-40B4-BE49-F238E27FC236}">
                <a16:creationId xmlns:a16="http://schemas.microsoft.com/office/drawing/2014/main" id="{74CB439A-CAD8-3465-6358-37C6B9501728}"/>
              </a:ext>
            </a:extLst>
          </p:cNvPr>
          <p:cNvSpPr txBox="1"/>
          <p:nvPr/>
        </p:nvSpPr>
        <p:spPr>
          <a:xfrm>
            <a:off x="5650090" y="4909484"/>
            <a:ext cx="570089" cy="230832"/>
          </a:xfrm>
          <a:prstGeom prst="rect">
            <a:avLst/>
          </a:prstGeom>
          <a:noFill/>
        </p:spPr>
        <p:txBody>
          <a:bodyPr wrap="square" rtlCol="0">
            <a:spAutoFit/>
          </a:bodyPr>
          <a:lstStyle/>
          <a:p>
            <a:pPr algn="ctr"/>
            <a:r>
              <a:rPr lang="en-US" sz="900" dirty="0"/>
              <a:t>1249</a:t>
            </a:r>
          </a:p>
        </p:txBody>
      </p:sp>
      <p:sp>
        <p:nvSpPr>
          <p:cNvPr id="68" name="TextBox 67">
            <a:extLst>
              <a:ext uri="{FF2B5EF4-FFF2-40B4-BE49-F238E27FC236}">
                <a16:creationId xmlns:a16="http://schemas.microsoft.com/office/drawing/2014/main" id="{D84B720C-95CD-AD2D-5440-379FB327300E}"/>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69" name="TextBox 68">
            <a:extLst>
              <a:ext uri="{FF2B5EF4-FFF2-40B4-BE49-F238E27FC236}">
                <a16:creationId xmlns:a16="http://schemas.microsoft.com/office/drawing/2014/main" id="{BD870CBF-D46F-C4CF-0858-C7557476578B}"/>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70" name="TextBox 69">
            <a:extLst>
              <a:ext uri="{FF2B5EF4-FFF2-40B4-BE49-F238E27FC236}">
                <a16:creationId xmlns:a16="http://schemas.microsoft.com/office/drawing/2014/main" id="{A1006DE2-D87E-0D83-0A94-C841B2C4A8A4}"/>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1" name="TextBox 70">
            <a:extLst>
              <a:ext uri="{FF2B5EF4-FFF2-40B4-BE49-F238E27FC236}">
                <a16:creationId xmlns:a16="http://schemas.microsoft.com/office/drawing/2014/main" id="{FB38C51B-EE31-490B-605B-92ED0A4D4A07}"/>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72" name="TextBox 71">
            <a:extLst>
              <a:ext uri="{FF2B5EF4-FFF2-40B4-BE49-F238E27FC236}">
                <a16:creationId xmlns:a16="http://schemas.microsoft.com/office/drawing/2014/main" id="{0B9B6DC2-E81E-459D-0573-7130BA70391F}"/>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F4261267-E781-2AB5-4D85-F8F70F6A363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BA274069-603E-7034-753A-3101E3F69656}"/>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D93296D3-967B-A4B2-2A2C-A6246D5DC15D}"/>
              </a:ext>
            </a:extLst>
          </p:cNvPr>
          <p:cNvSpPr txBox="1"/>
          <p:nvPr/>
        </p:nvSpPr>
        <p:spPr>
          <a:xfrm>
            <a:off x="3640666" y="901933"/>
            <a:ext cx="570089" cy="230832"/>
          </a:xfrm>
          <a:prstGeom prst="rect">
            <a:avLst/>
          </a:prstGeom>
          <a:noFill/>
        </p:spPr>
        <p:txBody>
          <a:bodyPr wrap="square" rtlCol="0">
            <a:spAutoFit/>
          </a:bodyPr>
          <a:lstStyle/>
          <a:p>
            <a:pPr algn="ctr"/>
            <a:r>
              <a:rPr lang="en-US" sz="900" dirty="0"/>
              <a:t>58</a:t>
            </a:r>
          </a:p>
        </p:txBody>
      </p:sp>
      <p:sp>
        <p:nvSpPr>
          <p:cNvPr id="76" name="TextBox 75">
            <a:extLst>
              <a:ext uri="{FF2B5EF4-FFF2-40B4-BE49-F238E27FC236}">
                <a16:creationId xmlns:a16="http://schemas.microsoft.com/office/drawing/2014/main" id="{05DA4670-BA1B-0A1D-68C5-A3A8D2DDE9D4}"/>
              </a:ext>
            </a:extLst>
          </p:cNvPr>
          <p:cNvSpPr txBox="1"/>
          <p:nvPr/>
        </p:nvSpPr>
        <p:spPr>
          <a:xfrm>
            <a:off x="4645378" y="901933"/>
            <a:ext cx="570089" cy="230832"/>
          </a:xfrm>
          <a:prstGeom prst="rect">
            <a:avLst/>
          </a:prstGeom>
          <a:noFill/>
        </p:spPr>
        <p:txBody>
          <a:bodyPr wrap="square" rtlCol="0">
            <a:spAutoFit/>
          </a:bodyPr>
          <a:lstStyle/>
          <a:p>
            <a:pPr algn="ctr"/>
            <a:r>
              <a:rPr lang="en-US" sz="900" dirty="0"/>
              <a:t>85</a:t>
            </a:r>
          </a:p>
        </p:txBody>
      </p:sp>
      <p:sp>
        <p:nvSpPr>
          <p:cNvPr id="22" name="TextBox 21">
            <a:extLst>
              <a:ext uri="{FF2B5EF4-FFF2-40B4-BE49-F238E27FC236}">
                <a16:creationId xmlns:a16="http://schemas.microsoft.com/office/drawing/2014/main" id="{F8D5947C-3E83-E9FB-B79A-93FC095F6717}"/>
              </a:ext>
            </a:extLst>
          </p:cNvPr>
          <p:cNvSpPr txBox="1"/>
          <p:nvPr/>
        </p:nvSpPr>
        <p:spPr>
          <a:xfrm>
            <a:off x="4645378" y="2404765"/>
            <a:ext cx="570089" cy="230832"/>
          </a:xfrm>
          <a:prstGeom prst="rect">
            <a:avLst/>
          </a:prstGeom>
          <a:no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0468BE36-AFBE-47E6-2627-7C69B30372CB}"/>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906B31FB-0ABC-185C-4C4B-22455E8FB87F}"/>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7A5384B2-82D4-DF06-F306-39A9EDDC21EF}"/>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D045632-A04B-BCA2-4AB0-2544A8AFFA6C}"/>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C393A56D-E3DD-CFC9-15C1-F485E4CAFE2E}"/>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5BFB35AA-1482-4BA8-9CB9-B1571937242C}"/>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BA723D4E-ADE8-35CA-B919-C4EDB5954007}"/>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DB909969-1342-78A8-761D-5FE59A9952E2}"/>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877D117A-80C6-2DE7-79F4-9AE38C506D03}"/>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89E9F0F6-5466-0CC9-741C-23DD6100189D}"/>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D050DF0D-B8BB-28EB-C372-D29D8732491F}"/>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B6D42B59-324E-4799-475F-9F950724B2B5}"/>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F65E4923-E25C-0D52-1F71-631DC5F50EDE}"/>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D437FB45-A810-B5A1-BDBC-179195B77AC5}"/>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109838D9-37F2-C098-FA7E-C16695CFC085}"/>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1BAB0F21-5FD7-969C-2EDA-5280323893FF}"/>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9C0E12FB-03A2-346B-C047-76E91DE99405}"/>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13C762DB-3353-16E5-9F6C-C88C6BD9E1E2}"/>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2ABED8D9-EE4D-E8DD-41B4-BFA0DC4BFA4C}"/>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E3D7B062-6F0E-812B-74AF-B9B1C3BB47E8}"/>
              </a:ext>
            </a:extLst>
          </p:cNvPr>
          <p:cNvSpPr txBox="1"/>
          <p:nvPr/>
        </p:nvSpPr>
        <p:spPr>
          <a:xfrm>
            <a:off x="4645378" y="4408541"/>
            <a:ext cx="570089" cy="230832"/>
          </a:xfrm>
          <a:prstGeom prst="rect">
            <a:avLst/>
          </a:prstGeom>
          <a:noFill/>
        </p:spPr>
        <p:txBody>
          <a:bodyPr wrap="square" rtlCol="0">
            <a:spAutoFit/>
          </a:bodyPr>
          <a:lstStyle/>
          <a:p>
            <a:pPr algn="ctr"/>
            <a:r>
              <a:rPr lang="en-US" sz="900" dirty="0"/>
              <a:t>278</a:t>
            </a:r>
          </a:p>
        </p:txBody>
      </p:sp>
      <p:sp>
        <p:nvSpPr>
          <p:cNvPr id="38" name="TextBox 37">
            <a:extLst>
              <a:ext uri="{FF2B5EF4-FFF2-40B4-BE49-F238E27FC236}">
                <a16:creationId xmlns:a16="http://schemas.microsoft.com/office/drawing/2014/main" id="{F2B67718-2917-83B0-5522-0CB8B8948658}"/>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74F62E70-6978-7295-8F60-5CA62618B7B3}"/>
              </a:ext>
            </a:extLst>
          </p:cNvPr>
          <p:cNvSpPr txBox="1"/>
          <p:nvPr/>
        </p:nvSpPr>
        <p:spPr>
          <a:xfrm>
            <a:off x="5650090" y="2905709"/>
            <a:ext cx="570089" cy="230832"/>
          </a:xfrm>
          <a:prstGeom prst="rect">
            <a:avLst/>
          </a:prstGeom>
          <a:noFill/>
        </p:spPr>
        <p:txBody>
          <a:bodyPr wrap="square" rtlCol="0">
            <a:spAutoFit/>
          </a:bodyPr>
          <a:lstStyle/>
          <a:p>
            <a:pPr algn="ctr"/>
            <a:r>
              <a:rPr lang="en-US" sz="900" dirty="0"/>
              <a:t>3478</a:t>
            </a:r>
          </a:p>
        </p:txBody>
      </p:sp>
      <p:sp>
        <p:nvSpPr>
          <p:cNvPr id="77" name="TextBox 76">
            <a:extLst>
              <a:ext uri="{FF2B5EF4-FFF2-40B4-BE49-F238E27FC236}">
                <a16:creationId xmlns:a16="http://schemas.microsoft.com/office/drawing/2014/main" id="{A0B01AF3-D878-DD73-D217-E85AD7365A5B}"/>
              </a:ext>
            </a:extLst>
          </p:cNvPr>
          <p:cNvSpPr txBox="1"/>
          <p:nvPr/>
        </p:nvSpPr>
        <p:spPr>
          <a:xfrm>
            <a:off x="5147734" y="3406653"/>
            <a:ext cx="570089" cy="230832"/>
          </a:xfrm>
          <a:prstGeom prst="rect">
            <a:avLst/>
          </a:prstGeom>
          <a:noFill/>
        </p:spPr>
        <p:txBody>
          <a:bodyPr wrap="square" rtlCol="0">
            <a:spAutoFit/>
          </a:bodyPr>
          <a:lstStyle/>
          <a:p>
            <a:pPr algn="ctr"/>
            <a:r>
              <a:rPr lang="en-US" sz="900" dirty="0"/>
              <a:t>34789</a:t>
            </a:r>
          </a:p>
        </p:txBody>
      </p:sp>
      <p:sp>
        <p:nvSpPr>
          <p:cNvPr id="84" name="TextBox 83">
            <a:extLst>
              <a:ext uri="{FF2B5EF4-FFF2-40B4-BE49-F238E27FC236}">
                <a16:creationId xmlns:a16="http://schemas.microsoft.com/office/drawing/2014/main" id="{877F1791-BD92-8D46-5378-186BD178E631}"/>
              </a:ext>
            </a:extLst>
          </p:cNvPr>
          <p:cNvSpPr txBox="1"/>
          <p:nvPr/>
        </p:nvSpPr>
        <p:spPr>
          <a:xfrm>
            <a:off x="5650090" y="3406653"/>
            <a:ext cx="570089" cy="230832"/>
          </a:xfrm>
          <a:prstGeom prst="rect">
            <a:avLst/>
          </a:prstGeom>
          <a:noFill/>
        </p:spPr>
        <p:txBody>
          <a:bodyPr wrap="square" rtlCol="0">
            <a:spAutoFit/>
          </a:bodyPr>
          <a:lstStyle/>
          <a:p>
            <a:pPr algn="ctr"/>
            <a:r>
              <a:rPr lang="en-US" sz="900" dirty="0"/>
              <a:t>34789</a:t>
            </a:r>
          </a:p>
        </p:txBody>
      </p:sp>
      <p:sp>
        <p:nvSpPr>
          <p:cNvPr id="85" name="TextBox 84">
            <a:extLst>
              <a:ext uri="{FF2B5EF4-FFF2-40B4-BE49-F238E27FC236}">
                <a16:creationId xmlns:a16="http://schemas.microsoft.com/office/drawing/2014/main" id="{F6ED5F99-6CF2-0680-049E-B32D03BFB4D9}"/>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0F2DC582-52B5-AEA1-91F4-E007557CD7C8}"/>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132A0C75-4771-7D3B-AA72-7306E68B3B10}"/>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AE443A4B-4F54-BDB5-F1F1-AC89B9BC8FB0}"/>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F7AD6A81-3B54-B775-D34B-BAA162257980}"/>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BD9D280F-F5A7-88CD-0CA9-5F77D84B8F58}"/>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82ECEA1A-4C55-6F52-9F9B-0A5370C15263}"/>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98552C49-FB6A-D8B7-A3D5-E6B6416C303F}"/>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978C0DBB-DCCE-6378-A72F-E1D2A0FCE717}"/>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EA5EB3DB-91FA-B28B-040A-D57E74709203}"/>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D202CB09-8494-6E52-1CFC-896C0EF89AB1}"/>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AAF59D15-C926-3306-77F0-A3F31640D1C7}"/>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7C72981F-3472-C382-2FF6-E8788B731FDA}"/>
              </a:ext>
            </a:extLst>
          </p:cNvPr>
          <p:cNvSpPr txBox="1"/>
          <p:nvPr/>
        </p:nvSpPr>
        <p:spPr>
          <a:xfrm>
            <a:off x="4645378" y="3406653"/>
            <a:ext cx="570089" cy="230832"/>
          </a:xfrm>
          <a:prstGeom prst="rect">
            <a:avLst/>
          </a:prstGeom>
          <a:noFill/>
        </p:spPr>
        <p:txBody>
          <a:bodyPr wrap="square" rtlCol="0">
            <a:spAutoFit/>
          </a:bodyPr>
          <a:lstStyle/>
          <a:p>
            <a:pPr algn="ctr"/>
            <a:r>
              <a:rPr lang="en-US" sz="900" dirty="0"/>
              <a:t>16</a:t>
            </a:r>
          </a:p>
        </p:txBody>
      </p:sp>
      <p:sp>
        <p:nvSpPr>
          <p:cNvPr id="91" name="TextBox 90">
            <a:extLst>
              <a:ext uri="{FF2B5EF4-FFF2-40B4-BE49-F238E27FC236}">
                <a16:creationId xmlns:a16="http://schemas.microsoft.com/office/drawing/2014/main" id="{F2BA5E20-0E73-5B75-89E1-2FFAC04E91E5}"/>
              </a:ext>
            </a:extLst>
          </p:cNvPr>
          <p:cNvSpPr txBox="1"/>
          <p:nvPr/>
        </p:nvSpPr>
        <p:spPr>
          <a:xfrm>
            <a:off x="4645378" y="3907597"/>
            <a:ext cx="570089" cy="230832"/>
          </a:xfrm>
          <a:prstGeom prst="rect">
            <a:avLst/>
          </a:prstGeom>
          <a:noFill/>
        </p:spPr>
        <p:txBody>
          <a:bodyPr wrap="square" rtlCol="0">
            <a:spAutoFit/>
          </a:bodyPr>
          <a:lstStyle/>
          <a:p>
            <a:pPr algn="ctr"/>
            <a:r>
              <a:rPr lang="en-US" sz="900" dirty="0"/>
              <a:t>72</a:t>
            </a:r>
          </a:p>
        </p:txBody>
      </p:sp>
    </p:spTree>
    <p:extLst>
      <p:ext uri="{BB962C8B-B14F-4D97-AF65-F5344CB8AC3E}">
        <p14:creationId xmlns:p14="http://schemas.microsoft.com/office/powerpoint/2010/main" val="32859240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E1B3E-4E86-7DBA-924D-246BF8677DC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6F26A3-1268-9BC2-54B5-AE692C91E50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19FA362-EE21-F7D9-BEF3-406E7484B32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533B1C6-9DEB-2A2D-0450-00BE7835A47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003C4B6-9957-804E-1F00-9201E6F5058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B7DFCEF-E97E-F103-378B-2F6503FA64C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9C3E798-6D66-1587-32F1-F795260F22C9}"/>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4BACFD8F-6CFE-D1F0-917B-45E1A77A1C68}"/>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A3B89E8A-D6DC-BE59-CB76-3534D485CAD5}"/>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CDD17B8C-D3A2-7B1F-E1E6-23A5FF7317BC}"/>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AA3683A1-47FD-A4A4-52F5-AD5661C12AA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F55546A2-F21F-2B97-B400-C01DCCAB24EA}"/>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3CF6162F-461E-70DF-7B6C-4A344A637717}"/>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27" name="TextBox 26">
            <a:extLst>
              <a:ext uri="{FF2B5EF4-FFF2-40B4-BE49-F238E27FC236}">
                <a16:creationId xmlns:a16="http://schemas.microsoft.com/office/drawing/2014/main" id="{CE4469BD-C27D-0695-76F7-D9E68D16B9E2}"/>
              </a:ext>
            </a:extLst>
          </p:cNvPr>
          <p:cNvSpPr txBox="1"/>
          <p:nvPr/>
        </p:nvSpPr>
        <p:spPr>
          <a:xfrm>
            <a:off x="5147734" y="1903821"/>
            <a:ext cx="570089" cy="230832"/>
          </a:xfrm>
          <a:prstGeom prst="rect">
            <a:avLst/>
          </a:prstGeom>
          <a:noFill/>
        </p:spPr>
        <p:txBody>
          <a:bodyPr wrap="square" rtlCol="0">
            <a:spAutoFit/>
          </a:bodyPr>
          <a:lstStyle/>
          <a:p>
            <a:pPr algn="ctr"/>
            <a:r>
              <a:rPr lang="en-US" sz="900" dirty="0"/>
              <a:t>56</a:t>
            </a:r>
          </a:p>
        </p:txBody>
      </p:sp>
      <p:sp>
        <p:nvSpPr>
          <p:cNvPr id="31" name="TextBox 30">
            <a:extLst>
              <a:ext uri="{FF2B5EF4-FFF2-40B4-BE49-F238E27FC236}">
                <a16:creationId xmlns:a16="http://schemas.microsoft.com/office/drawing/2014/main" id="{AD14B936-1BF1-4EFA-2147-35A8865033DC}"/>
              </a:ext>
            </a:extLst>
          </p:cNvPr>
          <p:cNvSpPr txBox="1"/>
          <p:nvPr/>
        </p:nvSpPr>
        <p:spPr>
          <a:xfrm>
            <a:off x="4143022" y="3907597"/>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B9B23288-71AF-79F4-49E3-F5B1C9BBEFA6}"/>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A18CC805-73B0-5054-C036-F86EDF48CC95}"/>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9F4511ED-4511-1242-B89A-D2986BA1610E}"/>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a:t>
            </a:r>
          </a:p>
        </p:txBody>
      </p:sp>
      <p:sp>
        <p:nvSpPr>
          <p:cNvPr id="41" name="TextBox 40">
            <a:extLst>
              <a:ext uri="{FF2B5EF4-FFF2-40B4-BE49-F238E27FC236}">
                <a16:creationId xmlns:a16="http://schemas.microsoft.com/office/drawing/2014/main" id="{08EF6AA4-ED3F-6592-B4D7-3DDA9E6A40E1}"/>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279B8C34-D110-A50E-CF96-60994A62C172}"/>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BB499D90-474B-B08D-1060-7ED79708C662}"/>
              </a:ext>
            </a:extLst>
          </p:cNvPr>
          <p:cNvSpPr txBox="1"/>
          <p:nvPr/>
        </p:nvSpPr>
        <p:spPr>
          <a:xfrm>
            <a:off x="7157158" y="3907597"/>
            <a:ext cx="570089" cy="230832"/>
          </a:xfrm>
          <a:prstGeom prst="rect">
            <a:avLst/>
          </a:prstGeom>
          <a:noFill/>
        </p:spPr>
        <p:txBody>
          <a:bodyPr wrap="square" rtlCol="0">
            <a:spAutoFit/>
          </a:bodyPr>
          <a:lstStyle/>
          <a:p>
            <a:pPr algn="ctr"/>
            <a:r>
              <a:rPr lang="en-US" sz="900" dirty="0"/>
              <a:t>246</a:t>
            </a:r>
          </a:p>
        </p:txBody>
      </p:sp>
      <p:sp>
        <p:nvSpPr>
          <p:cNvPr id="47" name="TextBox 46">
            <a:extLst>
              <a:ext uri="{FF2B5EF4-FFF2-40B4-BE49-F238E27FC236}">
                <a16:creationId xmlns:a16="http://schemas.microsoft.com/office/drawing/2014/main" id="{04AEC922-05DF-5834-E50D-CB6DB66841DD}"/>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a:t>
            </a:r>
          </a:p>
        </p:txBody>
      </p:sp>
      <p:sp>
        <p:nvSpPr>
          <p:cNvPr id="48" name="TextBox 47">
            <a:extLst>
              <a:ext uri="{FF2B5EF4-FFF2-40B4-BE49-F238E27FC236}">
                <a16:creationId xmlns:a16="http://schemas.microsoft.com/office/drawing/2014/main" id="{8B61D3AC-BB24-D45B-0F15-7AD97B26EF30}"/>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B8CE770F-0309-332E-C663-0214AE96F050}"/>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a:t>
            </a:r>
          </a:p>
        </p:txBody>
      </p:sp>
      <p:sp>
        <p:nvSpPr>
          <p:cNvPr id="51" name="TextBox 50">
            <a:extLst>
              <a:ext uri="{FF2B5EF4-FFF2-40B4-BE49-F238E27FC236}">
                <a16:creationId xmlns:a16="http://schemas.microsoft.com/office/drawing/2014/main" id="{A471D9A7-1D3F-C83A-530E-7E550C1EC382}"/>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4" name="TextBox 53">
            <a:extLst>
              <a:ext uri="{FF2B5EF4-FFF2-40B4-BE49-F238E27FC236}">
                <a16:creationId xmlns:a16="http://schemas.microsoft.com/office/drawing/2014/main" id="{7AAECBA7-62E8-162C-4A96-6F7D1E4EC44C}"/>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7" name="TextBox 56">
            <a:extLst>
              <a:ext uri="{FF2B5EF4-FFF2-40B4-BE49-F238E27FC236}">
                <a16:creationId xmlns:a16="http://schemas.microsoft.com/office/drawing/2014/main" id="{BBFC75DE-4651-32D6-863C-436623100B5A}"/>
              </a:ext>
            </a:extLst>
          </p:cNvPr>
          <p:cNvSpPr txBox="1"/>
          <p:nvPr/>
        </p:nvSpPr>
        <p:spPr>
          <a:xfrm>
            <a:off x="4645378" y="2905709"/>
            <a:ext cx="570089" cy="230832"/>
          </a:xfrm>
          <a:prstGeom prst="rect">
            <a:avLst/>
          </a:prstGeom>
          <a:noFill/>
        </p:spPr>
        <p:txBody>
          <a:bodyPr wrap="square" rtlCol="0">
            <a:spAutoFit/>
          </a:bodyPr>
          <a:lstStyle/>
          <a:p>
            <a:pPr algn="ctr"/>
            <a:r>
              <a:rPr lang="en-US" sz="900" dirty="0"/>
              <a:t>1356</a:t>
            </a:r>
          </a:p>
        </p:txBody>
      </p:sp>
      <p:sp>
        <p:nvSpPr>
          <p:cNvPr id="58" name="TextBox 57">
            <a:extLst>
              <a:ext uri="{FF2B5EF4-FFF2-40B4-BE49-F238E27FC236}">
                <a16:creationId xmlns:a16="http://schemas.microsoft.com/office/drawing/2014/main" id="{9188B261-7D85-4CF0-5A67-9697BCF2F03C}"/>
              </a:ext>
            </a:extLst>
          </p:cNvPr>
          <p:cNvSpPr txBox="1"/>
          <p:nvPr/>
        </p:nvSpPr>
        <p:spPr>
          <a:xfrm>
            <a:off x="5147734" y="2905709"/>
            <a:ext cx="570089" cy="230832"/>
          </a:xfrm>
          <a:prstGeom prst="rect">
            <a:avLst/>
          </a:prstGeom>
          <a:noFill/>
        </p:spPr>
        <p:txBody>
          <a:bodyPr wrap="square" rtlCol="0">
            <a:spAutoFit/>
          </a:bodyPr>
          <a:lstStyle/>
          <a:p>
            <a:pPr algn="ctr"/>
            <a:r>
              <a:rPr lang="en-US" sz="900" dirty="0"/>
              <a:t>13456</a:t>
            </a:r>
          </a:p>
        </p:txBody>
      </p:sp>
      <p:sp>
        <p:nvSpPr>
          <p:cNvPr id="59" name="TextBox 58">
            <a:extLst>
              <a:ext uri="{FF2B5EF4-FFF2-40B4-BE49-F238E27FC236}">
                <a16:creationId xmlns:a16="http://schemas.microsoft.com/office/drawing/2014/main" id="{CCA18E96-9CFC-F15C-2797-0528EA8D41B4}"/>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
        <p:nvSpPr>
          <p:cNvPr id="61" name="TextBox 60">
            <a:extLst>
              <a:ext uri="{FF2B5EF4-FFF2-40B4-BE49-F238E27FC236}">
                <a16:creationId xmlns:a16="http://schemas.microsoft.com/office/drawing/2014/main" id="{07742F57-3D2F-8D4E-E26A-B742B7A35079}"/>
              </a:ext>
            </a:extLst>
          </p:cNvPr>
          <p:cNvSpPr txBox="1"/>
          <p:nvPr/>
        </p:nvSpPr>
        <p:spPr>
          <a:xfrm>
            <a:off x="6152446" y="3406653"/>
            <a:ext cx="570089" cy="230832"/>
          </a:xfrm>
          <a:prstGeom prst="rect">
            <a:avLst/>
          </a:prstGeom>
          <a:noFill/>
        </p:spPr>
        <p:txBody>
          <a:bodyPr wrap="square" rtlCol="0">
            <a:spAutoFit/>
          </a:bodyPr>
          <a:lstStyle/>
          <a:p>
            <a:pPr algn="ctr"/>
            <a:r>
              <a:rPr lang="en-US" sz="900" dirty="0"/>
              <a:t>32</a:t>
            </a:r>
          </a:p>
        </p:txBody>
      </p:sp>
      <p:sp>
        <p:nvSpPr>
          <p:cNvPr id="65" name="TextBox 64">
            <a:extLst>
              <a:ext uri="{FF2B5EF4-FFF2-40B4-BE49-F238E27FC236}">
                <a16:creationId xmlns:a16="http://schemas.microsoft.com/office/drawing/2014/main" id="{2BA7C45C-F518-8504-F250-3389625A80FB}"/>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F224BD35-7510-98C8-C558-5FD74D251065}"/>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EEF3C7CD-73D1-76AF-D09A-395E3485CEF7}"/>
              </a:ext>
            </a:extLst>
          </p:cNvPr>
          <p:cNvSpPr txBox="1"/>
          <p:nvPr/>
        </p:nvSpPr>
        <p:spPr>
          <a:xfrm>
            <a:off x="4645378" y="4909484"/>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A6302863-D75C-C2F3-9216-4F98E4197CED}"/>
              </a:ext>
            </a:extLst>
          </p:cNvPr>
          <p:cNvSpPr txBox="1"/>
          <p:nvPr/>
        </p:nvSpPr>
        <p:spPr>
          <a:xfrm>
            <a:off x="5147734" y="4909484"/>
            <a:ext cx="570089" cy="230832"/>
          </a:xfrm>
          <a:prstGeom prst="rect">
            <a:avLst/>
          </a:prstGeom>
          <a:noFill/>
        </p:spPr>
        <p:txBody>
          <a:bodyPr wrap="square" rtlCol="0">
            <a:spAutoFit/>
          </a:bodyPr>
          <a:lstStyle/>
          <a:p>
            <a:pPr algn="ctr"/>
            <a:r>
              <a:rPr lang="en-US" sz="900" dirty="0"/>
              <a:t>1249</a:t>
            </a:r>
          </a:p>
        </p:txBody>
      </p:sp>
      <p:sp>
        <p:nvSpPr>
          <p:cNvPr id="67" name="TextBox 66">
            <a:extLst>
              <a:ext uri="{FF2B5EF4-FFF2-40B4-BE49-F238E27FC236}">
                <a16:creationId xmlns:a16="http://schemas.microsoft.com/office/drawing/2014/main" id="{E2D65231-53AE-B04F-F372-5CA61A960BE2}"/>
              </a:ext>
            </a:extLst>
          </p:cNvPr>
          <p:cNvSpPr txBox="1"/>
          <p:nvPr/>
        </p:nvSpPr>
        <p:spPr>
          <a:xfrm>
            <a:off x="5650090" y="4909484"/>
            <a:ext cx="570089" cy="230832"/>
          </a:xfrm>
          <a:prstGeom prst="rect">
            <a:avLst/>
          </a:prstGeom>
          <a:noFill/>
        </p:spPr>
        <p:txBody>
          <a:bodyPr wrap="square" rtlCol="0">
            <a:spAutoFit/>
          </a:bodyPr>
          <a:lstStyle/>
          <a:p>
            <a:pPr algn="ctr"/>
            <a:r>
              <a:rPr lang="en-US" sz="900" dirty="0"/>
              <a:t>1249</a:t>
            </a:r>
          </a:p>
        </p:txBody>
      </p:sp>
      <p:sp>
        <p:nvSpPr>
          <p:cNvPr id="68" name="TextBox 67">
            <a:extLst>
              <a:ext uri="{FF2B5EF4-FFF2-40B4-BE49-F238E27FC236}">
                <a16:creationId xmlns:a16="http://schemas.microsoft.com/office/drawing/2014/main" id="{DA403325-B86B-C79A-A712-3E3FA490811D}"/>
              </a:ext>
            </a:extLst>
          </p:cNvPr>
          <p:cNvSpPr txBox="1"/>
          <p:nvPr/>
        </p:nvSpPr>
        <p:spPr>
          <a:xfrm>
            <a:off x="3640666" y="2905709"/>
            <a:ext cx="570089" cy="230832"/>
          </a:xfrm>
          <a:prstGeom prst="rect">
            <a:avLst/>
          </a:prstGeom>
          <a:noFill/>
        </p:spPr>
        <p:txBody>
          <a:bodyPr wrap="square" rtlCol="0">
            <a:spAutoFit/>
          </a:bodyPr>
          <a:lstStyle/>
          <a:p>
            <a:pPr algn="ctr"/>
            <a:r>
              <a:rPr lang="en-US" sz="900" dirty="0"/>
              <a:t>46</a:t>
            </a:r>
          </a:p>
        </p:txBody>
      </p:sp>
      <p:sp>
        <p:nvSpPr>
          <p:cNvPr id="70" name="TextBox 69">
            <a:extLst>
              <a:ext uri="{FF2B5EF4-FFF2-40B4-BE49-F238E27FC236}">
                <a16:creationId xmlns:a16="http://schemas.microsoft.com/office/drawing/2014/main" id="{2582A0A9-5B6C-6080-A54E-F703832D7428}"/>
              </a:ext>
            </a:extLst>
          </p:cNvPr>
          <p:cNvSpPr txBox="1"/>
          <p:nvPr/>
        </p:nvSpPr>
        <p:spPr>
          <a:xfrm>
            <a:off x="3640666" y="3406653"/>
            <a:ext cx="570089" cy="230832"/>
          </a:xfrm>
          <a:prstGeom prst="rect">
            <a:avLst/>
          </a:prstGeom>
          <a:noFill/>
        </p:spPr>
        <p:txBody>
          <a:bodyPr wrap="square" rtlCol="0">
            <a:spAutoFit/>
          </a:bodyPr>
          <a:lstStyle/>
          <a:p>
            <a:pPr algn="ctr"/>
            <a:r>
              <a:rPr lang="en-US" sz="900" dirty="0"/>
              <a:t>64</a:t>
            </a:r>
          </a:p>
        </p:txBody>
      </p:sp>
      <p:sp>
        <p:nvSpPr>
          <p:cNvPr id="72" name="TextBox 71">
            <a:extLst>
              <a:ext uri="{FF2B5EF4-FFF2-40B4-BE49-F238E27FC236}">
                <a16:creationId xmlns:a16="http://schemas.microsoft.com/office/drawing/2014/main" id="{E929DA5D-3778-747B-EACE-6C9BBBFF392A}"/>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9C4E6EA1-93F5-1A95-A5C7-BAC17905473F}"/>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13AF313B-782B-04BB-8535-7CB8590260D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A0A94EBF-7BDD-C1FF-8346-43A511FFD5A2}"/>
              </a:ext>
            </a:extLst>
          </p:cNvPr>
          <p:cNvSpPr txBox="1"/>
          <p:nvPr/>
        </p:nvSpPr>
        <p:spPr>
          <a:xfrm>
            <a:off x="4645378" y="2404765"/>
            <a:ext cx="570089" cy="230832"/>
          </a:xfrm>
          <a:prstGeom prst="rect">
            <a:avLst/>
          </a:prstGeom>
          <a:no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5F4695FC-C100-D35E-EC3E-9D7BA64A4E9D}"/>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28FB0C7D-12F9-6D9E-2C2E-129E14078EE4}"/>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89A87CC9-13C0-8AE0-1D9E-5EA8B2208E58}"/>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89C83119-1AB8-21E3-1604-1DA285144B7B}"/>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096B7915-DE61-E97B-6751-323ED1C2A66F}"/>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A4272AB-CDB4-9F8A-03EC-9FD7DAF95C71}"/>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B4C448FF-7B49-18E1-37AB-2F4B7410AEA2}"/>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9163AB4B-0887-B9A4-91B6-67A0A30BFC29}"/>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B4E3A76B-B629-FCC2-21B5-CFF9D20D61B1}"/>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DA7DE8DF-6972-08D9-6B4F-97C5AE37AA47}"/>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53F72F7E-0037-11F6-C020-CF4DDBCEBF27}"/>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CE56FCC4-21E5-0CEB-2313-9A4FD7F81C58}"/>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5CC28DAC-E55B-BFBF-511D-902965B603B0}"/>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B2E58DB9-744E-73DE-A561-AFE6251ED01F}"/>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684D6E49-A304-AD3A-2C0C-BA1586AFC84C}"/>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D47FEC86-A971-72CA-E7A3-7A50EF550580}"/>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055A1FDD-4B7E-3937-48DD-69B26C9DDAB8}"/>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A4686652-DE58-C223-3470-59BD967E12DD}"/>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1B1ACF28-A3D7-C9AD-CDE9-967C34A4EB1E}"/>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08B8EE20-28B7-855C-6CC7-7EC47B594697}"/>
              </a:ext>
            </a:extLst>
          </p:cNvPr>
          <p:cNvSpPr txBox="1"/>
          <p:nvPr/>
        </p:nvSpPr>
        <p:spPr>
          <a:xfrm>
            <a:off x="4645378" y="4408541"/>
            <a:ext cx="570089" cy="230832"/>
          </a:xfrm>
          <a:prstGeom prst="rect">
            <a:avLst/>
          </a:prstGeom>
          <a:noFill/>
        </p:spPr>
        <p:txBody>
          <a:bodyPr wrap="square" rtlCol="0">
            <a:spAutoFit/>
          </a:bodyPr>
          <a:lstStyle/>
          <a:p>
            <a:pPr algn="ctr"/>
            <a:r>
              <a:rPr lang="en-US" sz="900" dirty="0"/>
              <a:t>278</a:t>
            </a:r>
          </a:p>
        </p:txBody>
      </p:sp>
      <p:sp>
        <p:nvSpPr>
          <p:cNvPr id="38" name="TextBox 37">
            <a:extLst>
              <a:ext uri="{FF2B5EF4-FFF2-40B4-BE49-F238E27FC236}">
                <a16:creationId xmlns:a16="http://schemas.microsoft.com/office/drawing/2014/main" id="{3CA9F08D-F4B3-7F9F-5C5B-DAB24E78B28F}"/>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966C9953-7EEE-7A89-E3E0-8B067F752C15}"/>
              </a:ext>
            </a:extLst>
          </p:cNvPr>
          <p:cNvSpPr txBox="1"/>
          <p:nvPr/>
        </p:nvSpPr>
        <p:spPr>
          <a:xfrm>
            <a:off x="5650090" y="2905709"/>
            <a:ext cx="570089" cy="230832"/>
          </a:xfrm>
          <a:prstGeom prst="rect">
            <a:avLst/>
          </a:prstGeom>
          <a:noFill/>
        </p:spPr>
        <p:txBody>
          <a:bodyPr wrap="square" rtlCol="0">
            <a:spAutoFit/>
          </a:bodyPr>
          <a:lstStyle/>
          <a:p>
            <a:pPr algn="ctr"/>
            <a:r>
              <a:rPr lang="en-US" sz="900" dirty="0"/>
              <a:t>347</a:t>
            </a:r>
          </a:p>
        </p:txBody>
      </p:sp>
      <p:sp>
        <p:nvSpPr>
          <p:cNvPr id="77" name="TextBox 76">
            <a:extLst>
              <a:ext uri="{FF2B5EF4-FFF2-40B4-BE49-F238E27FC236}">
                <a16:creationId xmlns:a16="http://schemas.microsoft.com/office/drawing/2014/main" id="{0B2348C3-989E-9941-38EF-DC9EA208CCE2}"/>
              </a:ext>
            </a:extLst>
          </p:cNvPr>
          <p:cNvSpPr txBox="1"/>
          <p:nvPr/>
        </p:nvSpPr>
        <p:spPr>
          <a:xfrm>
            <a:off x="5147734" y="3406653"/>
            <a:ext cx="570089" cy="230832"/>
          </a:xfrm>
          <a:prstGeom prst="rect">
            <a:avLst/>
          </a:prstGeom>
          <a:noFill/>
        </p:spPr>
        <p:txBody>
          <a:bodyPr wrap="square" rtlCol="0">
            <a:spAutoFit/>
          </a:bodyPr>
          <a:lstStyle/>
          <a:p>
            <a:pPr algn="ctr"/>
            <a:r>
              <a:rPr lang="en-US" sz="900" dirty="0"/>
              <a:t>34789</a:t>
            </a:r>
          </a:p>
        </p:txBody>
      </p:sp>
      <p:sp>
        <p:nvSpPr>
          <p:cNvPr id="84" name="TextBox 83">
            <a:extLst>
              <a:ext uri="{FF2B5EF4-FFF2-40B4-BE49-F238E27FC236}">
                <a16:creationId xmlns:a16="http://schemas.microsoft.com/office/drawing/2014/main" id="{BCAEFA9A-87A8-2AB1-C252-E859B7C13E36}"/>
              </a:ext>
            </a:extLst>
          </p:cNvPr>
          <p:cNvSpPr txBox="1"/>
          <p:nvPr/>
        </p:nvSpPr>
        <p:spPr>
          <a:xfrm>
            <a:off x="5650090" y="3406653"/>
            <a:ext cx="570089" cy="230832"/>
          </a:xfrm>
          <a:prstGeom prst="rect">
            <a:avLst/>
          </a:prstGeom>
          <a:noFill/>
        </p:spPr>
        <p:txBody>
          <a:bodyPr wrap="square" rtlCol="0">
            <a:spAutoFit/>
          </a:bodyPr>
          <a:lstStyle/>
          <a:p>
            <a:pPr algn="ctr"/>
            <a:r>
              <a:rPr lang="en-US" sz="900" dirty="0"/>
              <a:t>3479</a:t>
            </a:r>
          </a:p>
        </p:txBody>
      </p:sp>
      <p:sp>
        <p:nvSpPr>
          <p:cNvPr id="85" name="TextBox 84">
            <a:extLst>
              <a:ext uri="{FF2B5EF4-FFF2-40B4-BE49-F238E27FC236}">
                <a16:creationId xmlns:a16="http://schemas.microsoft.com/office/drawing/2014/main" id="{7849CF8B-4BFD-4684-87F0-8AC16E06E717}"/>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A22F42B4-5194-71FF-ECFD-5BF45E9D8B9B}"/>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E93BD0FA-8C19-4009-4868-A8C73B897719}"/>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CEC26E96-9D29-0FE7-5C24-8A80797B510C}"/>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ED79A740-4432-6F5A-6F8F-C0F84B0D0331}"/>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3CDEB09B-2F5F-1112-C38E-53726E8B9959}"/>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53061458-6C1A-7BB4-2BDD-4D39CCEF0245}"/>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3F643B57-58E1-3BDB-E693-BDD5BDBC412A}"/>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E5D32D38-117A-C535-9DC3-244E015A96C3}"/>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2CA05CC2-4426-48F0-3ABB-8598FF03E2D8}"/>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B7E9F400-233A-2972-BD14-D2DA4DB394A0}"/>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ABC2F32B-BFA0-A4DF-DECA-74FB42986AFE}"/>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78967108-EADF-9489-BDBB-4461032BF9BA}"/>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58B06034-AACC-321D-2DB1-0271728B6827}"/>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3D5D9FDC-2DDC-E10A-FB07-BF96A28311F9}"/>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B149899B-E91A-B224-6155-8773A48B5983}"/>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91" name="TextBox 90">
            <a:extLst>
              <a:ext uri="{FF2B5EF4-FFF2-40B4-BE49-F238E27FC236}">
                <a16:creationId xmlns:a16="http://schemas.microsoft.com/office/drawing/2014/main" id="{196CAD75-DC18-F18A-75B3-4BDCB164698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92" name="TextBox 91">
            <a:extLst>
              <a:ext uri="{FF2B5EF4-FFF2-40B4-BE49-F238E27FC236}">
                <a16:creationId xmlns:a16="http://schemas.microsoft.com/office/drawing/2014/main" id="{6F18A525-2D60-978A-6215-49351FDA36DE}"/>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DEA56843-A6F4-120D-B25B-77613CFABD7B}"/>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7221956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777F4-4895-6830-7A2B-BE900574D2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FBC7B0-0B34-A77E-A4E6-1AAE4B1B576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B14F542-73A2-4874-CFCB-CA232278738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14AE522-D986-EF28-5FA4-071B8EAE643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7BD3682-B3FF-2F71-3C12-AED8D862CDD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1350A52-F078-E6F2-90FD-5BEB5A4FCBD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E27C554-650B-A7DC-9846-EDB380175CF6}"/>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4A402947-7214-4BF0-4FB3-ED1BC96D0199}"/>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65705133-8E62-4922-A1CE-FF8E139B796C}"/>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D925ED20-C25C-B755-BCC7-32CF5AB33458}"/>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F96911D9-6EC9-78A2-CA37-82E7E3E18145}"/>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C3EC501B-026D-A716-FC7B-37A282DBC880}"/>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AD645A89-71DB-A4C2-DB76-7DC342614467}"/>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34" name="TextBox 33">
            <a:extLst>
              <a:ext uri="{FF2B5EF4-FFF2-40B4-BE49-F238E27FC236}">
                <a16:creationId xmlns:a16="http://schemas.microsoft.com/office/drawing/2014/main" id="{CBBFD28B-DF41-BDD8-E800-7191FBBAB472}"/>
              </a:ext>
            </a:extLst>
          </p:cNvPr>
          <p:cNvSpPr txBox="1"/>
          <p:nvPr/>
        </p:nvSpPr>
        <p:spPr>
          <a:xfrm>
            <a:off x="4143022" y="4408541"/>
            <a:ext cx="570089" cy="230832"/>
          </a:xfrm>
          <a:prstGeom prst="rect">
            <a:avLst/>
          </a:prstGeom>
          <a:noFill/>
        </p:spPr>
        <p:txBody>
          <a:bodyPr wrap="square" rtlCol="0">
            <a:spAutoFit/>
          </a:bodyPr>
          <a:lstStyle/>
          <a:p>
            <a:pPr algn="ctr"/>
            <a:r>
              <a:rPr lang="en-US" sz="900" dirty="0"/>
              <a:t>234</a:t>
            </a:r>
          </a:p>
        </p:txBody>
      </p:sp>
      <p:sp>
        <p:nvSpPr>
          <p:cNvPr id="37" name="TextBox 36">
            <a:extLst>
              <a:ext uri="{FF2B5EF4-FFF2-40B4-BE49-F238E27FC236}">
                <a16:creationId xmlns:a16="http://schemas.microsoft.com/office/drawing/2014/main" id="{47D54892-E5A8-EA3C-671A-C75E30C57D06}"/>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a:t>
            </a:r>
          </a:p>
        </p:txBody>
      </p:sp>
      <p:sp>
        <p:nvSpPr>
          <p:cNvPr id="40" name="TextBox 39">
            <a:extLst>
              <a:ext uri="{FF2B5EF4-FFF2-40B4-BE49-F238E27FC236}">
                <a16:creationId xmlns:a16="http://schemas.microsoft.com/office/drawing/2014/main" id="{53675146-CAF8-F926-4F20-4626B643D189}"/>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008F825E-0E33-7016-9421-3176B6038494}"/>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4C18A0DE-232E-594E-2199-7AAE4F378191}"/>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467746C4-FADF-589B-212E-04B6ED34D033}"/>
              </a:ext>
            </a:extLst>
          </p:cNvPr>
          <p:cNvSpPr txBox="1"/>
          <p:nvPr/>
        </p:nvSpPr>
        <p:spPr>
          <a:xfrm>
            <a:off x="7157158" y="3907597"/>
            <a:ext cx="570089" cy="230832"/>
          </a:xfrm>
          <a:prstGeom prst="rect">
            <a:avLst/>
          </a:prstGeom>
          <a:noFill/>
        </p:spPr>
        <p:txBody>
          <a:bodyPr wrap="square" rtlCol="0">
            <a:spAutoFit/>
          </a:bodyPr>
          <a:lstStyle/>
          <a:p>
            <a:pPr algn="ctr"/>
            <a:r>
              <a:rPr lang="en-US" sz="900" dirty="0"/>
              <a:t>46</a:t>
            </a:r>
          </a:p>
        </p:txBody>
      </p:sp>
      <p:sp>
        <p:nvSpPr>
          <p:cNvPr id="47" name="TextBox 46">
            <a:extLst>
              <a:ext uri="{FF2B5EF4-FFF2-40B4-BE49-F238E27FC236}">
                <a16:creationId xmlns:a16="http://schemas.microsoft.com/office/drawing/2014/main" id="{67671840-8343-495F-109D-D0F794CCD455}"/>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a:t>
            </a:r>
          </a:p>
        </p:txBody>
      </p:sp>
      <p:sp>
        <p:nvSpPr>
          <p:cNvPr id="48" name="TextBox 47">
            <a:extLst>
              <a:ext uri="{FF2B5EF4-FFF2-40B4-BE49-F238E27FC236}">
                <a16:creationId xmlns:a16="http://schemas.microsoft.com/office/drawing/2014/main" id="{2363AC00-B41F-14E1-ADE6-1BB4EEA79213}"/>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49F746D1-1408-0B1A-586D-697FF7ACF15B}"/>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a:t>
            </a:r>
          </a:p>
        </p:txBody>
      </p:sp>
      <p:sp>
        <p:nvSpPr>
          <p:cNvPr id="51" name="TextBox 50">
            <a:extLst>
              <a:ext uri="{FF2B5EF4-FFF2-40B4-BE49-F238E27FC236}">
                <a16:creationId xmlns:a16="http://schemas.microsoft.com/office/drawing/2014/main" id="{CAEC2F8C-7339-7024-46D5-27CF04F90531}"/>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4" name="TextBox 53">
            <a:extLst>
              <a:ext uri="{FF2B5EF4-FFF2-40B4-BE49-F238E27FC236}">
                <a16:creationId xmlns:a16="http://schemas.microsoft.com/office/drawing/2014/main" id="{44858CB9-989C-F5F5-E6BE-409F7B1D4542}"/>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8" name="TextBox 57">
            <a:extLst>
              <a:ext uri="{FF2B5EF4-FFF2-40B4-BE49-F238E27FC236}">
                <a16:creationId xmlns:a16="http://schemas.microsoft.com/office/drawing/2014/main" id="{34942DAF-1CD2-9651-3D00-D9C741B5D9D0}"/>
              </a:ext>
            </a:extLst>
          </p:cNvPr>
          <p:cNvSpPr txBox="1"/>
          <p:nvPr/>
        </p:nvSpPr>
        <p:spPr>
          <a:xfrm>
            <a:off x="5147734" y="2905709"/>
            <a:ext cx="570089" cy="230832"/>
          </a:xfrm>
          <a:prstGeom prst="rect">
            <a:avLst/>
          </a:prstGeom>
          <a:noFill/>
        </p:spPr>
        <p:txBody>
          <a:bodyPr wrap="square" rtlCol="0">
            <a:spAutoFit/>
          </a:bodyPr>
          <a:lstStyle/>
          <a:p>
            <a:pPr algn="ctr"/>
            <a:r>
              <a:rPr lang="en-US" sz="900" dirty="0"/>
              <a:t>345</a:t>
            </a:r>
          </a:p>
        </p:txBody>
      </p:sp>
      <p:sp>
        <p:nvSpPr>
          <p:cNvPr id="65" name="TextBox 64">
            <a:extLst>
              <a:ext uri="{FF2B5EF4-FFF2-40B4-BE49-F238E27FC236}">
                <a16:creationId xmlns:a16="http://schemas.microsoft.com/office/drawing/2014/main" id="{571F6ECA-18B0-D4EE-4555-3810C111D259}"/>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DB3AD12E-29F3-2AB1-51D0-FD0DCA9C2625}"/>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514554DF-7569-0B75-DABE-9683220FA014}"/>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
        <p:nvSpPr>
          <p:cNvPr id="67" name="TextBox 66">
            <a:extLst>
              <a:ext uri="{FF2B5EF4-FFF2-40B4-BE49-F238E27FC236}">
                <a16:creationId xmlns:a16="http://schemas.microsoft.com/office/drawing/2014/main" id="{E7D104B5-703B-4D1F-4747-612C7B20A839}"/>
              </a:ext>
            </a:extLst>
          </p:cNvPr>
          <p:cNvSpPr txBox="1"/>
          <p:nvPr/>
        </p:nvSpPr>
        <p:spPr>
          <a:xfrm>
            <a:off x="5650090" y="4909484"/>
            <a:ext cx="570089" cy="230832"/>
          </a:xfrm>
          <a:prstGeom prst="rect">
            <a:avLst/>
          </a:prstGeom>
          <a:noFill/>
        </p:spPr>
        <p:txBody>
          <a:bodyPr wrap="square" rtlCol="0">
            <a:spAutoFit/>
          </a:bodyPr>
          <a:lstStyle/>
          <a:p>
            <a:pPr algn="ctr"/>
            <a:r>
              <a:rPr lang="en-US" sz="900" dirty="0"/>
              <a:t>149</a:t>
            </a:r>
          </a:p>
        </p:txBody>
      </p:sp>
      <p:sp>
        <p:nvSpPr>
          <p:cNvPr id="72" name="TextBox 71">
            <a:extLst>
              <a:ext uri="{FF2B5EF4-FFF2-40B4-BE49-F238E27FC236}">
                <a16:creationId xmlns:a16="http://schemas.microsoft.com/office/drawing/2014/main" id="{971CAD9C-CDD4-E571-44D1-362E0F451BD9}"/>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59E52590-3B39-FE60-B7C7-182AA77AED2A}"/>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991CE322-A6A5-CF23-E4E4-3491CDB0BD5B}"/>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C0063118-966D-92A9-D655-5BA2C9E307C5}"/>
              </a:ext>
            </a:extLst>
          </p:cNvPr>
          <p:cNvSpPr txBox="1"/>
          <p:nvPr/>
        </p:nvSpPr>
        <p:spPr>
          <a:xfrm>
            <a:off x="4645378" y="2404765"/>
            <a:ext cx="570089" cy="230832"/>
          </a:xfrm>
          <a:prstGeom prst="rect">
            <a:avLst/>
          </a:prstGeom>
          <a:no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134997E1-79F9-1D75-4EBE-8D139B494A80}"/>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592EF1BE-0309-1276-5E51-CC8AA18CB2AA}"/>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42BF9E28-0C8D-7746-88CE-938A319AA68A}"/>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494182D9-DAC7-2D03-7928-560B6B85D96D}"/>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31CC5348-5260-53DE-E654-E980F6F434A9}"/>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F81D41AF-5395-13ED-A2D3-C736B006552A}"/>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4707D1A4-1454-F9CB-77D3-6549AD6404FD}"/>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EC524DBF-5B2E-7B85-8C40-BE489CA0FDEF}"/>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A3CD8024-FD03-6EE8-22A1-90DCA65596FB}"/>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87F3EA20-557F-E56F-9FEE-648D1A815CA6}"/>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FEA22C41-0328-408F-984C-12BD38B4CE4C}"/>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8A2101E9-0C30-C832-ED40-E8B5779CE86B}"/>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934AF38D-819F-7DE3-C69A-24DB11B3C8D0}"/>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592AFCE8-F3F9-C2DC-941D-B312B05C5880}"/>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9110B0B0-63FC-3ACB-AEBF-E8BA3A631207}"/>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A4332F7-0587-9646-48BE-B484126E953A}"/>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8754324C-CDF3-D1DA-0479-8C67D24C5348}"/>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6C19EE12-2257-0AD0-7B78-2F4A3864BF8A}"/>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3C881EBD-C521-F1BA-E6DE-C171028C0188}"/>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a:t>
            </a:r>
          </a:p>
        </p:txBody>
      </p:sp>
      <p:sp>
        <p:nvSpPr>
          <p:cNvPr id="36" name="TextBox 35">
            <a:extLst>
              <a:ext uri="{FF2B5EF4-FFF2-40B4-BE49-F238E27FC236}">
                <a16:creationId xmlns:a16="http://schemas.microsoft.com/office/drawing/2014/main" id="{C561E0BF-B041-F5AB-72ED-F3C733FE2941}"/>
              </a:ext>
            </a:extLst>
          </p:cNvPr>
          <p:cNvSpPr txBox="1"/>
          <p:nvPr/>
        </p:nvSpPr>
        <p:spPr>
          <a:xfrm>
            <a:off x="4645378" y="4408541"/>
            <a:ext cx="570089" cy="230832"/>
          </a:xfrm>
          <a:prstGeom prst="rect">
            <a:avLst/>
          </a:prstGeom>
          <a:noFill/>
        </p:spPr>
        <p:txBody>
          <a:bodyPr wrap="square" rtlCol="0">
            <a:spAutoFit/>
          </a:bodyPr>
          <a:lstStyle/>
          <a:p>
            <a:pPr algn="ctr"/>
            <a:r>
              <a:rPr lang="en-US" sz="900" dirty="0"/>
              <a:t>78</a:t>
            </a:r>
          </a:p>
        </p:txBody>
      </p:sp>
      <p:sp>
        <p:nvSpPr>
          <p:cNvPr id="38" name="TextBox 37">
            <a:extLst>
              <a:ext uri="{FF2B5EF4-FFF2-40B4-BE49-F238E27FC236}">
                <a16:creationId xmlns:a16="http://schemas.microsoft.com/office/drawing/2014/main" id="{0FB05B64-4B9C-7E54-53EB-1FEBB2D06955}"/>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D2E01695-AB0C-778F-D20D-D5B3D65A7C75}"/>
              </a:ext>
            </a:extLst>
          </p:cNvPr>
          <p:cNvSpPr txBox="1"/>
          <p:nvPr/>
        </p:nvSpPr>
        <p:spPr>
          <a:xfrm>
            <a:off x="5650090" y="2905709"/>
            <a:ext cx="570089" cy="230832"/>
          </a:xfrm>
          <a:prstGeom prst="rect">
            <a:avLst/>
          </a:prstGeom>
          <a:noFill/>
        </p:spPr>
        <p:txBody>
          <a:bodyPr wrap="square" rtlCol="0">
            <a:spAutoFit/>
          </a:bodyPr>
          <a:lstStyle/>
          <a:p>
            <a:pPr algn="ctr"/>
            <a:r>
              <a:rPr lang="en-US" sz="900" dirty="0"/>
              <a:t>347</a:t>
            </a:r>
          </a:p>
        </p:txBody>
      </p:sp>
      <p:sp>
        <p:nvSpPr>
          <p:cNvPr id="77" name="TextBox 76">
            <a:extLst>
              <a:ext uri="{FF2B5EF4-FFF2-40B4-BE49-F238E27FC236}">
                <a16:creationId xmlns:a16="http://schemas.microsoft.com/office/drawing/2014/main" id="{D3AA01C6-58EF-758A-A040-5CB8F534C7D7}"/>
              </a:ext>
            </a:extLst>
          </p:cNvPr>
          <p:cNvSpPr txBox="1"/>
          <p:nvPr/>
        </p:nvSpPr>
        <p:spPr>
          <a:xfrm>
            <a:off x="5147734" y="3406653"/>
            <a:ext cx="570089" cy="230832"/>
          </a:xfrm>
          <a:prstGeom prst="rect">
            <a:avLst/>
          </a:prstGeom>
          <a:noFill/>
        </p:spPr>
        <p:txBody>
          <a:bodyPr wrap="square" rtlCol="0">
            <a:spAutoFit/>
          </a:bodyPr>
          <a:lstStyle/>
          <a:p>
            <a:pPr algn="ctr"/>
            <a:r>
              <a:rPr lang="en-US" sz="900" dirty="0"/>
              <a:t>34789</a:t>
            </a:r>
          </a:p>
        </p:txBody>
      </p:sp>
      <p:sp>
        <p:nvSpPr>
          <p:cNvPr id="84" name="TextBox 83">
            <a:extLst>
              <a:ext uri="{FF2B5EF4-FFF2-40B4-BE49-F238E27FC236}">
                <a16:creationId xmlns:a16="http://schemas.microsoft.com/office/drawing/2014/main" id="{9AD5EBB7-8279-4A3D-D7AF-F28E48A3FE27}"/>
              </a:ext>
            </a:extLst>
          </p:cNvPr>
          <p:cNvSpPr txBox="1"/>
          <p:nvPr/>
        </p:nvSpPr>
        <p:spPr>
          <a:xfrm>
            <a:off x="5650090" y="3406653"/>
            <a:ext cx="570089" cy="230832"/>
          </a:xfrm>
          <a:prstGeom prst="rect">
            <a:avLst/>
          </a:prstGeom>
          <a:noFill/>
        </p:spPr>
        <p:txBody>
          <a:bodyPr wrap="square" rtlCol="0">
            <a:spAutoFit/>
          </a:bodyPr>
          <a:lstStyle/>
          <a:p>
            <a:pPr algn="ctr"/>
            <a:r>
              <a:rPr lang="en-US" sz="900" dirty="0"/>
              <a:t>3479</a:t>
            </a:r>
          </a:p>
        </p:txBody>
      </p:sp>
      <p:sp>
        <p:nvSpPr>
          <p:cNvPr id="85" name="TextBox 84">
            <a:extLst>
              <a:ext uri="{FF2B5EF4-FFF2-40B4-BE49-F238E27FC236}">
                <a16:creationId xmlns:a16="http://schemas.microsoft.com/office/drawing/2014/main" id="{780F63A5-8A2B-496B-47EB-71181C073190}"/>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7DD9D76C-154F-4D21-DC54-9B64A7DEF765}"/>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DD64CB30-2205-33AA-969E-1A0CAB3F830E}"/>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A39DDDA-0DFD-237D-4F61-E76A5F560D29}"/>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BBFED684-B5D7-AD43-0DDA-F73AE77E78C7}"/>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88A10B8F-E5F8-8981-6352-68F5F32F6D53}"/>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70CAAB13-FDDC-F3B8-F23A-4599456BBAD6}"/>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33F1E464-3998-B811-1A80-5ACD2CA5ACA1}"/>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D0AC4F76-76DF-1CAB-6046-6A26518AF4DF}"/>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04129045-FACF-5C6B-3679-83640F1DE6CE}"/>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0AB04C33-93C5-2E37-87DF-885AA05E0E68}"/>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185461F-9DE4-488F-60DC-E1733999D9EA}"/>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991EC4F7-02F4-4DF1-F7C8-C7D26463D429}"/>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3C106417-8E68-71AE-6D78-0840C875A317}"/>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434B1896-ED86-D675-BBC4-4E6C4047E3DB}"/>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C102C643-EFFF-D5A3-EFF0-3FCE68913CCC}"/>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6" name="TextBox 75">
            <a:extLst>
              <a:ext uri="{FF2B5EF4-FFF2-40B4-BE49-F238E27FC236}">
                <a16:creationId xmlns:a16="http://schemas.microsoft.com/office/drawing/2014/main" id="{B222BD24-4427-ADC9-7B90-02340A0BA5B3}"/>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92909D31-522A-E87F-C3E1-575FD8E64EFB}"/>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FDE8F508-3750-455A-4BE9-BB2D36CD5664}"/>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1" name="TextBox 90">
            <a:extLst>
              <a:ext uri="{FF2B5EF4-FFF2-40B4-BE49-F238E27FC236}">
                <a16:creationId xmlns:a16="http://schemas.microsoft.com/office/drawing/2014/main" id="{2F5C00F5-B7DF-0E5F-F45B-85E92E7E35DC}"/>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2" name="TextBox 91">
            <a:extLst>
              <a:ext uri="{FF2B5EF4-FFF2-40B4-BE49-F238E27FC236}">
                <a16:creationId xmlns:a16="http://schemas.microsoft.com/office/drawing/2014/main" id="{67807F6C-031D-AC72-A6E8-FE170523EFA3}"/>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6104DB23-8119-8013-BE08-ABA2D1B639A7}"/>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4" name="TextBox 93">
            <a:extLst>
              <a:ext uri="{FF2B5EF4-FFF2-40B4-BE49-F238E27FC236}">
                <a16:creationId xmlns:a16="http://schemas.microsoft.com/office/drawing/2014/main" id="{DFC1AF51-9292-BE7A-72ED-E4CD90ABB994}"/>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95" name="TextBox 94">
            <a:extLst>
              <a:ext uri="{FF2B5EF4-FFF2-40B4-BE49-F238E27FC236}">
                <a16:creationId xmlns:a16="http://schemas.microsoft.com/office/drawing/2014/main" id="{04620615-0577-611E-58F9-D49D5F3F7D7F}"/>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6" name="TextBox 95">
            <a:extLst>
              <a:ext uri="{FF2B5EF4-FFF2-40B4-BE49-F238E27FC236}">
                <a16:creationId xmlns:a16="http://schemas.microsoft.com/office/drawing/2014/main" id="{929C1FA2-B81C-F517-23AA-4242AA3D96E3}"/>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97" name="TextBox 96">
            <a:extLst>
              <a:ext uri="{FF2B5EF4-FFF2-40B4-BE49-F238E27FC236}">
                <a16:creationId xmlns:a16="http://schemas.microsoft.com/office/drawing/2014/main" id="{9C967F72-178F-F1FF-4802-64A0DEE1C7B2}"/>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98" name="TextBox 97">
            <a:extLst>
              <a:ext uri="{FF2B5EF4-FFF2-40B4-BE49-F238E27FC236}">
                <a16:creationId xmlns:a16="http://schemas.microsoft.com/office/drawing/2014/main" id="{86412154-6B94-97D5-DC84-457E3876657C}"/>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5019021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2A629-5429-3393-78D8-1C96F6C7BAD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A2F945-6DFB-2CC5-A6DC-A4BBFC2AC98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5F101B3-CC48-C3AB-35A8-CA76E87A65A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C732144-647B-B1DD-58AB-62AC3B6EC03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BB92916-B719-E999-D7A5-AA9DC81D6AC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D41F131-A2D7-786E-0310-68CCC030820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848868C-3EB7-2BF8-0E6C-882543502802}"/>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D4E990D9-67B4-7DED-37E9-887130F839D2}"/>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4CECE59E-6DC6-C89F-5F6D-6B410E0D050E}"/>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DE007090-7B46-47FA-4770-A88C4BAE9D80}"/>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50FBBD81-1933-7E25-2D14-E1D5F7579B35}"/>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9F737C49-41F3-5C53-4D41-8B95C42F13CE}"/>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FC6D323C-8E21-2C42-80F0-D91598D5C62A}"/>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34" name="TextBox 33">
            <a:extLst>
              <a:ext uri="{FF2B5EF4-FFF2-40B4-BE49-F238E27FC236}">
                <a16:creationId xmlns:a16="http://schemas.microsoft.com/office/drawing/2014/main" id="{16C90C8A-A270-E249-B522-CA2BAD6850FF}"/>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37" name="TextBox 36">
            <a:extLst>
              <a:ext uri="{FF2B5EF4-FFF2-40B4-BE49-F238E27FC236}">
                <a16:creationId xmlns:a16="http://schemas.microsoft.com/office/drawing/2014/main" id="{6816325B-8849-9857-C655-C73840B66451}"/>
              </a:ext>
            </a:extLst>
          </p:cNvPr>
          <p:cNvSpPr txBox="1"/>
          <p:nvPr/>
        </p:nvSpPr>
        <p:spPr>
          <a:xfrm>
            <a:off x="4143022" y="4909484"/>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8F55B1DF-5B54-1E56-455A-1A829775CF6D}"/>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FA821BD0-7012-CAA5-C575-4063F0DE878C}"/>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84D7D2D7-A68E-979B-2EFE-69F208398BAA}"/>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7" name="TextBox 46">
            <a:extLst>
              <a:ext uri="{FF2B5EF4-FFF2-40B4-BE49-F238E27FC236}">
                <a16:creationId xmlns:a16="http://schemas.microsoft.com/office/drawing/2014/main" id="{38BE5C49-D838-8DF4-B148-E05E2E1D06EA}"/>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a:t>
            </a:r>
          </a:p>
        </p:txBody>
      </p:sp>
      <p:sp>
        <p:nvSpPr>
          <p:cNvPr id="48" name="TextBox 47">
            <a:extLst>
              <a:ext uri="{FF2B5EF4-FFF2-40B4-BE49-F238E27FC236}">
                <a16:creationId xmlns:a16="http://schemas.microsoft.com/office/drawing/2014/main" id="{BCD13BF3-8172-8005-EF69-C1294C456FB8}"/>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71DC89B3-11E6-CA0E-12A4-50B210E7ACDA}"/>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a:t>
            </a:r>
          </a:p>
        </p:txBody>
      </p:sp>
      <p:sp>
        <p:nvSpPr>
          <p:cNvPr id="51" name="TextBox 50">
            <a:extLst>
              <a:ext uri="{FF2B5EF4-FFF2-40B4-BE49-F238E27FC236}">
                <a16:creationId xmlns:a16="http://schemas.microsoft.com/office/drawing/2014/main" id="{CB0EABEE-86FA-C671-1B98-995D59E2174B}"/>
              </a:ext>
            </a:extLst>
          </p:cNvPr>
          <p:cNvSpPr txBox="1"/>
          <p:nvPr/>
        </p:nvSpPr>
        <p:spPr>
          <a:xfrm>
            <a:off x="7157158" y="4909484"/>
            <a:ext cx="570089" cy="230832"/>
          </a:xfrm>
          <a:prstGeom prst="rect">
            <a:avLst/>
          </a:prstGeom>
          <a:noFill/>
        </p:spPr>
        <p:txBody>
          <a:bodyPr wrap="square" rtlCol="0">
            <a:spAutoFit/>
          </a:bodyPr>
          <a:lstStyle/>
          <a:p>
            <a:pPr algn="ctr"/>
            <a:r>
              <a:rPr lang="en-US" sz="900" dirty="0"/>
              <a:t>2345</a:t>
            </a:r>
          </a:p>
        </p:txBody>
      </p:sp>
      <p:sp>
        <p:nvSpPr>
          <p:cNvPr id="54" name="TextBox 53">
            <a:extLst>
              <a:ext uri="{FF2B5EF4-FFF2-40B4-BE49-F238E27FC236}">
                <a16:creationId xmlns:a16="http://schemas.microsoft.com/office/drawing/2014/main" id="{9C14943E-D491-322D-0753-CAA537B3D7D1}"/>
              </a:ext>
            </a:extLst>
          </p:cNvPr>
          <p:cNvSpPr txBox="1"/>
          <p:nvPr/>
        </p:nvSpPr>
        <p:spPr>
          <a:xfrm>
            <a:off x="5147734" y="2404765"/>
            <a:ext cx="570089" cy="230832"/>
          </a:xfrm>
          <a:prstGeom prst="rect">
            <a:avLst/>
          </a:prstGeom>
          <a:noFill/>
        </p:spPr>
        <p:txBody>
          <a:bodyPr wrap="square" rtlCol="0">
            <a:spAutoFit/>
          </a:bodyPr>
          <a:lstStyle/>
          <a:p>
            <a:pPr algn="ctr"/>
            <a:r>
              <a:rPr lang="en-US" sz="900" dirty="0"/>
              <a:t>145</a:t>
            </a:r>
          </a:p>
        </p:txBody>
      </p:sp>
      <p:sp>
        <p:nvSpPr>
          <p:cNvPr id="58" name="TextBox 57">
            <a:extLst>
              <a:ext uri="{FF2B5EF4-FFF2-40B4-BE49-F238E27FC236}">
                <a16:creationId xmlns:a16="http://schemas.microsoft.com/office/drawing/2014/main" id="{ED25AD59-7538-7E8B-85B6-82B10EB69038}"/>
              </a:ext>
            </a:extLst>
          </p:cNvPr>
          <p:cNvSpPr txBox="1"/>
          <p:nvPr/>
        </p:nvSpPr>
        <p:spPr>
          <a:xfrm>
            <a:off x="5147734" y="2905709"/>
            <a:ext cx="570089" cy="230832"/>
          </a:xfrm>
          <a:prstGeom prst="rect">
            <a:avLst/>
          </a:prstGeom>
          <a:noFill/>
        </p:spPr>
        <p:txBody>
          <a:bodyPr wrap="square" rtlCol="0">
            <a:spAutoFit/>
          </a:bodyPr>
          <a:lstStyle/>
          <a:p>
            <a:pPr algn="ctr"/>
            <a:r>
              <a:rPr lang="en-US" sz="900" dirty="0"/>
              <a:t>45</a:t>
            </a:r>
          </a:p>
        </p:txBody>
      </p:sp>
      <p:sp>
        <p:nvSpPr>
          <p:cNvPr id="65" name="TextBox 64">
            <a:extLst>
              <a:ext uri="{FF2B5EF4-FFF2-40B4-BE49-F238E27FC236}">
                <a16:creationId xmlns:a16="http://schemas.microsoft.com/office/drawing/2014/main" id="{5B4170B9-DE32-DDBD-271D-A26F44807C06}"/>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26FE9B5F-943E-D4CC-8D17-589BF8724CD9}"/>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1F4E9BC1-8C3B-5BE1-3E13-E4F6FBD40194}"/>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67" name="TextBox 66">
            <a:extLst>
              <a:ext uri="{FF2B5EF4-FFF2-40B4-BE49-F238E27FC236}">
                <a16:creationId xmlns:a16="http://schemas.microsoft.com/office/drawing/2014/main" id="{F406F4E9-02DC-CA8A-1F69-987B431E83A8}"/>
              </a:ext>
            </a:extLst>
          </p:cNvPr>
          <p:cNvSpPr txBox="1"/>
          <p:nvPr/>
        </p:nvSpPr>
        <p:spPr>
          <a:xfrm>
            <a:off x="5650090" y="4909484"/>
            <a:ext cx="570089" cy="230832"/>
          </a:xfrm>
          <a:prstGeom prst="rect">
            <a:avLst/>
          </a:prstGeom>
          <a:noFill/>
        </p:spPr>
        <p:txBody>
          <a:bodyPr wrap="square" rtlCol="0">
            <a:spAutoFit/>
          </a:bodyPr>
          <a:lstStyle/>
          <a:p>
            <a:pPr algn="ctr"/>
            <a:r>
              <a:rPr lang="en-US" sz="900" dirty="0"/>
              <a:t>94</a:t>
            </a:r>
          </a:p>
        </p:txBody>
      </p:sp>
      <p:sp>
        <p:nvSpPr>
          <p:cNvPr id="72" name="TextBox 71">
            <a:extLst>
              <a:ext uri="{FF2B5EF4-FFF2-40B4-BE49-F238E27FC236}">
                <a16:creationId xmlns:a16="http://schemas.microsoft.com/office/drawing/2014/main" id="{0A89B839-85A0-333D-B50D-85312F5E77CB}"/>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B0EA582C-255A-C80E-F84F-3D397B161DDE}"/>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19149FC7-8025-4501-258E-C2A35DBF2DF1}"/>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C5FF6E1C-48B4-2AB3-68C3-7679E7AA5617}"/>
              </a:ext>
            </a:extLst>
          </p:cNvPr>
          <p:cNvSpPr txBox="1"/>
          <p:nvPr/>
        </p:nvSpPr>
        <p:spPr>
          <a:xfrm>
            <a:off x="4645378" y="2404765"/>
            <a:ext cx="570089" cy="230832"/>
          </a:xfrm>
          <a:prstGeom prst="rect">
            <a:avLst/>
          </a:prstGeom>
          <a:no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8B1016FD-7D05-9192-8E68-233716194FC1}"/>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C0DB4650-4F99-E2E7-2780-5851A65589FD}"/>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838B167D-8CB9-55B1-805C-681DBCCD9A04}"/>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9D2EE22D-0F17-2E65-A299-0B2FA960A915}"/>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012A9859-75EC-8E1B-6604-383F3E85A7AA}"/>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D69DD6E5-C1E5-16FD-2A02-2C8B4357EA8D}"/>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6E28B6A0-CC4B-12DC-FE7A-B18073BF56EB}"/>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0CF06322-F2C4-B04B-913A-02E24553ED5B}"/>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A1A2E596-C143-8050-8010-B8FA1845DA05}"/>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AF227FB9-180C-3F7F-5FEC-3E8BF572E7B1}"/>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20D31A6F-D511-3779-3A72-C215D868D759}"/>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E522A283-89FB-6AA9-5915-9E30CC4D2479}"/>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41451B4C-5BE0-AC23-EF63-DD2767752556}"/>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6BD28DD4-22DE-3A14-99DC-DDC89814416B}"/>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F29E8E4F-A51E-DE10-F976-11C925143DAE}"/>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DA026D51-C700-F4F4-7A84-03DCFA91A1DE}"/>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2975F288-5D80-1161-ED82-9C67B58F7907}"/>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F1E0CD00-5856-D6FC-FE62-77DED37885A2}"/>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07D82F46-8820-7CAB-8DBD-BE353BFB53C0}"/>
              </a:ext>
            </a:extLst>
          </p:cNvPr>
          <p:cNvSpPr txBox="1"/>
          <p:nvPr/>
        </p:nvSpPr>
        <p:spPr>
          <a:xfrm>
            <a:off x="7157158" y="2404765"/>
            <a:ext cx="570089" cy="230832"/>
          </a:xfrm>
          <a:prstGeom prst="rect">
            <a:avLst/>
          </a:prstGeom>
          <a:noFill/>
        </p:spPr>
        <p:txBody>
          <a:bodyPr wrap="square" rtlCol="0">
            <a:spAutoFit/>
          </a:bodyPr>
          <a:lstStyle/>
          <a:p>
            <a:pPr algn="ctr"/>
            <a:r>
              <a:rPr lang="en-US" sz="900" dirty="0"/>
              <a:t>54</a:t>
            </a:r>
          </a:p>
        </p:txBody>
      </p:sp>
      <p:sp>
        <p:nvSpPr>
          <p:cNvPr id="36" name="TextBox 35">
            <a:extLst>
              <a:ext uri="{FF2B5EF4-FFF2-40B4-BE49-F238E27FC236}">
                <a16:creationId xmlns:a16="http://schemas.microsoft.com/office/drawing/2014/main" id="{EE3E646D-7361-471D-12F7-FA1E140E3895}"/>
              </a:ext>
            </a:extLst>
          </p:cNvPr>
          <p:cNvSpPr txBox="1"/>
          <p:nvPr/>
        </p:nvSpPr>
        <p:spPr>
          <a:xfrm>
            <a:off x="4645378" y="4408541"/>
            <a:ext cx="570089" cy="230832"/>
          </a:xfrm>
          <a:prstGeom prst="rect">
            <a:avLst/>
          </a:prstGeom>
          <a:noFill/>
        </p:spPr>
        <p:txBody>
          <a:bodyPr wrap="square" rtlCol="0">
            <a:spAutoFit/>
          </a:bodyPr>
          <a:lstStyle/>
          <a:p>
            <a:pPr algn="ctr"/>
            <a:r>
              <a:rPr lang="en-US" sz="900" dirty="0"/>
              <a:t>78</a:t>
            </a:r>
          </a:p>
        </p:txBody>
      </p:sp>
      <p:sp>
        <p:nvSpPr>
          <p:cNvPr id="38" name="TextBox 37">
            <a:extLst>
              <a:ext uri="{FF2B5EF4-FFF2-40B4-BE49-F238E27FC236}">
                <a16:creationId xmlns:a16="http://schemas.microsoft.com/office/drawing/2014/main" id="{640CF7BA-1E76-4A9B-865B-D318290B3B96}"/>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48D8D79E-3EC9-7980-FDDC-B094C334A332}"/>
              </a:ext>
            </a:extLst>
          </p:cNvPr>
          <p:cNvSpPr txBox="1"/>
          <p:nvPr/>
        </p:nvSpPr>
        <p:spPr>
          <a:xfrm>
            <a:off x="5650090" y="2905709"/>
            <a:ext cx="570089" cy="230832"/>
          </a:xfrm>
          <a:prstGeom prst="rect">
            <a:avLst/>
          </a:prstGeom>
          <a:noFill/>
        </p:spPr>
        <p:txBody>
          <a:bodyPr wrap="square" rtlCol="0">
            <a:spAutoFit/>
          </a:bodyPr>
          <a:lstStyle/>
          <a:p>
            <a:pPr algn="ctr"/>
            <a:r>
              <a:rPr lang="en-US" sz="900" dirty="0"/>
              <a:t>47</a:t>
            </a:r>
          </a:p>
        </p:txBody>
      </p:sp>
      <p:sp>
        <p:nvSpPr>
          <p:cNvPr id="77" name="TextBox 76">
            <a:extLst>
              <a:ext uri="{FF2B5EF4-FFF2-40B4-BE49-F238E27FC236}">
                <a16:creationId xmlns:a16="http://schemas.microsoft.com/office/drawing/2014/main" id="{F101189F-4E1E-3EA4-160F-345CAF1064DC}"/>
              </a:ext>
            </a:extLst>
          </p:cNvPr>
          <p:cNvSpPr txBox="1"/>
          <p:nvPr/>
        </p:nvSpPr>
        <p:spPr>
          <a:xfrm>
            <a:off x="5147734" y="3406653"/>
            <a:ext cx="570089" cy="230832"/>
          </a:xfrm>
          <a:prstGeom prst="rect">
            <a:avLst/>
          </a:prstGeom>
          <a:noFill/>
        </p:spPr>
        <p:txBody>
          <a:bodyPr wrap="square" rtlCol="0">
            <a:spAutoFit/>
          </a:bodyPr>
          <a:lstStyle/>
          <a:p>
            <a:pPr algn="ctr"/>
            <a:r>
              <a:rPr lang="en-US" sz="900" dirty="0"/>
              <a:t>789</a:t>
            </a:r>
          </a:p>
        </p:txBody>
      </p:sp>
      <p:sp>
        <p:nvSpPr>
          <p:cNvPr id="84" name="TextBox 83">
            <a:extLst>
              <a:ext uri="{FF2B5EF4-FFF2-40B4-BE49-F238E27FC236}">
                <a16:creationId xmlns:a16="http://schemas.microsoft.com/office/drawing/2014/main" id="{787457D2-8A8D-43ED-7F98-9D44283EE0FC}"/>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85" name="TextBox 84">
            <a:extLst>
              <a:ext uri="{FF2B5EF4-FFF2-40B4-BE49-F238E27FC236}">
                <a16:creationId xmlns:a16="http://schemas.microsoft.com/office/drawing/2014/main" id="{57B61647-D478-627F-B89A-24C081401FCB}"/>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949CACDA-E93D-4969-BC3D-2E9A6EAC57EE}"/>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A3E6D514-D32C-A42A-CB4F-94AF61B598BA}"/>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AC1FBE68-80DB-5325-DDB4-0123A413D9B9}"/>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0B6B96C6-6156-B15F-9894-A782137EC4ED}"/>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F41F0CF9-72BB-59A7-12A5-A54E2C8FE0C1}"/>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CB54A4E8-DC7C-FCBB-6E4A-C8235ED5813E}"/>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DABD1FF9-E457-6793-E8D3-1A7187F9CDB3}"/>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CE95D1F5-2F7C-103E-CCA4-DCD45F00AF86}"/>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0CBA5149-32FB-68B9-245B-4F4A6C3D17BC}"/>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2BD3AB06-8528-F62B-DF41-2759727F2BD1}"/>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1A9BF7F-0F5A-421F-A52D-8D2153B2602A}"/>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8D833247-2518-CF62-8E1C-8AE1097299FA}"/>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ACD2872E-8AAF-B394-992A-9F8E65C909DF}"/>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9E4EBBC2-CBDE-A522-EBB0-5A226537F815}"/>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9F357F06-651C-AC04-3FE0-B55CB0415EC2}"/>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D93AB447-C5D4-72EC-23B1-911A2183E143}"/>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040CE2B4-5D39-2388-4B05-03C9AC53E07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3EF2C6FB-743C-4B8F-5146-D8792C28651C}"/>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9F413413-0E87-EC31-6D40-A4B4734F85CD}"/>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456D1888-B9AA-4BD0-E771-85765C2E5CB1}"/>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F43A666B-C8FE-F001-23D8-28132CA31AB1}"/>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3118733B-704D-DE4D-10BB-4B9A33CEF25E}"/>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94" name="TextBox 93">
            <a:extLst>
              <a:ext uri="{FF2B5EF4-FFF2-40B4-BE49-F238E27FC236}">
                <a16:creationId xmlns:a16="http://schemas.microsoft.com/office/drawing/2014/main" id="{3F32A8C4-9C76-80B2-9AC9-B811F455E446}"/>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95" name="TextBox 94">
            <a:extLst>
              <a:ext uri="{FF2B5EF4-FFF2-40B4-BE49-F238E27FC236}">
                <a16:creationId xmlns:a16="http://schemas.microsoft.com/office/drawing/2014/main" id="{874F170C-5CAC-72E0-2465-9F0C3B7DF806}"/>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6" name="TextBox 95">
            <a:extLst>
              <a:ext uri="{FF2B5EF4-FFF2-40B4-BE49-F238E27FC236}">
                <a16:creationId xmlns:a16="http://schemas.microsoft.com/office/drawing/2014/main" id="{6E33321D-4EF8-4655-3BE4-10A508A7DB59}"/>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97" name="TextBox 96">
            <a:extLst>
              <a:ext uri="{FF2B5EF4-FFF2-40B4-BE49-F238E27FC236}">
                <a16:creationId xmlns:a16="http://schemas.microsoft.com/office/drawing/2014/main" id="{593F41B3-DBBE-3DCD-4AD5-41F49CF74192}"/>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98" name="TextBox 97">
            <a:extLst>
              <a:ext uri="{FF2B5EF4-FFF2-40B4-BE49-F238E27FC236}">
                <a16:creationId xmlns:a16="http://schemas.microsoft.com/office/drawing/2014/main" id="{288FBD53-38BC-4A59-853F-4DE1CDC4E74A}"/>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3371200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B1128-E978-73D8-2E2F-FAA55FD47EA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FB5E1D-528A-1850-E2F9-C0B5CBCB21A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AD7DA65-B175-A585-831B-CBFCFF19052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4FD8F1F-BB17-5532-D21A-2BEB4CCEA8B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2B900AE-CA80-A43F-CBCA-3BE638D87FE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B592595-F88C-0B26-A96F-086B8067B17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D2C6546-6E84-F5E0-5071-4E03738B5D75}"/>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3AEC2E3-9406-CA4B-356E-ABCE9D9C15C3}"/>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2D1A1A57-FFBA-1112-1997-1524716148F6}"/>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D1DA6B52-71F5-C72C-0C00-25C9D402CC88}"/>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80F5E7BD-2C84-ABA0-9E01-4BEE7258651B}"/>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3B3AD860-A0E7-AF86-AD9C-5671C882C7C2}"/>
              </a:ext>
            </a:extLst>
          </p:cNvPr>
          <p:cNvSpPr txBox="1"/>
          <p:nvPr/>
        </p:nvSpPr>
        <p:spPr>
          <a:xfrm>
            <a:off x="5147734" y="1402877"/>
            <a:ext cx="570089" cy="230832"/>
          </a:xfrm>
          <a:prstGeom prst="rect">
            <a:avLst/>
          </a:prstGeom>
          <a:noFill/>
        </p:spPr>
        <p:txBody>
          <a:bodyPr wrap="square" rtlCol="0">
            <a:spAutoFit/>
          </a:bodyPr>
          <a:lstStyle/>
          <a:p>
            <a:pPr algn="ctr"/>
            <a:r>
              <a:rPr lang="en-US" sz="900" dirty="0"/>
              <a:t>17</a:t>
            </a:r>
          </a:p>
        </p:txBody>
      </p:sp>
      <p:sp>
        <p:nvSpPr>
          <p:cNvPr id="13" name="TextBox 12">
            <a:extLst>
              <a:ext uri="{FF2B5EF4-FFF2-40B4-BE49-F238E27FC236}">
                <a16:creationId xmlns:a16="http://schemas.microsoft.com/office/drawing/2014/main" id="{279A0FCF-731B-F031-4A27-7AFF46BA249E}"/>
              </a:ext>
            </a:extLst>
          </p:cNvPr>
          <p:cNvSpPr txBox="1"/>
          <p:nvPr/>
        </p:nvSpPr>
        <p:spPr>
          <a:xfrm>
            <a:off x="5650090" y="1402877"/>
            <a:ext cx="570089" cy="230832"/>
          </a:xfrm>
          <a:prstGeom prst="rect">
            <a:avLst/>
          </a:prstGeom>
          <a:noFill/>
        </p:spPr>
        <p:txBody>
          <a:bodyPr wrap="square" rtlCol="0">
            <a:spAutoFit/>
          </a:bodyPr>
          <a:lstStyle/>
          <a:p>
            <a:pPr algn="ctr"/>
            <a:r>
              <a:rPr lang="en-US" sz="900" dirty="0"/>
              <a:t>71</a:t>
            </a:r>
          </a:p>
        </p:txBody>
      </p:sp>
      <p:sp>
        <p:nvSpPr>
          <p:cNvPr id="34" name="TextBox 33">
            <a:extLst>
              <a:ext uri="{FF2B5EF4-FFF2-40B4-BE49-F238E27FC236}">
                <a16:creationId xmlns:a16="http://schemas.microsoft.com/office/drawing/2014/main" id="{8089E9C0-A5EF-6A0A-62B8-1C18CC293591}"/>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37" name="TextBox 36">
            <a:extLst>
              <a:ext uri="{FF2B5EF4-FFF2-40B4-BE49-F238E27FC236}">
                <a16:creationId xmlns:a16="http://schemas.microsoft.com/office/drawing/2014/main" id="{3C694E31-EF05-9CDC-6541-777D7023FCED}"/>
              </a:ext>
            </a:extLst>
          </p:cNvPr>
          <p:cNvSpPr txBox="1"/>
          <p:nvPr/>
        </p:nvSpPr>
        <p:spPr>
          <a:xfrm>
            <a:off x="4143022" y="4909484"/>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E0706748-C33A-9DFD-A826-040E63354F6E}"/>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F62D4111-0B51-AD92-36DB-44BF821899C2}"/>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86C348C5-FCB9-0EF5-CB21-DB7B3DAA2D9C}"/>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7" name="TextBox 46">
            <a:extLst>
              <a:ext uri="{FF2B5EF4-FFF2-40B4-BE49-F238E27FC236}">
                <a16:creationId xmlns:a16="http://schemas.microsoft.com/office/drawing/2014/main" id="{C0C8810E-9CB9-5E69-21E7-11511E9CE1C4}"/>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a:t>
            </a:r>
          </a:p>
        </p:txBody>
      </p:sp>
      <p:sp>
        <p:nvSpPr>
          <p:cNvPr id="48" name="TextBox 47">
            <a:extLst>
              <a:ext uri="{FF2B5EF4-FFF2-40B4-BE49-F238E27FC236}">
                <a16:creationId xmlns:a16="http://schemas.microsoft.com/office/drawing/2014/main" id="{C2FBD6E2-3C4A-6A8E-E1B3-C88A9647DF5A}"/>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5D13B276-61E0-3B1E-1022-D802A845CE1D}"/>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a:t>
            </a:r>
          </a:p>
        </p:txBody>
      </p:sp>
      <p:sp>
        <p:nvSpPr>
          <p:cNvPr id="51" name="TextBox 50">
            <a:extLst>
              <a:ext uri="{FF2B5EF4-FFF2-40B4-BE49-F238E27FC236}">
                <a16:creationId xmlns:a16="http://schemas.microsoft.com/office/drawing/2014/main" id="{97716EF8-9C54-71B8-6DE0-9271D7387D09}"/>
              </a:ext>
            </a:extLst>
          </p:cNvPr>
          <p:cNvSpPr txBox="1"/>
          <p:nvPr/>
        </p:nvSpPr>
        <p:spPr>
          <a:xfrm>
            <a:off x="7157158" y="4909484"/>
            <a:ext cx="570089" cy="230832"/>
          </a:xfrm>
          <a:prstGeom prst="rect">
            <a:avLst/>
          </a:prstGeom>
          <a:noFill/>
        </p:spPr>
        <p:txBody>
          <a:bodyPr wrap="square" rtlCol="0">
            <a:spAutoFit/>
          </a:bodyPr>
          <a:lstStyle/>
          <a:p>
            <a:pPr algn="ctr"/>
            <a:r>
              <a:rPr lang="en-US" sz="900" dirty="0"/>
              <a:t>235</a:t>
            </a:r>
          </a:p>
        </p:txBody>
      </p:sp>
      <p:sp>
        <p:nvSpPr>
          <p:cNvPr id="58" name="TextBox 57">
            <a:extLst>
              <a:ext uri="{FF2B5EF4-FFF2-40B4-BE49-F238E27FC236}">
                <a16:creationId xmlns:a16="http://schemas.microsoft.com/office/drawing/2014/main" id="{D7EB1B51-D8FB-D40B-3821-F8E980DE1543}"/>
              </a:ext>
            </a:extLst>
          </p:cNvPr>
          <p:cNvSpPr txBox="1"/>
          <p:nvPr/>
        </p:nvSpPr>
        <p:spPr>
          <a:xfrm>
            <a:off x="5147734" y="2905709"/>
            <a:ext cx="570089" cy="230832"/>
          </a:xfrm>
          <a:prstGeom prst="rect">
            <a:avLst/>
          </a:prstGeom>
          <a:noFill/>
        </p:spPr>
        <p:txBody>
          <a:bodyPr wrap="square" rtlCol="0">
            <a:spAutoFit/>
          </a:bodyPr>
          <a:lstStyle/>
          <a:p>
            <a:pPr algn="ctr"/>
            <a:r>
              <a:rPr lang="en-US" sz="900" dirty="0"/>
              <a:t>45</a:t>
            </a:r>
          </a:p>
        </p:txBody>
      </p:sp>
      <p:sp>
        <p:nvSpPr>
          <p:cNvPr id="65" name="TextBox 64">
            <a:extLst>
              <a:ext uri="{FF2B5EF4-FFF2-40B4-BE49-F238E27FC236}">
                <a16:creationId xmlns:a16="http://schemas.microsoft.com/office/drawing/2014/main" id="{B64C8A3D-11B5-BFFF-3C9B-C5B5BE419BD1}"/>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5E254A3C-7DC3-5205-57D3-523633AB49A6}"/>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F204DA18-F51B-8E2B-D90F-67D8104F6E4F}"/>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67" name="TextBox 66">
            <a:extLst>
              <a:ext uri="{FF2B5EF4-FFF2-40B4-BE49-F238E27FC236}">
                <a16:creationId xmlns:a16="http://schemas.microsoft.com/office/drawing/2014/main" id="{4E6D8C38-E85D-ABF0-AEA0-D5C3D390FA36}"/>
              </a:ext>
            </a:extLst>
          </p:cNvPr>
          <p:cNvSpPr txBox="1"/>
          <p:nvPr/>
        </p:nvSpPr>
        <p:spPr>
          <a:xfrm>
            <a:off x="5650090" y="4909484"/>
            <a:ext cx="570089" cy="230832"/>
          </a:xfrm>
          <a:prstGeom prst="rect">
            <a:avLst/>
          </a:prstGeom>
          <a:noFill/>
        </p:spPr>
        <p:txBody>
          <a:bodyPr wrap="square" rtlCol="0">
            <a:spAutoFit/>
          </a:bodyPr>
          <a:lstStyle/>
          <a:p>
            <a:pPr algn="ctr"/>
            <a:r>
              <a:rPr lang="en-US" sz="900" dirty="0"/>
              <a:t>94</a:t>
            </a:r>
          </a:p>
        </p:txBody>
      </p:sp>
      <p:sp>
        <p:nvSpPr>
          <p:cNvPr id="72" name="TextBox 71">
            <a:extLst>
              <a:ext uri="{FF2B5EF4-FFF2-40B4-BE49-F238E27FC236}">
                <a16:creationId xmlns:a16="http://schemas.microsoft.com/office/drawing/2014/main" id="{1F60C17C-31E0-5E70-18FD-8A1708763597}"/>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23FA38FD-8BFF-F418-90ED-021DD2A9D19B}"/>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DB412253-D493-8F25-7F76-F9208AD18790}"/>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3D92C2F7-7AC1-65FB-763D-60D04A32A9D2}"/>
              </a:ext>
            </a:extLst>
          </p:cNvPr>
          <p:cNvSpPr txBox="1"/>
          <p:nvPr/>
        </p:nvSpPr>
        <p:spPr>
          <a:xfrm>
            <a:off x="4645378" y="2404765"/>
            <a:ext cx="570089" cy="230832"/>
          </a:xfrm>
          <a:prstGeom prst="rect">
            <a:avLst/>
          </a:prstGeom>
          <a:no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EE04C126-07CF-9528-79D3-7C32FFD29D3F}"/>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571742A7-B577-EB7B-DBE4-0CF0BB07EA0D}"/>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F46F1A16-2535-A702-8B84-23FD41F65744}"/>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410E1BC7-C8F4-5853-4CD0-27F10C6153DA}"/>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0A66EEF5-B9B3-D888-6E58-076D2542B4F6}"/>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2A13FD46-803E-4825-FB6C-0EFBCFCA3A2B}"/>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7B653DC-A5B8-E4A1-28B4-7F83B84F408C}"/>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D58EC73A-F7F3-84A1-4C9A-D19CA52D83A7}"/>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2C114AEA-4370-E9A9-AC54-4BAF6BE845F3}"/>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E3743D99-8290-A440-91C2-61064FE907F9}"/>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0E428355-B455-F7D6-5A56-2523780F89EA}"/>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40413BB1-E397-C5B6-E16F-C9B2E7297ACE}"/>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AD02C98D-BC7D-EFB1-5E25-19FD98B95DF0}"/>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C0343FC0-82D4-FCFA-C5BD-5525E79C4320}"/>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9CFEDEFD-EE55-E06B-556E-0BC4D3DFD3AE}"/>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7CCCCC2C-3BE2-E742-5821-1D553B594D8A}"/>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DB9A13EC-BBB2-BA93-4204-70E5C74E9B14}"/>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905AB86D-8A42-D325-1099-1718DD3A8863}"/>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3C136628-45C0-CB46-5E8C-F907BCAF3D6F}"/>
              </a:ext>
            </a:extLst>
          </p:cNvPr>
          <p:cNvSpPr txBox="1"/>
          <p:nvPr/>
        </p:nvSpPr>
        <p:spPr>
          <a:xfrm>
            <a:off x="7157158" y="2404765"/>
            <a:ext cx="570089" cy="230832"/>
          </a:xfrm>
          <a:prstGeom prst="rect">
            <a:avLst/>
          </a:prstGeom>
          <a:noFill/>
        </p:spPr>
        <p:txBody>
          <a:bodyPr wrap="square" rtlCol="0">
            <a:spAutoFit/>
          </a:bodyPr>
          <a:lstStyle/>
          <a:p>
            <a:pPr algn="ctr"/>
            <a:r>
              <a:rPr lang="en-US" sz="900" dirty="0"/>
              <a:t>54</a:t>
            </a:r>
          </a:p>
        </p:txBody>
      </p:sp>
      <p:sp>
        <p:nvSpPr>
          <p:cNvPr id="36" name="TextBox 35">
            <a:extLst>
              <a:ext uri="{FF2B5EF4-FFF2-40B4-BE49-F238E27FC236}">
                <a16:creationId xmlns:a16="http://schemas.microsoft.com/office/drawing/2014/main" id="{708F5287-B271-3928-B468-254350809E6D}"/>
              </a:ext>
            </a:extLst>
          </p:cNvPr>
          <p:cNvSpPr txBox="1"/>
          <p:nvPr/>
        </p:nvSpPr>
        <p:spPr>
          <a:xfrm>
            <a:off x="4645378" y="4408541"/>
            <a:ext cx="570089" cy="230832"/>
          </a:xfrm>
          <a:prstGeom prst="rect">
            <a:avLst/>
          </a:prstGeom>
          <a:noFill/>
        </p:spPr>
        <p:txBody>
          <a:bodyPr wrap="square" rtlCol="0">
            <a:spAutoFit/>
          </a:bodyPr>
          <a:lstStyle/>
          <a:p>
            <a:pPr algn="ctr"/>
            <a:r>
              <a:rPr lang="en-US" sz="900" dirty="0"/>
              <a:t>78</a:t>
            </a:r>
          </a:p>
        </p:txBody>
      </p:sp>
      <p:sp>
        <p:nvSpPr>
          <p:cNvPr id="38" name="TextBox 37">
            <a:extLst>
              <a:ext uri="{FF2B5EF4-FFF2-40B4-BE49-F238E27FC236}">
                <a16:creationId xmlns:a16="http://schemas.microsoft.com/office/drawing/2014/main" id="{DD455D54-CC45-3D4D-9D94-8F93744CB6E8}"/>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08AE62BD-BD1B-0693-3822-D53BFA47D515}"/>
              </a:ext>
            </a:extLst>
          </p:cNvPr>
          <p:cNvSpPr txBox="1"/>
          <p:nvPr/>
        </p:nvSpPr>
        <p:spPr>
          <a:xfrm>
            <a:off x="5650090" y="2905709"/>
            <a:ext cx="570089" cy="230832"/>
          </a:xfrm>
          <a:prstGeom prst="rect">
            <a:avLst/>
          </a:prstGeom>
          <a:noFill/>
        </p:spPr>
        <p:txBody>
          <a:bodyPr wrap="square" rtlCol="0">
            <a:spAutoFit/>
          </a:bodyPr>
          <a:lstStyle/>
          <a:p>
            <a:pPr algn="ctr"/>
            <a:r>
              <a:rPr lang="en-US" sz="900" dirty="0"/>
              <a:t>47</a:t>
            </a:r>
          </a:p>
        </p:txBody>
      </p:sp>
      <p:sp>
        <p:nvSpPr>
          <p:cNvPr id="77" name="TextBox 76">
            <a:extLst>
              <a:ext uri="{FF2B5EF4-FFF2-40B4-BE49-F238E27FC236}">
                <a16:creationId xmlns:a16="http://schemas.microsoft.com/office/drawing/2014/main" id="{9A8A7562-9A80-C250-009E-89D6391746E6}"/>
              </a:ext>
            </a:extLst>
          </p:cNvPr>
          <p:cNvSpPr txBox="1"/>
          <p:nvPr/>
        </p:nvSpPr>
        <p:spPr>
          <a:xfrm>
            <a:off x="5147734" y="3406653"/>
            <a:ext cx="570089" cy="230832"/>
          </a:xfrm>
          <a:prstGeom prst="rect">
            <a:avLst/>
          </a:prstGeom>
          <a:noFill/>
        </p:spPr>
        <p:txBody>
          <a:bodyPr wrap="square" rtlCol="0">
            <a:spAutoFit/>
          </a:bodyPr>
          <a:lstStyle/>
          <a:p>
            <a:pPr algn="ctr"/>
            <a:r>
              <a:rPr lang="en-US" sz="900" dirty="0"/>
              <a:t>789</a:t>
            </a:r>
          </a:p>
        </p:txBody>
      </p:sp>
      <p:sp>
        <p:nvSpPr>
          <p:cNvPr id="84" name="TextBox 83">
            <a:extLst>
              <a:ext uri="{FF2B5EF4-FFF2-40B4-BE49-F238E27FC236}">
                <a16:creationId xmlns:a16="http://schemas.microsoft.com/office/drawing/2014/main" id="{AF687BE0-C66C-DA3C-7A6B-0D6BF2F165FB}"/>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85" name="TextBox 84">
            <a:extLst>
              <a:ext uri="{FF2B5EF4-FFF2-40B4-BE49-F238E27FC236}">
                <a16:creationId xmlns:a16="http://schemas.microsoft.com/office/drawing/2014/main" id="{C5A087D1-A727-7D66-E954-1AC008912E90}"/>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98A4DAC8-3A35-033C-8C68-8376275D4E9D}"/>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5CF7934D-6709-7FB1-88ED-96E67A24829E}"/>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252AD295-7279-609C-BB5D-358FA0AF573E}"/>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658A8E9B-12EC-D905-002C-E73074A50A3A}"/>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8E5C5760-8A44-57A5-0C0C-D42E363F6F66}"/>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192859A6-1F96-6125-FF4C-13D0DDFD4F65}"/>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E1E2F38B-5D64-4867-ADB9-BA29B9984E4A}"/>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5987789F-D8C3-AB1B-C065-66BF16C7111A}"/>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2C9AE7B5-EAEF-4D95-A028-D26C5BA00379}"/>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61B3F521-6C9B-F7F5-CFEB-BA2F1D4144FB}"/>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8D204C67-02D6-B7C5-F28F-326080DB9397}"/>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C9394A51-3283-8B33-B28F-F230912629AA}"/>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D17BF391-9EC2-C798-1FDE-9FD46B4C2436}"/>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B6378305-09DD-E58D-4BB7-16244D3AC316}"/>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98ED7F2C-8D46-9D9E-554B-177366AE6C36}"/>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059F0211-4329-88B4-B0E4-96733D5FAD93}"/>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D425B369-A6AE-4542-9719-5486BEDE9B04}"/>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FBA88F74-F788-C54D-E1C3-7873B3F77C2B}"/>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93F3BED4-65D2-B3F7-4F59-05744062A0E7}"/>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F948BA73-DEDE-8809-EA5F-C7DE1F82FA6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B076CB72-D924-0E5A-4751-494449DD3E14}"/>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27727E3D-F342-5433-E3B7-24A24791F24E}"/>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89209BD1-72DE-5923-307D-ECFA4ADD924E}"/>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26271A37-36C1-7A5E-8346-015242AB9B92}"/>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AAB9E1E3-C4EA-AFD2-7709-4C429FD1C263}"/>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83C6E8B2-E4A3-DAF6-CB62-102B387A0208}"/>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8F28D4EC-E0CD-2F70-FB2C-E9B9970B3517}"/>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396E112B-00FC-590C-90D3-86263160E7BB}"/>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3356434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5A853-403C-1C92-34A4-56B3478C1FE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40E04B-3BB8-F9A2-8418-E39A11698F8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0883877-6546-49E8-21DF-3D574B329BE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6D7091F-7C82-AE3F-6478-1C22C9958F7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0BC7C26-8086-B51F-9305-F5D20376BFA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2752A07-F620-91FF-BAB0-5F31450CC6B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43759A4-CE1B-C175-E08D-7EF3F84E753E}"/>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71370EA-CA7B-2081-AF8A-7D43E208307F}"/>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4D66E7C7-62A1-231D-763D-9B9E549ACDF6}"/>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C69C886E-D55F-0822-2085-DB5233FA51D5}"/>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EEE1D9ED-CB68-ED64-4DFE-5BCCDB5D5D84}"/>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5E7E7540-12C3-C57C-8ED9-7E3BC9E88E6A}"/>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37" name="TextBox 36">
            <a:extLst>
              <a:ext uri="{FF2B5EF4-FFF2-40B4-BE49-F238E27FC236}">
                <a16:creationId xmlns:a16="http://schemas.microsoft.com/office/drawing/2014/main" id="{B2893DA8-B079-C240-197C-1DA07500441E}"/>
              </a:ext>
            </a:extLst>
          </p:cNvPr>
          <p:cNvSpPr txBox="1"/>
          <p:nvPr/>
        </p:nvSpPr>
        <p:spPr>
          <a:xfrm>
            <a:off x="4143022" y="4909484"/>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811AE707-73D7-468B-FBAB-C111EEEBA0BA}"/>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B6163609-A267-B02E-11D5-93C7F2C00092}"/>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a:t>
            </a:r>
          </a:p>
        </p:txBody>
      </p:sp>
      <p:sp>
        <p:nvSpPr>
          <p:cNvPr id="42" name="TextBox 41">
            <a:extLst>
              <a:ext uri="{FF2B5EF4-FFF2-40B4-BE49-F238E27FC236}">
                <a16:creationId xmlns:a16="http://schemas.microsoft.com/office/drawing/2014/main" id="{D739E9D4-16B3-69B0-728E-44E89D7B9C0B}"/>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7" name="TextBox 46">
            <a:extLst>
              <a:ext uri="{FF2B5EF4-FFF2-40B4-BE49-F238E27FC236}">
                <a16:creationId xmlns:a16="http://schemas.microsoft.com/office/drawing/2014/main" id="{F2420B13-8E32-B617-D222-A43570DEE417}"/>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a:t>
            </a:r>
          </a:p>
        </p:txBody>
      </p:sp>
      <p:sp>
        <p:nvSpPr>
          <p:cNvPr id="48" name="TextBox 47">
            <a:extLst>
              <a:ext uri="{FF2B5EF4-FFF2-40B4-BE49-F238E27FC236}">
                <a16:creationId xmlns:a16="http://schemas.microsoft.com/office/drawing/2014/main" id="{6E2337BC-28CA-E03B-C25E-16483EFAE624}"/>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359DF634-C311-4357-04B9-0197516D1E23}"/>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a:t>
            </a:r>
          </a:p>
        </p:txBody>
      </p:sp>
      <p:sp>
        <p:nvSpPr>
          <p:cNvPr id="51" name="TextBox 50">
            <a:extLst>
              <a:ext uri="{FF2B5EF4-FFF2-40B4-BE49-F238E27FC236}">
                <a16:creationId xmlns:a16="http://schemas.microsoft.com/office/drawing/2014/main" id="{420D1487-1516-98C9-54DF-52851CDE5EC5}"/>
              </a:ext>
            </a:extLst>
          </p:cNvPr>
          <p:cNvSpPr txBox="1"/>
          <p:nvPr/>
        </p:nvSpPr>
        <p:spPr>
          <a:xfrm>
            <a:off x="7157158" y="4909484"/>
            <a:ext cx="570089" cy="230832"/>
          </a:xfrm>
          <a:prstGeom prst="rect">
            <a:avLst/>
          </a:prstGeom>
          <a:noFill/>
        </p:spPr>
        <p:txBody>
          <a:bodyPr wrap="square" rtlCol="0">
            <a:spAutoFit/>
          </a:bodyPr>
          <a:lstStyle/>
          <a:p>
            <a:pPr algn="ctr"/>
            <a:r>
              <a:rPr lang="en-US" sz="900" dirty="0"/>
              <a:t>235</a:t>
            </a:r>
          </a:p>
        </p:txBody>
      </p:sp>
      <p:sp>
        <p:nvSpPr>
          <p:cNvPr id="65" name="TextBox 64">
            <a:extLst>
              <a:ext uri="{FF2B5EF4-FFF2-40B4-BE49-F238E27FC236}">
                <a16:creationId xmlns:a16="http://schemas.microsoft.com/office/drawing/2014/main" id="{4622D9CF-FC7F-3841-54D1-6B829D5D30A8}"/>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DD7FEF8F-2DE4-8162-0665-B614F92CDCE7}"/>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2834CCEF-2327-EBDF-598B-5284B92B681D}"/>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67" name="TextBox 66">
            <a:extLst>
              <a:ext uri="{FF2B5EF4-FFF2-40B4-BE49-F238E27FC236}">
                <a16:creationId xmlns:a16="http://schemas.microsoft.com/office/drawing/2014/main" id="{7F777F6A-F578-0E67-017B-0084610976C8}"/>
              </a:ext>
            </a:extLst>
          </p:cNvPr>
          <p:cNvSpPr txBox="1"/>
          <p:nvPr/>
        </p:nvSpPr>
        <p:spPr>
          <a:xfrm>
            <a:off x="5650090" y="4909484"/>
            <a:ext cx="570089" cy="230832"/>
          </a:xfrm>
          <a:prstGeom prst="rect">
            <a:avLst/>
          </a:prstGeom>
          <a:noFill/>
        </p:spPr>
        <p:txBody>
          <a:bodyPr wrap="square" rtlCol="0">
            <a:spAutoFit/>
          </a:bodyPr>
          <a:lstStyle/>
          <a:p>
            <a:pPr algn="ctr"/>
            <a:r>
              <a:rPr lang="en-US" sz="900" dirty="0"/>
              <a:t>94</a:t>
            </a:r>
          </a:p>
        </p:txBody>
      </p:sp>
      <p:sp>
        <p:nvSpPr>
          <p:cNvPr id="72" name="TextBox 71">
            <a:extLst>
              <a:ext uri="{FF2B5EF4-FFF2-40B4-BE49-F238E27FC236}">
                <a16:creationId xmlns:a16="http://schemas.microsoft.com/office/drawing/2014/main" id="{31AF5E4D-0F23-9E8B-A665-5AA2B96FF173}"/>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9DCFDA5F-2666-70B1-BDE8-640BBED4849B}"/>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04524373-48DC-A16D-F1D9-0D0495FC822F}"/>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300C9BB1-C6F6-BE6C-0C61-A8874039796F}"/>
              </a:ext>
            </a:extLst>
          </p:cNvPr>
          <p:cNvSpPr txBox="1"/>
          <p:nvPr/>
        </p:nvSpPr>
        <p:spPr>
          <a:xfrm>
            <a:off x="4645378" y="2404765"/>
            <a:ext cx="570089" cy="230832"/>
          </a:xfrm>
          <a:prstGeom prst="rect">
            <a:avLst/>
          </a:prstGeom>
          <a:no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79761F00-2EF2-1907-10CD-BD7630CF7A24}"/>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59E44E4E-EA65-5B06-8529-236E598DE518}"/>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6CDAF7AF-58C0-72E7-2246-E8B54439CB95}"/>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05623450-75F5-A5CA-0360-11ECA8EBD741}"/>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FD3ECBAA-A187-6D4C-C755-CC18DD6E170C}"/>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E1CCD70B-577D-F56A-2BCE-D079209651BC}"/>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5B80F639-0915-30C8-81B0-B899D9260513}"/>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C41F95BA-1EC5-C476-6A59-3CE005292FDA}"/>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46B61529-63AE-3E91-00BA-E9329C84B940}"/>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EB3CB198-D22D-DCC3-B0BF-DB252B5CA03F}"/>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EA8E8380-AD2D-4E6D-02A7-9A69D552B903}"/>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6635D99C-CD9F-39DC-8453-DB3295D5DD72}"/>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5614A733-1E7A-CC2E-4712-5BADB9B2EC7E}"/>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65A14F75-E246-6B54-FEFA-B01670B8EDAD}"/>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24918614-7583-758E-B568-137E3A0FA274}"/>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F8BDCCD-AFF2-9D3B-5D2A-16F0C018E30D}"/>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BCFB0338-8607-2AFD-97BF-4CABFE6D20E8}"/>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EC5207FF-091D-F137-DFFF-FAFF86229B8D}"/>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3177B5F0-A933-76AD-878A-933A40CB8E92}"/>
              </a:ext>
            </a:extLst>
          </p:cNvPr>
          <p:cNvSpPr txBox="1"/>
          <p:nvPr/>
        </p:nvSpPr>
        <p:spPr>
          <a:xfrm>
            <a:off x="7157158" y="2404765"/>
            <a:ext cx="570089" cy="230832"/>
          </a:xfrm>
          <a:prstGeom prst="rect">
            <a:avLst/>
          </a:prstGeom>
          <a:noFill/>
        </p:spPr>
        <p:txBody>
          <a:bodyPr wrap="square" rtlCol="0">
            <a:spAutoFit/>
          </a:bodyPr>
          <a:lstStyle/>
          <a:p>
            <a:pPr algn="ctr"/>
            <a:r>
              <a:rPr lang="en-US" sz="900" dirty="0"/>
              <a:t>54</a:t>
            </a:r>
          </a:p>
        </p:txBody>
      </p:sp>
      <p:sp>
        <p:nvSpPr>
          <p:cNvPr id="36" name="TextBox 35">
            <a:extLst>
              <a:ext uri="{FF2B5EF4-FFF2-40B4-BE49-F238E27FC236}">
                <a16:creationId xmlns:a16="http://schemas.microsoft.com/office/drawing/2014/main" id="{46935EEC-4494-6C30-A3D6-866171D399A4}"/>
              </a:ext>
            </a:extLst>
          </p:cNvPr>
          <p:cNvSpPr txBox="1"/>
          <p:nvPr/>
        </p:nvSpPr>
        <p:spPr>
          <a:xfrm>
            <a:off x="4645378" y="4408541"/>
            <a:ext cx="570089" cy="230832"/>
          </a:xfrm>
          <a:prstGeom prst="rect">
            <a:avLst/>
          </a:prstGeom>
          <a:noFill/>
        </p:spPr>
        <p:txBody>
          <a:bodyPr wrap="square" rtlCol="0">
            <a:spAutoFit/>
          </a:bodyPr>
          <a:lstStyle/>
          <a:p>
            <a:pPr algn="ctr"/>
            <a:r>
              <a:rPr lang="en-US" sz="900" dirty="0"/>
              <a:t>78</a:t>
            </a:r>
          </a:p>
        </p:txBody>
      </p:sp>
      <p:sp>
        <p:nvSpPr>
          <p:cNvPr id="38" name="TextBox 37">
            <a:extLst>
              <a:ext uri="{FF2B5EF4-FFF2-40B4-BE49-F238E27FC236}">
                <a16:creationId xmlns:a16="http://schemas.microsoft.com/office/drawing/2014/main" id="{22AF8582-2F67-05AE-81FD-19BF9133A398}"/>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22DD0B83-CEBC-3639-DC84-59F123A40A5C}"/>
              </a:ext>
            </a:extLst>
          </p:cNvPr>
          <p:cNvSpPr txBox="1"/>
          <p:nvPr/>
        </p:nvSpPr>
        <p:spPr>
          <a:xfrm>
            <a:off x="5650090" y="2905709"/>
            <a:ext cx="570089" cy="230832"/>
          </a:xfrm>
          <a:prstGeom prst="rect">
            <a:avLst/>
          </a:prstGeom>
          <a:noFill/>
        </p:spPr>
        <p:txBody>
          <a:bodyPr wrap="square" rtlCol="0">
            <a:spAutoFit/>
          </a:bodyPr>
          <a:lstStyle/>
          <a:p>
            <a:pPr algn="ctr"/>
            <a:r>
              <a:rPr lang="en-US" sz="900" dirty="0"/>
              <a:t>47</a:t>
            </a:r>
          </a:p>
        </p:txBody>
      </p:sp>
      <p:sp>
        <p:nvSpPr>
          <p:cNvPr id="77" name="TextBox 76">
            <a:extLst>
              <a:ext uri="{FF2B5EF4-FFF2-40B4-BE49-F238E27FC236}">
                <a16:creationId xmlns:a16="http://schemas.microsoft.com/office/drawing/2014/main" id="{87E934ED-C538-CD3C-5D2B-4B1AD94300E7}"/>
              </a:ext>
            </a:extLst>
          </p:cNvPr>
          <p:cNvSpPr txBox="1"/>
          <p:nvPr/>
        </p:nvSpPr>
        <p:spPr>
          <a:xfrm>
            <a:off x="5147734" y="3406653"/>
            <a:ext cx="570089" cy="230832"/>
          </a:xfrm>
          <a:prstGeom prst="rect">
            <a:avLst/>
          </a:prstGeom>
          <a:noFill/>
        </p:spPr>
        <p:txBody>
          <a:bodyPr wrap="square" rtlCol="0">
            <a:spAutoFit/>
          </a:bodyPr>
          <a:lstStyle/>
          <a:p>
            <a:pPr algn="ctr"/>
            <a:r>
              <a:rPr lang="en-US" sz="900" dirty="0"/>
              <a:t>789</a:t>
            </a:r>
          </a:p>
        </p:txBody>
      </p:sp>
      <p:sp>
        <p:nvSpPr>
          <p:cNvPr id="84" name="TextBox 83">
            <a:extLst>
              <a:ext uri="{FF2B5EF4-FFF2-40B4-BE49-F238E27FC236}">
                <a16:creationId xmlns:a16="http://schemas.microsoft.com/office/drawing/2014/main" id="{4B5E6821-F8B6-13DB-C036-6D6AF3EA8B4B}"/>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85" name="TextBox 84">
            <a:extLst>
              <a:ext uri="{FF2B5EF4-FFF2-40B4-BE49-F238E27FC236}">
                <a16:creationId xmlns:a16="http://schemas.microsoft.com/office/drawing/2014/main" id="{8A6A5B87-0852-90AF-9E5E-AC7770C4201F}"/>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1451B26E-89E7-AB81-0131-DCE8D4FE18DF}"/>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A68BE47B-C2D8-3BAF-FA8A-B2FF9B4736B1}"/>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0C4ADF0-6014-F420-7C17-B3B596639BF8}"/>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C43C9F30-E368-AD83-CD15-D17E8FE989E1}"/>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543D88AC-F645-1755-61DA-3130AB898B50}"/>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7AB3680F-A384-8651-FECA-33EE985EB47C}"/>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788C8426-F93E-F11D-28BC-9DF60F260B9B}"/>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39F8E113-F254-EC80-24F9-4B1CCCE41D98}"/>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B8A6081D-E8B1-2E8B-50D9-BBE65862637E}"/>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C63291CD-9B66-ACBC-B305-188D2F7B1C20}"/>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75EB4F2-7382-0B03-18FE-F04AD7B4A249}"/>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5BA26E7D-F7D3-2699-27AE-006A07F55F7F}"/>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144E94D9-39EA-20CC-4C54-2773793DFE8D}"/>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8667E39E-7CF9-95AF-90D4-CF35836F1334}"/>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D7F1CE0F-CDC2-EBCB-187F-0FBB69AF0626}"/>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B5C751BB-9513-005A-FE53-EE4A012450C9}"/>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A3580ED3-218C-4E5E-2610-CF78DBCE545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80569C66-8A0E-CE0D-8B7A-66B3BD304EB0}"/>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CA3B4CB4-90B1-7AB5-30CE-D15742938951}"/>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689705BB-35D5-F7E5-F514-A2B5E77072A3}"/>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98AD65F5-3579-B480-89C1-347AFCACEC5F}"/>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B180C4C0-9AAB-7CBB-6A03-6DF3DBA6D4C2}"/>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3609A6FE-71F2-11F4-2746-8D5AF6CBB2C2}"/>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7D20F9F6-5EC7-0DA3-34A3-B08173524F5D}"/>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04E75657-4017-1F61-13FD-28768BA1BC40}"/>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BF87412D-8E9B-A119-720E-56BC358B046A}"/>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B23A332A-5B86-7119-E4CB-D3792D90BCCB}"/>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18515C9B-87F3-F3B0-1E4E-D87B34C17959}"/>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E3679651-BBA2-AE6C-AC9C-1C5095496967}"/>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63593F51-2E6D-3257-28C2-15F0487844ED}"/>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D471995A-42EF-FB3E-89F4-D1B3AA4C7BA4}"/>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0493743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91177-DA6E-5AC4-7F86-AA3E917EA27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89B3E0-A61D-9613-6369-A9230DC34D1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A67FB1B-72DD-0EA8-49A2-CBB1C3C422A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DB33D10-B22F-C35A-7D2B-86207FD8B97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8B1667A-79F8-C09A-1A30-E72E8A24212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8C6BB6D-AD9B-FA62-3EAE-BA024B5A928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96D4C5B-618D-5AD6-9878-2B16696F5BB7}"/>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1A653E48-E0A7-4AF2-DDD3-6DC4F2687D19}"/>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5DEA4FE0-BF23-E20A-59E4-F75BF16C1C15}"/>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08F211AA-F039-72A1-7B38-631F6EEC3E3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BAAEA19A-50A6-F5B4-354A-51F6E41D4689}"/>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5E3290ED-700B-0A5B-4E4B-F8157EE4992C}"/>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37" name="TextBox 36">
            <a:extLst>
              <a:ext uri="{FF2B5EF4-FFF2-40B4-BE49-F238E27FC236}">
                <a16:creationId xmlns:a16="http://schemas.microsoft.com/office/drawing/2014/main" id="{A5E8E089-B2BA-3AD0-A40D-17C510E11DA1}"/>
              </a:ext>
            </a:extLst>
          </p:cNvPr>
          <p:cNvSpPr txBox="1"/>
          <p:nvPr/>
        </p:nvSpPr>
        <p:spPr>
          <a:xfrm>
            <a:off x="4143022" y="4909484"/>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D540C9D8-8489-5526-FF89-5112F48FF5AD}"/>
              </a:ext>
            </a:extLst>
          </p:cNvPr>
          <p:cNvSpPr txBox="1"/>
          <p:nvPr/>
        </p:nvSpPr>
        <p:spPr>
          <a:xfrm>
            <a:off x="4143022"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BD0559DE-1570-E880-E652-A6CE18049592}"/>
              </a:ext>
            </a:extLst>
          </p:cNvPr>
          <p:cNvSpPr txBox="1"/>
          <p:nvPr/>
        </p:nvSpPr>
        <p:spPr>
          <a:xfrm>
            <a:off x="414302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87</a:t>
            </a:r>
          </a:p>
        </p:txBody>
      </p:sp>
      <p:sp>
        <p:nvSpPr>
          <p:cNvPr id="42" name="TextBox 41">
            <a:extLst>
              <a:ext uri="{FF2B5EF4-FFF2-40B4-BE49-F238E27FC236}">
                <a16:creationId xmlns:a16="http://schemas.microsoft.com/office/drawing/2014/main" id="{9BDD70DD-30CE-7336-CF52-1F5DD6DDFA92}"/>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47" name="TextBox 46">
            <a:extLst>
              <a:ext uri="{FF2B5EF4-FFF2-40B4-BE49-F238E27FC236}">
                <a16:creationId xmlns:a16="http://schemas.microsoft.com/office/drawing/2014/main" id="{D8F9DE02-926B-6155-F313-8B30753EB704}"/>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a:t>
            </a:r>
          </a:p>
        </p:txBody>
      </p:sp>
      <p:sp>
        <p:nvSpPr>
          <p:cNvPr id="48" name="TextBox 47">
            <a:extLst>
              <a:ext uri="{FF2B5EF4-FFF2-40B4-BE49-F238E27FC236}">
                <a16:creationId xmlns:a16="http://schemas.microsoft.com/office/drawing/2014/main" id="{84C3DD0E-AF52-71DD-A7C9-EDD712DA2355}"/>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3BF45505-9A94-9914-1F77-FD5EB0034B8F}"/>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a:t>
            </a:r>
          </a:p>
        </p:txBody>
      </p:sp>
      <p:sp>
        <p:nvSpPr>
          <p:cNvPr id="51" name="TextBox 50">
            <a:extLst>
              <a:ext uri="{FF2B5EF4-FFF2-40B4-BE49-F238E27FC236}">
                <a16:creationId xmlns:a16="http://schemas.microsoft.com/office/drawing/2014/main" id="{15351C89-43B9-D6EC-66F8-8DC0AD2C17B7}"/>
              </a:ext>
            </a:extLst>
          </p:cNvPr>
          <p:cNvSpPr txBox="1"/>
          <p:nvPr/>
        </p:nvSpPr>
        <p:spPr>
          <a:xfrm>
            <a:off x="7157158" y="4909484"/>
            <a:ext cx="570089" cy="230832"/>
          </a:xfrm>
          <a:prstGeom prst="rect">
            <a:avLst/>
          </a:prstGeom>
          <a:noFill/>
        </p:spPr>
        <p:txBody>
          <a:bodyPr wrap="square" rtlCol="0">
            <a:spAutoFit/>
          </a:bodyPr>
          <a:lstStyle/>
          <a:p>
            <a:pPr algn="ctr"/>
            <a:r>
              <a:rPr lang="en-US" sz="900" dirty="0"/>
              <a:t>235</a:t>
            </a:r>
          </a:p>
        </p:txBody>
      </p:sp>
      <p:sp>
        <p:nvSpPr>
          <p:cNvPr id="65" name="TextBox 64">
            <a:extLst>
              <a:ext uri="{FF2B5EF4-FFF2-40B4-BE49-F238E27FC236}">
                <a16:creationId xmlns:a16="http://schemas.microsoft.com/office/drawing/2014/main" id="{D3790496-30FF-CD74-AACE-022D9C4E7863}"/>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43F0D1D1-94A8-CE00-48FE-C8B567123D9D}"/>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BD78AD98-8F9D-3F11-C11C-97103AEF1CC2}"/>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67" name="TextBox 66">
            <a:extLst>
              <a:ext uri="{FF2B5EF4-FFF2-40B4-BE49-F238E27FC236}">
                <a16:creationId xmlns:a16="http://schemas.microsoft.com/office/drawing/2014/main" id="{90135642-ADCD-161F-59F7-92F5767E0F73}"/>
              </a:ext>
            </a:extLst>
          </p:cNvPr>
          <p:cNvSpPr txBox="1"/>
          <p:nvPr/>
        </p:nvSpPr>
        <p:spPr>
          <a:xfrm>
            <a:off x="5650090" y="4909484"/>
            <a:ext cx="570089" cy="230832"/>
          </a:xfrm>
          <a:prstGeom prst="rect">
            <a:avLst/>
          </a:prstGeom>
          <a:noFill/>
        </p:spPr>
        <p:txBody>
          <a:bodyPr wrap="square" rtlCol="0">
            <a:spAutoFit/>
          </a:bodyPr>
          <a:lstStyle/>
          <a:p>
            <a:pPr algn="ctr"/>
            <a:r>
              <a:rPr lang="en-US" sz="900" dirty="0"/>
              <a:t>94</a:t>
            </a:r>
          </a:p>
        </p:txBody>
      </p:sp>
      <p:sp>
        <p:nvSpPr>
          <p:cNvPr id="72" name="TextBox 71">
            <a:extLst>
              <a:ext uri="{FF2B5EF4-FFF2-40B4-BE49-F238E27FC236}">
                <a16:creationId xmlns:a16="http://schemas.microsoft.com/office/drawing/2014/main" id="{C28C1EE6-50A0-F596-C61A-9FA0459A7399}"/>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032B9DBC-D51B-B583-AF88-0929068D40E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012FBAA8-D06D-0121-B806-8B55FA250EE4}"/>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096181EC-7A97-E6FC-18B5-9DF880322A93}"/>
              </a:ext>
            </a:extLst>
          </p:cNvPr>
          <p:cNvSpPr txBox="1"/>
          <p:nvPr/>
        </p:nvSpPr>
        <p:spPr>
          <a:xfrm>
            <a:off x="4645378"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ED1C1A3F-BC47-B34E-02F6-F101832BD95D}"/>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41FAE07A-117A-5C9F-7B1D-9516A88906B0}"/>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FC0780B5-60A9-45C4-FA69-D2D3519EC759}"/>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BE8D82B3-2CC8-934A-E6F7-ABB59104E363}"/>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2A18E41A-DE28-5709-CDB4-57FF503CC24F}"/>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1F44675-3715-7420-01D3-6824A9102EE7}"/>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C7FA3D9-69CC-F211-6AAA-C759F0E5F11B}"/>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3205DCEA-002F-F01D-084D-3E7C8E502CFD}"/>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0EFA05BB-E56B-C8D4-DA5C-68DC74575525}"/>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0D9F5000-E06A-9FA0-DE77-A62E71BFE62B}"/>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06F7FEE5-E574-D86D-C40D-01625AEC32E9}"/>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56048E55-9859-AD9E-306A-EDA426D8341A}"/>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065C0288-0BEC-2CE8-20CC-8F5384EB9FBC}"/>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27FEFFD3-426F-BCFD-016B-E9EFB706BA6B}"/>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1796CC27-0A9D-EB3A-6CFF-6CBDF3C4D321}"/>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8BF3FB98-EA61-A4F2-974D-AF8ED24BE838}"/>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6F3498AA-EA9D-F7B8-CE57-13E2D7D61D6C}"/>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4844E354-B8D9-640F-2718-0D6604BA89F4}"/>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613FE973-C00B-AB54-B69E-1886833C5651}"/>
              </a:ext>
            </a:extLst>
          </p:cNvPr>
          <p:cNvSpPr txBox="1"/>
          <p:nvPr/>
        </p:nvSpPr>
        <p:spPr>
          <a:xfrm>
            <a:off x="7157158" y="2404765"/>
            <a:ext cx="570089" cy="230832"/>
          </a:xfrm>
          <a:prstGeom prst="rect">
            <a:avLst/>
          </a:prstGeom>
          <a:noFill/>
        </p:spPr>
        <p:txBody>
          <a:bodyPr wrap="square" rtlCol="0">
            <a:spAutoFit/>
          </a:bodyPr>
          <a:lstStyle/>
          <a:p>
            <a:pPr algn="ctr"/>
            <a:r>
              <a:rPr lang="en-US" sz="900" dirty="0"/>
              <a:t>54</a:t>
            </a:r>
          </a:p>
        </p:txBody>
      </p:sp>
      <p:sp>
        <p:nvSpPr>
          <p:cNvPr id="36" name="TextBox 35">
            <a:extLst>
              <a:ext uri="{FF2B5EF4-FFF2-40B4-BE49-F238E27FC236}">
                <a16:creationId xmlns:a16="http://schemas.microsoft.com/office/drawing/2014/main" id="{EE801C3D-5049-FAA6-E096-0DF1C5D207C6}"/>
              </a:ext>
            </a:extLst>
          </p:cNvPr>
          <p:cNvSpPr txBox="1"/>
          <p:nvPr/>
        </p:nvSpPr>
        <p:spPr>
          <a:xfrm>
            <a:off x="4645378"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78</a:t>
            </a:r>
          </a:p>
        </p:txBody>
      </p:sp>
      <p:sp>
        <p:nvSpPr>
          <p:cNvPr id="38" name="TextBox 37">
            <a:extLst>
              <a:ext uri="{FF2B5EF4-FFF2-40B4-BE49-F238E27FC236}">
                <a16:creationId xmlns:a16="http://schemas.microsoft.com/office/drawing/2014/main" id="{CA8066FC-8E3D-9779-8877-C5CB36368B15}"/>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CDB5E4A4-02EE-0E2A-9576-CC2621D5106A}"/>
              </a:ext>
            </a:extLst>
          </p:cNvPr>
          <p:cNvSpPr txBox="1"/>
          <p:nvPr/>
        </p:nvSpPr>
        <p:spPr>
          <a:xfrm>
            <a:off x="5147734"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98</a:t>
            </a:r>
          </a:p>
        </p:txBody>
      </p:sp>
      <p:sp>
        <p:nvSpPr>
          <p:cNvPr id="84" name="TextBox 83">
            <a:extLst>
              <a:ext uri="{FF2B5EF4-FFF2-40B4-BE49-F238E27FC236}">
                <a16:creationId xmlns:a16="http://schemas.microsoft.com/office/drawing/2014/main" id="{B441CEF7-12DA-5649-FB32-692ECDA77E72}"/>
              </a:ext>
            </a:extLst>
          </p:cNvPr>
          <p:cNvSpPr txBox="1"/>
          <p:nvPr/>
        </p:nvSpPr>
        <p:spPr>
          <a:xfrm>
            <a:off x="5650090"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79</a:t>
            </a:r>
          </a:p>
        </p:txBody>
      </p:sp>
      <p:sp>
        <p:nvSpPr>
          <p:cNvPr id="85" name="TextBox 84">
            <a:extLst>
              <a:ext uri="{FF2B5EF4-FFF2-40B4-BE49-F238E27FC236}">
                <a16:creationId xmlns:a16="http://schemas.microsoft.com/office/drawing/2014/main" id="{FC2D2D35-A74D-EF0D-7FB7-7455CB811F40}"/>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8A70AF69-4C11-4F29-0CA0-2CFE98D7C220}"/>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BBECA480-05F9-AA9C-7A42-8697A2AFB4FB}"/>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66D08078-74A3-2F04-AAE5-B9473FEC4B80}"/>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7730AB70-0872-9A4F-E617-918105D218B8}"/>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82B41ABA-109D-96FC-B404-1A104382915F}"/>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B5C4D504-9BB9-4F9C-A491-F2CAF40DA028}"/>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7D72F4D1-918D-08F7-6067-36B445B96143}"/>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846E56D1-0CD8-2C95-1631-E94AE8CD38CE}"/>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A88474DF-C34D-5081-9940-A5C933D02582}"/>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CB1E458F-CD8A-CFD9-C712-6E81621F46E8}"/>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3CA4F9D2-A713-26DF-BFCF-5808841E29F7}"/>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614C8243-C069-F924-E8CB-6E5347D33936}"/>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54548388-203A-BCB2-1961-E4D6A2ECF8F5}"/>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1E537167-CE0D-5390-E000-C92A5E2E29B0}"/>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DCD83D3F-3654-148B-D5FF-A5D982A8D5A4}"/>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0589B568-6A98-176C-AA31-42E5D2B1E51F}"/>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92C762F5-D313-56B8-887E-D32F43F6AAF9}"/>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707C2873-0782-C70C-C74A-38F49D6B28A4}"/>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C5006E71-BA38-24E9-9576-FE69297984FC}"/>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06A5CED3-88F1-270D-B40A-1AAB68DC8A11}"/>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0A43DCF0-7D8B-16D4-1FEC-90E12C06E355}"/>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69EE9492-7D34-29F1-55AE-1DE4FBD3AC04}"/>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BF879FF6-8397-2B04-83E0-78E498A212EB}"/>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0A57FBE1-8FB1-B490-6ABC-029D7BEB4444}"/>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BF119BE9-FF47-198C-93AB-9F905DC3F336}"/>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176CBB19-6D01-E212-E520-4DEE2DC3E182}"/>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468025DC-9227-42F9-567E-B92BEBF1EFD9}"/>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A57E1B23-9FB5-C752-CA8B-80248EDCB84F}"/>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39544DD6-34B0-64AD-AD82-EA39477200F1}"/>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550C599A-B8EC-FCDA-6CD6-25A546386E8D}"/>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FE8F4377-23A1-E372-E07D-C6EDDF653D49}"/>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5CE8AE77-A323-294D-768E-52BB1874255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1168863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54A6D-8211-22C3-AAD9-8662AB33235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8FBCD3-DED4-5E42-78B3-634E6B9900F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48F43A9-CF84-D823-1DD9-13962B2F1D3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9F693C1-7785-77B3-A21A-C11600DD440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E1DFF5F-9D94-A373-76EE-5397DC20CE4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2518414-B299-FFC6-78D9-AA230C7F21B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012247E-BF46-88A1-6C74-B072468C3875}"/>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9B1092BD-BD14-1502-BC14-DE0D8419BE10}"/>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F3CE1E64-763A-1DCC-A629-4CBFF4A6582F}"/>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26E2B7B2-2590-9DFD-CFB7-887234005FFF}"/>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A06F4B56-2C90-3A73-F4D3-3000D820C62E}"/>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5443B860-31A3-9D0A-4378-74BB7C2FA6E5}"/>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37" name="TextBox 36">
            <a:extLst>
              <a:ext uri="{FF2B5EF4-FFF2-40B4-BE49-F238E27FC236}">
                <a16:creationId xmlns:a16="http://schemas.microsoft.com/office/drawing/2014/main" id="{804BA93A-B958-50D3-3F22-C695DE2E7628}"/>
              </a:ext>
            </a:extLst>
          </p:cNvPr>
          <p:cNvSpPr txBox="1"/>
          <p:nvPr/>
        </p:nvSpPr>
        <p:spPr>
          <a:xfrm>
            <a:off x="4143022" y="4909484"/>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F816B050-56CD-1C73-AF4D-155055C0FF8E}"/>
              </a:ext>
            </a:extLst>
          </p:cNvPr>
          <p:cNvSpPr txBox="1"/>
          <p:nvPr/>
        </p:nvSpPr>
        <p:spPr>
          <a:xfrm>
            <a:off x="4143022"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8307499C-2F3D-672D-4C02-AEA56738716A}"/>
              </a:ext>
            </a:extLst>
          </p:cNvPr>
          <p:cNvSpPr txBox="1"/>
          <p:nvPr/>
        </p:nvSpPr>
        <p:spPr>
          <a:xfrm>
            <a:off x="414302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87</a:t>
            </a:r>
          </a:p>
        </p:txBody>
      </p:sp>
      <p:sp>
        <p:nvSpPr>
          <p:cNvPr id="47" name="TextBox 46">
            <a:extLst>
              <a:ext uri="{FF2B5EF4-FFF2-40B4-BE49-F238E27FC236}">
                <a16:creationId xmlns:a16="http://schemas.microsoft.com/office/drawing/2014/main" id="{8A215041-60F2-AFD8-D3A9-F64A11FEE831}"/>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a:t>
            </a:r>
          </a:p>
        </p:txBody>
      </p:sp>
      <p:sp>
        <p:nvSpPr>
          <p:cNvPr id="48" name="TextBox 47">
            <a:extLst>
              <a:ext uri="{FF2B5EF4-FFF2-40B4-BE49-F238E27FC236}">
                <a16:creationId xmlns:a16="http://schemas.microsoft.com/office/drawing/2014/main" id="{FCAC171F-1F4D-F0AA-BB5A-1F558A321795}"/>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5D796733-A33C-974B-4A76-6408FA1171F5}"/>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a:t>
            </a:r>
          </a:p>
        </p:txBody>
      </p:sp>
      <p:sp>
        <p:nvSpPr>
          <p:cNvPr id="51" name="TextBox 50">
            <a:extLst>
              <a:ext uri="{FF2B5EF4-FFF2-40B4-BE49-F238E27FC236}">
                <a16:creationId xmlns:a16="http://schemas.microsoft.com/office/drawing/2014/main" id="{92B8614D-68E9-1F87-0031-8126FE2C5AD8}"/>
              </a:ext>
            </a:extLst>
          </p:cNvPr>
          <p:cNvSpPr txBox="1"/>
          <p:nvPr/>
        </p:nvSpPr>
        <p:spPr>
          <a:xfrm>
            <a:off x="7157158" y="4909484"/>
            <a:ext cx="570089" cy="230832"/>
          </a:xfrm>
          <a:prstGeom prst="rect">
            <a:avLst/>
          </a:prstGeom>
          <a:noFill/>
        </p:spPr>
        <p:txBody>
          <a:bodyPr wrap="square" rtlCol="0">
            <a:spAutoFit/>
          </a:bodyPr>
          <a:lstStyle/>
          <a:p>
            <a:pPr algn="ctr"/>
            <a:r>
              <a:rPr lang="en-US" sz="900" dirty="0"/>
              <a:t>235</a:t>
            </a:r>
          </a:p>
        </p:txBody>
      </p:sp>
      <p:sp>
        <p:nvSpPr>
          <p:cNvPr id="65" name="TextBox 64">
            <a:extLst>
              <a:ext uri="{FF2B5EF4-FFF2-40B4-BE49-F238E27FC236}">
                <a16:creationId xmlns:a16="http://schemas.microsoft.com/office/drawing/2014/main" id="{6F58CB29-4956-7066-A427-C5E90713BA7F}"/>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B184C934-EC2C-8299-D0BA-04631A272734}"/>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59FF3586-8DA5-AFC7-F13F-71EEC32F63A9}"/>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5B2059C0-D3A1-582B-74B5-5A430533DDAD}"/>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765A0F69-B542-B0C8-8712-D10DD4C4C023}"/>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2D80AD72-7EAD-D727-3D63-EE0409D852FF}"/>
              </a:ext>
            </a:extLst>
          </p:cNvPr>
          <p:cNvSpPr txBox="1"/>
          <p:nvPr/>
        </p:nvSpPr>
        <p:spPr>
          <a:xfrm>
            <a:off x="4645378"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87</a:t>
            </a:r>
          </a:p>
        </p:txBody>
      </p:sp>
      <p:sp>
        <p:nvSpPr>
          <p:cNvPr id="78" name="TextBox 77">
            <a:extLst>
              <a:ext uri="{FF2B5EF4-FFF2-40B4-BE49-F238E27FC236}">
                <a16:creationId xmlns:a16="http://schemas.microsoft.com/office/drawing/2014/main" id="{98314356-A13F-9426-23A6-337F85D07633}"/>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69332133-FAD4-A087-40AB-98830C1ADF72}"/>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A6CC5F9E-022E-E516-89E4-0DC9DF6F0043}"/>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33137A3-A508-480C-98CB-2397F29696BE}"/>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703F0DD3-7BD6-C5F6-AE71-36E29457C9A2}"/>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20905F56-81EB-456C-4E54-9A3EEF2F28CA}"/>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B0C886EA-AAF6-1FA2-C9B2-E4F54AB3C75F}"/>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5A454AF0-A302-C1CC-4F22-BC0F6BD977A8}"/>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6665FB2E-5020-4810-9FA8-542CA02438BE}"/>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5DB831F3-1DD1-B662-FA05-DE965F2EA0FD}"/>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6E7949E7-6283-16D8-319A-CDB3C777432F}"/>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F4206E80-0F46-6222-F5D6-76D434B8AFEE}"/>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8BE1936D-A4AB-7F56-8325-A00F9C617D9A}"/>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2A9C833F-9279-4603-36A7-8A4180A14451}"/>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0D778A98-FD82-5E50-990E-D5773C4E962C}"/>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7ECF5D3F-DEBB-D7B6-921E-CB9606118434}"/>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EE959EAA-3AF1-A30C-0CC0-5DAE0CC7449B}"/>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393A4A16-6532-42DD-0C28-A5859E6EDA84}"/>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F87C25EB-8F9E-C6AB-03EA-382B0F5D7403}"/>
              </a:ext>
            </a:extLst>
          </p:cNvPr>
          <p:cNvSpPr txBox="1"/>
          <p:nvPr/>
        </p:nvSpPr>
        <p:spPr>
          <a:xfrm>
            <a:off x="7157158" y="2404765"/>
            <a:ext cx="570089" cy="230832"/>
          </a:xfrm>
          <a:prstGeom prst="rect">
            <a:avLst/>
          </a:prstGeom>
          <a:noFill/>
        </p:spPr>
        <p:txBody>
          <a:bodyPr wrap="square" rtlCol="0">
            <a:spAutoFit/>
          </a:bodyPr>
          <a:lstStyle/>
          <a:p>
            <a:pPr algn="ctr"/>
            <a:r>
              <a:rPr lang="en-US" sz="900" dirty="0"/>
              <a:t>54</a:t>
            </a:r>
          </a:p>
        </p:txBody>
      </p:sp>
      <p:sp>
        <p:nvSpPr>
          <p:cNvPr id="36" name="TextBox 35">
            <a:extLst>
              <a:ext uri="{FF2B5EF4-FFF2-40B4-BE49-F238E27FC236}">
                <a16:creationId xmlns:a16="http://schemas.microsoft.com/office/drawing/2014/main" id="{5907CE5E-789D-FC46-0E6A-F20C2F3F8B51}"/>
              </a:ext>
            </a:extLst>
          </p:cNvPr>
          <p:cNvSpPr txBox="1"/>
          <p:nvPr/>
        </p:nvSpPr>
        <p:spPr>
          <a:xfrm>
            <a:off x="4645378"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78</a:t>
            </a:r>
          </a:p>
        </p:txBody>
      </p:sp>
      <p:sp>
        <p:nvSpPr>
          <p:cNvPr id="38" name="TextBox 37">
            <a:extLst>
              <a:ext uri="{FF2B5EF4-FFF2-40B4-BE49-F238E27FC236}">
                <a16:creationId xmlns:a16="http://schemas.microsoft.com/office/drawing/2014/main" id="{C2AFC0A3-AA56-6696-7C72-81820F810B41}"/>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55E5EA3C-1946-0644-B12F-EF8DE2B0451C}"/>
              </a:ext>
            </a:extLst>
          </p:cNvPr>
          <p:cNvSpPr txBox="1"/>
          <p:nvPr/>
        </p:nvSpPr>
        <p:spPr>
          <a:xfrm>
            <a:off x="5147734"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98</a:t>
            </a:r>
          </a:p>
        </p:txBody>
      </p:sp>
      <p:sp>
        <p:nvSpPr>
          <p:cNvPr id="84" name="TextBox 83">
            <a:extLst>
              <a:ext uri="{FF2B5EF4-FFF2-40B4-BE49-F238E27FC236}">
                <a16:creationId xmlns:a16="http://schemas.microsoft.com/office/drawing/2014/main" id="{08EAE8E5-548A-C4C3-730D-8F0EF1CEE79D}"/>
              </a:ext>
            </a:extLst>
          </p:cNvPr>
          <p:cNvSpPr txBox="1"/>
          <p:nvPr/>
        </p:nvSpPr>
        <p:spPr>
          <a:xfrm>
            <a:off x="5650090"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79</a:t>
            </a:r>
          </a:p>
        </p:txBody>
      </p:sp>
      <p:sp>
        <p:nvSpPr>
          <p:cNvPr id="85" name="TextBox 84">
            <a:extLst>
              <a:ext uri="{FF2B5EF4-FFF2-40B4-BE49-F238E27FC236}">
                <a16:creationId xmlns:a16="http://schemas.microsoft.com/office/drawing/2014/main" id="{362663C1-67D7-4C4D-CCA8-55489103A424}"/>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8AE9503C-BD21-1F6B-560B-BDF23AF6D6E5}"/>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7AE9EB84-B295-82A7-4B20-DDB574A97743}"/>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E93A4C75-32FF-CFA1-D581-8B757C814DBA}"/>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A1D46A9C-79BE-0684-38D9-E3495E937E60}"/>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A4C91D04-D0B8-34C6-A753-F0B25189245F}"/>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E3AB7642-5836-A1B8-480E-519AF5DBCE5E}"/>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9FD90D3B-FE59-8C76-988E-169415F894B7}"/>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6B1E1991-8880-6CB1-A46F-383646A8D8EE}"/>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17213AE1-6739-0F2F-EF78-D2E5EEC26537}"/>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8D8C2934-5F40-4997-B8D7-0AB955D9D676}"/>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AF67D240-4198-38F3-D99C-E73B09AFE4EE}"/>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AF216153-9D35-B9DB-9647-8F19FBA33608}"/>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3DD2E021-344D-9CD2-6EEA-0DAB5798D587}"/>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F4B6A998-7360-C79D-61B9-0057702D932F}"/>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35A47B3F-1B1C-9CEC-8459-81F616C81F5A}"/>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7110D09F-3625-4151-E14D-B2425EA00858}"/>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C79B4E92-E459-5F40-4FCD-26FA1BE62F0D}"/>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ADCAF9E8-62AA-33ED-DD28-274F219A674D}"/>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85C44A1D-0D5A-604B-1380-1ACB0D594B23}"/>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77B619B6-AFFB-9283-9AAB-B156D110DF72}"/>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A9C08091-2A6D-B691-1F00-2BC4181F185C}"/>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B0A9164A-066C-29AE-5737-AB996E854323}"/>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FE8FBAA6-10F3-4843-7295-C0B51E887A53}"/>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B14CF5D4-3C82-F43A-9FA4-764F80F2B6E8}"/>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4092166F-BE2B-7771-63CD-D0A3081313EF}"/>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7561E12A-7F34-1CAE-C408-95470119BE13}"/>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35BFD8B9-8BF3-F201-50CC-CAE8019C304D}"/>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D431728A-B007-9ED3-5884-87DF9F64DEEF}"/>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D4F75CE0-44D9-B610-75E6-20AF9AFB2FB6}"/>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0E4CDF79-2C37-5B1F-1769-AD6CE4583498}"/>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49E71493-3E07-5098-A9E0-ADAA597FBA5A}"/>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58D5DC61-20A4-0F9D-3E9F-CDBB8D2B210C}"/>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F1AF2121-A2B1-F2A6-E76B-CD7AFCE6C0A9}"/>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611006B3-E526-274D-B5EF-CDF55CCB21E6}"/>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7B6AAA54-5FF1-009E-182A-366C999C8A46}"/>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8209578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B364E-1C89-360C-A68C-1BAC02CFF7C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F992FB-5920-E1A1-F6A1-AE031E893F4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A426E69-58E6-AEF1-6867-054D47D472D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615CCBC-1213-4515-E392-3C98C940FBD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42661AA-AC25-979F-C501-67B7D31F2B5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83C138D-582F-38D8-E6A0-8C22677AC18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2F9C5B1-A590-D321-87DC-6FA2CCE9110C}"/>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3EBE8666-93AA-8FD7-1C8D-38733F97FED9}"/>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22CD396E-447E-D544-B5AA-E18B04AAC03A}"/>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4E6E44DF-5CC3-326A-6B7F-F223A92F36E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C003B900-EED0-D4B8-17BC-9BF2E7B697BA}"/>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E17110B2-52E2-ACA9-6598-FD55334E33FA}"/>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37" name="TextBox 36">
            <a:extLst>
              <a:ext uri="{FF2B5EF4-FFF2-40B4-BE49-F238E27FC236}">
                <a16:creationId xmlns:a16="http://schemas.microsoft.com/office/drawing/2014/main" id="{515CF07F-4BD5-6466-7268-3D3D00A4C296}"/>
              </a:ext>
            </a:extLst>
          </p:cNvPr>
          <p:cNvSpPr txBox="1"/>
          <p:nvPr/>
        </p:nvSpPr>
        <p:spPr>
          <a:xfrm>
            <a:off x="4143022" y="4909484"/>
            <a:ext cx="570089" cy="230832"/>
          </a:xfrm>
          <a:prstGeom prst="rect">
            <a:avLst/>
          </a:prstGeom>
          <a:noFill/>
        </p:spPr>
        <p:txBody>
          <a:bodyPr wrap="square" rtlCol="0">
            <a:spAutoFit/>
          </a:bodyPr>
          <a:lstStyle/>
          <a:p>
            <a:pPr algn="ctr"/>
            <a:r>
              <a:rPr lang="en-US" sz="900" dirty="0"/>
              <a:t>32</a:t>
            </a:r>
          </a:p>
        </p:txBody>
      </p:sp>
      <p:sp>
        <p:nvSpPr>
          <p:cNvPr id="47" name="TextBox 46">
            <a:extLst>
              <a:ext uri="{FF2B5EF4-FFF2-40B4-BE49-F238E27FC236}">
                <a16:creationId xmlns:a16="http://schemas.microsoft.com/office/drawing/2014/main" id="{E6A0FBCC-3C87-22EA-BA41-50D01E0E4A00}"/>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a:t>
            </a:r>
          </a:p>
        </p:txBody>
      </p:sp>
      <p:sp>
        <p:nvSpPr>
          <p:cNvPr id="48" name="TextBox 47">
            <a:extLst>
              <a:ext uri="{FF2B5EF4-FFF2-40B4-BE49-F238E27FC236}">
                <a16:creationId xmlns:a16="http://schemas.microsoft.com/office/drawing/2014/main" id="{A88E6B94-B66C-C45D-4548-0BECE66BC26E}"/>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2E35E83D-32D3-E410-A205-5D951B53A506}"/>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a:t>
            </a:r>
          </a:p>
        </p:txBody>
      </p:sp>
      <p:sp>
        <p:nvSpPr>
          <p:cNvPr id="51" name="TextBox 50">
            <a:extLst>
              <a:ext uri="{FF2B5EF4-FFF2-40B4-BE49-F238E27FC236}">
                <a16:creationId xmlns:a16="http://schemas.microsoft.com/office/drawing/2014/main" id="{9F8989F9-7A86-8AA3-0B4C-DE8B731C3A07}"/>
              </a:ext>
            </a:extLst>
          </p:cNvPr>
          <p:cNvSpPr txBox="1"/>
          <p:nvPr/>
        </p:nvSpPr>
        <p:spPr>
          <a:xfrm>
            <a:off x="7157158" y="4909484"/>
            <a:ext cx="570089" cy="230832"/>
          </a:xfrm>
          <a:prstGeom prst="rect">
            <a:avLst/>
          </a:prstGeom>
          <a:noFill/>
        </p:spPr>
        <p:txBody>
          <a:bodyPr wrap="square" rtlCol="0">
            <a:spAutoFit/>
          </a:bodyPr>
          <a:lstStyle/>
          <a:p>
            <a:pPr algn="ctr"/>
            <a:r>
              <a:rPr lang="en-US" sz="900" dirty="0"/>
              <a:t>235</a:t>
            </a:r>
          </a:p>
        </p:txBody>
      </p:sp>
      <p:sp>
        <p:nvSpPr>
          <p:cNvPr id="65" name="TextBox 64">
            <a:extLst>
              <a:ext uri="{FF2B5EF4-FFF2-40B4-BE49-F238E27FC236}">
                <a16:creationId xmlns:a16="http://schemas.microsoft.com/office/drawing/2014/main" id="{E23190DF-5298-6F74-BACC-3EA3D671EBCD}"/>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D17B3D0B-A870-C5ED-201B-571AA8A769E0}"/>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ADDD4908-3123-2336-BD94-42978EA9D3C7}"/>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E7AD2705-D151-A1B0-8E0D-AFE5DC640B0A}"/>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27D89254-53FB-BB45-E9FA-4ECD33F7D16D}"/>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67090474-03A2-4D21-3F5D-6B15FFB48177}"/>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88940CE7-77D0-7B1A-AE5C-1684209B3D0F}"/>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4EF35A43-70AE-A920-BE5B-A2C68A1E9A20}"/>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94E2425A-67B3-52FE-512F-CAD6A750EB30}"/>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16D48A94-5DD8-C34C-8A17-8F36D927FF1C}"/>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585692C3-6AA8-FD91-0709-9EFEB84E5D82}"/>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9F97214E-A6C6-48A6-5609-40607CF3C21F}"/>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6BC4A032-CC8F-8AC6-5792-C04C25814B4E}"/>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30E0F01A-C425-98B5-0D9D-E074F30DA26A}"/>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C6AC1399-3334-E5A9-BAA7-015F2CC1278A}"/>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95033F3C-FB93-DAAC-2590-A44ECD051EC3}"/>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60A039B0-75F5-937B-B5F9-1EAA8DA5C489}"/>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A79ED08C-0F6F-18E9-31EB-89F34C46D98D}"/>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7F96A733-0973-68EF-3FDD-027D535733D4}"/>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A5A77727-A8A3-5C13-7838-4C782758D812}"/>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638710CE-233B-3980-3471-1D72681EB36B}"/>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783AC804-A49B-E438-003D-82B743F74238}"/>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2108079-6E8F-DF49-53DE-626F9196747C}"/>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1F7EE0B8-431C-711E-9BD2-B743FAE3407D}"/>
              </a:ext>
            </a:extLst>
          </p:cNvPr>
          <p:cNvSpPr txBox="1"/>
          <p:nvPr/>
        </p:nvSpPr>
        <p:spPr>
          <a:xfrm>
            <a:off x="7157158" y="2404765"/>
            <a:ext cx="570089" cy="230832"/>
          </a:xfrm>
          <a:prstGeom prst="rect">
            <a:avLst/>
          </a:prstGeom>
          <a:noFill/>
        </p:spPr>
        <p:txBody>
          <a:bodyPr wrap="square" rtlCol="0">
            <a:spAutoFit/>
          </a:bodyPr>
          <a:lstStyle/>
          <a:p>
            <a:pPr algn="ctr"/>
            <a:r>
              <a:rPr lang="en-US" sz="900" dirty="0"/>
              <a:t>54</a:t>
            </a:r>
          </a:p>
        </p:txBody>
      </p:sp>
      <p:sp>
        <p:nvSpPr>
          <p:cNvPr id="38" name="TextBox 37">
            <a:extLst>
              <a:ext uri="{FF2B5EF4-FFF2-40B4-BE49-F238E27FC236}">
                <a16:creationId xmlns:a16="http://schemas.microsoft.com/office/drawing/2014/main" id="{9B3E3E97-37E6-3D0C-5665-F45F3996F5EA}"/>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C110B56D-0973-DF79-8FB4-934ADFA8F0F3}"/>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D49E30F2-EB2C-9476-2F04-BF9CD005D69C}"/>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C0E3AB12-256A-9A78-EC19-F18D40F7DAAF}"/>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D41ED18C-BE61-9CEA-8855-21D54A67764F}"/>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1CADFC22-F48B-6801-5ABD-79855B4484C5}"/>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79019EA9-D200-A338-C849-32A0C106BAF6}"/>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B2ACDDAE-0A36-4F7D-36F7-A5338AFE71B7}"/>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69A149EB-1D1A-6373-DB83-589629F6A773}"/>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3F4D5860-5DA4-FBF4-C58E-A62D7192ABF1}"/>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7A4EEBEB-B94B-2D3A-B515-475C7CFBFFDE}"/>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CA7A9B7B-7E9F-1D1A-A4EE-8F5B72B0AF6A}"/>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0A928565-E8CC-BF25-0B09-0F5327DA97C3}"/>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D8BB6EFB-1D40-4442-C11C-2AE1E10D234F}"/>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FCB54D3D-15D8-DEC7-34C3-6B16025AE5BD}"/>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78ACA3B1-0A2E-5D3B-583A-A01C6FE0833F}"/>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F1F45993-5D75-5D52-AE5B-BB84A6240562}"/>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3F9959D1-F6EB-B578-C67C-956A481ABF89}"/>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DDD52AB9-75DD-2DD3-D84F-6A59F54C433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E37A2F60-8509-FBCF-43AF-7A3F7F5A944A}"/>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34911B80-2577-BD20-E325-9848788AF52B}"/>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ADAA822D-069B-DD13-D20E-45001EE66680}"/>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86DE8371-B803-1504-3944-1ACD6883517D}"/>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41053C8E-9A4E-766F-CA09-087010800DC3}"/>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20D1D5B8-F510-FACC-1AF6-87498D31DD78}"/>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96A18569-6429-17A8-0431-A0083B766BF9}"/>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4BFC8C52-758A-60D7-9383-CCEF9D714F8F}"/>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22125B7A-A46F-E031-319D-0964204C4865}"/>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F5A7B93E-FE00-CFE7-E701-AFDEDEFE062A}"/>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10B6E3F0-9CAA-9C7A-64B4-A421F1E44F70}"/>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260888F3-AED8-3366-1D6C-3474C0CBCA8D}"/>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280EFF8B-E083-4A53-BBCC-21CE455F7FBC}"/>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58230791-E8B8-AA39-C565-865B0336ADF5}"/>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C52D2296-AD9D-8132-1C41-0E335AA2CF48}"/>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2C747775-5357-A5AB-9431-F6ABD8F1027A}"/>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DF2C714D-D844-E560-4460-9AFD240554E0}"/>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0DBFE812-BCFE-9789-46B0-806501737ACF}"/>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41955E8A-A0EC-58BE-D87C-67150A8ADCB1}"/>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BDA7EB65-7E68-8E8F-F6FD-04989E60D6F5}"/>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1" name="TextBox 60">
            <a:extLst>
              <a:ext uri="{FF2B5EF4-FFF2-40B4-BE49-F238E27FC236}">
                <a16:creationId xmlns:a16="http://schemas.microsoft.com/office/drawing/2014/main" id="{91CBB636-8B7C-DC93-D518-F4A7EECE5657}"/>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F1D26FC2-C4C3-DC0A-A092-4ADBD4AC9ED7}"/>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0780A2F0-78A4-FBC1-3413-65CD4AA19AEB}"/>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FD550B56-A629-0699-91AF-901E1FD68873}"/>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9918325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2B1CA-4A6D-2813-DDA5-AF75A6D67E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8BA964-D0FB-0988-B448-52CF36ADA03E}"/>
              </a:ext>
            </a:extLst>
          </p:cNvPr>
          <p:cNvSpPr>
            <a:spLocks noGrp="1"/>
          </p:cNvSpPr>
          <p:nvPr>
            <p:ph sz="half" idx="1"/>
          </p:nvPr>
        </p:nvSpPr>
        <p:spPr/>
        <p:txBody>
          <a:bodyPr>
            <a:normAutofit/>
          </a:bodyPr>
          <a:lstStyle/>
          <a:p>
            <a:r>
              <a:rPr lang="en-US" dirty="0"/>
              <a:t>Last of a row or column.</a:t>
            </a:r>
          </a:p>
        </p:txBody>
      </p:sp>
      <p:pic>
        <p:nvPicPr>
          <p:cNvPr id="4" name="Picture 3" descr="A grid of sudoku puzzle&#10;&#10;Description automatically generated">
            <a:extLst>
              <a:ext uri="{FF2B5EF4-FFF2-40B4-BE49-F238E27FC236}">
                <a16:creationId xmlns:a16="http://schemas.microsoft.com/office/drawing/2014/main" id="{2219FA9F-6D6E-638C-7B2B-D8A3987F6A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B34B69B-2D73-375D-0F7D-36C8E95E13C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289E4D6-6689-4834-8DF6-36B6200C378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1539FB3-CEAB-1DFD-C1AA-12C3FE0B63D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D551E2C-E532-122D-3370-0E430A62A8A0}"/>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1DCA092-1982-3BA1-480A-A8572E900D67}"/>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7851FEDE-2682-0AD8-2A4F-8870796643A8}"/>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F3247A35-5894-D60E-03BC-339E0469EBD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27EEC872-8DBD-D3C3-A04F-D3474088180F}"/>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22AED90D-5DC9-A786-CAB2-1172A2657B9A}"/>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37" name="TextBox 36">
            <a:extLst>
              <a:ext uri="{FF2B5EF4-FFF2-40B4-BE49-F238E27FC236}">
                <a16:creationId xmlns:a16="http://schemas.microsoft.com/office/drawing/2014/main" id="{5997F55D-648E-38E7-8EBB-2E74F9006A5B}"/>
              </a:ext>
            </a:extLst>
          </p:cNvPr>
          <p:cNvSpPr txBox="1"/>
          <p:nvPr/>
        </p:nvSpPr>
        <p:spPr>
          <a:xfrm>
            <a:off x="4143022" y="4909484"/>
            <a:ext cx="570089" cy="230832"/>
          </a:xfrm>
          <a:prstGeom prst="rect">
            <a:avLst/>
          </a:prstGeom>
          <a:noFill/>
        </p:spPr>
        <p:txBody>
          <a:bodyPr wrap="square" rtlCol="0">
            <a:spAutoFit/>
          </a:bodyPr>
          <a:lstStyle/>
          <a:p>
            <a:pPr algn="ctr"/>
            <a:r>
              <a:rPr lang="en-US" sz="900" dirty="0"/>
              <a:t>32</a:t>
            </a:r>
          </a:p>
        </p:txBody>
      </p:sp>
      <p:sp>
        <p:nvSpPr>
          <p:cNvPr id="47" name="TextBox 46">
            <a:extLst>
              <a:ext uri="{FF2B5EF4-FFF2-40B4-BE49-F238E27FC236}">
                <a16:creationId xmlns:a16="http://schemas.microsoft.com/office/drawing/2014/main" id="{E6E0F44D-307E-7F5E-79E4-B21B5A78D823}"/>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a:t>
            </a:r>
          </a:p>
        </p:txBody>
      </p:sp>
      <p:sp>
        <p:nvSpPr>
          <p:cNvPr id="48" name="TextBox 47">
            <a:extLst>
              <a:ext uri="{FF2B5EF4-FFF2-40B4-BE49-F238E27FC236}">
                <a16:creationId xmlns:a16="http://schemas.microsoft.com/office/drawing/2014/main" id="{EB74614F-E3B3-0FCC-2BC6-40BC44189234}"/>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BE868047-F12A-93DA-73E9-0CF9FD750064}"/>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a:t>
            </a:r>
          </a:p>
        </p:txBody>
      </p:sp>
      <p:sp>
        <p:nvSpPr>
          <p:cNvPr id="51" name="TextBox 50">
            <a:extLst>
              <a:ext uri="{FF2B5EF4-FFF2-40B4-BE49-F238E27FC236}">
                <a16:creationId xmlns:a16="http://schemas.microsoft.com/office/drawing/2014/main" id="{4CE075F4-AE56-3A3B-489D-8EBFD696EA42}"/>
              </a:ext>
            </a:extLst>
          </p:cNvPr>
          <p:cNvSpPr txBox="1"/>
          <p:nvPr/>
        </p:nvSpPr>
        <p:spPr>
          <a:xfrm>
            <a:off x="7157158" y="4909484"/>
            <a:ext cx="570089" cy="230832"/>
          </a:xfrm>
          <a:prstGeom prst="rect">
            <a:avLst/>
          </a:prstGeom>
          <a:noFill/>
        </p:spPr>
        <p:txBody>
          <a:bodyPr wrap="square" rtlCol="0">
            <a:spAutoFit/>
          </a:bodyPr>
          <a:lstStyle/>
          <a:p>
            <a:pPr algn="ctr"/>
            <a:r>
              <a:rPr lang="en-US" sz="900" dirty="0"/>
              <a:t>235</a:t>
            </a:r>
          </a:p>
        </p:txBody>
      </p:sp>
      <p:sp>
        <p:nvSpPr>
          <p:cNvPr id="65" name="TextBox 64">
            <a:extLst>
              <a:ext uri="{FF2B5EF4-FFF2-40B4-BE49-F238E27FC236}">
                <a16:creationId xmlns:a16="http://schemas.microsoft.com/office/drawing/2014/main" id="{FD7119DB-8B1D-C2D0-88B1-9441673E110F}"/>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9F462F58-C417-2765-3788-944616F07555}"/>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5E9AF53A-F3C0-40A9-29D5-8D76ECE0B26A}"/>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2AE95C56-62DA-18C5-20AB-6ACFDE93BCA3}"/>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26B10400-B08F-C7D5-1A11-BD65D2E18713}"/>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55962FB4-07C7-42F5-4148-034610EE0F2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3C28A703-EABB-711D-02F6-1661013B7211}"/>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37914D96-2FCF-D87D-BE2E-89B2349B2E8F}"/>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32975ED0-058E-54FC-8AB2-B2222834F716}"/>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5C545471-AFB9-3168-27D1-EC066CC79C39}"/>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159E0770-5014-0AE0-C6BA-25BFF48B6020}"/>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A186910-0C93-623B-D2DD-51C7FA0B426B}"/>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FC1AF1F4-170B-E258-B122-8C0EF5151FD8}"/>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98845E45-3DFC-0C21-8E2F-545E3D2C3410}"/>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5317A676-7E02-D2A8-D28F-F9F116898DBE}"/>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377A0A05-B6CE-25E9-C334-4DCB29AD1018}"/>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102098C0-230F-37D7-A321-98D6EF5B5B98}"/>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3A1F759A-60B8-FC9D-7020-A163B4E795C9}"/>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8C1A9873-B015-3976-1646-B9D09FE71120}"/>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CE41FA5E-1C2C-CB66-0EA0-4C303780F5B1}"/>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4AD699E7-FB12-5397-74A1-6E8AEFDC36C7}"/>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ED23D9C4-460C-A356-1DE3-A78E7103939A}"/>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61870CEF-2D1D-CB45-8AB8-D376BA4ABA5D}"/>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6AD1AF11-6CCA-5D91-A391-75C42466EC54}"/>
              </a:ext>
            </a:extLst>
          </p:cNvPr>
          <p:cNvSpPr txBox="1"/>
          <p:nvPr/>
        </p:nvSpPr>
        <p:spPr>
          <a:xfrm>
            <a:off x="7157158" y="2404765"/>
            <a:ext cx="570089" cy="230832"/>
          </a:xfrm>
          <a:prstGeom prst="rect">
            <a:avLst/>
          </a:prstGeom>
          <a:noFill/>
        </p:spPr>
        <p:txBody>
          <a:bodyPr wrap="square" rtlCol="0">
            <a:spAutoFit/>
          </a:bodyPr>
          <a:lstStyle/>
          <a:p>
            <a:pPr algn="ctr"/>
            <a:r>
              <a:rPr lang="en-US" sz="900" dirty="0"/>
              <a:t>54</a:t>
            </a:r>
          </a:p>
        </p:txBody>
      </p:sp>
      <p:sp>
        <p:nvSpPr>
          <p:cNvPr id="38" name="TextBox 37">
            <a:extLst>
              <a:ext uri="{FF2B5EF4-FFF2-40B4-BE49-F238E27FC236}">
                <a16:creationId xmlns:a16="http://schemas.microsoft.com/office/drawing/2014/main" id="{FB912DD6-E9E1-271F-A111-94CD3E978990}"/>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7CEC48F5-988C-EE4C-35AE-AB20316EAF1A}"/>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3EE7AB83-DC45-1C11-5EE9-E5C499495BD5}"/>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B8C847DB-3705-CE9C-48F4-53E4804D2B66}"/>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8EA93B46-9476-AB48-CB2D-66CD2F49F12A}"/>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055DB2FA-53BB-A804-F706-DFC324F3FA6A}"/>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A50F1236-09D1-3B36-7B00-C1BE57007AAF}"/>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85FBC4A7-A60F-7955-89C9-611ECA94A748}"/>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0DBA7258-C250-6F37-B792-02FFD7A1D247}"/>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B283E62C-6675-1A3D-E431-33B73D7D789B}"/>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D89216DB-A08F-46ED-2C06-1CDE9F762084}"/>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88D4E9CF-1B67-4B8F-AB3D-23B20B156590}"/>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AEEF3D0-BB03-67BD-35CB-37B515D4DA55}"/>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5567CC28-1C38-B433-5805-92FA7A5C8A30}"/>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267D7BED-A398-C9F5-7C5B-BAC48BB63946}"/>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A04B0D36-E8DC-D0A6-2148-AA7C8E8C3EDB}"/>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A0719032-4E8C-92E0-AA3C-D2D503C66822}"/>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AD0EB772-4702-2429-E749-E6AB50CCEC5C}"/>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9263A97D-B565-4CA6-8809-2BDC9DF73BC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954A6A7C-AEDB-B599-33A4-62455C82DA05}"/>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C07B4D5F-C84F-E3A2-7FD6-423988BF66FF}"/>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D1ACC775-EAAF-C295-93C2-CB3CD40A4969}"/>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EB017E21-B953-2F60-F8DD-4B00AE6C1C23}"/>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E8AF81DE-1A47-D17D-368A-3630C0DDFCBB}"/>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FEBF3277-4A00-C835-BAB2-BD57CF6B8879}"/>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506CA36F-7805-3837-60E7-1546E501E04F}"/>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AE78F814-13E2-3171-D6F6-8917B5EBB4EA}"/>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40155169-77D7-B608-ADF7-8B928EE10716}"/>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72400FA2-3C05-F343-4AA4-C109BBE48B9C}"/>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99083ECA-BACD-2084-791C-B7A0530FB4A4}"/>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3B07AFF7-BF8B-2944-7F5C-A55934AC4F73}"/>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4BEFD70C-CD66-EDED-FB24-BE758208E88C}"/>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7F547E54-F99F-FF2C-C0D8-74E546785BD8}"/>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39052A0F-7C36-F813-2A63-4E072D8697FF}"/>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E85238FA-8197-7028-5C42-9031A06C3400}"/>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69222EC1-A732-80A3-4E5D-8A4B12A7E206}"/>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A1ECAD72-0EE4-EB0F-21D0-59F1D46B03D5}"/>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3D475772-38EB-5656-B7E8-B688F70B5C65}"/>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9B4DDBD1-A13E-970F-709E-E249B3DDAFDB}"/>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1" name="TextBox 60">
            <a:extLst>
              <a:ext uri="{FF2B5EF4-FFF2-40B4-BE49-F238E27FC236}">
                <a16:creationId xmlns:a16="http://schemas.microsoft.com/office/drawing/2014/main" id="{D46F7A92-8704-2D5C-AA33-992CA670E03A}"/>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EADF1F23-4CEF-F75F-1245-6C50DC13A8E6}"/>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8DDEDDF5-4425-70CD-1464-522A076F2DF5}"/>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F97B0F70-9655-3913-B542-B30BD7D44BE7}"/>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5827A735-6E37-68A5-555E-C1D61A54E937}"/>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7E133A93-92E3-BD44-1A41-F1B392FE2F14}"/>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C08DEC6B-7533-84E9-CDB2-CA83420DA20D}"/>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5843680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08825-E9D6-8504-3837-27A4C075DB4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B381C1-6D9C-D743-5615-B3A89B6A1C40}"/>
              </a:ext>
            </a:extLst>
          </p:cNvPr>
          <p:cNvSpPr>
            <a:spLocks noGrp="1"/>
          </p:cNvSpPr>
          <p:nvPr>
            <p:ph sz="half" idx="1"/>
          </p:nvPr>
        </p:nvSpPr>
        <p:spPr/>
        <p:txBody>
          <a:bodyPr>
            <a:normAutofit/>
          </a:bodyPr>
          <a:lstStyle/>
          <a:p>
            <a:r>
              <a:rPr lang="en-US" dirty="0"/>
              <a:t>[11 in 3] is three of 2345, which sums to 14. So, we need to drop 3.</a:t>
            </a:r>
          </a:p>
        </p:txBody>
      </p:sp>
      <p:pic>
        <p:nvPicPr>
          <p:cNvPr id="4" name="Picture 3" descr="A grid of sudoku puzzle&#10;&#10;Description automatically generated">
            <a:extLst>
              <a:ext uri="{FF2B5EF4-FFF2-40B4-BE49-F238E27FC236}">
                <a16:creationId xmlns:a16="http://schemas.microsoft.com/office/drawing/2014/main" id="{F3935ADE-E26D-9422-7F98-F54D45BB30E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F317604-EC5A-5271-FC2E-7157F6D44E9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6ADDA45-7C1D-F684-36FB-0C1F30E8B86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5787F6E-2D71-09B9-E3A0-DE69C07F6A6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4CCD6C1-CA5A-1304-AE10-FF217F9922C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037E6D9E-3C9A-55CC-023D-4A69D4B3939F}"/>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35630ABB-E645-94A1-4066-AA7E5D2FEA74}"/>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C2D0AB83-D4CA-4F5E-6ADD-81435D62F294}"/>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6C6D8832-6499-2E81-7331-4FD1435C9C5E}"/>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78D1CC7D-AF59-759C-8260-B9A739A96744}"/>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37" name="TextBox 36">
            <a:extLst>
              <a:ext uri="{FF2B5EF4-FFF2-40B4-BE49-F238E27FC236}">
                <a16:creationId xmlns:a16="http://schemas.microsoft.com/office/drawing/2014/main" id="{C684278C-F1AA-D6D5-BBE8-772EE48AD3D0}"/>
              </a:ext>
            </a:extLst>
          </p:cNvPr>
          <p:cNvSpPr txBox="1"/>
          <p:nvPr/>
        </p:nvSpPr>
        <p:spPr>
          <a:xfrm>
            <a:off x="4143022" y="4909484"/>
            <a:ext cx="570089" cy="230832"/>
          </a:xfrm>
          <a:prstGeom prst="rect">
            <a:avLst/>
          </a:prstGeom>
          <a:noFill/>
        </p:spPr>
        <p:txBody>
          <a:bodyPr wrap="square" rtlCol="0">
            <a:spAutoFit/>
          </a:bodyPr>
          <a:lstStyle/>
          <a:p>
            <a:pPr algn="ctr"/>
            <a:r>
              <a:rPr lang="en-US" sz="900" dirty="0"/>
              <a:t>32</a:t>
            </a:r>
          </a:p>
        </p:txBody>
      </p:sp>
      <p:sp>
        <p:nvSpPr>
          <p:cNvPr id="47" name="TextBox 46">
            <a:extLst>
              <a:ext uri="{FF2B5EF4-FFF2-40B4-BE49-F238E27FC236}">
                <a16:creationId xmlns:a16="http://schemas.microsoft.com/office/drawing/2014/main" id="{44B99444-C3F3-1BF4-B97D-1BA632143DEF}"/>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a:t>
            </a:r>
          </a:p>
        </p:txBody>
      </p:sp>
      <p:sp>
        <p:nvSpPr>
          <p:cNvPr id="48" name="TextBox 47">
            <a:extLst>
              <a:ext uri="{FF2B5EF4-FFF2-40B4-BE49-F238E27FC236}">
                <a16:creationId xmlns:a16="http://schemas.microsoft.com/office/drawing/2014/main" id="{613D61A8-B888-0BBA-CF21-642F0A95838B}"/>
              </a:ext>
            </a:extLst>
          </p:cNvPr>
          <p:cNvSpPr txBox="1"/>
          <p:nvPr/>
        </p:nvSpPr>
        <p:spPr>
          <a:xfrm>
            <a:off x="7157158" y="4408541"/>
            <a:ext cx="570089" cy="230832"/>
          </a:xfrm>
          <a:prstGeom prst="rect">
            <a:avLst/>
          </a:prstGeom>
          <a:noFill/>
        </p:spPr>
        <p:txBody>
          <a:bodyPr wrap="square" rtlCol="0">
            <a:spAutoFit/>
          </a:bodyPr>
          <a:lstStyle/>
          <a:p>
            <a:pPr algn="ctr"/>
            <a:r>
              <a:rPr lang="en-US" sz="900" dirty="0"/>
              <a:t>24</a:t>
            </a:r>
          </a:p>
        </p:txBody>
      </p:sp>
      <p:sp>
        <p:nvSpPr>
          <p:cNvPr id="50" name="TextBox 49">
            <a:extLst>
              <a:ext uri="{FF2B5EF4-FFF2-40B4-BE49-F238E27FC236}">
                <a16:creationId xmlns:a16="http://schemas.microsoft.com/office/drawing/2014/main" id="{0AB9688D-AE39-E3E1-8E88-1E62F79F122A}"/>
              </a:ext>
            </a:extLst>
          </p:cNvPr>
          <p:cNvSpPr txBox="1"/>
          <p:nvPr/>
        </p:nvSpPr>
        <p:spPr>
          <a:xfrm>
            <a:off x="6654802" y="4909484"/>
            <a:ext cx="570089" cy="230832"/>
          </a:xfrm>
          <a:prstGeom prst="rect">
            <a:avLst/>
          </a:prstGeom>
          <a:noFill/>
        </p:spPr>
        <p:txBody>
          <a:bodyPr wrap="square" rtlCol="0">
            <a:spAutoFit/>
          </a:bodyPr>
          <a:lstStyle/>
          <a:p>
            <a:pPr algn="ctr"/>
            <a:r>
              <a:rPr lang="en-US" sz="900" dirty="0"/>
              <a:t>25</a:t>
            </a:r>
          </a:p>
        </p:txBody>
      </p:sp>
      <p:sp>
        <p:nvSpPr>
          <p:cNvPr id="51" name="TextBox 50">
            <a:extLst>
              <a:ext uri="{FF2B5EF4-FFF2-40B4-BE49-F238E27FC236}">
                <a16:creationId xmlns:a16="http://schemas.microsoft.com/office/drawing/2014/main" id="{3E1B4550-C530-F3DF-1DAE-C110210DF3CE}"/>
              </a:ext>
            </a:extLst>
          </p:cNvPr>
          <p:cNvSpPr txBox="1"/>
          <p:nvPr/>
        </p:nvSpPr>
        <p:spPr>
          <a:xfrm>
            <a:off x="7157158" y="4909484"/>
            <a:ext cx="570089" cy="230832"/>
          </a:xfrm>
          <a:prstGeom prst="rect">
            <a:avLst/>
          </a:prstGeom>
          <a:noFill/>
        </p:spPr>
        <p:txBody>
          <a:bodyPr wrap="square" rtlCol="0">
            <a:spAutoFit/>
          </a:bodyPr>
          <a:lstStyle/>
          <a:p>
            <a:pPr algn="ctr"/>
            <a:r>
              <a:rPr lang="en-US" sz="900" dirty="0"/>
              <a:t>52</a:t>
            </a:r>
          </a:p>
        </p:txBody>
      </p:sp>
      <p:sp>
        <p:nvSpPr>
          <p:cNvPr id="65" name="TextBox 64">
            <a:extLst>
              <a:ext uri="{FF2B5EF4-FFF2-40B4-BE49-F238E27FC236}">
                <a16:creationId xmlns:a16="http://schemas.microsoft.com/office/drawing/2014/main" id="{35264A01-FFB3-8618-4247-05E67AB42984}"/>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78BB11B6-8B0E-E4F3-1B00-A5A794EDE52F}"/>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11368FF8-622A-C62C-4984-BD33D13FCFC3}"/>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8CC1CF09-103D-A824-1AD4-C01F411ED9D7}"/>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3B714E22-8EF9-16B0-9539-6C2468BBFE64}"/>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BA8F3B3C-B057-B6F4-9AE3-2735A738535B}"/>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EAB8399E-0E1D-2B02-5328-D00DDFE23A43}"/>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924DA3A5-75B6-35DE-2BCB-FE3B3C7F1148}"/>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A6E80F22-E757-DBC7-482B-4FF65ACDB1F0}"/>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3DB9FE9C-A878-31EC-7AF9-59F0CA25F149}"/>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1379321A-2186-5397-0203-401BF62BA4FC}"/>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D741AA15-E9F7-C9CB-E93B-96E14E1720A3}"/>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69C6F52E-0181-6EBC-A7F3-CA2877AAC17A}"/>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19401339-7A25-B12D-BF6B-7A3838510A40}"/>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638E1B4C-FD71-7DFA-6E7F-635392A1F967}"/>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EC290EB4-E730-52AB-134E-8DBFB3A8DE6A}"/>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BC317DC8-7B51-A276-F0B2-387BA9FE9BE9}"/>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1F5ACFFB-968A-E52B-C438-2F4513842B9A}"/>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A5930A26-343D-1845-16BD-B32B59D405A8}"/>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99E8F87B-C8D1-07EC-015C-9F504B85C46B}"/>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4BCE705D-F34C-F9B6-6E75-F4EECDC3F2E4}"/>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48940F58-A985-D9F2-173B-632B05EF107F}"/>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AE4EEAB3-52B8-CDE1-1697-B6F982A6F039}"/>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565F85DD-47E7-3789-38A3-7AE61DCE3013}"/>
              </a:ext>
            </a:extLst>
          </p:cNvPr>
          <p:cNvSpPr txBox="1"/>
          <p:nvPr/>
        </p:nvSpPr>
        <p:spPr>
          <a:xfrm>
            <a:off x="7157158" y="2404765"/>
            <a:ext cx="570089" cy="230832"/>
          </a:xfrm>
          <a:prstGeom prst="rect">
            <a:avLst/>
          </a:prstGeom>
          <a:noFill/>
        </p:spPr>
        <p:txBody>
          <a:bodyPr wrap="square" rtlCol="0">
            <a:spAutoFit/>
          </a:bodyPr>
          <a:lstStyle/>
          <a:p>
            <a:pPr algn="ctr"/>
            <a:r>
              <a:rPr lang="en-US" sz="900" dirty="0"/>
              <a:t>54</a:t>
            </a:r>
          </a:p>
        </p:txBody>
      </p:sp>
      <p:sp>
        <p:nvSpPr>
          <p:cNvPr id="38" name="TextBox 37">
            <a:extLst>
              <a:ext uri="{FF2B5EF4-FFF2-40B4-BE49-F238E27FC236}">
                <a16:creationId xmlns:a16="http://schemas.microsoft.com/office/drawing/2014/main" id="{8363E51F-6784-F085-D55F-BECE8FD9876E}"/>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B16E1BEF-AC31-677B-54BD-96E33E184BFF}"/>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96BA8E81-7A56-DC18-698F-FC10865F6074}"/>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3DE43C63-CE0E-430F-EFD5-B88A1167E5D9}"/>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75C77997-2295-65E5-4453-6D3EB0DBFE73}"/>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ECDFF1F2-73C0-6CFE-49C7-A98B07BD89B6}"/>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522825D7-EACA-581E-6328-B73330338C54}"/>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1E8661FE-5FCD-7B4B-E3A9-23D2352B06C0}"/>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53E49A5D-0E67-FA16-979E-B1D109B57BCE}"/>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C85755C4-A76A-8E32-CB71-94A923F0E23B}"/>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3F821A04-A268-36C6-15C3-DB0609D41BFD}"/>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CB2B235E-263C-8D0E-B286-27BA0E980F87}"/>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169280B2-7650-DBD8-8C1D-0B42B7E66362}"/>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A5347AD0-68D0-F3F0-7B67-FF5702EFB59B}"/>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3429F188-518B-2F48-A8E9-87C3A95ADED4}"/>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A6606388-A5EB-6AF7-835B-DD33485A7337}"/>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002EAAFF-F36A-5958-15D4-F7AA11D52FF3}"/>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B96E9790-F3DD-11C0-3FC6-B634719CF715}"/>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4224CB9E-069B-87E8-C5CC-3A26E688E35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AA8BC80D-CBD5-E60C-C612-57B1DD4A85D0}"/>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9ECE9F99-B53B-71BA-CBBC-40F7E3457B05}"/>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821F7B99-3DA3-B6C1-1754-A36AD603EB0F}"/>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A21C7E91-B190-CBFB-708E-F003E5DA1FA7}"/>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4151AE14-410E-75B5-B852-9FFE73D38105}"/>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4141466C-0AA8-D6F3-B8E0-5BF7544FC351}"/>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D3054D17-9433-D4AF-F732-1E7F06BAF3E4}"/>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22EA5332-54E4-85D0-5D13-1190EDB7A938}"/>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017A7CEE-24E8-9D88-536A-94851CEE1846}"/>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10B1A908-3DFF-DAAD-569F-B032E662CC00}"/>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4488D4FB-027E-A2DF-8737-38298EF61ECA}"/>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FD2F4637-A768-383D-FC91-42FE79C89BE4}"/>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482E8DB5-8D51-A26B-E8D2-97E224573942}"/>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C1D05E94-5667-E4D5-2CA9-94FFFB302B88}"/>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50F6F0F2-B0A0-2DE0-C27E-AD09819D2172}"/>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280A628B-F659-8253-8243-1EB9E7DB971B}"/>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63325A6D-8C82-56BA-36AC-E02A24F653BC}"/>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7572B752-ED7A-C1C0-8068-8600C11FDD8E}"/>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A4F878E6-BD24-3020-C508-069FF6021E5B}"/>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C06FEC75-8939-FC48-63B6-F90B6028B56C}"/>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1" name="TextBox 60">
            <a:extLst>
              <a:ext uri="{FF2B5EF4-FFF2-40B4-BE49-F238E27FC236}">
                <a16:creationId xmlns:a16="http://schemas.microsoft.com/office/drawing/2014/main" id="{8141A95D-6FBC-3B4A-5971-C5F3BA3096EB}"/>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E5918C8F-7DFE-CC3B-CFA3-8E7D4171F4A4}"/>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98FC774F-F7BF-5963-A8A2-5110AFC6CDAE}"/>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C62D6807-7396-924B-52A1-0F599E5FE7C8}"/>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748244A4-CFCF-51E9-6DD3-4EFDA7398E4E}"/>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FACBAFE5-E791-B182-B155-686FACBBF1E5}"/>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1EEA081A-121C-C2EA-B236-7D62DED960B9}"/>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6069327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DC83C-6FCC-F404-6DAD-8538FA227D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9E327E-580F-A115-CB9E-803E0026F7F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9A0CDF7-A85B-2038-8532-CDABF2C093E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52BF5CF-5165-4FC6-BD4F-3F63264D134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E23A21F-1198-3BC7-2CAF-19AC1218B35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B35B312-7218-389B-80A7-09B24CFFEB6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B63CC51-CA1E-CD0C-2620-B4D8EBE0B3E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D140765A-2CF6-2428-CB25-D9C73005BC6A}"/>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65D243F0-85F2-110F-0784-422DA2CA37E7}"/>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006E3A8D-99CE-967B-D3D8-4436E0E3A13B}"/>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B5406ABD-8587-D509-F6D8-A51D4AABEAE8}"/>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47" name="TextBox 46">
            <a:extLst>
              <a:ext uri="{FF2B5EF4-FFF2-40B4-BE49-F238E27FC236}">
                <a16:creationId xmlns:a16="http://schemas.microsoft.com/office/drawing/2014/main" id="{1FC091F6-5F96-EB0B-3A26-96CFDAD86964}"/>
              </a:ext>
            </a:extLst>
          </p:cNvPr>
          <p:cNvSpPr txBox="1"/>
          <p:nvPr/>
        </p:nvSpPr>
        <p:spPr>
          <a:xfrm>
            <a:off x="6654802" y="4408541"/>
            <a:ext cx="570089" cy="230832"/>
          </a:xfrm>
          <a:prstGeom prst="rect">
            <a:avLst/>
          </a:prstGeom>
          <a:noFill/>
        </p:spPr>
        <p:txBody>
          <a:bodyPr wrap="square" rtlCol="0">
            <a:spAutoFit/>
          </a:bodyPr>
          <a:lstStyle/>
          <a:p>
            <a:pPr algn="ctr"/>
            <a:r>
              <a:rPr lang="en-US" sz="900" dirty="0"/>
              <a:t>34</a:t>
            </a:r>
          </a:p>
        </p:txBody>
      </p:sp>
      <p:sp>
        <p:nvSpPr>
          <p:cNvPr id="50" name="TextBox 49">
            <a:extLst>
              <a:ext uri="{FF2B5EF4-FFF2-40B4-BE49-F238E27FC236}">
                <a16:creationId xmlns:a16="http://schemas.microsoft.com/office/drawing/2014/main" id="{BE038FC7-7FB5-CDD4-CF7D-EF253E29E164}"/>
              </a:ext>
            </a:extLst>
          </p:cNvPr>
          <p:cNvSpPr txBox="1"/>
          <p:nvPr/>
        </p:nvSpPr>
        <p:spPr>
          <a:xfrm>
            <a:off x="6654802" y="4909484"/>
            <a:ext cx="570089" cy="230832"/>
          </a:xfrm>
          <a:prstGeom prst="rect">
            <a:avLst/>
          </a:prstGeom>
          <a:noFill/>
        </p:spPr>
        <p:txBody>
          <a:bodyPr wrap="square" rtlCol="0">
            <a:spAutoFit/>
          </a:bodyPr>
          <a:lstStyle/>
          <a:p>
            <a:pPr algn="ctr"/>
            <a:r>
              <a:rPr lang="en-US" sz="900" dirty="0"/>
              <a:t>25</a:t>
            </a:r>
          </a:p>
        </p:txBody>
      </p:sp>
      <p:sp>
        <p:nvSpPr>
          <p:cNvPr id="51" name="TextBox 50">
            <a:extLst>
              <a:ext uri="{FF2B5EF4-FFF2-40B4-BE49-F238E27FC236}">
                <a16:creationId xmlns:a16="http://schemas.microsoft.com/office/drawing/2014/main" id="{3A602D6A-385F-E40D-AAC1-69C26D78BB76}"/>
              </a:ext>
            </a:extLst>
          </p:cNvPr>
          <p:cNvSpPr txBox="1"/>
          <p:nvPr/>
        </p:nvSpPr>
        <p:spPr>
          <a:xfrm>
            <a:off x="7157158" y="4909484"/>
            <a:ext cx="570089" cy="230832"/>
          </a:xfrm>
          <a:prstGeom prst="rect">
            <a:avLst/>
          </a:prstGeom>
          <a:noFill/>
        </p:spPr>
        <p:txBody>
          <a:bodyPr wrap="square" rtlCol="0">
            <a:spAutoFit/>
          </a:bodyPr>
          <a:lstStyle/>
          <a:p>
            <a:pPr algn="ctr"/>
            <a:r>
              <a:rPr lang="en-US" sz="900" dirty="0"/>
              <a:t>52</a:t>
            </a:r>
          </a:p>
        </p:txBody>
      </p:sp>
      <p:sp>
        <p:nvSpPr>
          <p:cNvPr id="65" name="TextBox 64">
            <a:extLst>
              <a:ext uri="{FF2B5EF4-FFF2-40B4-BE49-F238E27FC236}">
                <a16:creationId xmlns:a16="http://schemas.microsoft.com/office/drawing/2014/main" id="{7E72E736-D124-DF7D-AC5F-589DC821F389}"/>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11E6C695-3226-F63F-D6CF-45C48F9AF6DF}"/>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78DA07DE-48EA-2A0C-C811-FD979F2B09D2}"/>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011FED4C-26F2-CF92-68E1-A65EAA9EB61B}"/>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5886E7C3-82D2-4054-103C-B6511166C60A}"/>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2283AE80-1E06-A4F1-3003-E121BD1ADDA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8D930955-C2E6-448A-4CF1-C8155DB54F7C}"/>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0B107EE2-59E7-13EF-5531-520D2F1EFC09}"/>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B25F91B3-62F2-D89B-181F-44B3E819AAD8}"/>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DA2EA535-E015-77BC-143D-5B6839C0B858}"/>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E963846E-187B-D85E-3176-15F84F23B3BE}"/>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4604584-75E8-77A2-50E2-A6B8D66C10E8}"/>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6D833C7A-41C8-D5B1-ED33-477BB38C3AB5}"/>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C46CFC12-389F-573B-0532-33A24CB60B51}"/>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65A7AE3A-2909-CFA5-DD26-983758816F5A}"/>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E09541A9-2F00-8408-35F0-5D61D90598BE}"/>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DFF22296-5679-34D3-1327-161838AA0975}"/>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55D4A0E8-3CBF-5724-3D91-ABFCDF999840}"/>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66A2C71E-409A-17E4-E065-1D9F993F1664}"/>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6A39D913-3FF5-1B08-60AB-306E39E2E937}"/>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7CEC5E4-D63B-9301-E710-0639D2771B86}"/>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8ED672F5-C1D7-D2C5-1619-041B72D16E7F}"/>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605B5F10-A81A-1597-62E9-2B3D0507810D}"/>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0BEEECAB-6EAC-EF5F-2FD8-1EC0698BE9B2}"/>
              </a:ext>
            </a:extLst>
          </p:cNvPr>
          <p:cNvSpPr txBox="1"/>
          <p:nvPr/>
        </p:nvSpPr>
        <p:spPr>
          <a:xfrm>
            <a:off x="7157158" y="2404765"/>
            <a:ext cx="570089" cy="230832"/>
          </a:xfrm>
          <a:prstGeom prst="rect">
            <a:avLst/>
          </a:prstGeom>
          <a:noFill/>
        </p:spPr>
        <p:txBody>
          <a:bodyPr wrap="square" rtlCol="0">
            <a:spAutoFit/>
          </a:bodyPr>
          <a:lstStyle/>
          <a:p>
            <a:pPr algn="ctr"/>
            <a:r>
              <a:rPr lang="en-US" sz="900" dirty="0"/>
              <a:t>54</a:t>
            </a:r>
          </a:p>
        </p:txBody>
      </p:sp>
      <p:sp>
        <p:nvSpPr>
          <p:cNvPr id="38" name="TextBox 37">
            <a:extLst>
              <a:ext uri="{FF2B5EF4-FFF2-40B4-BE49-F238E27FC236}">
                <a16:creationId xmlns:a16="http://schemas.microsoft.com/office/drawing/2014/main" id="{00F9FDB1-0BD9-513E-34A2-0A3675C57040}"/>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77775CEA-1C85-1A21-2035-F268BCD387CD}"/>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174F2289-8A38-3584-E432-74030D5819B2}"/>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AC841BFE-C219-333D-141E-FA065B6C8506}"/>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4A187FD9-24CE-EE1B-2C9B-652DB0E2F5D5}"/>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A2871D3B-0D98-A72B-9D5A-8E150B9DEADD}"/>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FB0EADCD-9825-D653-817F-9C2827E1A014}"/>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7D8574EC-070F-7262-67F5-D0E100336F7C}"/>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D7406E7B-F0E4-4B51-0628-2C6D50A3837E}"/>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890CC41D-10B4-32DA-07D3-C0937820B9B0}"/>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BDB0551B-85EF-1921-350F-130D8037693E}"/>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519EC7F7-C6E8-FF7E-A4EC-59352C7BE24A}"/>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6E93882-6741-0C09-F5F4-699841B703DA}"/>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77FC62C4-2AC9-7D87-13D0-7F292AA192B4}"/>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2083D1A2-8230-82AB-BB31-9EC467608307}"/>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B8335F56-A2CE-189E-FF88-DD35127D4B5F}"/>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9329600D-DF38-9E82-0441-AFC19AFA8A05}"/>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A5B93274-12E5-96C2-7183-4AA48DA7B28A}"/>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F9D3008B-0E02-C5EE-FDE3-219E90C6DF9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872FB22C-6F73-1664-8E67-9A28C0D02091}"/>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2198797F-A139-A6DC-1D38-B723118AB900}"/>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0D2566BF-2434-F8FD-3A99-75801054E33E}"/>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9AB2C26A-73AA-6C04-F9D9-8051772FD7F2}"/>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E7A84294-A032-7B71-8998-F526FDB14E1B}"/>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31E784AD-0A99-D4EB-5FB2-32EFCA9B9CB6}"/>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514BAA4E-E53D-0D00-4B94-A8D0BCF1E976}"/>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788DF9D4-0401-8BD6-394F-00883BF6185D}"/>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E2D9ABC7-0B22-0569-455B-F4577BE653EF}"/>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076D6350-64BB-2EAB-548F-D3BAB6D580C1}"/>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C8F094F6-FEBB-A274-6A8D-A5575D405126}"/>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D0DC27A2-45A0-C5FF-DF0D-4C8F353108AE}"/>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255E5323-DE88-0E2A-0A7A-B820D5ED85B9}"/>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F3E6D653-7A38-4B41-C529-696141297FD5}"/>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C02D141C-D2D6-FC3E-C1CD-77897C7EC69E}"/>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3764282B-22EF-B5F4-3708-0F966D2C108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A23BAEC5-AE88-DC1C-4EB9-BAA610FFAB79}"/>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F67D5281-F3D9-1B01-EE09-0A33B6C5B138}"/>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BF7E2A65-C9D4-5905-BEA7-A462DC185AF0}"/>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2262D3E1-B730-A052-A70B-BD9DD3941406}"/>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1" name="TextBox 60">
            <a:extLst>
              <a:ext uri="{FF2B5EF4-FFF2-40B4-BE49-F238E27FC236}">
                <a16:creationId xmlns:a16="http://schemas.microsoft.com/office/drawing/2014/main" id="{17995C8D-2F03-D945-383B-8EDD9162C98D}"/>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F2549340-14C0-5E24-C2A6-C20A2494C73E}"/>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8054627B-88D5-124A-CD86-AD63D917A281}"/>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405FE8D2-4844-594C-CF42-5275FD51A4CB}"/>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C7282E37-13FA-B9B5-5F1C-73BC1FB013D1}"/>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576B5CD6-94EA-1050-40C2-7B0E6753474C}"/>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D810AAB0-B68C-9571-A257-8BF6B81AFDEE}"/>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9AE54E89-CBB9-FC1F-2746-CCE8DC5FCAFE}"/>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A69E2052-E5B8-EEC6-B1AA-11A576B8E4D8}"/>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E0655E37-25DE-7E3F-C022-DE891C75DE70}"/>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7404822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439F9-AF7D-0FCD-C7C5-70CAB9CA0B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E7AF3F-269A-D0EB-6A0C-0A6CD0F35F1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FC8D4D8-94DF-1059-579A-6692B86158A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074AE56-E508-9263-D79D-2F9885D59A9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CD18CB3-F920-970C-AFA5-9B386184D1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D8A6B06-D00C-7B60-2738-2496D617DA7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B6379D2-E293-AF63-9EB2-9A9BC368ED35}"/>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C79AF9B-B4A0-4A62-DA06-C2F8B57E68A3}"/>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16" name="TextBox 15">
            <a:extLst>
              <a:ext uri="{FF2B5EF4-FFF2-40B4-BE49-F238E27FC236}">
                <a16:creationId xmlns:a16="http://schemas.microsoft.com/office/drawing/2014/main" id="{AD003C0D-7506-1E19-C951-6A99912BCEA2}"/>
              </a:ext>
            </a:extLst>
          </p:cNvPr>
          <p:cNvSpPr txBox="1"/>
          <p:nvPr/>
        </p:nvSpPr>
        <p:spPr>
          <a:xfrm>
            <a:off x="7157158" y="1903821"/>
            <a:ext cx="570089" cy="230832"/>
          </a:xfrm>
          <a:prstGeom prst="rect">
            <a:avLst/>
          </a:prstGeom>
          <a:noFill/>
        </p:spPr>
        <p:txBody>
          <a:bodyPr wrap="square" rtlCol="0">
            <a:spAutoFit/>
          </a:bodyPr>
          <a:lstStyle/>
          <a:p>
            <a:pPr algn="ctr"/>
            <a:r>
              <a:rPr lang="en-US" sz="900" dirty="0"/>
              <a:t>32</a:t>
            </a:r>
          </a:p>
        </p:txBody>
      </p:sp>
      <p:sp>
        <p:nvSpPr>
          <p:cNvPr id="17" name="TextBox 16">
            <a:extLst>
              <a:ext uri="{FF2B5EF4-FFF2-40B4-BE49-F238E27FC236}">
                <a16:creationId xmlns:a16="http://schemas.microsoft.com/office/drawing/2014/main" id="{32E69468-2DB2-0431-6A72-9459A8FCF73D}"/>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DDED3F12-4F90-FB33-FC36-9B2F61BA2921}"/>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37D25CF7-DE00-D0A1-3377-3584B2DB9AD8}"/>
              </a:ext>
            </a:extLst>
          </p:cNvPr>
          <p:cNvSpPr txBox="1"/>
          <p:nvPr/>
        </p:nvSpPr>
        <p:spPr>
          <a:xfrm>
            <a:off x="6654802" y="4909484"/>
            <a:ext cx="570089" cy="230832"/>
          </a:xfrm>
          <a:prstGeom prst="rect">
            <a:avLst/>
          </a:prstGeom>
          <a:noFill/>
        </p:spPr>
        <p:txBody>
          <a:bodyPr wrap="square" rtlCol="0">
            <a:spAutoFit/>
          </a:bodyPr>
          <a:lstStyle/>
          <a:p>
            <a:pPr algn="ctr"/>
            <a:r>
              <a:rPr lang="en-US" sz="900" dirty="0"/>
              <a:t>25</a:t>
            </a:r>
          </a:p>
        </p:txBody>
      </p:sp>
      <p:sp>
        <p:nvSpPr>
          <p:cNvPr id="51" name="TextBox 50">
            <a:extLst>
              <a:ext uri="{FF2B5EF4-FFF2-40B4-BE49-F238E27FC236}">
                <a16:creationId xmlns:a16="http://schemas.microsoft.com/office/drawing/2014/main" id="{A73906CA-D189-47F5-F150-119D169B7AE1}"/>
              </a:ext>
            </a:extLst>
          </p:cNvPr>
          <p:cNvSpPr txBox="1"/>
          <p:nvPr/>
        </p:nvSpPr>
        <p:spPr>
          <a:xfrm>
            <a:off x="7157158" y="4909484"/>
            <a:ext cx="570089" cy="230832"/>
          </a:xfrm>
          <a:prstGeom prst="rect">
            <a:avLst/>
          </a:prstGeom>
          <a:noFill/>
        </p:spPr>
        <p:txBody>
          <a:bodyPr wrap="square" rtlCol="0">
            <a:spAutoFit/>
          </a:bodyPr>
          <a:lstStyle/>
          <a:p>
            <a:pPr algn="ctr"/>
            <a:r>
              <a:rPr lang="en-US" sz="900" dirty="0"/>
              <a:t>52</a:t>
            </a:r>
          </a:p>
        </p:txBody>
      </p:sp>
      <p:sp>
        <p:nvSpPr>
          <p:cNvPr id="65" name="TextBox 64">
            <a:extLst>
              <a:ext uri="{FF2B5EF4-FFF2-40B4-BE49-F238E27FC236}">
                <a16:creationId xmlns:a16="http://schemas.microsoft.com/office/drawing/2014/main" id="{3B55101D-55FA-4B0C-26E3-46A16C0D5CC9}"/>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7A5E3A9E-434D-85E5-7701-DC5D210E7144}"/>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64E502BD-2C8E-87A5-BE2C-4CCA3E60F72A}"/>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933BE539-AE7E-5B3A-DEA5-39AE51D850A7}"/>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104F3E52-4DE3-461C-9E5F-EE2337372C3E}"/>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7947D3D4-3372-8DFB-2B91-EFE6ABD927CB}"/>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C954E354-D8F7-9ED3-EB6C-8220F0480540}"/>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05B7FB2F-A2BF-3952-E8E1-639AC563D554}"/>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57E75927-2A27-FDDB-E7FD-49693C90EE57}"/>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0F9788F0-853D-56BC-8980-C4F3625E0907}"/>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71484FA3-4711-A7DE-BE85-10D1EB18B402}"/>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4BCEEE02-126C-24A9-2328-8E23560513FF}"/>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DAD7B105-FCD7-8084-A1EB-D17ED53CF266}"/>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E4EFBCBD-98A1-744F-A5F5-6101BBEF1E86}"/>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D0BC5F15-E193-2406-B53A-631B5EFF9F97}"/>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5703F9DD-4957-6F20-6EB8-80BCB29BCB83}"/>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D4E061F1-5B32-5768-DF54-F454D811E1C1}"/>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0062AD3B-F5C6-6A51-EB05-4FF05111DC68}"/>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B6C50DC6-1B68-E070-FEE5-7DC41D694782}"/>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2AA0777F-172C-CE64-6173-C659B993C25D}"/>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C0F5C2CA-ED4B-69A8-9022-5A8C82B497DF}"/>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CCE4DF60-8798-2BE7-B1FD-867459C542E1}"/>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38" name="TextBox 37">
            <a:extLst>
              <a:ext uri="{FF2B5EF4-FFF2-40B4-BE49-F238E27FC236}">
                <a16:creationId xmlns:a16="http://schemas.microsoft.com/office/drawing/2014/main" id="{D661CA67-4CF5-C1F9-7415-44E468B50009}"/>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95D98078-9483-457E-4C6E-829014507D9A}"/>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6F9D639B-ECF5-2403-D155-CD396477915D}"/>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E64E644E-DC96-A00E-253F-22A5E24A287E}"/>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D19B759F-B960-081E-7334-1521E1998F1F}"/>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7CEB907C-0C45-39F1-54B1-DD8DEC8A04EE}"/>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0EB20120-BC90-DA7D-CE1A-E0C9A9725633}"/>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9A12E876-FC7B-0955-366A-CF284F968A39}"/>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4CED25DD-8638-207E-1913-3BA105DD98AF}"/>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F8595979-7937-9819-999A-63C9F0A2261F}"/>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DCD7FAEF-B606-F4DD-D46D-B70D406323E9}"/>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CC607C6D-FDFE-1147-91F7-ADB21D0C55D7}"/>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345787BC-FF3B-8B08-A1D6-5DF9B0474461}"/>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3C80B015-E060-4A73-A26C-053A182BBF69}"/>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D4D29552-13AC-A4BE-E1B0-F33192DDAF3F}"/>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3AF2DE1E-BED7-CEB1-6013-4515FDCC3909}"/>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61CBCD23-6355-3BB9-6372-78D7CBE79F77}"/>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65D8503C-2EEF-15C2-425A-551220C9569D}"/>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014EBFA4-0D01-63C5-AC01-DCEDA94F8785}"/>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81C5A36C-A7DD-D28E-DA49-474E6517E4C0}"/>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20378197-9C81-01C6-6F8F-20733C9A33E4}"/>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397C66BC-DE2B-1C5A-EED1-2590CDF1236E}"/>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782C3EE4-64C1-169D-D070-ED601EAF23DA}"/>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E301A29E-FCB7-34B7-CA14-21A973FF25F3}"/>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407B699B-0363-1B53-E92F-C9B0AE334120}"/>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0A723C54-4810-18D1-6ED5-BF73835B5358}"/>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BA5DBBC6-F70D-218E-DB1A-E9278DBBD871}"/>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A4B181B3-3D67-3242-3F9A-F0BC3F2C2033}"/>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967C86B9-12D3-3DDD-A66C-FE273016013A}"/>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C1DE20BC-5221-3CEA-5127-1B99D63B3224}"/>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565D2CA6-2682-4FCC-B7B1-9674744F80FB}"/>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D26DE58F-15C9-3426-A22F-495EA963CC22}"/>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C1D36F2E-CE36-00A1-BAF0-AA0153E86973}"/>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86F2BCC2-8958-385E-BB85-CDFCC5393453}"/>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C9D6A85E-5E73-F0DD-0190-E834EF7014E6}"/>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08E52254-1F16-F2F2-13DD-770BE98E3C56}"/>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FB660997-082D-3DA7-775E-904D35EE88E9}"/>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3879557A-A463-60EE-D481-910E31907CD5}"/>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05453A12-16DB-E51B-24FD-AC15F87D4851}"/>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1" name="TextBox 60">
            <a:extLst>
              <a:ext uri="{FF2B5EF4-FFF2-40B4-BE49-F238E27FC236}">
                <a16:creationId xmlns:a16="http://schemas.microsoft.com/office/drawing/2014/main" id="{B5BA7847-678E-5D57-4862-96755C3C147F}"/>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176AFF97-E122-3EAB-8658-DC11965D7607}"/>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FD0CC988-6D01-66BF-C5E2-8C7A9B1ADC0E}"/>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D3BCA6CA-CEB0-C236-566B-472A8AD448BB}"/>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AAA964C2-3329-BA25-FD4C-EC4C700779CD}"/>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F1C48F35-4543-FD8C-A504-BBA399ECA853}"/>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D7FA9877-202C-EE94-8113-AE1F5B2A4E35}"/>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6C696812-4889-E6C0-ECB8-0A7C019408A9}"/>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7520E891-33C7-5451-E9E4-C8BDED0F0D7A}"/>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D7BAEC78-0512-314E-3FE5-55CE08482D0A}"/>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4ED56B11-F207-30F8-B63F-2FCF0005E9F2}"/>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BC019AFD-6522-30C7-79C5-3E7AB892D147}"/>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49D36196-1534-BC03-3AE2-D661F6EC5467}"/>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4386441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DE538-777F-E8B2-4A28-60E4481576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3A3633-1B8A-B2DA-D3CC-D097BA8506C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B5500C3-8816-BFEA-BB6C-FAF06F8DA88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CB6061F-BC2E-9840-9593-A4B4B8C49B5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35280CF-705E-E459-D2EE-B9D626BED86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C05851C-53BA-9CCB-D67F-6431F67FDD0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2853380-C1CD-BB7F-8527-46E95DA50D27}"/>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053EF156-4015-6665-F229-8AC2EA37A520}"/>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18" name="TextBox 17">
            <a:extLst>
              <a:ext uri="{FF2B5EF4-FFF2-40B4-BE49-F238E27FC236}">
                <a16:creationId xmlns:a16="http://schemas.microsoft.com/office/drawing/2014/main" id="{185B9FD1-4848-8DA5-68BF-A66CE5439EFB}"/>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5CF42E85-668D-6CD5-71F1-9B21524EA9A7}"/>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148046F2-87F7-7DED-08C6-18489CC318F0}"/>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06FFED97-3082-EA2D-86BE-58E6F6C97460}"/>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AD73A674-27F8-DFA3-8DD0-7EFC8869E021}"/>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F17E654B-00C1-E5F8-F267-9AA33F83A010}"/>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5F5B02BD-3B8F-1516-B64D-37FBFB71806A}"/>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36CC5044-D0E3-0A10-A5C6-1F405DC5E1F0}"/>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793BA3D1-8267-1EF7-69AA-F93A090FAAF1}"/>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E71B0D5-68BF-295B-F1B8-569AD51BE999}"/>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21" name="TextBox 20">
            <a:extLst>
              <a:ext uri="{FF2B5EF4-FFF2-40B4-BE49-F238E27FC236}">
                <a16:creationId xmlns:a16="http://schemas.microsoft.com/office/drawing/2014/main" id="{4957D662-EA6B-954B-B382-107309DAB2FB}"/>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DB234A12-3550-454A-5B9C-94A0A0E16EA7}"/>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A80337A8-927B-75D3-C438-E8A66E06120E}"/>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0F86AFE0-588E-5460-B148-CF8DDD52EE9C}"/>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9522AC01-5E82-833A-5B4F-B4ECE52698E6}"/>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E879F5CF-1858-74D2-C2E0-1E4771A82990}"/>
              </a:ext>
            </a:extLst>
          </p:cNvPr>
          <p:cNvSpPr txBox="1"/>
          <p:nvPr/>
        </p:nvSpPr>
        <p:spPr>
          <a:xfrm>
            <a:off x="3716867" y="4747898"/>
            <a:ext cx="462845" cy="584775"/>
          </a:xfrm>
          <a:prstGeom prst="rect">
            <a:avLst/>
          </a:prstGeom>
          <a:noFill/>
        </p:spPr>
        <p:txBody>
          <a:bodyPr wrap="square" rtlCol="0">
            <a:spAutoFit/>
          </a:bodyPr>
          <a:lstStyle/>
          <a:p>
            <a:pPr algn="ctr"/>
            <a:r>
              <a:rPr lang="en-US" sz="3200" dirty="0"/>
              <a:t>7</a:t>
            </a:r>
          </a:p>
        </p:txBody>
      </p:sp>
      <p:sp>
        <p:nvSpPr>
          <p:cNvPr id="82" name="TextBox 81">
            <a:extLst>
              <a:ext uri="{FF2B5EF4-FFF2-40B4-BE49-F238E27FC236}">
                <a16:creationId xmlns:a16="http://schemas.microsoft.com/office/drawing/2014/main" id="{5BD37D69-B554-C4BE-36C6-8C2341A54146}"/>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6A9B04F3-1412-2710-2797-6B0AE1A60D8E}"/>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99922E7E-7D28-F89C-CF9C-BDC3443028E3}"/>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33" name="TextBox 32">
            <a:extLst>
              <a:ext uri="{FF2B5EF4-FFF2-40B4-BE49-F238E27FC236}">
                <a16:creationId xmlns:a16="http://schemas.microsoft.com/office/drawing/2014/main" id="{477FBDCD-1F05-40F7-2550-5673A39B7C30}"/>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F84D6335-BFCC-68F4-951C-05E981C233C8}"/>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C7D14492-1A1B-AD4F-2A8F-660E3429A2F9}"/>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A84277C9-A2CE-6F8D-F68B-FC5B025045A8}"/>
              </a:ext>
            </a:extLst>
          </p:cNvPr>
          <p:cNvSpPr txBox="1"/>
          <p:nvPr/>
        </p:nvSpPr>
        <p:spPr>
          <a:xfrm>
            <a:off x="4715935" y="1727886"/>
            <a:ext cx="462845" cy="584775"/>
          </a:xfrm>
          <a:prstGeom prst="rect">
            <a:avLst/>
          </a:prstGeom>
          <a:noFill/>
        </p:spPr>
        <p:txBody>
          <a:bodyPr wrap="square" rtlCol="0">
            <a:spAutoFit/>
          </a:bodyPr>
          <a:lstStyle/>
          <a:p>
            <a:pPr algn="ctr"/>
            <a:r>
              <a:rPr lang="en-US" sz="3200" dirty="0"/>
              <a:t>9</a:t>
            </a:r>
          </a:p>
        </p:txBody>
      </p:sp>
      <p:sp>
        <p:nvSpPr>
          <p:cNvPr id="38" name="TextBox 37">
            <a:extLst>
              <a:ext uri="{FF2B5EF4-FFF2-40B4-BE49-F238E27FC236}">
                <a16:creationId xmlns:a16="http://schemas.microsoft.com/office/drawing/2014/main" id="{DCF164D6-1FFD-5367-0C66-75048845C1F9}"/>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47E4DEBB-6032-B08F-43FC-E7AE65F75E7B}"/>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86" name="TextBox 85">
            <a:extLst>
              <a:ext uri="{FF2B5EF4-FFF2-40B4-BE49-F238E27FC236}">
                <a16:creationId xmlns:a16="http://schemas.microsoft.com/office/drawing/2014/main" id="{7FD65B5C-221E-AB12-11DB-4A99CF13BD6F}"/>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C66DEBF1-1667-4EF6-634A-33B62AB609C9}"/>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87C3D8C-CCC8-1FE4-2E70-8A06F987719D}"/>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ABA27CAF-1611-F13B-CE67-54F18DA29D18}"/>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F2B77A59-CC27-F5AE-F875-EB64F38FE302}"/>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7B40F2D0-7AAA-A2D4-B813-95C02ABE6D1F}"/>
              </a:ext>
            </a:extLst>
          </p:cNvPr>
          <p:cNvSpPr txBox="1"/>
          <p:nvPr/>
        </p:nvSpPr>
        <p:spPr>
          <a:xfrm>
            <a:off x="5715003" y="72121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25E2816B-B7C0-C3AD-2819-AD7C77723B23}"/>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B0C1383A-673C-50A2-2F35-2E59DF56DA03}"/>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25094180-0B45-D823-F2C3-A0871B8479D7}"/>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5D409310-3FDB-1776-50DE-97A2ADC06795}"/>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8C750DE8-678F-BC5F-B0F0-37D547FD7E5F}"/>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28D76DDF-CCB0-E07E-6A69-DAF9CE6C8D1C}"/>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25" name="TextBox 24">
            <a:extLst>
              <a:ext uri="{FF2B5EF4-FFF2-40B4-BE49-F238E27FC236}">
                <a16:creationId xmlns:a16="http://schemas.microsoft.com/office/drawing/2014/main" id="{0D2CB51A-902D-C6B2-5216-D794860CCF52}"/>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79F42503-2ACD-086D-FB61-0832DC85E174}"/>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5C8ECE31-F515-E3B3-48C3-C197326C99F7}"/>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539775F2-E8C0-8B92-0956-D47AC669B460}"/>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D087E5F7-B164-4795-DE63-0C122A3D07E9}"/>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423A69D7-324D-84AB-CAAB-10F6FCFA9EBE}"/>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BD03A1BB-0D7F-34CA-7A54-1993FFFBDC5C}"/>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8510BCE8-8382-154E-9CE0-1D9CF7BC5340}"/>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97C1E64D-A97D-E33C-066F-B35B5944DC44}"/>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E4DF81B6-C6E6-3216-C734-283843A23E09}"/>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D2D98B3C-4797-9CF3-60E5-216725B20F0B}"/>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C438BC39-18F8-1A9D-4718-DECF2BF8FF0D}"/>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BF76DC8D-32BF-2283-CC86-B7D3CDC4218A}"/>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617DB041-3C07-8B56-B924-448E01002202}"/>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6E30D82F-44E8-F3BC-0B90-F0F3CBE26DFF}"/>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94D2CE48-E38E-3280-9572-90D2F1E7DB85}"/>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32044278-B385-9D8D-BCD9-5D734DA89C92}"/>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46643A0D-D01C-2541-84D9-60541062E288}"/>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DA775EA1-CB77-E184-D4EE-A59ACA67B043}"/>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B0018207-9C86-44EE-B583-0CBDC79D6115}"/>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43AA9E22-A27A-349C-F395-351EABF5F44D}"/>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B34E2468-51DE-810E-B8B0-F4CB596CBF33}"/>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E35BF801-09DD-B70C-3BA2-823D14FF1F75}"/>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5567BF5C-342A-DDB6-674A-27BBB8897FAE}"/>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33ECCB48-3411-DEFD-D07E-9DC49DD395F1}"/>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1" name="TextBox 60">
            <a:extLst>
              <a:ext uri="{FF2B5EF4-FFF2-40B4-BE49-F238E27FC236}">
                <a16:creationId xmlns:a16="http://schemas.microsoft.com/office/drawing/2014/main" id="{AD685D02-5512-5553-474E-0A393ACF2D71}"/>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218655C5-E017-DF03-B829-4D2168CEA9BA}"/>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3F1F45AC-AD56-AFD0-4CB6-C387C47755B7}"/>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B5A5439A-B357-6A8D-EFE0-742571161209}"/>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75EA4386-B90A-8EFA-4A7E-BB4B77FECDAC}"/>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9E61C31F-8DE5-25AE-DE9A-A7C1F95D7EA0}"/>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C13E3025-00D8-771E-7781-D0B4CC0B9B7A}"/>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045DF2B8-B98E-6BCD-9316-4607D78C3F97}"/>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4999D0F2-2446-0E8D-A097-63369393AA69}"/>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0B9F49F1-AC4C-E161-F7C6-0B42193C535B}"/>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484BC2E3-6E0B-C702-63BD-870EDF78E372}"/>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18ECB902-43DA-9323-6059-02C69195AE2E}"/>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D8F32F79-86F5-79A2-450F-449F90A61E9C}"/>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BFBDAF12-B435-21BB-D9C8-2CD707D3AD1B}"/>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0B308B91-47E9-7E78-F2EC-7AD5BBD115F1}"/>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A4693022-B5BD-990F-D418-1DD61D861E51}"/>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585316B0-5D55-A9B3-AC5E-93C38C62D9AA}"/>
              </a:ext>
            </a:extLst>
          </p:cNvPr>
          <p:cNvSpPr txBox="1"/>
          <p:nvPr/>
        </p:nvSpPr>
        <p:spPr>
          <a:xfrm>
            <a:off x="7213604" y="4747898"/>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7313955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10255</TotalTime>
  <Words>4544</Words>
  <Application>Microsoft Macintosh PowerPoint</Application>
  <PresentationFormat>Widescreen</PresentationFormat>
  <Paragraphs>3771</Paragraphs>
  <Slides>59</Slides>
  <Notes>59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403</cp:revision>
  <cp:lastPrinted>2025-12-02T00:08:17Z</cp:lastPrinted>
  <dcterms:created xsi:type="dcterms:W3CDTF">2024-03-19T02:13:08Z</dcterms:created>
  <dcterms:modified xsi:type="dcterms:W3CDTF">2026-03-09T22:40:42Z</dcterms:modified>
</cp:coreProperties>
</file>