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457" r:id="rId2"/>
    <p:sldId id="531" r:id="rId3"/>
    <p:sldId id="532" r:id="rId4"/>
    <p:sldId id="534" r:id="rId5"/>
    <p:sldId id="535" r:id="rId6"/>
    <p:sldId id="536" r:id="rId7"/>
    <p:sldId id="538" r:id="rId8"/>
    <p:sldId id="539" r:id="rId9"/>
    <p:sldId id="540" r:id="rId10"/>
    <p:sldId id="533" r:id="rId11"/>
    <p:sldId id="541" r:id="rId12"/>
    <p:sldId id="542" r:id="rId13"/>
    <p:sldId id="543" r:id="rId14"/>
    <p:sldId id="544" r:id="rId15"/>
    <p:sldId id="572" r:id="rId16"/>
    <p:sldId id="573" r:id="rId17"/>
    <p:sldId id="574" r:id="rId18"/>
    <p:sldId id="575" r:id="rId19"/>
    <p:sldId id="576" r:id="rId20"/>
    <p:sldId id="577" r:id="rId21"/>
    <p:sldId id="546" r:id="rId22"/>
    <p:sldId id="547" r:id="rId23"/>
    <p:sldId id="548" r:id="rId24"/>
    <p:sldId id="549" r:id="rId25"/>
    <p:sldId id="550" r:id="rId26"/>
    <p:sldId id="551" r:id="rId27"/>
    <p:sldId id="578" r:id="rId28"/>
    <p:sldId id="579" r:id="rId29"/>
    <p:sldId id="552" r:id="rId30"/>
    <p:sldId id="553" r:id="rId31"/>
    <p:sldId id="580" r:id="rId32"/>
    <p:sldId id="581" r:id="rId33"/>
    <p:sldId id="555" r:id="rId34"/>
    <p:sldId id="556" r:id="rId35"/>
    <p:sldId id="558" r:id="rId36"/>
    <p:sldId id="582" r:id="rId37"/>
    <p:sldId id="564" r:id="rId38"/>
    <p:sldId id="583" r:id="rId39"/>
    <p:sldId id="584" r:id="rId40"/>
    <p:sldId id="585" r:id="rId41"/>
    <p:sldId id="586" r:id="rId42"/>
    <p:sldId id="588" r:id="rId43"/>
    <p:sldId id="589" r:id="rId44"/>
    <p:sldId id="590" r:id="rId45"/>
    <p:sldId id="591" r:id="rId46"/>
    <p:sldId id="592" r:id="rId47"/>
    <p:sldId id="593" r:id="rId48"/>
    <p:sldId id="59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18"/>
  </p:normalViewPr>
  <p:slideViewPr>
    <p:cSldViewPr snapToGrid="0">
      <p:cViewPr varScale="1">
        <p:scale>
          <a:sx n="111" d="100"/>
          <a:sy n="111" d="100"/>
        </p:scale>
        <p:origin x="16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8ACF-C499-D27F-A98C-F362FC54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D33D1-75B2-CF7F-FAF3-13B55BD4D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AC2F0-6E13-9195-4933-826537312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3AB17E-B30A-917E-0369-8BDB0B9C8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73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F7B7-AB90-48DD-E3FA-5941F0E8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6F3BF-4AAC-25FF-2D0B-148E2B131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E2BF3-B181-D0C0-D287-900D4F97E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012EB-CF75-8F36-F74D-3929ED4EA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75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F50A-0D7A-82FB-C595-83389831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BFE71-AFF5-6A97-904C-517381E6E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C9441-F65C-DA35-1027-6E990FB6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46902-3AA3-524B-B13B-FA28537B8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84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E01F-C333-6982-9F30-83F0D50D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46F1D-F26E-85EB-8106-A8C40D5C5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F308C-9C5F-0C1D-32F1-92F253CDA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03C7A-BF1A-B6D7-C35F-24D6D3FD1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09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7E95A-EACB-20A2-8A3E-4D8883CE8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4E192-AD8D-9AB5-DBF6-A02CBA057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F1151-5F4B-6C6C-EF9C-AAAA95BDE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E89D7-17A7-BB9C-28BF-F6690ACD5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36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0CCD6-A423-60D8-6E76-49744349A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DA3CC-D659-82D5-D943-EDBF9AAF4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B8069-B664-83F5-7458-40D40E508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FE21D-B9D1-B0DE-3B77-C10A46B38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69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F6E6-D4C1-084C-0D11-319F08FC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55C2C-47C6-8532-F7E5-12CD9141B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23A93-3C34-13B5-82CB-2A69D76CC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BBD638-BE38-7AFB-460D-0FD6A2D91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37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092C-C1CF-D1F0-2032-F7774AD6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3B70F-C381-418E-DC1F-05CEF6E05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E18C3-204D-6502-E901-DBC010099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0A820-255A-CAAF-FA4F-D778FBC34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98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38DF-6955-8D69-3EB5-9102E95C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A711B8-23AC-B344-AC8A-DEBA71345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D34A0-DDC7-BF43-57E4-5E2083947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103AD-0C62-BC17-018C-2ACDC54C0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06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003F-38B1-029E-102B-00B8B25D4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2EA9B-7F2C-D046-7C8B-B8BCA5BB1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F049C-5F14-23D0-3866-866180FF1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6110B-1B6F-B676-14C7-CF16A2981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8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45F26-B0C2-4492-C708-2FF3BD86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D73CE-D09F-A33D-BE49-2A3F4B061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54A28-6AB0-C6B5-0DB0-DE6824185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150E3-9A91-D9DA-0302-D9E9025FE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55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F21E9-89E6-FEF5-0950-B676545B0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6DBEA-3911-ABC9-024F-BEA8F7E21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E440F-606B-0B3A-1490-FDFBDB10C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CE7D-186B-6C20-F109-0A3AA3F18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714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CC85-B671-BE59-823B-1EDB4516C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F6943-23B6-7D06-3B03-98C1759FD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20D45-CEB8-AB80-4341-6DC0177A3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04C44-4901-CDDD-D599-21F916CBA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433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38CB-E8B1-F470-F8F8-6F17BCB47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BD874-930A-F059-7700-69FF00D2E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8299-7C02-3564-BE21-55774A457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DCEAF-E0DB-DC5D-C7FE-439187703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94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A9A2-E359-CFD6-6FFE-4498D94AB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F3925-4F17-BC6F-EB72-62546C4B5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539F2-BCA9-EBD3-3646-B9B26E8AD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85DA-3938-AA35-42AF-D427BF2FC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241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67D2-47C7-9FB0-AFC2-FE9287E3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9A4D9-DAB9-7504-1FD2-FEAEFA63D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39FE0-4832-0DCE-1531-4F00781A7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CF073-82F6-F594-B0F5-EFA146B76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28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3245-0771-D623-741D-50BCB1AF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94EF2-FCF4-1621-5928-331DD5346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C33E9-55CE-A917-E339-9119F47FD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6DD2F-2437-4687-74FE-E3FE33269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88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E72D-4AA9-FC09-0B87-858C9994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D6466-C770-D949-7C7E-1F9904A8C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B6DA0-4496-00D5-74D2-B4097D166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CAE46-8388-8292-435A-159965652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335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2CF2-7EB8-5893-0FFA-194AA778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A4C3A-1041-A003-036E-C01F535BA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2E2F5-AB24-73C3-B338-CAD2B798E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9D292-E271-9C6E-B95A-629B8594F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44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E381D-1011-4ADB-2A06-751710564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89CCA-D76F-DF14-C2DA-14BDE411E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A2F0E-FA4C-8BBB-E096-5DBB59537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12050-F510-2340-110C-6A792D7A7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470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7EB4-D664-9B66-1CDA-94611352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D6487-4ABC-2C62-5E03-7935B0FA8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DBCD1-F971-F594-2DF5-66663A2E7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B0226-0398-115A-7C32-EE608F27C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20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20E2-81D4-44BD-A453-49528ED1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17736-8304-CEFE-7A68-29ADA5D2A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BFB39F-FBF4-50FF-F5EC-00A6D3513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7D39-31AF-A996-E505-B72141C8E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86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609D-FE10-6893-2EC5-7B98B9B9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A66E1-5254-DA2A-FCF2-E453E5C05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40B8C-6920-B12B-A790-17181212E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14EC3-3242-D2C3-FFC1-49595F07A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73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23BD3-990E-5A7A-C662-51C666B02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E3C648-57BF-07D6-F8A0-7B7C2FE36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1ADE5-3C8F-EC85-0A84-40A2F1C8E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6393E-9684-6AB3-63C1-37B6483ED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82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BB06E-72A5-7C23-E644-507E640F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F6DF9-C3BB-AA05-A45C-14BC3C433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15FA-7535-CCF0-CDE5-C4CC302DD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18B75-CF01-B3C6-C151-7ED5042B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7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E8AC-12F2-5BBC-31DD-10DBC6F8E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5B4E0-AB11-3815-A7D7-5FB8FB1B8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5AFE6-D33D-060D-B5ED-4C4DCAD7B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0F69F-ABDC-0A64-BDCA-D1F6A5F5C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454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9BC0-3D6D-1174-FFB6-A76092251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F08111-83BA-7767-8824-FCF295B5A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2B9F7-C86A-AA5A-4CB3-2FF34E073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81D2D-6111-7C0D-59F8-F655009C0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486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5B8BA-E69F-0F71-6D01-0293FD6F4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AC9261-CF77-B36C-CD23-B7EFFA4E5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9B5FA-4D29-D9FC-FF6A-C788CF1A5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0FE18-3CAB-B1CE-D3DD-54098458B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56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E9EE-AA2D-8CF9-888C-890B0E34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F46F7-69AE-BFBD-04F7-ABA2C10F9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840F9-AF07-BDF3-8A23-3BA50F849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40433-1429-B1E0-FF96-1116DC03A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394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301EA-BC24-1B4D-7F1C-BD55A179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EE0C0-BC7B-24B1-1BD2-B9AF125771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7ABC3-219F-4326-8192-C98439C09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7461C-9D1B-8AC6-2779-49CDACA65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405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0C6E2-0B56-634A-A8C1-2C82AB4D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4E92A-05F2-A0F4-8A8B-9DC7C31CD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BD1DA-BED6-1238-E0D8-CCFD777BF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7BA4C-9474-D727-7666-CA57631A6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143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0DDF4-F54F-0D09-5FF9-6AAA870BD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AC06F-1BB1-9DE5-0B63-01FA2D733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E29F0-A8E9-CA27-A2EC-D722A27FD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A693F-471D-C000-E828-3E6BC6E3E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899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2BAA7-E3FF-5A23-1BCB-8808B1CC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9EB0F-C7F6-601A-9A4D-41BB3EDDA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76F86-921A-084D-AB04-5738E3630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6BBD4-2A83-42DB-CC4A-ED8C29467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E77D-3C6B-AF53-CE72-358284D6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0BE18-7E5A-1CC8-1B2D-955BBA908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AAD85-1DFD-2119-6D7B-B04B5EB1F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C96A3-C6A8-9A17-B3AC-48502FC6B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048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4E0F-776E-B615-893B-67CFB0262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0EC9C-8B55-1042-389C-20D01B8C2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E2B1F-388A-088F-EE57-542F14B00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83879-FD61-932A-B9A1-94B5416EE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137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DD106-E289-A3BC-A465-2BEC77B2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EB64B-5579-6AEA-C2A9-43E92BF86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75216-E9BA-8746-C01F-4A8860220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8EECB-01B0-AD27-7C45-2678C07A3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355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5785-3B0C-5B99-8C66-8C4CC82B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42EE6-26C4-CBA9-1619-11D9CE8F9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4112A-3F13-DF2F-29E6-4D9CD9FDE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ED3A7-F902-7A3E-C276-BE54029106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074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496B-0096-BC0D-50D1-FBAA3EFE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2EA1C-70E9-F22C-A828-DFC53A848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2AB9E-4E33-090D-3BF0-F739D9DB5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10FC9-B162-AD93-06A0-C5EDBCD24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301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E0A32-F420-86C7-D4ED-ACE5F68E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F7A88-F4A3-0ACE-A6D7-2DBCD0B9B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0311F-8C5A-AFB9-5E20-62E90A9D1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1467B-6F40-8F1E-83F0-406B19C4A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793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368A2-FAAA-C0D4-10EE-CCD08D85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CF6E3-E66E-B0A6-6A94-7C918BB1E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D5CEB-A6D2-6AD8-F2CF-B2E49F3D1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2CF99-ED0C-1C0D-02EC-431DD970C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850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5F68-308E-CA8B-361E-606F6214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E2EFB-CD70-A6CD-46CD-3BB114FCE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3DD5A-88B5-A8CB-6B19-9A54327F7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FA83C-645B-072B-B5A3-36E0C9F2E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887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A6A7-B279-3602-AD41-377F3E62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52EFA-F578-027D-9235-FB623C980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A67FA-57C3-D415-258D-5BC5D23D1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9E3BE-1851-0BB6-989F-29A21D5EB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5816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24C7-8156-189C-45A4-2AE6AACA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1C1FD-0B7D-2462-5FC8-4EDA2719F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ADD33-F007-5ADA-81D5-EB367136C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3B43A-DEE0-E3A9-6813-C584D6B57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088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DFA6-BF7E-6C04-1360-E3EE6D6E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7CC10-EEFA-A1FA-8166-B819B3424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6946E-265C-EBAB-767C-1F12AC044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7EB01-0396-6501-ADAE-88CAA43A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5606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92BC-2E05-6A8E-EB31-51C963C9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19EFE-E070-30B8-6250-4F84B6F15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3D63E-7562-9A4B-3B9A-4DB8496AA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C5844-ACFA-EE89-E5DD-BE95C9ECD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29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8E19-305E-AAC7-D384-F5DF3C9DE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2E603-3EFD-48D8-8D9B-DD509B4017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F22FC-CE95-E5B0-7430-660274620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6E763-C21E-2B82-0ECA-DBCE7A483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67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43E13-B286-F644-E4C4-D17CA92C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1CAC4-7AB9-01F7-881C-8F4E9C0CC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3A0D5-BA2A-0502-0721-7B2139E50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479E1-C6DA-BAFF-F722-7BBF28643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89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22D0FB-B58A-1966-4E2F-56E70CE43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0521" y="309444"/>
            <a:ext cx="4547264" cy="498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32145-F0A3-076B-DCEB-2A802BEC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ACC3B3-94F9-B570-BBA9-14B8E891E4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45–(13+21+8) =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48DC453-4D3C-DE06-D186-E9057BE32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036DBC-05A6-96DD-95D2-261A95EDD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958E8E-5E13-83E6-9F96-2BDB95582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2F7FB4-77D3-0B11-C59A-59822E311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2336D2-C590-C55A-11FC-3B66C207FC0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9717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5C61-2186-29DB-5E5A-3B604159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5E1076-42B6-5704-60C3-B2A90CBB3E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45–(11+16+11) =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EE8E71-D213-ABDB-B91D-883D3CA6A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403539-D35A-7134-580B-0054BE619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D0D138-D73F-79CF-1C99-E179A516D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B8C0E8-F1F7-6B03-B51B-7264B3B57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457752-6D27-A382-F829-0992662D26A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93FE9-ADD9-9A0F-40F5-83AA312B167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01796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4F18-1C4D-C3B4-C54B-BF740940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57960F-FB37-0BAA-48BD-04604110DE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[4 in 2] is 13.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CB2552-F17A-BFBC-79AE-3320BE974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1297EF-17FF-1B31-2AC9-633C388DB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69A200-2CCE-06E9-2B5A-AE91AA678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6E27FD-1E38-2DCB-C297-FA4B4AA756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4C055-5ADD-B107-40E9-405E1B0AD4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D31DC-77F8-2FD2-CBC1-C2F25890904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BEF7D-40C5-1A3C-223B-CFD8ED9B736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80664-E46C-45DE-896B-063FFBC30C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69524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4646-6618-903A-77F9-D47B512A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910208-A01A-D78F-2E43-A8CB90E235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9, [10 in 3] -&gt; [7 in 2, no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3C5B62-3BBF-F043-2C04-6B2E37830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67D059-01BB-E024-9495-A94C985F4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DC1309-FA2F-AECE-7D12-0021A9946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967235-9B72-CC1B-747B-FE33C685E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BE17B-0EF0-0CE3-A0AF-9318633D72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FE748-D033-461D-B9C0-D625CDAC55F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0FF4CA-0940-7ACE-D44F-42249F407A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18A7DB-49C9-801B-58F1-A3011B0B597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F5DA3-1E25-3014-8F9C-2454CC7DCB1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54AA4-3D90-D9A3-95FC-823EF8CDFE2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</p:spTree>
    <p:extLst>
      <p:ext uri="{BB962C8B-B14F-4D97-AF65-F5344CB8AC3E}">
        <p14:creationId xmlns:p14="http://schemas.microsoft.com/office/powerpoint/2010/main" val="3603280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9C5B-FBC4-2E1D-3733-9BCB69D6C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0031B6-1C57-7480-B0A8-1F0FDB02CB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7801EC-45B1-D37D-CF1D-2419535C9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6FEAAA-F95A-24E1-7FA4-23C7B2383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7C59D7-9ADF-371C-187E-2709E9751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DA8BCF-54D8-4CCF-57F0-41560FE3AE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BEF0D1-9CA0-27D2-DC2C-EAE0CECFB5A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F802F-5081-B61A-67FD-1B599A4C6D7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B979B-1B8E-2794-1D60-00FB4AA1B13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99C45-21C0-EAA6-EACF-275EA48C544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D7C33-2F8D-3DB8-67F9-FA6822BFA04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CE1F7-EECB-CD1B-BAA6-69C21755D3A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521</a:t>
            </a:r>
          </a:p>
        </p:txBody>
      </p:sp>
    </p:spTree>
    <p:extLst>
      <p:ext uri="{BB962C8B-B14F-4D97-AF65-F5344CB8AC3E}">
        <p14:creationId xmlns:p14="http://schemas.microsoft.com/office/powerpoint/2010/main" val="381041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5699-0BEA-7B3D-CE55-9009DDDA6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722B7C-8D8E-FE4B-BDE8-CAB98F0795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[8 in 3] could be 125 or 134. The latter is precluded by the 3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FD5CF6-DD52-8C77-DA21-F60D647A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553BBA-7100-9BF1-F8F9-1644FBB4F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3C09B58-0477-0340-B013-32B780DB5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5BAB3B-E177-D9C9-8716-A91F71E5F1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00AD5B-6652-D7F1-3089-37EFC346B86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93E81-B813-40F8-AD0D-8C2B423F1EF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2ADC2-9594-E99B-F8A9-751C113BCA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5FDED-B302-A0A4-0428-8C2E9E22018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EC70C-B2C0-A775-B958-903745FB6E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026DC0-7D37-2A72-FDA3-CBC97948E7C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AFE20-4892-1B2D-2927-A2E1A6EDD88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870BB-48A9-D345-6B24-00D7A7AA08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177350-6FDD-8A82-1386-D0872B20502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67213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851C-307F-B8B8-CB51-63DA28092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DEB1B1-0003-21E8-80B8-02B847DB77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 the 125 triplet in the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CB2ED4-C21D-9799-F998-B05935488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0611C3A-37DE-F8F8-84E2-869DF7E86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45EF1C-CCCA-AA1A-DC4D-FDF16E7DF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8DBC9C-7339-DD6A-D839-1AD04944BE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2B7F71-7E80-4342-6188-2DDA64DE69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DC86D-EE62-BB6D-4DD4-FB84181DECD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AA73C-D05D-0651-84FA-668D20ED698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30E38-F319-6AA5-2C41-8EDDA31C70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68D79-F020-0260-74B5-DDB6F889FFF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E7C6B5-CE05-E8F1-B15C-DACD71FDAA1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BD3CA4-7583-0562-D29F-38A07BCC24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D30969-E924-068A-053A-2312F50D1F8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BEF8C2-E777-58D0-6860-66F8EE2F532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6012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EAA6A-3282-E7D2-74AA-4ECBCA97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C8EFD0-0766-16FE-3508-75F9E5A63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[10 in 3]. Then, reduce. Then, reduce. 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404A488-BC7B-FE71-329D-1D80229F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4D2BFB-AD0D-74AC-B19A-073A46768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B1C500-6524-DF3E-40C8-096AAA8F4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A032C8D-C163-C334-9DED-4C3366FFE3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6678C2-541C-9BDE-6274-8EC004BBF30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012F61-7A12-8BC2-1BA5-86ECCB869A2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2BDCA8-A849-7BAD-EF72-CC092AA475F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0A0CE-C245-3404-E36D-6AB14265FF4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5AA49-1DDF-92DC-79D1-E5E8A2C64BF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11F1D-AC09-4E46-3567-192064FC02C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2490E8-85DC-AACB-E06C-71316C80B8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4376A1-1231-E770-3779-12B81AC1A5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CCCF0D-4B07-86A3-B855-A1094D4CC8F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8161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1B25-45B2-5E0D-8E37-88B02D14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FC477E-0B25-E083-9F77-4C7A08BDE6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(13+19+13+1)–45 =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0C4D57-7775-8AF8-194C-471B66311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AA4E18-CC1E-9398-80CC-B081E82CC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BBA71D-9FD6-0C7C-CE96-6C9CD9502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2B08305-AC6E-4AF1-EF56-3F9ACF4F2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613E29-61AB-FA02-EEE6-1B78586014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9FEE8-F469-6AD8-8004-117E5294D4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5FDDE-AA73-6352-606A-0DF17D46936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D2436F-F5D5-3C9E-3E2E-0920DE6152B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62D6E6-2954-3E09-F105-904316CD7C8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090510-694F-30C7-F3E9-EB13EE853B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91524-3611-67DF-A75B-76B33616733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5DE70F-10A0-8EC3-B1C5-923F93E761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DCB62D-11C7-FEB1-8E39-CF66DF0927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EC0BF2-154B-E552-E187-1E0F5292B53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6792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C7150-571B-EBCA-89FD-F74919D1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1843E7-C141-F4F9-295B-E735D1EEE9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[15 in 2] could be 69 or 78. However, the 6 in Column 9 precludes the former.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CD6527-1EAD-56EF-DDC6-B0A14D471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B0E405-9A6E-8096-5886-A05B3701E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8643F5-50B9-19F7-595F-A685FF347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23C3F7-0C0C-50A0-57E2-8C3E88B3CC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19B21D-39A2-08B7-8032-4FAAECE963B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997BF-3F01-CAE4-5F7A-36E27A3E80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5B5B22-E8CC-A4F6-5BEE-201E068A50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167E61-E70F-D4EB-D6B7-F6138BE6800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F25121-2EAE-B3F1-A8C2-ABA08E0E8C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4CC1B7-7E7C-D732-5DCC-6BCF8854080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3D4811-9665-2971-798D-FE4DA5B1D7B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951FD2-1827-E5FE-7DA6-81595B9FF03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7E08F-D103-4BC5-4B25-5050740BB62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9885E7-3E29-16D9-8317-AA69D1E80A9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84CC3-52C3-8DD9-6BEC-7E36016A35F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44F364-CD25-558E-B929-2018F1B9412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51805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B6E13-BFA4-7F71-97B6-E14F875DE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6DD349-1759-2CDB-F726-E8F023F45F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location for 9 in the upper right block. Were it in the [13 in 3], the other two cells would be [4 in 2], which must be 13. However, the 1 is precluded by the 1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8FC005-6F8F-F449-E95C-2898CD4F4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1997A3-C479-1E76-FA98-AFD5842F6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F7D2FA3-8F9A-B549-8138-FCCC4B992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BC6492-4F7A-DB22-EBE0-EACDC344D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204359-624F-378D-9E56-487A0F8F5D2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D6A22-F1D8-DF19-38AC-2C8DDEF8C8A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C89CCF-9C90-1372-2E68-6970C50AC76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7BD49-9E1A-B34D-C669-AF2B7E92F7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F24168-5349-6405-9AC8-9B62246A7D4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D982EB-D104-D93C-5B15-F15E9F517CE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37F198-4730-E106-46AD-6DDD01A63AC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BE2ABB-668A-FAAA-B76C-57CC10F9B79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A3B8D0-262D-C522-132C-6698A94B990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0C695A-B44E-CB54-5BB5-D1DDF98F6DC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C6474F-4A67-65B7-BFD6-7A402276FBB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EFFDD-720B-4F4F-6AFB-088070E3121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A2241-6C63-120A-2580-1A7957A1E5A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3263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4D45-728F-7DB5-2990-230429B06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3AEF4A-0F9A-F84D-6E1A-3E59ECC461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right block, [13 in 3] must contain 4 and one of 78. Therefore, the third cell in [13 in 3] must be 1 or 2. However, 1 is precluded by the 1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6D3E9B-6C1B-9B8E-9345-8F74998BA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BE0F48-B4D9-931A-85CF-726C00B82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33280A5-C409-7EA5-E889-9B3AB2ECC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66C783-4F5B-0D7E-99AE-3DE86983F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215821-60D4-63C9-A8B7-E15494A7416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11FB8-1A1B-C755-C223-1FCA1705F38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33280F-B9D8-5785-DF9F-5CA07474D3E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109BAF-F923-28B6-AF52-1721404FAFB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C8F24-E50B-DD5F-DD0A-B4CAEE51EE2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68AE94-6E93-2379-67CD-39C7ACBFA57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3B1D78-2AF2-B31E-F2EA-B8B674124A3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DDDC4D-52B9-8DE0-D0C7-AE37C58E0B8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48A424-4E52-8CD3-A62D-9A9BB5D492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D8D30D-5D3F-89F9-B09F-537AF98BBDE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2E2399-0CE2-5AAD-5AA0-446331548E7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E4B6C-CBE2-7957-541F-6B890CE9FAD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9F5F8-41B0-7679-246E-F16746158F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244D2-76AD-E602-9F0E-2EC4E925EF3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E747F-11D6-5180-D508-D4CFA161293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5EF35-CD35-8A25-0897-ACF454FB018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81024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5E082-8B48-51E8-62A5-17DE335D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93F91F-783F-3944-F96B-5D713ECC9F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0986D67-7BC6-132E-2AB8-8C576748E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6ED6B1-D897-8C42-94A1-377F27018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1FE575-18A8-F0FF-FF32-F0A13635D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4CFD15-D05C-A6DE-DA8F-A1D60DD27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BFEF86-98B7-2EF8-E111-A125396018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764A5-77A0-E47C-C83E-14A174E743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C85B6F-F52F-0B6D-14BA-BDFC475E8E6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B7799C-AC1C-6B24-8EB7-A9B94770515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64E045-5C3A-5E16-38E9-C02EA614FB8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E8639B-78C6-C341-97B0-0AD9183C219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ABAD2E-5148-8491-8C27-326CEB82AF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92C875-CAF5-4271-EAF5-B48A6DBDBAB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F02C0-E7F5-B0D5-B71F-0A227F9FC1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90CA3-42E2-B608-3BFD-FD10E89745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A9A4D-F6FE-792B-7AC7-9DEDEB75243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B4468-A703-D89D-E15B-32A2B225DC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E6A43-7C47-E465-AFE8-F2C17FEF874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1E18AF-F052-48B8-47FA-75B1FDF439E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65057F-DC24-DE79-8714-7A7844EEA51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761395-94AB-7BDA-B57B-FB1A20E7055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84680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4D69-5216-D595-BD9F-34A652F1B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6F7A43-4B55-08CA-2ABD-AF93995499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initialize [13 in 3] -&gt; [12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F80958-9AB8-C045-2D00-036AE481D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D34DD99-B984-0288-F6B9-1E874B8C4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BB9F69-33F1-3DF8-057B-590C2B41A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D386899-CFC3-520B-B6EC-96762128B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7BD53E-09A2-690A-B87C-6B0B3FFFDA8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9DF59-28F1-2F82-6EFE-500766B37A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E70F7-1596-BD57-306A-143B2D26D0C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D12079-0A46-5616-BF55-D96885A474E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73FE28-1B38-6EDF-916F-77182D9B0D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20FBDC-9E3D-7104-B2D4-A274FF2FC54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BDC62-5E13-4E0A-DC98-756BF30AA1B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E5BDC5-09D6-7A3E-B7C6-3E569729AA1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5C4B8-2038-AB8F-A964-34E54A34F7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B5161-F5A3-F00F-A505-C588A35AFA8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F2F030-228D-D4CA-6A2C-47200012056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6F69E-4988-4EF8-2A67-4C41BC8C627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9AD525-BF68-01CE-E3B6-E9747ABBE2D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3BCBAC-7751-CC67-5E75-7F66DDCB77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15D33E-2960-0310-260C-9652499F11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82486-3ECC-6AD8-4F75-B71929624D1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AF133-C69A-7C3F-F342-370C3C4931F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F7D54-5727-BF66-B781-2A51EB6C040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</p:spTree>
    <p:extLst>
      <p:ext uri="{BB962C8B-B14F-4D97-AF65-F5344CB8AC3E}">
        <p14:creationId xmlns:p14="http://schemas.microsoft.com/office/powerpoint/2010/main" val="703389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4B98-1B1E-C0DA-B6AE-1023C285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A97A06-3032-893F-F9BF-0A7A9383C0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C950DF-2E28-8360-1EC6-1B8E33AF4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B9AF29-0D36-EAE1-9824-EBA45A733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C81AD0-C05D-F560-874C-3323ACA63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4C94D5-73D5-43D5-7686-C953D6616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1BEEEB-7E4B-DBF2-6F31-0BC167401B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EC1C0-57F6-EA7B-FBA3-94EC1360441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90275-FC6E-B6F3-225D-293AC051E28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C783A-4640-99B7-0FC5-B76BF62F161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06F3A7-068B-059C-145C-B090103B4FA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6464B-522C-CC55-5E0C-1AFD996052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0F1B51-0E77-90FB-044D-CF9CF4C834E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9C5A08-A288-9EBF-93E2-87753725C45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EB0556-9759-A392-55FE-4E1171D408C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0EE1DF-B12B-AB46-1BA9-185E3C13AA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170ED-D788-1FA9-9690-CA48F35A83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486145-2233-D949-554A-491D9B408D1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73F24D-7B0A-9C34-C108-DFEBFD06F6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032C6-372F-D39B-98C8-3D0EB4EDA3A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A2A62B-EC31-E547-4FF7-66D985BB3FC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68DF32-BFDF-6B8E-70B5-C39F181D39F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EDE2C2-A778-3076-60FC-9856537B739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C8EE1-BA5F-E4E9-4000-56B22D17A7F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577748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5D44-089C-8926-B46B-39560E9D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6A741F-A338-D4A3-EF1B-7F36B8D2F4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initialize [13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09BE1D-634C-C14A-2AC9-73AE580F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5C5C28-37A8-E4A2-2987-ED611E0C5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98F627-C6B3-86D4-0BE5-DB63E07FE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0E32DB-D478-475E-91FD-929B03EBE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D20190-B132-7DC4-BF61-4433F476B4C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546D23-7E73-58C6-8FA8-380CDD6CA00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D24DF-588C-F04F-8512-A824BF21784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F6DAE6-7113-1E1C-8147-C3F8E66C6E4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7AFBC7-E0CE-CD93-903E-968E4AA03A6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34DE16-6FB7-3405-583A-EF130E84FC0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3274A6-8130-A1CD-F698-740B3026CC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C08B28-F81C-9A6F-F34A-5F1210A0732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52A60F-67E5-889A-F2B8-94138AFA7C1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57C16-A6AD-E1C4-47D1-C0A43FCE6EF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1303A-E6D9-716D-DA35-CB0E1CE0D9C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837FF-8712-753A-ABBD-2611CDBD0E7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570A8-05E4-5FA6-DF1F-4605306731A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303913-8D61-B0A3-5205-B8FDFAA955F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129B37-D3C2-D4F6-67E7-2AD147F9D2C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823600-E0E5-BD98-359A-D098D3F7022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7B860-19A3-BE3B-6026-9FCDC29CD35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57615-95E3-ED51-3D7B-CE7A8F97B5F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FD0080-F0D0-8354-87F3-FFF63FA0E5E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190036-ECC8-7A7E-7C7C-C84C052D268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</p:spTree>
    <p:extLst>
      <p:ext uri="{BB962C8B-B14F-4D97-AF65-F5344CB8AC3E}">
        <p14:creationId xmlns:p14="http://schemas.microsoft.com/office/powerpoint/2010/main" val="4003412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7E51-9C95-4B6A-EB83-8A29EE1E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AEAF70-EBCB-AED5-2A17-52F2A9169D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F9CDF3-4C4D-D5C0-3871-45BE10AD9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3058931-7FA2-2153-A2AA-DAE127FD0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5F3DCA-5DF1-5370-47B1-B672919A8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59BF5C5-D48A-AD6A-7FF0-AC571E2F05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5A420-229A-8A78-E75F-A129537D3F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BED5E-3198-F9F9-D414-540AA184C89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AED6C-6D4A-316D-4816-A91BBE89719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1AD23A-8605-7847-9AB2-572FD9ADF6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0D417-5AC7-67DE-F771-A1D55C84A20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E3E45F-642D-1F8D-62ED-79EEED2A89F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080DA9-1206-BACA-2E85-6B1613350F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BD3427-4AB5-A680-C4CB-B787D8D5CA0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DFD038-AC71-06AD-4C9E-443A0A246C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D3AB93-BE80-6A63-1A82-390BDD9BB1D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48584D-0C13-C7D7-0CAC-F97CE57ACC1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2C7AB-666B-036D-0446-96AA47B3D3E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6AF322-8C1F-2AE2-649B-C1C42647A85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017CA-2BA4-7FC6-AC4C-89380ACF549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E824A6-E9A0-99B6-9EF4-0322A05444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03E1C2-0798-3AF0-3793-885F8DC9DF2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A5361D-76DE-A457-ABEE-F77599231BA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E8460-C2E9-2B21-C008-0F1406F7F2C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093BE2-1AE0-3122-E344-DA40C7F802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98257D-296C-619D-C8F3-D73DB8F399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811283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82441-1F32-D39D-F50D-A07B4B84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44ED2C-52D1-1FE4-4D4F-7AF416A6A8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380096-1CDE-6C9A-7B74-B5B28A547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F1A256-AC14-95C0-1124-F63E390F0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73289B-0280-110B-7094-7B04218D6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3F81928-E89A-4F52-0366-152A48CD9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1154B5-8CDE-8030-7B83-DB4D1B3411C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D261B-4528-DE70-CF98-E8011282EF5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9C5DE9-4EA2-0D8F-4475-041501CAA5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A9250-4662-D624-3FC0-37566436E7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E75C7-1DFD-3B24-2A96-A429D4A254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74B057-D31E-AC06-0D80-3D57F721B00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FA157F-4D59-95EC-F5B9-2D00E1653C0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DB5B69-66D0-0E70-2069-62263F7D37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29EE0-46C1-E4CF-2AC2-9964F022B6B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896AF9-F95E-4367-EE7D-777CACCA501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34FB2-F754-D296-A0EA-B5D245BDF55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6B1E3-F668-099D-99EA-BFB6648FB71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2262C-1AD3-81EE-5553-BFEC348693E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E7DAC9-9F55-52B2-A6E2-3C88881CB7F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ACABA0-1F99-6857-7390-4A9C8E5381F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BD4909-2FA2-B611-3691-83407CF28B4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AA477-D551-EEF2-7BEB-1B55174E76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DD0A3-99A3-8473-C6D0-A0CDE87C04C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6D87CA-F52B-57FC-D157-40BA022B49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38CBC3-0471-B57C-DE6B-B3F1E1DB389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7975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0C894-E4FD-1460-1B24-EBA8705C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0213D4-4B41-6AA9-B8ED-8533775620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1–3.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9A0EFC-427A-EE1B-63A4-178CCA9B5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98032C-3D6D-11DC-593C-95768E212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22FD39-FAC3-6A07-F140-997020E71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9C2769-8151-B589-8258-CED989002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375D9E-0F42-F702-B438-94E4429D95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0216C-7104-F20F-B356-8B3E6578862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C1AFE-68B9-2CD8-99C3-D7232DBAF74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840FA-A8CF-A744-93F7-0C07F5C9E79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3BF3D4-CC9E-52D5-793A-2335875410D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90132D-C522-462B-0166-E40B58862D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B92ED3-0A94-CA1E-6AFB-A980EC520D2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BC9FDC-9286-F1C8-1093-B9A9D881627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A6D28A-659D-BBCA-8564-FFD4C556334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AF9810-EDD8-5BA0-1BB6-A5ED4A868BC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13670E-E338-1B2C-35E0-13AB5E8AD14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2A10CA-154F-623C-EC55-AA1B9E7947B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B29C0-034D-9037-14A3-90E7B0EA876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14543-4BB9-6DFA-A47F-330F01E3B98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3446A6-24FB-AD1F-0A9C-D0528289AF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7AE4C8-0D6E-F7B4-7B11-ACB1726377F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CBE52-1CEF-AC63-BD46-7790A394F18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A24E46-28AE-0791-84AE-8AD8C068B0C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7E7E17-9621-20F1-81C1-8BCDEE0FCC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A04783-C25E-BED6-E13B-CEB90AFE792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CD044-10CC-FCE7-28C7-E597753A77A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55B90D-4414-798B-E7BC-6E8CF6C673E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3E5106-7571-7894-5560-C1314F225A8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72691F-3C95-EE45-4BBD-110F219CA37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928D6-39A9-4565-CC15-BB9F12616F0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13FB6E-5A5B-66F2-50E7-BB1F3DE282D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7440C9-D27B-0408-8A89-7B11BE8F61C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B507E7-1774-0FF1-9E5C-8936C5E49CB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70BCEC-66D2-AFC8-E2F1-A4355BC334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</p:spTree>
    <p:extLst>
      <p:ext uri="{BB962C8B-B14F-4D97-AF65-F5344CB8AC3E}">
        <p14:creationId xmlns:p14="http://schemas.microsoft.com/office/powerpoint/2010/main" val="416031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B3682-CC40-5AE6-E714-D79A2D98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1C5237-A337-2319-6BDD-9F9D0945D9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[12 in 3, no 1] -&gt; [5 in 2, no 1], which is 23.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0D9684-040D-FCDD-2292-9B1F45D10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E9C532-C555-92F8-A0C3-1503E7C6F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72EE66-B5C6-EA88-5563-359A274B4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75991C3-06FE-D52A-AC9F-C6903ED40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938F9-548D-1FC3-7D18-8D854EBD8D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2F289-5CA7-A244-D22A-BDA1743C85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DD8110-1A12-C4DD-380A-5093AC363AD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C6A983-E0D6-E1C7-4708-A7AE95A5540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950744-12E5-32A0-963C-AF94212A167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34DBA-010A-D6EC-0222-CE94EE9EF25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3465ED-D1A9-B5A9-5CC9-71DCC74AD32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F0077-58EA-D1C4-261B-2848A34EC7A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53644-6B3E-9788-9819-D38F5F4D00C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E10DBA-424A-BCBC-56C5-95AC7F4752E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2964E-A2E5-B430-F2DC-64016621184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7A41C2-5B00-4202-04B7-8F8603414D9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6F1660-E216-376D-E65F-4E7D64243FA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3F08D4-3B74-3496-D909-734169C44D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E6BB31-8523-3529-2B14-FA236DCB16E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B76923-711A-953B-F097-55D7B327282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A0A2E-F96B-BF54-5CAA-883CE6B8251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C6428-2E2F-E665-36CC-9751F395BA5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C1744D-8297-7209-2D55-19A2BB6E052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16A94C-D9B9-58C8-3D42-43BC47E32ED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C77C10-573C-9D00-88AE-6857198C176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8758E-E011-83CE-EE5A-2E1B38E47E7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4845B3-68BB-FFF6-18BE-0AA42D5B723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689443-7B24-DA46-EBFC-B9511E7099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A02091-2F88-9E17-41A9-E2A9FBFA063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6FF180-D4C9-794F-4A36-AC641B0C38D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8245E3-E12B-6593-8FA5-C7D3C00927F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61753D-960E-00B6-BBE1-08823CDDE16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892C85-BAF6-6D52-8605-3C901A0C0CC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705494-9FD8-34A1-C6B7-16E74FD1EB8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74A91C-3A08-87AD-6B48-CBE24E4740F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</p:spTree>
    <p:extLst>
      <p:ext uri="{BB962C8B-B14F-4D97-AF65-F5344CB8AC3E}">
        <p14:creationId xmlns:p14="http://schemas.microsoft.com/office/powerpoint/2010/main" val="887060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01C2-64C9-841D-CB3F-5D8C48D2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D36816-0C33-3C56-14DE-BECE9F7141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75F74B-4D39-1185-7B9D-C904D5C5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46C52C-5EEB-2BF9-00C7-6D0CC0D3F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E647C5-3551-F0CD-C419-224108F5F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42C8907-4E41-52E2-D2D8-665609135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9128F3-D4CF-7BF0-C777-B71A29DF798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1AD07-A906-3143-8A96-AD8D0BE98D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9BDC0-3544-92EB-0253-19C5F38BB76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17EC9A-7F9B-CD9A-AF35-10DEE47A8EE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CFEBE8-101E-57EB-6C3A-E6DF3675FE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ECF012-D6E4-387D-100D-4F13D0B77DA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41EE4-899B-0F71-F7E6-91E741F852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BA5E28-F80F-B45D-671D-4B6D4DF9367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10E932-78AE-F42C-C966-0667D2A57EE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258129-38C3-15D5-BB82-B5808F6BE14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0DCFCB-69EB-20EC-9B10-47B081DF593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037C5-70BD-0618-5369-62495955159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A162F-4DFE-90F2-2008-9811061543B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65332-97A6-3FA8-DC9B-8ABBBCD6C0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F4F0AA-5997-DF2E-1024-941ADC8C0F3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DD12EF-1496-A564-81DE-6E6D86F8842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C24CC-3AA1-1A65-A5C9-8D18D0609B5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DA83FA-2B37-5FDE-0F61-7641AED2E0F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DDBBA-0E86-067A-7C42-2197DEF16A3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179A37-F49B-9C5E-DDF3-CEB26CC05F1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1B45E0-EB2F-13FE-05F9-F8B94FBD2DD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D9F246-3AA1-21E3-D036-F1BAF72935D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ABB376-9505-82DE-C361-1916738040F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3D0CC9-F122-31D7-EF3E-AFB5C2536F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983697-3441-D872-789F-D70A5C41BD9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1E806E-FC9F-C96B-38BF-714A011CEA7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7C63EA-AA44-4296-1BC5-3932C32EA56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024325-8251-809F-35BD-E7F43E9D432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01A59F-27AD-CF95-D102-B4020D0C471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2E598E-5EA4-0771-4BA8-33BD09A9DB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417309-E47B-CDEF-0871-8E53DC619EF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34380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DA26-3515-06A6-8578-7AF806D7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3DB4DA-A6E7-AC39-DA1A-F2B0362777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({23}+8+18+20)–45 = {34}. However, the first solution is precluded by the 3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2E8097-F9B7-7E50-6BF5-A486DF9A4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B9C43C-E4AB-3485-9D08-081EEBC97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79F86B-8A4C-354F-84B7-6B0E95E9D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6328F2-4E05-B4A6-6D37-9C8B1C03C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5ED87F-4C29-E0C8-26CE-9537F028E27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35DAA-5E8C-B471-5315-1B5A0818B4B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E275B2-14A6-1340-60C5-8C7ECC1CED0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EE41E3-4EF2-A2F8-C4A3-825F45ACCA7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85E7C0-F296-9F42-C5B4-42BB978E29B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80A588-7AC0-FA65-CC3D-918475470E7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B04E67-8FA7-EB2C-16DD-EC655F16B6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64488-7EC4-95FC-F975-61396795FD3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05416A-9A33-F2B3-6ED9-3826342B02C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792D1-F520-D167-81D9-E474D0005F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5C305-CCCE-8C6C-E73E-D8CB4AB7701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3BF4AB-05AD-FFAB-D86F-B6E7CECD77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932A5-7B44-6944-03B3-B514A71B9CE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60859-012A-91C0-A1E1-46273E65B98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35BC3D-A8AF-0690-6E1D-BB813C7D86F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0CF5C-E690-56B9-1105-F39E91576FD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752E35-5BB8-2781-C7DD-975E6AC62FB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1E3347-2951-5255-4507-8B2D87338A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CA877-3131-CD3B-1E73-D0A4E6966EC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CA1B53-B4C5-4BAC-D728-450DC892023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2A5AAD-0240-D37B-93F8-09DD1FB557B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8D04B5-3733-3DE3-D34A-82F0B619C7B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F3AC0D-7AB3-5FB5-A093-221321C68C0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4F66C-39BD-C7DA-F1C9-6789AE5B050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7D20C2-5DB2-7C82-6CD5-1328701E677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EC49E7-F7DF-BA1C-A29F-F3165C946EE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79F548-4E11-C74D-FAD2-C077EADAE48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7291ED-F5F6-D9B7-A723-FBA20DC7431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B51FE4-4A60-ECFC-1976-FBC8DD8239D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B879A1-2B3B-0062-50D0-31128FE0906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1F59DF-1EEA-C088-FB56-99052358296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A17CCC-E5F4-C3C4-E546-243CEAE1C59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736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8B63-20B1-C6DB-988C-74E1CC90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5FD354-5AF9-81CF-F9A2-42C78911E5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[20 in 3] -&gt; [16 in 2], which must be 79,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7AC3F4-E4B5-7A1D-A47A-FC22819D1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02B93B-416C-1ED3-D71A-F7E825BF0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C47C98-E916-8983-8483-C969E364D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A8E696-4A7C-81BC-B75E-D7FA25EE38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F63A52-E1D8-CEA9-900D-814D8A3EE97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5434B9-E151-91F1-82D9-D61F5564B67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1E183-0895-9469-B24B-14C10B41B84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8AE2E0-5191-EE9C-BB1A-C24B1D4F9CE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025C5C-32AA-A291-7F38-D8E7DD45F3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ACD99A-0D50-058F-A7C2-2FDA0D66DC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D87B8B-29CF-783A-1654-C560FAAD39E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87AB5-18F2-AFC8-885C-BA71EDBF759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088685-4E08-625B-3258-E99A2D34929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18EB32-41B3-8AD3-A5C4-7F5E90B659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31307-59CE-979C-40BE-424814A89D4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454F1-DC19-9938-2799-9C984C1F68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50B00-8586-82FB-18E7-F4B2000D57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6BAEC-A237-D37C-27BC-D5C906D1FEF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1E61DE-F54A-FB0E-E2D9-6C611BF43E2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D69702-2A3C-FBA0-6DFE-983520B220A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47B1B-541B-0713-9C96-BEA74C45F4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6119E6-7F75-9F70-81CE-0C100E24DD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DF6518-E41A-B075-A85D-384D6B19E5C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524BB-5CD4-20AD-504E-469F667B376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D898A5-DA80-B02C-F13F-C7D1A290452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8CD5F-4C6B-803D-EFF7-47453BAD1E7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BD97FC-410B-9DDD-5289-6E1DA41CA4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79A77-A4E8-B00C-4F26-C15C0A8FCD0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766008-A269-A611-E80B-BC496A9E61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F9A58C-7834-7CDB-9C50-2DA1110BF6A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559740-C8AF-CCA5-2281-0FA224925AA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645986-19A8-FD7E-16E7-D9006495267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2EF8F4-F9A9-755C-AB6D-5E3CD2DB77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F24784-4101-309B-8EFA-78E73CC1374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F93FED-810E-134D-052D-C7CCBFD3D5E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BADADA-3B93-0D61-C26B-6B1DA4DBB3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ABD2EA-6EAC-C697-1DCA-6D427B4BA23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D8F38B-34BC-3B45-43B5-9ACCF008F93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1565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D33B-4412-6E57-576D-84D25339E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A1320B-3F3C-EEC9-0835-959D96A637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CC55ED1-2104-0116-C6F7-014D85F58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36BE6C-941D-E055-6F47-EB45C22F2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AF3D94-9EF2-1314-28E4-1F5550F3D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A5421AA-AA0A-8C56-2A63-0B404C3A1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B77469-623A-7BAF-EF14-EF344779625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BF104-AA7D-46B7-D679-ACED0620FC7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B00B78-662D-7B6D-6A0A-40268D3EAF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BFF57-3B49-D3F2-9620-5730BA8D14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97F108-4D9B-479E-EECC-E40152E1B46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2DEA86-F06D-2032-F1FF-8680B2B5153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74B7E1-4754-45E1-7796-CDBD1D31FF3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C1B4E-B134-34B7-061B-BE3CFE09B1E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CB496D-65E1-4EB5-8759-EBEE592F68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0FE13-1E2C-3B11-A800-B477103E57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458AD-008D-9A53-647C-01D6D1A78C1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D8452-FCFB-00A8-736A-8A558E0E3F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E4EDF-C828-65F6-95AA-043D202DC15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91F419-3385-7DEB-5530-BF300BD771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EC904F-3B8F-0C06-B7E8-1564B0F82E4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62ABA-EA40-15F0-CCD7-F661E55C54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0C5297-CA42-A288-D72C-97B52227F2D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64C88-1EE8-1877-5B2B-A0773B7BC96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50911B-8D38-6336-D782-66D0B9C3C9D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587230-F16C-9DD4-D94E-09B81C23DC4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CC095-E482-929B-BB7A-EF1552CAB49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62C3DD-A087-E25C-C9F7-9D3E4FBACD0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47538F-6B24-0A7D-9F86-40EE454E886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E2994A-FFF2-FB0D-4DEC-A91121C6366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052BBD-2749-EC8B-DEEF-04F827ED903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BAB181-4648-01A7-C96D-C25AE7EBEDA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BCDBB8-B77E-D755-40A8-8795B20D4E5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E9A60D-9CE0-D076-71F7-29498E63AE5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4926AA-541F-597D-A7DB-A6BDF00EF7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3566E1-1583-B993-281E-37E79509D4A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ED6B16-E1F3-8897-4FF4-6B5EE2EDACC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17134F-EAA9-98A2-6E54-D0C133012B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36BE15-A952-D620-6B29-8661E8565B8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188C11-5C36-6CCF-D370-28E1130E94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366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CAEF-2D3F-F8C3-676B-E54A4FA73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74FF3-D6FC-5433-72D0-E5A70192EA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7, [8 in 3] could be 125 or 134. However, the latter is precluded by the 3 in Column 1. 125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1B0383D-EC90-5594-9B9F-80457AF4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B86D53-4AC6-9565-FC16-7D009EE11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089108-2FDA-0F49-996B-57517931A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8E3B4A-0D9C-6043-4B73-3719945D35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BEAF17-8F22-B915-1DAF-A84B75D17B0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78B290-B1E1-4A38-E9DC-2BCD863E0B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98E16-F4AF-BB97-5D85-5F6C42F1A4B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CBFEC9-6427-8793-A198-E4760533933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E836C1-943F-9BCF-4B83-DADA30F8335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6C3203-B435-8852-96BF-736E559A1C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F7188C-FA0C-96DA-4314-E02CCC266E2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129886-96C1-37F7-C0B5-2167CF64D85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78403B-1FC0-0E5D-5E58-F0B38AE3639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A33ECD-0774-0268-4D6C-F03CBF7C2C9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497BDA-91B9-EB34-BBEF-2926591A0D2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BE2A2D-B743-B8DB-8AE3-00DBBDE11A5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F9CFC3-C431-1AD2-8660-0D875D20053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39161-D657-7359-5F0F-24A19746AC9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2BC83D-0E4A-1161-16F1-915732F3723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D171FA-73CB-D786-3831-959C74BE38D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2C29C6-A29C-CD03-DE6C-C926B0798B6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77BD0-FC16-C57D-3629-75FE5608AE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7DF14D-D32C-1E0C-E343-5BDF48CF07B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BF8B68-4768-5929-90FE-B480B8CE121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CA6C48-90C4-D9FA-1D1A-E6D44CC7CC1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6A3FAF-7701-91F1-7004-2702B5B90CF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86379C-5E79-C984-8A17-587E6BBF75C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50C68F-4F0F-8E3D-13C8-AA659BFDACD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F1338-4C75-6622-E41B-E9099E7B447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BFF697-98E3-518A-E529-1F1F2D824B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E517E6-6AB0-4CBF-CE9E-881E99FBD86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0E432E-5B49-7A9B-3AC1-A097A0B1A46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C59154-7479-7831-C287-F12AB5E71B1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CC4DE3-410A-9A7A-E0D6-1E5A25943BF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38E495-7E3B-FB82-35E8-9DA05D1AD6C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D65765-CFDA-623B-B89E-4A4D95C515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E492B1-12E5-315A-8AC2-D6C406FBDE3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E73CC4-D83A-E56E-9BD7-1B64C90E873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9ADB23-7A7B-B820-D3C2-DF6CEE63959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4E65A7-E5AE-91D5-6B70-DD9F26725B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8D172-C897-3C5E-8463-0D5E36950A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1301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4C2C-B50A-1C07-F796-A055D1A8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187C71-C10F-6440-8F50-736B1BD124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32684B-5A35-A577-9815-6062FA04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C0D079-2248-F5CA-90C7-91E67D10F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B28438-28A4-56D9-61F8-110DFC3B8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AF990A-A02D-49FE-7117-29A692CD11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563A36-C2B4-5AC7-0FE4-2D521C3915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18610A-2647-6649-8FB0-341B3AB921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B85D57-96EF-0EE4-D197-172BD298B0C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3F7989-8EEF-723C-6ACB-5A5D9AF75B1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F05A60-6279-4B55-7C51-9770A0C021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022BB6-F435-D148-C372-6274DDF9F93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724C2-D478-6DB7-8825-38930193724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6C7EFC-1042-BF27-564A-4E29500D16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FE644-657E-00B8-D6BD-040919D7883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67FB0-97B0-C19F-17EB-11948FA0617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F1A8A-2801-FAAC-8E6A-91ED77C2CBE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22DC3-FE9C-EF34-48AD-D81E348E88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7B382-9923-1162-E2F1-A59F549394B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8DFE80-2404-2B15-3089-A5863CE3EC6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25ED58-95EB-E11B-88AF-3A4BEA6D52D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AA881-A62A-DD55-7FBF-ED7F53DAB66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CBF58D-1DC9-E32B-0130-15322F4E46E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1013B1-72C6-0A91-2082-B8CE9A40971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D6B0B4-6975-0436-0E54-B9893F3D31D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72A8AF-64E3-6AD2-5171-964EA41FB3E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8EDD51-5B91-338B-0D83-179117362FD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D049E-C6AB-855C-B92B-54672632232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D9DE56-AC3E-3730-012E-0F9CFE44DE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540F2-D9CC-6DA1-8F5E-9E9D9C920C5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33EDB4-C8AA-9AE9-9C2C-A4AFD01D45A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8075BE-508E-77E3-F1FE-D78969A0AA0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B568DF-850E-A2C2-F55B-3489C6A7454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775926-4BE6-6E5C-006D-E61EF695C54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E2CE12-0A6D-11B1-C2D1-E76EB22B261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1986D0-4E4E-D849-B07B-393418CEF61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4F4D55-83E8-3AEC-B498-669334DCB60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2AE82-3659-1B71-45B5-1F453BF68FC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13044E-4B9E-FF2B-7ED9-E143294F2F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88B3D6-9F43-DBE3-66FA-FE47D6E328A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D3936E-6AF4-79EB-8149-03A40B5DFE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08CBAD-ED79-F69A-BD12-A7AF88ACE62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42A6C-0222-40CF-9DBD-0481BF24C5B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94483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B147-B770-7DBF-F6FE-CCC0988C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7A19C8-4E9D-9FBB-EB94-D86A83CFA8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64E113-C0AA-5659-F527-24CA9DA53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1D25DC-DD93-DB8A-6C3C-4EB5264FC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E87B608-0E17-2816-9AF7-3D1F834E9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6CDCFD-2B8E-DDF7-64D0-E9CE34AEAF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A73703-92C5-8B57-36B3-EDA080EC4B8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DA99F-FD9B-C2F7-7FE5-1B387654467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D720F-0B3B-1076-C66A-FEFF58AE305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1535B4-3808-8572-699D-28E91520A69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F9C29-28AB-5AED-9FF6-1BE2685BC65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1A0DCF-73BF-BE9C-0BC7-83A8ABDAD24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15264-D513-35A1-0E26-11B620ED5A0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57403-2D27-4D17-C36B-83410A003FE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CF628-0931-0F85-9019-CCFF1F2BA65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A99EB-0265-B7D3-D5C5-E197C73E2C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9601E-D0E3-2931-546E-9B330AA7289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C7998-8FE2-16B4-2753-90B3F68A9BA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EAF3C1-536F-8025-0F44-863F99AD77E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9063B6-0FE0-E5E7-CA9A-10AA3370C37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2CCFEE-FCB6-7E79-83FE-0074378B66C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50DFA5-6720-33D3-96FC-5C01D352E37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D8AC2D-478A-3636-650F-CD9B8AB84F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B5C4F2-E3F6-67B5-0CA1-85AA162CFF5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0B83B8-FDAC-ACE9-66E5-B1776F2191D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DA8C54-25C2-2E3F-3A0C-CEAD65A3DCE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AB7395-639A-010E-74D3-2D68D041691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07CE2C-653F-AF9B-6552-B2CC9326C62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5A9F5-1385-CABC-CB1D-F6635DD8A59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022B1D-C80E-B1EA-59C7-4B88C99DE8C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BD6423-3077-712E-8374-A15EDA9ECAB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34FE02-E18B-802C-2ADC-E11DADA2C61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7D93AC-C0C5-55B2-1B42-92D6AE9C36B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84AC7C-96B8-A2E3-4BC5-B186D12D4C6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D90C40-46C8-D8F4-39B0-3C2A5566DD6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684986-0BFF-17C9-85A2-5EAA10C6FC4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D59011-868F-CD39-4F66-22318E9CE67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A25578-D7BD-0141-B8C9-68F4D351832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93AB1A-2FE6-7532-72A7-B38C3A89465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9BA3E0-3FDA-8EB5-8D75-10596296B5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93C8A3-0316-D99E-9354-922FEFB4F9C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94D17C-F734-664F-B7B3-E957AC4EFF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0931E7-3004-997C-8A44-773DE69DE42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32701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EAE5-9001-95E4-5291-4BD21378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83EF7-00F2-9F20-8810-1C90FCF97C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C2BADE-82CF-0010-5EBA-2D3C1B94E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647894-4637-697E-988E-9B5211755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54C6A8-BB17-5739-4524-7CB5773B3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12BAE9-554C-E804-9DF2-08BF073CE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B35A4E-79AE-5659-FBF3-39822916F3F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CA35B-BE47-88CA-AED7-F05DDFD2364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575234-F5FC-D3D1-8E18-0947627554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B0591B-B1D0-46D7-D153-AF9B3586044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1BE3FD-1857-50AE-4E46-A67207C6E9C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B349E-DF01-F8E1-EF0A-5656B2066F4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8A7D0F-FF2A-2094-6C68-C6FA99B7CA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8FC55-B22F-A36F-7ECC-3AE364329FF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27E2B3-4FC8-6843-CFB2-6EB4104DB53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BEEA16-9C79-18FE-D679-D81F5B20BB7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C97F4-5321-D74C-0E64-98445650BC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74CDB-9F91-6861-2CEE-9D5814BE4E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57BE9-51B7-2729-4219-BF17742428A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12641E-23D1-8C4E-F6DC-B617B843C85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2ED1C5-5E2E-D197-9AE4-E70156CD987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1ECF5-75AB-0A01-98E0-C26C6179A53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2A7E04-F29A-C51B-4970-64D27889444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70C2F5-4BE7-B49A-904F-8F9C82B209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DA8A31-FB7C-D390-4452-94624C1366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6AF921-C474-A252-D658-7F5C171BBE1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328A71-6BAD-6EB6-F982-7B4A31FFE4E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A53A52-EB42-4506-C1BD-4D697F92645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E54FD6-8028-6A8B-6B10-19D877F532A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1B022-17CB-F45E-8EC5-1D37ABAB0A6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1469DC-42CC-1DEE-4244-9837198BAA6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A7DA9B-F6B2-31FE-77CC-9CBFF850BAA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C70714-F85A-7DEE-4F9D-AD80832C790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B09103-0CFF-165D-1E0D-D171B31A0B7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A25DC9-8198-643C-077C-D90AA2D7DFF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20A12C-A06F-D99A-B568-2A0A1BA0036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4A8755-7D42-A33A-3DDF-39ED9CAB680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163F60-1D09-1BC3-FC58-6DCF8C90C28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BF8BC0-6A70-6B0E-DF57-031010F9BBD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1E497B-B802-A02D-D106-73CA166C982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DB37AB-1584-3883-D4E3-C9218ECD574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363751-5F22-0969-2DDE-7DC5619DF49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AC7AE6-001C-47CD-B124-B6C59FFCB67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40124A-4694-2CA5-B70C-6A1516611C6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1C0AC6-55E8-D01D-026F-87ED2BBE67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96F938-687C-4690-2071-9CC842CEFB9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92752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0A1F1-6F78-33FB-8AF1-617657AB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7A3157-FC04-E580-8229-72312ACF7E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[11 in 3, no 2, 3] must contain 1, because the sum of 456 is 15, &gt;11. The 1 fits in only one place. Then, [10 in 2, no 1, 2, 3] must be 46, which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8D332ED-01D9-3071-B356-AD8A248B3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BE4A3D-F6D3-7819-9DB8-2D808C0E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0D9EBA4-3BD4-35CA-237E-CE49831B7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8D31E00-1981-0375-BFE0-8467F7695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DCEDF9-A7C6-AAEC-3858-700E719126B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30367-EB74-5243-2BF7-FEF0D58ADBA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60CFA-6FB8-219F-71A9-6353CF8A93A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B56CC5-78DA-F23F-2F06-36215EDBD8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2A799-4A6F-E846-04E6-9A94584168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34E69E-A0FA-6702-B0ED-08E141BD9D7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08181E-13C1-C00E-157C-FC7FE09649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1AD89-7F06-0858-7ADD-BE78933D4A8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2C378A-9B80-4C11-3C74-DE0703E55B2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01E115-E664-826D-952B-23AE7D5666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B97FAD-23CC-20C9-A761-6C7D509C67C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86FF4-9384-8525-3FC6-65952F5FBA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A9BC79-3678-7175-7A97-3C5D13DB7A6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838891-6F25-F4DB-69C4-2636FE11425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FEF485-4BAF-8B34-1BFE-DD50C1893F6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BFCB9-8BAA-258E-76B2-D482B4D175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FA4D38-7A70-5E66-33F7-07234EF93B7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07D4E4-6AA3-DE03-593B-2A5BB43ABC2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2C1636-08D9-DD4E-B781-B8FBF61412D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A77546-E3C9-1862-9326-509F5283FF2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F8AFED-7CB7-58FE-D380-5DEC1941BF3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8FE9CA-88B0-CCA1-DE25-1D1C97B05C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B19E12-23B0-0A7F-728F-694EE5E78A4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3AFE91-AE06-877A-D9DB-5213BBC3F69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82EA8E-BA96-1447-AAB9-45EDBEF8A6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8811AA-2FCF-7549-F960-EFA22903ACC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BD52F7-73A7-8655-0757-1CD6A205A8D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29AA4E-A865-6DC6-63F0-8C27162A56A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ACDE37-C99E-FB06-27D7-6BB3D3A4C2B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78E28B-0B77-C5E1-E647-2386D713922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0A04F9-3CB5-4F15-92A0-69BD814332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CA3E96-09A7-0F15-7454-3339A1CA459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0A8F02-9D06-F09C-AFC2-3BC656862B6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299D97-E6A1-4743-1334-8A5788FC595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711AC4-53CB-7031-5624-547254ACE0B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0FC31-3975-3F4D-E2D7-9A3D87141C9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CDCB38-8310-A3A8-A689-EFA467DB9D3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036D9C-967E-C050-FE8B-2E673A72516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BDFD5B-4D41-0D61-45EF-78AC4CF27EB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415371-347A-B128-F749-17ED7973335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732A49-2DE5-D706-AC2C-4F6FBED7CC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851130-D500-8505-16AF-63540A72514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FC61EA-1299-BA22-6D08-8046952C5D0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56493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4D886-1DE9-9207-A684-F47DDBEF5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BA297C-2B45-4BF2-9644-E07ADCC8AA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remaining digits in the lower left block are 89, which fit in only one way.</a:t>
            </a:r>
          </a:p>
          <a:p>
            <a:r>
              <a:rPr lang="en-US" dirty="0"/>
              <a:t>Then, complete [13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B176D39-3281-F95E-7A41-5E950F69C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8A8F18-81F6-6778-4634-08006DAB6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419F0E-BFB9-EC2C-226B-62508E93C7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C03E4CF-ADF8-E12D-6D5F-DD7BA84CC9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D136B2-A2DD-AC3A-40C5-6D198D9E8A3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F219AC-61D4-BF24-D553-B4EF1CAFC16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7885A-5572-5F55-F143-22BB96C233F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A88DAD-31E5-DDB5-0DB6-5DD9A8AD3F3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D4D21-9298-9B7D-F98D-4DC0F9C1F16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1CD8AD-16A2-84DC-CD76-65826DF6A2F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A2373F-418E-C6EE-E64B-5F33D4977EF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EDEF8D-D740-250C-6CD0-BD66310688D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90067F-DC37-B887-4508-6D04F781520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3A5B9-C4DC-D092-C930-87125A4D8ED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2EC3F-50D0-30DA-40A5-0E3D71CD1DC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69D5C5-AA18-ADDE-8A5B-2265ECA64E5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609291-2E24-8FAF-2C17-327604B18BE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99735A-9000-BA56-6CF1-F2ED284A2AC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9DA9D5-73C6-09DD-2F01-EC35D21A8F9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EEA70-FA82-9CEF-0974-05C69DF9F51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C8178A-DC98-39E6-4177-13C4D78CF05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A8CA8C-7625-DB54-DED2-4C2956BB5E6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91363D-5145-9C1F-068B-8540D49B134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768CD-6A47-9E35-836B-A9A0A4A5E03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B2814C-B3B0-9D07-624C-2B12AB6F6E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008944-45ED-449E-E440-2EBEEBB8281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489AB-3191-A224-9055-C687B0CD15D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C4A12-C9D1-6A19-859E-F86DEB74DEE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EA562B-EBF5-4F7F-381B-2159BC9E22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2A9090-F0E7-CD14-A8F8-6619A73E27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4E0F5D-F73E-2837-7069-EC9C4C4B5E4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D05DE5-ED48-901E-EF81-B5FA0B5EB44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14395A-6699-E07A-6F5A-3A9D8F4D676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10713C-B8FB-5FBD-CE6B-511734BD519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EC2861-4A70-9868-3516-8758FDC9AE6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BC6ED2-CCCA-00B3-921F-B1478D5E738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EE3D93-FDF8-462E-CE64-2824DACF016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9EEDFE-B3AB-EDB8-5C2E-3846AC2E9B0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1DCE1-5279-5A65-4E72-B651454A9A8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D6B0D1-9DE7-C326-5319-97CBA85B3B7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889C0F-B6EF-7317-AF45-94D0B694283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CACE88-908A-C8C7-9BE9-18A1F6FB282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665612-0786-7F65-6C55-B7823C4FDDC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C1725D-001B-3D07-498E-F75CEFEEC2D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313DB0-B813-2DB5-EA9E-90EAAFA49E6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4706AC-0AB2-A71C-018A-8E78F170198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69051D-C6D9-0827-AACB-FF793338F1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2AE9D-FAB1-01F0-0D8A-4122456A380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4571B-D080-3E53-8C38-4088CBB84EB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6FC18B-1FDA-0781-070D-0CDADD24DDB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5884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EA55-4237-4020-6CAB-DEA621CCC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E9D119-6DA2-B791-B6EB-A3723FBED1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115FB9-55CF-CD96-6E52-14617DAC0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F42D0E-4D19-AC3A-061C-EF5A95BA8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71F5BD-764A-476D-C788-37151C3C6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272B75-4977-D31D-ABF5-72179DEA6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3ECE57-5763-75A1-0BFA-9F65DE08D37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CF07B-33A0-3130-1CBA-AC8D8B2F6DB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17C44-BF5E-1F5F-B43A-B82959D7F72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FDBCB8-63D4-524E-90F7-EA19D7DE557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948C35-3498-B462-D5A4-B71FCC47B1F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044ED2-91C3-FAE1-2A8D-59785E2F6E7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9B839-36E9-53EC-13B4-860DFBF6C93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A355B0-7F73-6D71-2DCE-500AE965485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C7BEE-5326-4655-9F84-3FDAE60898E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BE572-6E84-70FA-2B01-F864A2756A3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3FF4F5-3043-77AB-C5A0-22B58A8857A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93CF0-997F-45F4-B73D-76417D9FF3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16F61B-115F-B7C2-98AA-A17C8EB24E3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4BDD1B-498B-1EE4-03D1-7029640C644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F0F061-CF30-7747-1D63-547C7CA937A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AE476-402C-1942-297D-15598CE189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A8E2A6-2B06-54A6-4E53-7E32F33227B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1D4DA5-3A7E-7EE6-822D-5F703087453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A5BE9D-00E4-A7BC-BA98-43A9D48948C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A92DF7-4350-F114-E755-A418B3EA7B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016E21-98DB-7608-2762-CD226C44C5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D6557A-D68B-5748-284F-6B0EDA553DA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2B3C82-EA4A-0C6B-8353-4B03908DF33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08D544-82BC-4382-8DBE-4842A3EEF00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03DC15-2705-7DD8-D2A6-88129F0EC2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AC9DCC-0F42-EEB0-12BD-DDE8A4307F7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AE71E4-49D6-9FA4-093A-9324F3ACD77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D6AF80-55A8-7994-07BF-20FD5A52547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60AFFC-FFD2-071E-A138-EE9282BB678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FD2E80-6738-2040-4EFF-81AF48DFB64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9007B-DD26-318B-A941-B9960063D5A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330310A-0A41-057B-0260-E1227CE652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C42D79-DFC3-E337-ACD9-E71E247487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9A84D67-49F9-B875-7033-04431976506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955D8D-783B-58FA-AA0B-49E8500275C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E1EA45-C8D4-AE33-196E-335A686514A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6991BB-E94E-6037-827F-754FC76A41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CB9269-F21E-1590-6CEE-3C4B6C52279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C86D27-205C-A7E7-E2ED-DE6DE7B89C0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3DEDB3-AAC0-80AB-E15B-1FF1AFDD7FE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EE4DE-C222-3C97-8020-2491B94090B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F1E5D8-0BF0-354D-8A48-6192D735A51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82C50-AE22-6AAA-5F6C-588E88FE2B6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A829EE-641D-2500-0557-D04EA777417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270C5A-6F82-81BF-27BF-9FD273AB3AA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4E2B13-0D07-6D88-DF8F-037B46F94A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16783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B224C-82B4-9B5C-03D8-9BC38E23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209F97-DC65-0FF2-72BB-B3382590CE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9, the 9 must be in the [16 in 3]. Then, the remainder of [16 in 3] is</a:t>
            </a:r>
            <a:br>
              <a:rPr lang="en-US" dirty="0"/>
            </a:br>
            <a:r>
              <a:rPr lang="en-US" dirty="0"/>
              <a:t>[7 in 2, no 1, 4], which must be 25. The 2 fits in only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EEB6DF-2EFB-F8B1-7D5E-5955C3FAA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9994F9-2BA1-5697-F5C2-69606A3403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A060FC-6DA0-5437-7CD7-6A3F189A6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04239C-3914-9734-8111-B3909B046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E2115F-C48C-87C6-ED37-02917CBED43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1FDC3F-81B2-625A-717D-3AC6984F05C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9B630E-3B23-695C-265B-EC9DC905BC2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74479E-5335-F613-3078-3514E5B79F6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9B860-6ECF-3063-198F-39B253FB992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6815B-DCA6-235A-9A2A-22C08D950E3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E5187A-E8FE-6486-7BEA-B5450790FAC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77C815-05AB-2DF1-D484-88516F7A881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F54511-FC61-080D-382F-2017E1625F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8552B0-3931-2F78-46CD-A16F29DC9CD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99E79-62C0-33F4-7E88-B914BB7AE9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7B574-7E68-4145-6033-74D6BC2590D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320572-CB51-90A7-1C4C-678B83DC357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C938DF-C545-7ACC-34A5-8ADB7626B1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2B5CB0-F13F-3134-48F4-B19C1D08E4C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0483C-2816-C7FD-A492-D4606770EB1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B7627D-D054-9FE6-318E-CBE80506914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385230-C69C-201C-E02C-5EEADDB49CD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F6B036-648A-E146-29CB-3434168B716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3DDA80-5A66-37F6-D439-FB84D506885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B8D5F4-228E-DF90-EFB9-ACEF6EF7A42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D680D5-9954-2619-87F4-71A3F72ABA8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B60B8-061C-286F-2F0D-ED6424F33E3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DE059-AA9F-52BF-AA05-A282D94F45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ECD3F4-BD18-8A1B-A010-EB1A6C4AD75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8089F6-7154-6D1E-AE53-2D0BF399367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297008-42E7-2FC8-C60A-47CAEDD94A4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E780F9-0609-8F23-FBDF-BBB86180869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61CD64-B587-A34C-EAED-F19D99C8C2B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39E403-C241-9FEA-BEF7-DED668CB1D7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54CFA0-2A10-9642-AB38-75468583B4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644078-ECFB-38CF-8B24-E23618E6CC5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442E6E-E8EA-F16B-CBC8-7FA4E926685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399B81-5D8B-3A31-3EBF-3AAD073F385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8ED75C-7E6B-26BF-A32A-BB691A8C4E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1D6D36-4C78-917E-FE1C-01F27077B4B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3B6E07-26B6-B186-599A-EDC3E668B97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E1690B-09FF-5A6E-F001-3A2827B737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CECD94-1E5C-5A07-C7B7-56B24DCDB5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5C0FA7-D00F-B4D7-6BFD-BE55E7B013C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352656-64C7-2E94-234B-76883FEC752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7FCA430-CA57-EA12-978F-2DD3732F080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C3E35B-F9C6-FEB8-51DC-DDCA5FEC957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10F7C6-C629-1A5E-2026-C4E3F9CC39E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3FF3E4-FFB8-0C3B-6468-D9A97A157B8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8C2705-542A-DD8B-FEC0-2A2412CB392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620965-8CAE-248F-2AFF-1FF97543B76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120D9D-8B3C-B31F-D231-99649613B83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761D0D-5141-1AD7-7361-A62C01E6306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77145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9B660-82C1-0F9C-C464-C37AB6FF4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E777F9-C23A-0B24-080F-0CB9D3996F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CAFBE4-23B4-2EC1-0723-B257D6C53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4788359-8EEA-74A7-AA22-0A93968F1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A0641C-5085-6A7B-66F0-4E404EB59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F20A35-05BC-5942-3F65-32835B0BE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7AB366-F6D2-4623-796B-880691C9A6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51EEF9-85D0-40BF-2920-895B70FFCAE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ADC4B-4850-672F-1D94-3EDC6C1C656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9476DD-B51D-6EBE-0563-2F3732E45B3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E3D66-2C01-8B69-0E15-B66BE14BBE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621BF1-C7E8-5F10-8C36-A650F65EA7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53A59-0F05-B60F-3015-68A5F8177CF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FA2AB-711F-066D-2E91-175C5ABD25B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BD22BF-1B41-BCAD-7196-C05FEB2A78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BC89B-4821-3EDC-3592-BC02A8C65B1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8F5A91-F158-9029-01C8-54CC2E940E5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EFDEE0-B951-01CC-50A3-CF502D4B5F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3A95DB-4E3E-7052-1C58-3BBCFAF4E4D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56CE6-917A-DC72-4EBF-862F025728D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312528-316F-99DA-4627-09224DC9B3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A80894-D65F-0E0E-F583-5EBA58D854D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A97294-480A-F128-F4F7-D4EA37C73FD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2CF45-7727-B2A1-1AD1-8303E1B6A0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E9B67-B6E0-345D-CD13-B195A39FE5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CFED11-3085-DBD6-8571-9AA444651BA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55175-CE87-F486-4C65-99706583E48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70A2B-7F77-B773-FD63-69DE2C4AA2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2B7C9-12BF-2576-92C2-12C2705D3F7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390FF6-00CD-029D-1E18-3B0A7402EFB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6766A7-35A3-F035-2037-50079AC4E2EF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E72AAF-0B4D-9E1D-B5E5-6F8F9F4A625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0672F3-EA83-CF3C-769F-0137E288844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58E578-B481-1189-5511-9C4BA918E74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410386-6D7D-997A-85AE-0F9E7694044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906FD5-1AF7-B771-7D3C-8B1B7B572C7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D2BE34-C16B-E9B0-784D-E83C2EF8D5A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2B704E-63C8-1B36-1CAE-5D84E2FA17F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D9CF88-E172-E0B5-779F-86BA4380E10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02527D-7373-4A33-9576-DF8F7416E4C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26D1BA-11F1-3EF0-23F2-3EE39530CCB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A679E1-0A60-F90F-5A60-186CEE3AEF4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64E528-5CBD-BBE6-9871-8A2FB4F0A71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95942D-9A21-F6C3-996E-EF3D6A823B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EDCE53-79A7-83D2-0D81-03AF8C2125F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08E889-3272-1AB7-9E8B-03E9D560E23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C484D6-F8DC-1592-8F16-5D9B50351D3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E90DE9-6E74-6F23-F59B-6B92BAD164D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F336A6-6F62-8189-9433-30AAB2A5408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A51CE8-53F7-B5DC-C1AE-24E1202056C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13380B-0E8D-D4EE-ED60-3EB02C4C8E1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7416FF6-BFFB-DF1C-E8A5-71ABE66222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63FF57-54A1-A90C-A765-A589998107A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D2869A-F944-4607-8DC4-1BFB5D09DCB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223C98-9D78-D416-5758-3E54F60C3AE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02352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4F2D-1332-7523-506C-CBCDD850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D5F39-99BF-0078-CE28-80FFBE6D8C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remaining digits in the lower center block are 37, which fit in only one way.</a:t>
            </a:r>
          </a:p>
          <a:p>
            <a:r>
              <a:rPr lang="en-US" dirty="0"/>
              <a:t>Then, complete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A4BDA4-6376-B236-4588-DA236D163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C756C2-AFB3-11EC-081B-BA06D8704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100EDAE-1E61-EF1F-ABE0-BDE3848412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50B978-B16C-2293-F4C5-338DDDAB8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B78B81-84DB-1B2F-E396-5FD38DF8A6A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F66E0-9B78-3720-DF31-486F7BA92CF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3F53A3-F80D-1396-4A49-A81EDCDD53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63692C-63D2-53BC-E54C-7EAB76ED332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E43CEA-8E95-F8EB-CCD3-0B756084DD4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E27E5-CCF1-C356-0AA0-B78BA7B1264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29717-373F-42D8-BAEE-2D70CE12EBF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6927A6-51A8-7E5F-8D89-99E5A85884A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EABDE-6CCE-2888-F3FB-3DF27170389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7109B-CE7B-C9A6-3EE4-70DD3EFF5A2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E8B0F-434F-36B8-53E7-F18596DB6FD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0D040-F95D-7A94-6683-E856DDCA0E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002DDB-D65E-9114-0E92-2C3EAD4E7EE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53DAE9-D6F1-9069-8597-FCCD33CB533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676DC3-CE62-E97C-10AF-52235360C4B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1DCD82-94FD-C29C-5DD9-7636AAA3A1C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23BCA1-E2FB-8216-8599-D19FDCB4689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B86FA0-0617-0670-9110-E399BF9851B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660208-A153-29BB-A5B1-156C76B2CA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BE4A29-2906-A144-E79B-F6E2DF4F921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C05FD6-BA9E-7C20-4892-E05CDEB22D4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B21DD-C1B7-8F3A-BE58-480063A9D9F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567C34-998A-4BAD-666D-131D670BB4A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BCFF37-C302-8550-AD29-7857B13F017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6E9CB2-E8D0-B9D8-5F85-4FF9F54D97F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111496-50C9-A040-3441-C52B4448A43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03EC15-0430-C514-2D0B-6C0B156B563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725C7A-8FFC-33B5-FA5A-68FFC4CD9F4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5AAB0F-6889-1863-AF47-284A0784BF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3C0320-B955-F418-EE6F-D32DEE865C7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F8854F-3FD6-4E7E-5BD3-91861DA0BBD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27DA38-61DC-D9B7-18F4-081D6E7DAC9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6FDB0E-82F5-2A59-49E8-DA306905A65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D2F7ED-3FFA-9B8A-FE4E-F43F4576B5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69816A-E0B8-C759-A973-9E88226D6CB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2EFEB-DE26-0936-8F6C-D9803B7E3B4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585BA1-2E48-83D2-6580-3B2A6E2CDB6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F8D7C5-0C74-BC85-DF17-13CCE4EF3D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FE6098-E471-649F-528A-FFC2D1BFFF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0E2314-5172-6B64-C3CA-24B3C9B1F89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B8EF91-FE8D-6BC4-5E11-8903C35DC40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28B11C-E885-1F66-03D3-4F63DED2DB1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C7AB6E-CFB3-BD24-37B9-09785966B8E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3C410F-AFA6-D933-CEAF-7E55FB41EC0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EB2A9A-A56F-200A-8B54-F2CE11CE37C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F09791-048C-65E9-FB84-8E0090693A3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78B6B9-C347-C6D8-7D9B-94B5F1BFD1D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8B1E59-6449-8498-6AC2-463E63AC2C2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859C1B-FA47-4D05-F009-85E7E79DFC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BE498FA-DD95-8678-8E7F-08941FE4D0B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C120FA-885E-E819-3F6D-3B3E263D2B7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5726EB-7967-B144-78E2-66C2F59C7C1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60788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46B-0F51-D178-D519-C392C2E0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B53F5A-A478-FFF2-A5A3-E05D3C27C8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remaining digits in Row 8 (15) fit in only one way.</a:t>
            </a:r>
          </a:p>
          <a:p>
            <a:r>
              <a:rPr lang="en-US" dirty="0"/>
              <a:t>The remaining digits in Row 9 (38)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5A227F-2E0E-225A-13E0-921FE5002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793518-6D51-033D-E95A-D57080FFE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70F48D-4D63-FF37-1B8B-7F12F10EC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0710EC-50A4-1314-3A4A-167B476B4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083B5E-49D2-EF3D-C97E-2E33B28DA22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479407-FCCB-0AD5-EF2F-7A15062F82A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0A05DF-E99B-F9A9-FA9D-1B1977FCB49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21042F-07AB-4305-928F-9F11E5D0086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3C0759-A2B1-B5C5-3538-D78DF9C350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A97B59-1336-527F-CD3F-2B113799CB2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B0F98-78EE-E219-C6E5-B5A4DF83E19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3156A-AA61-F220-C0D1-4FF30906A8F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65A393-E94F-D704-FF45-CE004C04A2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CB956D-D7B3-3BF5-A08A-3058817D9B1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C2B4B7-9618-265E-B8A8-A6551585910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46A34D-F29D-47B7-3757-1BE8D6175B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9F9D73-0CAA-1B4A-0F56-3819C11B5CE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18E41-7F1D-3DC2-163B-B8CE3EBEAB4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21AFEF-A820-7334-530B-D089B6DC5B7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C06655-4227-2A6A-0407-9A271A8726D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4D4EA5-E5C0-3F40-2DBE-1F51DD00F8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1D151B-E1FA-117A-3F72-27C525D0013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BE6BEE-053F-01FC-05E5-8E16BD3077F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3CBC23-636D-C02E-3593-A872CF64BBA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58732-0C76-36AE-A0DE-EF506016D7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CABC81-40AF-F16D-8ADE-F00E1D8B15E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D90818-2522-81EE-5BF0-08A5CBBAA2C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6A3113-5098-1B42-67A0-7810E4D8105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4CCBBC-5FFB-23B5-4D03-70618601BA5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CEF04A-02E5-409E-10F3-39F0C61B35D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E6ECB0-84F2-1945-394E-89B9722AE94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6437D2-9A54-5F51-90A0-A11E6E4F81E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2C44EA-EC7F-303B-E699-6DB22B9AF90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D20D81-0C02-AE9B-BB5D-E63EFC53A6B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686A47-76FD-D541-E148-32523B5B7EC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FE4247-DDF5-E9C7-6DD7-F0DAD202A13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29237A-12EE-5822-FA91-DDB3CE5F403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093527-22FA-B509-216B-5CB20FC414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FA2DAD-3728-B6B6-9538-BC6C068C821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4A7514-C60E-4B67-A97F-68AB90F743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A6FB9B-D3BD-0D1D-D1C2-11D9C7CB16F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4AF737-F719-624A-D5BF-11C69DB3CA8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BD5228-B5E3-6C8F-8655-AE86FB98BF2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A61658-60C1-33F0-1B6F-4D87CC7046F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4B72A9-F14C-4BD8-473D-FDB1F5E9243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982B2C-EDF9-A6B5-2F76-BF7923D5A50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3810CA-B18B-519F-6454-A8B882D5698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90FAE01-391F-9E92-199A-8F9118903ED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C67A31-8761-0F4C-3B30-23E08666A7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87D3B2-773F-D975-4BD9-74F5E3FC52C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BF2149-7087-CB98-725E-9C3925216C6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16F589-F02A-1835-AD9E-10F25F6F731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EB169F-0499-64A6-77F3-8B0E31C6CA5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2C54E6E-49FD-C2A8-DE5B-C52DB62924A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3D1447-F6FB-52DA-F3F4-98D1A11124D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50E376-7BF2-4061-5C37-5542BD969F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E8CD2-802C-83D9-F6E3-B1BE0139C4A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B48491-9B10-ACB9-7AF4-8F7EC3DFF5C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96FB73-68BC-9A00-2D2C-F9ADCD2CF1F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AA1AC-414B-328E-5192-F54D480ED07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36886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32E6-943D-2B07-4FDA-F18C5FFB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1846C4-4973-A144-01E2-145A37855F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[11 in 3, no 1] could be 236 or 245. In either case, we know where to place the 2.  Then, only one solution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A82220-FAA3-D4DE-119C-7CBA3B030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8C19E5-A9BC-87C0-31F2-ED48E36E5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FE9252-F27D-F8B6-7C05-8F7B2B6B5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52ABF8-03D6-FC7E-13B4-331807F0F8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E156EA-293C-432A-6FCF-A2113246308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431E1-BEF5-C2F8-2DD5-F66747D55D9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70AC5-F02B-D22E-83CA-1DD5834BC72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61416F-E994-7A0B-64CC-54523261501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8784A8-3B89-0873-372B-89164B3B624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21B62-D895-770C-C18B-4A407BED92B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310533-09AE-A012-B5BE-5C4712987CC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6EB5F5-A3A2-91B5-D8AA-9AF6C54C0F8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AC0B7-3090-C771-06A0-CC688D7321C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183ACB-23B7-0DEB-969B-A8B54AEBE8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54CA4-E723-D765-ABEA-CCDF0D8F9B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150DBA-2A16-B133-A2F3-CAD9ECDE3B8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C5632-7823-5BDA-6DD2-0B61059BA27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5331DF-BB58-6576-124A-0E73AB48C04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B63BDC-4F22-9E0D-2397-84111158A8F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47CC26-14F9-2E7E-5277-E9D65643CC7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AB1AD1-CE97-82CE-8D4E-938381A4A94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38F953-9D61-C879-2DF7-A58CDFADAF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F67FD9-7218-CB0B-3CEB-71416178B07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EC3BD9-04EA-B1C8-8DC5-20861EC3F65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619EE-7B79-ECE5-9B84-7577D9F41D1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22812-3ED8-2848-2E1C-57B18C22620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92FB3C-F0CB-4770-D87C-676DC8F8097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D6E4AF-820C-63B8-9988-B28327FD49C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DE1A88-C079-79C5-6226-8C174C4A006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89AB88-0149-D7AB-49BF-4DBC495B05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AB969B-0EEB-0FF1-2030-A0373F8C174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B4F024-706E-C9DB-61F5-B84ADA741C6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F057AE-9920-C0F0-416E-EC365CA9D60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8FC3FA-EF45-A0C6-223F-F30A4220526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518861-FAAC-5E14-45F5-8ED67595B1F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29C214-379A-7EB0-1006-DAF730B584E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FB8E78-563E-BD2D-16FA-FD47D971437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64805B-12E6-8C1B-4B64-52AA05588E4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DB95B-6DD7-06D6-6A52-D2A2637E5D0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0EF55B-27C1-DEC8-9715-2F9753AABB5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17AFAE-FB99-443B-C19E-5BFAE588507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4BA2C1-6CD1-F454-0B5B-38863B8EA1E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886D8E-B731-EA9E-894E-41CDC7C4E3C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7D0749-656E-59E6-3FE6-334633CDC40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8B085D-91FB-DF07-F9B1-81DA819C549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A0D6E9-D450-58B7-DFBF-00F48FEEE8A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4ABDBF-3CC9-02E3-00A9-697C912812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7F1765-FD10-B4F1-3815-90B70502E7F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E2516C-AEF1-E76F-2F61-52FF28A3E3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6BD3FE-B948-8BBA-BE7B-1B8F3875931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BA88B6-4682-F9CA-EB17-0CDB018D281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AE672C-7016-A879-16A5-C4C660B7AB8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26DC5D-813F-7AAB-02AC-9CE5984B839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ED7FC7-2D65-40DC-D6EE-E324AD1A8AA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F842149-0A21-E477-87E3-31298C09C0E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B74BFF-AF9F-CD3D-3F93-E8ED9D562BB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E4C24F-3F9C-AB98-11DE-C08410C61D5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AB09CCE-7909-5773-C992-7336B6EB205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4EFC8B-A650-F638-10F6-3709C86159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B43FAE-C334-4A95-D511-7F93062C08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2F5432C-3A9F-9DB6-6A6B-95C6754471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FE7727-C2ED-280E-F421-A7FC64D95D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FD4A42-2635-D196-5152-EEAF6F5F7D9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492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47C9-A46D-AB1B-3DF7-14427C6B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FA22FF-0741-8240-F125-4213C5027E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1.</a:t>
            </a:r>
          </a:p>
          <a:p>
            <a:r>
              <a:rPr lang="en-US" dirty="0"/>
              <a:t>The remaining cells in Column 9 (27)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91E49A-7EB4-582D-8AB5-5762060D0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A19F9F-9433-81E4-6EEB-B9994BF80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13E0EC-3251-9190-3FC3-8C606241C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240E24-5FE9-ABA7-740E-315A710D0A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084526-8406-AED8-3B1B-7F22A221D9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68AC78-3A95-6C80-4182-9A77BBE5179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A531A7-6E1F-C5EE-057C-13ACF4B4F68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2387DB-2505-7110-664B-0EA93BEA865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2D1B30-1E7E-43DD-6553-C5EAF8B7C7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179114-DBD0-DB4F-BEC6-1364CFA46F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40FC1D-BEBE-FE93-791D-81BB4C8DBF4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0D796D-2FF5-6117-46D5-CE9D78797E3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84245-1AAD-72C2-D444-8EA351DEEFE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67333-6431-F3A0-ABA0-9B7B664E820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440F4B-3329-5C8F-7B5A-91978FC374D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E62E0-F13A-5FBF-ECAB-6B27385CE5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2DA5C6-2E95-13B9-C25B-8479450D0B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87A0A0-2D44-BF76-C873-4D13A16F312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30AEF8-AB42-F9E8-EB7F-4FE7E10B94B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E9474D-6DAA-0ACC-86A0-E3F61EC0077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69DCA-398E-561C-6421-40027F33EF6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FD2E0A-1A09-4613-8BD2-AE7CE54C2FC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46F895-87F9-2997-1AC7-3BADB9B4A38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3AA4E-B7D3-0B29-CE7C-437ACDFB95A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B570B-78CA-563D-0F38-971B778EBCA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82C6C-723A-A2ED-D2AA-2348418F3DD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6A0EB7-BA77-45D3-BC31-40D681A769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674EBB-5597-FA59-057C-A19F319B15B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A40054-FAC7-157E-9280-AE6BE37B1D1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3C9BA2-C5AB-3954-06EB-2B9A85D9827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A6F935-2DA2-7B6A-C25B-94BABED227A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CFCE4D-47F9-F6B5-ADD2-8F17C1C4C0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06E07A-E0AA-ECB0-18A7-7A75C694B1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EF836-F299-CE21-BAA4-C2B591EB371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072244-1E93-2371-0E11-873CFA7966C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18AC10-203B-910D-1E47-6FE38E59B1D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19DA70-0812-4759-8720-49F109549F6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F7052BF-89DB-A589-CE19-AD14BD2CB6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541CF7-0E20-B531-3C0B-0BE97B7DCAD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DFE4BB-D4A3-E17D-CDB7-31F20BB465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8FF8F0-F47A-8D00-A800-6D0A6B2E5A4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E733BD-0F75-A0AA-452C-F4842A9D97A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39B056-3A13-47E2-7897-33AA77D26CC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825ECD-F592-AC38-2AE3-52AEAFEB42B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11863E-0400-4B73-0C9F-6972C9ED710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FB8925-4878-CE06-B6E9-64BE944ABEC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380E8A-A0BD-C9CA-152A-35A1339F641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538D76-1F68-89B1-20F6-08D0337D274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788372-6083-0446-D6DF-2D7BA8A31B0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6E168B-4BF6-1BA9-5CD7-DBBA28AE5BA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E4860F-E90F-3FAD-FFD7-0C4567C82D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77244B-A84D-3A35-D3D0-C1869A4243A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1CA184-B38D-C143-84ED-5D9E3643C1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106C31-11CC-3339-BE19-9187E89EF28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B9E84A-EF70-0389-DC68-253745038AA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44BA19-51A5-72DB-2C57-6E2E7278081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24AC58-21D3-5B01-A493-9986E4BB563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86BAE8C-1D3D-E926-8E18-9447CE09B12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2A9739-7838-9873-87C1-E92AD6FD3CE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0DDF50-4FA3-BC22-6CFD-C469CEE2B9C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C244BC-5490-4A6A-EF26-6352E1579E7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E2F607-554D-6263-A27C-F585BCCEB02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4C7DE3-76CF-0DB2-50F7-FA9C7D3E15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7B313F-346E-A0BB-6124-421EE19A34B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37998-BB25-7781-73A3-9422EE155EE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406E51-61BE-F8AA-E872-94AECBD07F5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52075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D7A6D-59EA-8BFC-B8B7-B5D5D5F9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83ECD2-021F-49E6-AFD1-D76011E413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the center block.</a:t>
            </a:r>
          </a:p>
          <a:p>
            <a:r>
              <a:rPr lang="en-US" dirty="0"/>
              <a:t>Last possible 4 in the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81DADF-4ACA-A2C0-89B7-02E7374AF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D065B4-F153-84BF-6905-E919B3511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4BD3D8-02E6-E9D7-3D14-312FC0F3D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5595DA-D58E-E7C2-1684-963292383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B989EB-6C9A-ECB2-C84F-C52D8EDBFC0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B4C90-A4FD-9BD0-96A1-758C60AF6DD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8A33D0-FAD2-021C-C4EC-532729F31D1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D25FA-A97C-25F8-7CED-8BDE8FFA8C1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51E2A6-0CDC-B777-6F52-FF83A8CC0E3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1439EE-BA74-E256-8533-0575CBA15BC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36B11E-8E7F-C413-232D-5178A8F817E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36A961-4B3D-E8C3-F328-EBE374F8A6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3970B-A14E-33F9-C81D-6136DBD97DF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577F24-60F2-972F-6E09-3FBD497614F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A1437B-B268-C4AA-39BD-F7A3404D0EA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7EF66A-77A2-6A73-C3F5-C1BB9A4A511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62231D-AED4-642D-0496-E9FEDA17F19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858E1-BB4C-7304-CD58-9AC4244A44C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E92A88-0796-9776-2860-74ACA67634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3CA341-0AB0-DB67-F715-135C4AF6E90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B3CCE0-A953-F9BE-545F-6497357FE33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45BDB7-3570-68A8-8FE6-6CE9B373696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FD33B6-3B86-830B-6ECE-48BBF76074A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0A0BE1-0309-C11E-B55D-1E27C34AEEC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D5F12-304F-86FB-B452-84923E587A2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C2163-5C4C-1C1B-86D8-F496A478155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ED7294-4057-DEC2-EB38-15F6E148D54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04D37A-72E4-0004-3AFE-2F99856FE35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4C229A-EE60-5CD5-3E62-0A49508CF98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458926-096B-25B7-423E-3547D299F8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BE18DE-9B65-7B0B-D994-B482E1BA1BE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ED329D-0952-966E-B595-917801C7B23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0823CC-2F5E-9E65-CE1E-D0A3306D0F3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F5B16E-6037-5330-E95F-683F165728E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4CF3F7-E944-2B1A-C5D1-72D5714409E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35ADD1-1C1B-A12A-3513-38751133B65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BED6C3-D563-B38C-B67C-F3BA304BAC9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55F0B6F-675B-B411-5095-8DDFED28CA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F7B7A3-ED51-B3A8-041B-BD12E49EF69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2F5E81-7A66-EB67-78E2-301B4F895CD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EF5856-D63C-969D-1BD9-D9144BFE400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E23B9E-EF5B-3A4D-E3A9-4EC108E2D86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9F940A-CB11-78D0-34D5-2AC1E5B7D1A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45A6B1-D20A-A657-4E70-9DF92E68B8A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BADC62-59E5-F870-4DE8-1B33DD35507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F4162A-8CB4-1C97-51DD-F4F177618BE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9C3043-A2CE-7ACD-A7A4-60B5F2E529C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E4551E-4EA3-D684-26BF-807C748D203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7FEEBC-C722-1F3F-C19D-967CA45FAD2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5723D8-9547-831E-B21B-CA113D20D5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329D0E-A7E1-5CFE-90B7-DD43A528D69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8BD7FF-82C5-735E-D497-FC1F6BB6CC4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FE42D1F-92CD-EED6-FAD5-CEDED9C6FB4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75EECC-0DFA-6B7E-FB4C-71D873EF26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B26B73-ABE5-FE24-13FE-6F2803AD6A3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C1FF82-64E8-502A-D654-1D47A58F52B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62238C-9A52-8245-795F-9DBD1479F68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732965-60AE-C117-5921-51D33258831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E6D868-256D-9939-14FD-329A790672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3C539C-A0F0-2B4A-A937-047E6B7AB1F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EFADBD-CA18-F765-C521-C3302F7684C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53E5A8-0FCC-DF07-42B2-5BDAE8642A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0F2123-CFDE-0F43-23B1-6CBF3BDB9AB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9162F-4272-750F-36AA-D7528161FC9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C23C95-13B0-1800-F362-AD4BBEECDE3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1D0CEE-74DF-C806-716A-6C4F3C07272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8D94A4-2F6D-FA0A-AD5C-EE850769AEE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40B593-1BC8-0EAD-3632-F64FA10BE1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30515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5A387-18BE-E357-931C-9DF13D70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2586AA-5B18-1A28-B3FE-B061937F1F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5, the remaining digits (13)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2E424F-7C76-668B-3B9F-80BB25AE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527CDA-B887-9D97-7A29-9D8B3713F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4D930B-7C44-4741-A436-D797E4464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DBA2C5-C022-E557-0AB3-EC532C4593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4875D7-4782-D36D-8D33-A6FC5563E87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56C9E-EF3C-20A1-20BA-CE61730FF35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F8695D-6632-BFFA-C9DA-2EF084022C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5BA48E-2DFF-9A10-2F31-9D838E53D6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A46373-191E-9F9B-40DC-D19630FC260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E7F888-E27E-4B3E-ED0F-2C4A55470A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4A21BA-3D4D-17ED-4A62-27C8FFD298D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A551C5-76E7-55BD-1DBE-B052F45743B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08A2E-2EF4-0DF0-90C3-2F0CE3ADDA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98886A-0109-854A-3639-D58EE5360B0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6AF993-1E58-4FE7-4262-90B6AB2E924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2A9836-DD75-ED0B-F221-8035B7BBE91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4A60D0-DCA0-0184-B8BC-71B0A99711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EE00F-8EE9-C98C-9467-CB8B85C61CF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9C13FB-50E9-EBB1-F751-B0722224BB4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918A66-C423-6B91-7843-32CDE15C949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B33564-F732-61CC-3977-A06EBB41EC9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E697A1-AA73-1EEB-FC57-6479907C822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9A8117-96D2-5315-F638-66738CC168D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F4FF90-5384-A5EC-10F4-A51D88021A0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C62FE-9665-D977-56AE-4A233E67DE3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5D9E1-CAC0-4543-6923-578A970AB13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6CC2E6-E72C-7516-1103-9E1E8703D93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F930B4-8D2E-A7DD-8AF5-E4D97C5A4E8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453A59-C1A9-AB56-AE67-64514996CA6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0316CA-EC79-8CB2-29FE-85A11A0F2C7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BF67C8-5DA8-FBA9-8398-E976D7798F7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6403F0-9ECE-80C9-A7DD-5D72DFE0BBF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8EBDA1-9CD1-24D7-EF12-BEA5D70A37B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CC6298-DD71-49C6-EA80-9F3BD1360E4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97B445-9FAA-FCF2-C784-FEF92D6768B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A73CF2-B1E9-1B47-BF0F-E7678E9ED87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0A1F64-AC6A-59B7-3ADA-20CA10A20C2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0F68F4-AFB4-EC09-CEEE-0F03A1BA0D3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C7372D-9D95-1838-00F9-9A07522F33F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6E9A4A-AC74-0B20-868A-8E803C25A8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F91D0D-C120-335E-89A6-DD32D309A15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8DAF8-30AB-0C3D-01E5-D9E7837E247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CE4B01-5A9F-C289-E1D9-FBC7B833DF7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3D8C38-A3D7-A80F-FE25-159423AF8EB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947C2F-2ABF-226F-6732-41B02D17D83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DAFD13-1C92-8136-E8AE-58909EB2393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BD3648-AC23-E2E6-1984-0F7D25B154D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2D5235-D6E0-7C1A-E444-D8921BB023F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BB492A-846E-B867-152C-4559D1F7BF7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9EBE0C-EB17-124A-648B-507E6B60B0E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F780FC-F7BA-CC95-3EEF-22702AC85A1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7771D3-9294-4C0A-846C-964C3248D2C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B46E00-E3F3-474B-F02D-8AEAEB5528F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C889B2-335C-0544-72CD-20A1F595D0D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2BAB27-61F6-E41A-B1BB-E1D63EDC972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CF5A54-71DE-4B5D-37A2-72201CF9C8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F4FFD5-72E8-D822-3F19-D7A419C0DBF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47C430-15F6-ABD9-EFE8-9A19D83F23B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FE761A-65B5-D968-051A-581AB6A4ED1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676E0C-6890-FEE0-A1EF-9CE6A0CB794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A51C69-C4D1-A924-8C4D-63C25C993D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5B31786-3FEE-55CF-6DB3-6567CE8C9D5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774124-306B-E155-8EF4-F62109BDC67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9A842-04B8-AFEF-B2F4-66D5250AF0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33D573-2084-495E-169E-35361CF9706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98A5F1-D80C-6811-FF45-8AD0A0BE254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5F5FA6-4955-7AEB-2CA7-B8C47BE1ECD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0A787F8-11E9-04E3-2E9A-6A5AA935AD2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7E2D4C-97BF-F4D4-1B51-10675EE774F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06F0D4F-9EF9-0818-2D54-AA31098B1E8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70699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17AA-0C3B-33A9-D921-0C57D233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33ED19-C9CA-CFA4-0BFE-3D05D867DF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left center block.</a:t>
            </a:r>
          </a:p>
          <a:p>
            <a:r>
              <a:rPr lang="en-US" dirty="0"/>
              <a:t>Last possible 3 in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384C1B-1EF6-D3F3-C10E-C55018DF2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574FA9-82AD-9805-8F58-8657BD0B0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DD1FF1-F120-3F86-4943-DBBF45B8B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8CB4AD-E4F6-CFE3-B5E5-AB0E1BA56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2A3DA7-809F-E900-8A17-F0BE7E3BC35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091E7-8D60-59CA-CCBB-CEC42FB422B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4F77F8-BB79-FDB5-00AB-CCA060D526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53C3C6-AB5F-A269-4D24-79225474FA1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95482-6AB3-9E53-915E-DAA32286BD9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85254-BAFD-F1E7-8486-9A042352D1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924796-96E9-53F8-710A-E75906E1EAC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11CCF6-324D-2320-D899-80920BFCEA7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6B4E6-1028-BA79-5316-3C983154B0C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234FD-9843-69D1-BD7E-F0276EDFBB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4772D6-94F2-4894-E1C5-9F2F573F22C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5C3AB1-7B20-8FB1-DADE-FAEE877F88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72D1CB-6F66-1AD0-A2EB-F532B572DFD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EEF79-DD2C-D222-AFFA-6FF8BDC4741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B62D6F-BA7D-CD0C-2912-3CEBA252D65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C7532-3EDF-19CB-9FF9-22386AE8995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447320-1AF5-9EFA-39CB-CA016180B40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6B21F7-366E-EC4C-EEB9-1E99BCEF9EC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1D6298-A524-5552-0D66-1907AB60730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02C432-C22A-F353-E4B4-4E50A91F9EC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CD9DC-F4A5-01AA-9566-8F4E4D5CDDB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DCC2E2-75B9-164E-D9BD-4BCA4F55010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F83F05-25BE-853D-90C6-06A57D5607E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B51AA0-BD80-F1A8-FBA3-A8AA5A6E278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3DD8A3-A772-00C2-E28B-94783C3F634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78E6C1-FA25-92A8-1871-5C3F4BA34BA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D5724F-3F95-B038-DE08-CEAD095A9EC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5B6607-5FEB-BA5B-857D-308F9450528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8D5D36-B6B9-0CE2-A806-C8FEB11795B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31B6D6-1AE8-58E2-6BDF-F794F42BF16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ABD469-8F72-FB90-C157-0EAA0D41BA7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55F87B-6E01-BF91-20D3-5A834522F37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216C43-4D2A-46A1-1E4E-E61760EB46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E67D41-199B-1730-1C74-14B47F48C3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B418C-2D92-0582-F819-8991DDF104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683B3-A806-7B7A-43A9-118530126F0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15C997-AC4E-7F74-E505-D8C1D70E12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5DCE94-71E6-73E5-A330-ACA6905DD51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662E2E-B141-670A-E4C5-B8FE0FF2FB7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E64314-BE8B-3AE5-DB9F-30C3301E10F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CCDBF0-6724-1086-CD3C-A3CECE0B947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177337-C9E0-647D-37D3-1AD8FA9C67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628D8F-2DA0-2920-31DA-6C5658C88B6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3B7B92-106C-D15C-6BDB-1BE421706AD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FD3B32-AEE8-77F1-902C-90ADF35C683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FE9D21-A31F-5B90-291A-862EBB4EB27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37B960-A614-6FCB-D135-51C3E76CCBE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63B10A-F2FD-6026-EDAC-D660EF15698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4D388A9-9018-628D-4D11-FEE276056E9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896171-2D5F-E159-08E6-E7C26B2C4CF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0A8504-AF56-1336-8C25-5E266B32594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9799E7-56F3-09B2-224A-BFB953B79F2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6C27E7-D78D-0155-DE62-4C4C8A211A0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8A318A-B365-F42C-3B4A-34061EC17B2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247F62-38D9-5C62-F5F0-0F0BF06E442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1F5E54-84F8-D9D5-3569-C4CA29D759D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A8B3A9-2C9E-2E37-FB77-B11246A155F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FE020C-D351-F4CC-D313-06E22CA9C68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BF57E3-8C7D-F5D7-677B-55290A5585B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3A1DAE-C747-E13B-8058-7E5F507EB5E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62E4F-298C-1160-E5AF-5B1A7F8F405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F8614A-602C-D87A-4CB8-C0F958A4C30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7DAC78-9CA0-58BB-EDA3-00308EB2E14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E2AFE23-99CF-D2BC-405A-DAF08D7265A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6BA798-F983-DC03-326B-28B0819C8A2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FC95E8-94FB-F116-FE06-98F54FC90D4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9B8B29-9C90-0C96-0105-87672BD6D49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6F1DB3-87F3-762F-3BF5-BB975AD0859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6123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3B9E-8CE9-9243-7F40-CC80C1FC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C769CF-DBF7-F435-31B8-77F1675871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5, complete [16 in 3].</a:t>
            </a:r>
          </a:p>
          <a:p>
            <a:r>
              <a:rPr lang="en-US" dirty="0"/>
              <a:t>Then, complete [18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F219AE-D72B-9AE3-A780-C5D5392B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08A36B-A680-A551-0ACE-967891AA0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2F69D0-ACFC-5D81-92C1-91A1FDF10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7F126F-E6CD-4FDD-86C6-B8E954C38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8EDD28-BCB6-B717-713C-6159B46A687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8A842-B1B4-8DCA-77BF-BBFFD1EE979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2A2B88-CD8E-2FCF-0C14-C79599D4946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8523F-AF82-B768-7F49-F097548F00E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FD9B5F-F75C-BF09-6B7F-0D7B918BF30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10A4B0-BF23-FA75-683F-3E5A971181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241093-C5CD-0B9D-66BB-6048840D247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7AAE21-E7CC-0DD5-0779-AA4E263D7CA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89E5E0-725E-4AD6-6EA2-3A3C06FA75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26EC1F-54DC-6177-4B5F-919A0EE3E1A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ACC5FA-09A4-440F-FCB4-3F43E300BAA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8E597C-D388-0D7C-2203-CD05A0BE611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C280E9-BD80-E0C3-6602-5C7CFAFD66F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BE458-9E7A-49E2-50A0-5834924855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A3096B-F97F-DD30-D250-763EB80863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EAEFFA-2B2B-F44C-D307-5DC52CB8848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194F06-9C68-1524-F2EB-F7ACB4FA818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467F58-6A38-124B-A970-B31834D2DBA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D95FCE-B8DE-FDEA-2E1B-089C03571CE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A439A-3058-1D40-D156-43A0601A129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20F22-F8F5-F5C2-FB01-520B56B7FD3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DCB8E1-43F6-3474-E97A-82FBA23CC36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6CF9E0-6B2F-E599-2EB8-8485BC09F80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036461-ADFC-7DA2-9D46-4C65E2F7926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E40C64-1814-7745-7116-7C4B54CF7FB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B7F152-8849-A896-5AAF-BEC1608227F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C56325-0B81-7B26-6008-863A7BFE33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B57C06-6A7F-BA54-D7EC-3B52E30892F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6A4F8C0-BFED-DCC7-74CD-4DE7A324411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C51CB0-0538-286A-EC46-A85CA1E6653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6F5F3B-34BC-4C3A-765C-85093E22BD7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25F28D-EF6F-42CF-8E42-45FAC613D0A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878F7F-0A08-6043-525F-FE7CE3554D1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EF2E3F-F9A6-0561-36F2-DFD07A29D87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EDA5C4-A3BA-67FB-9BD6-6DA97559E40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66844C-191C-BEB5-F6CE-899044F461C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4191D0-90DC-28FF-A527-DF4C2F680E2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90D366-C548-F3AE-F59B-684435FB3E5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484C26-D7B3-7C59-FC11-7512D87DF86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D1C990-9D1C-313F-4333-F96E16272CE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4EA5C2-DBE2-BE29-F0E0-C7C0996471D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26E0DB-1723-AE4B-4E22-FD9F9C853D9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C9A49D-F58F-357A-56D0-ED50507B63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7E3D4A-AD16-8BD5-27A2-C8A06F18D8E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C0BAAD-F0C0-3DA4-4050-B89E45C0B1D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2EC222-E835-97C8-EDCC-A632BA1EBE5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8338C4-C69E-877B-00CB-B7A90338FCA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34A21A-44AF-BDF3-77EC-1271B620858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A48E47-9929-9066-11D0-8DE0AB9F9A1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DD56DB-5871-39A4-904E-44303F98F4D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B1C5A44-436A-92FD-ED80-89A9A8AFE93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5A22CE-68C8-DFC1-76B0-B4CD83FB78D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2F4A26-0DB5-A18F-8C88-61EF6898C0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08436B-F4C2-4D31-ABEF-986E7CAE54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13230B-92E7-C997-8F61-F17FECDE345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CB1C98-D126-6E90-9BFD-215F8BAAD9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270AA3-C00B-B9BB-15B3-57CE563A640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7398C8-945E-D787-5DDC-4823945B902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D834DB-649A-C036-FE70-F0364335331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B8F4D-FB03-BA48-A3C5-8D98636A52C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DCC1D0-EF05-FB16-FB44-212B23C7CD1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D4A0F8-256A-5928-6E36-A4A1570F694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88C47E-C5C8-1847-F572-B40E41468DD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935398-09CD-2A4A-A0E8-C2C4E8DA8A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B0E881-2E67-53B9-5DA0-21A1206734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B0C200-5F40-86D6-E5AF-9B235775C42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16DD0A-17FB-E8A8-43B0-294C87E25F2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45EB08-8E5D-060D-4C10-E43246306C1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0DF271A-A4BC-70FA-9AF8-8C3E973F1EB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1F2F102-4261-BB99-CF9A-6DFF120DCA14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39EE3C-B6C2-08BC-2D4A-59EFC1F274F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16631650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2FA6-1FE6-17DC-2D20-BA2236E2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F0CBBF-C617-CE47-BA9E-938A20FB81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 3.</a:t>
            </a:r>
          </a:p>
          <a:p>
            <a:r>
              <a:rPr lang="en-US" dirty="0"/>
              <a:t>Then, last possible 7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073D65B-3BFD-C51E-57D0-F2C4E8347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2BBA54-456A-C589-6068-184AEB93B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334836-083E-B7B4-8032-5D6C7B645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43D184-7966-5997-D9DE-AA19E390D4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040F3-6A56-F01B-CEAE-9954FAD0982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35837-5311-0E8F-B527-B84D3980D2D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C8119D-EF1C-3C4D-FE51-702A0E86E4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95BF85-446C-47CC-DB27-9F49009A71D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D0E64C-4507-77F4-6273-88D2A2867D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C0208A-3931-23D6-E717-86114BAAAE3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218952-F534-3AEE-6320-E4142053CD4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9AB115-2AB1-7A9B-57DA-C3E86657F3B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5566E-9D43-5150-5275-2F2D47F8B1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C5508-47E3-B78F-044E-9C31E2A58D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4E146-347B-C40C-BEF0-3EEE9936001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E8046-AA33-2CFA-5091-36E907CA76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358647-D9D8-6D07-E843-FE34507E752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4CA82-E46B-9D01-8B0E-E5D009AE20C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A1ED7D-10E8-FBCA-DB1B-B7987E9F04A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ED47B7-37AA-C080-4BF9-EA066C2D7AE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E2988-D391-DF79-6D10-628D7AE01F2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3764E9-F28B-9F7C-D9D5-743693DB70D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6278F1-5B54-7159-EF5F-DA9744BAF5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670FC2-27EC-4828-F30D-F10C0FFCB2A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424CE-28BB-3880-9A83-71A5585A8DE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FBA3A7-78B7-D3DF-6514-ADFE50C5E2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BCCF41-4594-0439-759D-F5E576C9BC7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32159C-309C-2BF5-91E7-F1D01358783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EE634C-3640-D0C4-D027-F6AC5AFBD4C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C15902-A606-56CA-1239-EAF7341E194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C6E7A1-207C-D518-258E-2B56967CAB3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718CC1-8D5F-3A77-14AC-9DDC99F1E88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C9606AE-203A-A571-3F83-E9CDAC52E6F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CA79EB-FFD8-92F3-3EEF-A5E693F270F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1706CD-14AE-931A-09BF-48B2B91F9AB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06681F-C4C3-CB6F-03CB-0608A3DD972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310A69-AE5A-F34B-2151-76F6917660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DECC98-60B1-C154-8EF1-E55E522AB92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34BD1D-EAE5-62A2-E8B7-1584612D664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28481-3204-FAAD-AA8F-7697713978D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CA0D7A-8CEF-0421-C477-BD2397F4D8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16F392-757E-E2D4-2A08-A00570405CE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6C3280-80C6-2C7E-0A65-43765C9FE9D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A4BB88-1A2E-8684-89C0-636AB8E24A1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22D93A-1BAC-8F23-DF89-FB82FC6F1C5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E50138-53B7-9954-CC5C-A981F6D6F2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22ED6F-CD9F-056D-C7DB-8E73F9F45A8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E60619-3D2F-B078-C7C4-5C3193C423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C1A0D8-D064-78F2-9A8A-AF2ADC9BCD6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1B63BE-678F-C930-C0A6-52C1C059AD5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31E08B-FFE4-C403-DCB8-BB77CD4AE7E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DF4697-AEED-8334-586D-1A74EB5EE8A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B0F4F7-DF0B-93F6-B415-2ACDC4AF327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50639C-D26E-7748-9DB5-EB3D63436B7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EE2FA6-1C9B-0DD0-54E8-4966426AEF9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419153-A20D-847C-8AC4-68236F19AC5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1E8F65-B03C-4508-2726-B905F3E3B0B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2F537C-203D-B355-9894-B22BF7FE55D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32C1C4-06E4-BEFB-891A-00678D2BB3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B97A99-DB21-06CC-9521-AEE389C3860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325462-ECFA-DB00-7877-E75F80F1F7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6DF403-FF46-FA7F-F69C-3EFF675F2C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31964C-94CA-9BB7-3BB7-4F11271EF74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CB261E-2CCB-035F-0555-20694B63C6A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FDEC0C-9C6B-BDE3-DC31-61832EF924B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A2C693-843E-4B61-DEEE-DE89955E6AE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6F8E7-6F6F-68ED-3A37-F5A8E2EEB6A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DE184-DBD0-EA8C-92FC-8F769BB45A5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C75D3E-2FC9-90E2-A6D6-553AC7FB14A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26F3119-2117-0373-6621-FB857997DD6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4BE969-2ACF-9327-9D63-1969BE41FF2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54555C-DE96-F4BC-F605-BB1D30AD45F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0D674B2-27A9-672A-BD93-FDC990337C5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7DB0BB-58E3-0FED-732C-F8E213AD9A4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542D4A-F16A-6099-5678-617E2B10FD6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8F6AD1A-1FCE-32DD-1DBD-4F04C6DAC23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D6B9E6-3A22-9C41-9739-E602827CDDD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91923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62D2-EC83-E2DE-E0AF-E7068AD72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C17325-1217-E645-BCDA-21D0551FC5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EC0858-3203-A50B-214E-AE625B8EF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41F4D4-7437-5EB2-66F3-C38FB5995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0D1332F-F885-52E7-59AB-E721E8053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3E0382-617F-3A33-1678-F3C55AFAE0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FBB342-87C4-A7B5-E593-1B3414E291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7299D-6BCD-D986-02F2-AE801B2F5B7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2A693-F472-5492-FEF0-5F994345C95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A668C5-6C69-BA91-8CF0-364CE4FB5C6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9AA8E-770D-B3B6-6937-5AF9DFB071D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1382D4-2200-684B-324A-CBDC0949B7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D8B224-0814-8D01-4F5B-B9BFEF36152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68D940-B136-A3C8-BA07-ABCB548676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48163-CCAD-36D8-76EE-D80656B52F2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8D3A4-6C0F-5052-0BF4-D9FC54EB24C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B58D3F-4837-AC13-38CB-242C8F786A0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419A7-CA0E-883F-5F32-370240DEDB6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FFBD7B-27BC-6876-0C3A-C83D4DDB8C2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4DB6F2-09DF-1319-6F58-1980057631E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EEAF3E-583B-87D6-88FB-CA1DB392581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E9CC54-D54D-DE74-83BA-F56A8D57190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399323-EB68-A0C2-CEE9-790116E83A8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D71037-B9B3-E9D3-AE31-930F26B629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04F85F-D6BD-6A81-74FE-248BCAD671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C8C0FD-47A4-3962-2E00-8AF19371E16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81BAB4-9A0F-4E63-A94B-B727CF4DC2A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73AFA-3125-3E79-6E7A-518A565B5DD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DD2A85-F8FB-D4D0-7BF8-186AEDD62D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1D5D62-C1ED-AE6F-3436-9D06822F08E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B190C2-2DD0-23E0-C73B-50A48CF1AB6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4A3FEE-521F-3E71-6171-11DFD83E085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52AEED-7572-0F40-379E-D3B7C1AEDF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4FB9FE-42A5-D0AF-F523-2B9982BA65D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CBDE14-C3D1-20F9-F48F-F9AE8E99203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425521-A6F4-A4A1-97B9-033B021B27B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00CC3F-BA06-DC71-BF50-28E5B88F20F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40D6455-916B-085C-3B4F-521D8EED4D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913F16-8005-497D-DA70-97F95E2D92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7DFCBE-7469-23B5-E21B-59E1E0513BD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B1E1B3-3B86-81F0-AF0C-2CE1515AA9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78DDD-D877-B62F-3D17-68C9B647F0F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9F587E-0819-1501-3BE2-F2F61165E1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DB3902-A773-26EA-9776-A864468935A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95851A-98B0-812C-70F1-7C81323E498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777C65-4645-ADC0-0484-CC4EA74D232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692988-3F72-9773-BA5D-DE81D3D2A23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7C48CC-D581-8111-A5CC-5C32C905FDD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1B154B-863F-4C9C-915D-0D811606B52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D4B1AF-A1B8-386E-19C1-11E76BCB4F3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48B2C5-BE12-DCAE-7736-BA7BA0EF9E3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0655CA-C690-605B-F073-79246D1F1FC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8FC2B2-BE67-9668-7285-D79FA07E66F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93F9F0-2DA5-0B20-CACB-FAE57664AD5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486A08-5946-D7D6-F2E3-41350D69940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0A7568-C0B3-0C4C-4B0C-DBF4E930A89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0AAB04-9FB7-281C-F590-499F2596982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D7B7C06-2BA8-8C5B-7905-2CF853967B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6DEB6A-9374-EAD9-B696-E5319FDDE8A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D5CF68-9460-A86E-FDD6-90275142E46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7BADD1C-B96F-755D-2B32-89F85AA9B0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D935CE-F4A6-D9AC-4B46-78B83EA8F6B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04842E-7D09-7C44-4022-211D236182E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8A50A7C-7303-A965-C130-32762C95460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A94224-5D3C-31B0-C3CD-B72F381429E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9863C-E897-45CC-A118-E43E69CA728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4547D0-DB6E-F523-1CD0-3822FB5A29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BB9984-720E-61B6-3FE7-DB7DE9D49E4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D598D5-DA6F-8C44-52B2-9D54350CF5E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A5D85E-6B72-F1F3-20D2-5A6DF229086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3CA56A4-182D-D804-482E-F923D235AC2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96BD63-FD15-3BFA-DD68-3B66D9D383D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1647892-07E2-6B79-C04D-42A5414E6C6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098301-B121-AC14-E319-E363795525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9C3496-3D27-6C51-53CF-29C5326A612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E0DA8F-0313-AF34-AFA1-2BDC969520A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2BE598-E127-9B96-EDEF-BEAA28906FA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9D9A48-A472-74A7-2D6C-D981F5C248E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C7F2ED-FF0E-C8A2-E046-C07B4D6EEC6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4856772-FB3E-7296-932B-3975328622E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5790D4-75EB-2F92-D956-8DC41C530D8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047087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7F79-02C9-128A-10CD-D55C8605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369DA7-B96E-2B9C-732C-9115335A51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13ABC1-E03F-2CAE-3624-98C895332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05D43D-B0B6-5B81-C1E8-F34CF73A4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3BC880-43E0-BBEF-0E05-B1DA30C03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1D4817-C817-1B09-832D-970AC88CF5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10F0E-5986-CA62-F980-569F1A4A8D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F3A10B-F1B8-BBEB-B29D-AED8F55679F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606AA5-BF77-C29D-63F1-220F8391689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47E1A0-8953-BCC9-4738-3613C48E03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B5C6D5-C6C1-DDC9-4012-91213496DC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AB1BD7-4EE7-233A-D01F-F706C657DFF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587EEB-9549-337F-A443-86472C7991F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22131-DD6F-B7CE-8E1A-96BF6F3EA13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58B75-73C2-00B2-876B-E16DCBE22F4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58276-0867-5671-7D15-87EDDF685F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58DF59-C016-7833-C014-529E5B9DCC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38BE1-0D54-E114-D160-A24CD8F1C4E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7A8C53-3375-9D8B-918A-A0AEA05948F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DB7EA-BFBD-6D61-2F37-E32A7224C35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EC408F-1736-4A58-4B87-5DCEB2DA129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649CCB-7E1F-D302-F40B-45E072B0DC3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83680A-15CE-3559-62C0-2F744C5A4AF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A4F96A-703B-3816-6DC6-FD877F28F3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5294E3-4C44-E433-ED82-8C17FDC3630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BA3303-08DB-68D8-B0BE-0433B34D2FB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3558C-1324-69AD-2EAE-908628EEDE3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D4B37D-9D6C-A764-8562-05F93DBF82C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72A6A0-9599-396A-C938-23D5477DA7D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5583A-50E7-FE1D-6531-5A68546B618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C8BDD2-BF2A-9234-7AA5-5C53C9ED31D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B688ED-899A-0EFB-2C74-C936C652575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F37956-5B56-D460-7355-9519685EFA2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E4294F-7C23-3834-F744-A460EDD4083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F28F95-D9AE-6635-E802-D419368CD7E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AEB2EE-2939-ADA7-0AE6-2FA3C169326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15A126-D752-E605-300E-EE51FE829DC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2361E9-1E63-0A8D-4E85-DB604B36A0D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AE0C3F-6AC9-5FB4-8B82-2C15AFFAFF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8B3000-974B-2099-F831-C0DEA853F16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FEEC10-6844-C466-8365-B69026443E8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393B4F-EF90-95FB-3CDA-D4F154A4190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5A1C1E-12CC-8928-B953-E557F55334D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4714BC8-FF46-A677-22DD-DA267638DB3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353A09-EB0D-02F7-B36D-787294E0BCC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223D53-C9A4-CA7C-9D6E-13C7D176234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7926BB-6387-19F3-C25A-AD572BCDD32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EC4AF9-AC2F-AED5-A7A1-F590D3D001D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F7FA80-A89F-7700-0ECF-0D2E0247350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00B681-9937-1621-064C-EECCBDB8D98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40995A-FB5F-7EC6-1D06-1C7AB77216F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30897A-67CF-6088-B6E2-AC3E48D4004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340D47-B708-EADC-9877-9389F9CA70F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D63209-DC44-52D6-C4AC-9A839E7443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670DFE-03B2-B998-93B9-713FE389884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B379B5-B2AE-4430-46BE-747359978E3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1B1C45-B3D7-4821-7DA7-BEC0D0FFE68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0063B8-58BA-A7E1-77B1-1A17EE521D4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B0B571-8D98-8445-BE21-C0143E86F8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22C106-B8FC-C3E6-A03D-8C5CD95D750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25D10B-060C-882C-147C-786C1E1DF9C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86A24F-46C5-09DD-35A5-FAEFD3060C0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20C85C-9D11-37FF-9DFA-2A1F6DEA371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CD3457-BC73-7612-2D24-84349FCB52F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944AB4-69C5-39EE-0442-85FD032D246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C67C3F-C43D-FF08-EEE3-4C34CB670F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5C82B0-F2F5-8A31-C0F1-6F7ECE5E9BF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C026DD-5366-FE97-757B-59298FADEDF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9B1CEC-B7F8-996F-1E23-EAC1DA5D514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DE2B9B3-43A2-44C1-4ADE-A6F1662A2D6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D01765-B913-3E72-9CCE-52B7259B4B1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39FE44-8F73-107E-9817-9EB3B82C89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968D6F-0128-24F1-214B-D529F7522F4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0DA024-4D60-0064-DFB7-762D359E0FA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EDAD52-81C0-1191-8E8F-D793ACA6AFD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ADD8003-E765-8E95-7277-907E6AABFAA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FEC2AA8-0028-BDFA-B4F5-C26B44C39DC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A81A086-50DA-AB4C-CBAC-379307488E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A7B951-3921-0E62-61B3-4F8C8F0677E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B2D3C3-FB2A-C5AC-E544-EB79EA2F0DA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B80AE1-3B81-C78E-3BD9-EA0F2D5096E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9F3BF78-58E6-CFEC-891B-2347CD4BAD8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565D3B-8599-5373-79EE-D943C8906E2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397323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96B33-0834-411C-5B35-F061045B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BD447C-08A3-D575-BFEE-DDF5EA7A6C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Remaining digits in Column 7 (19)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2D4D50-EEF1-6383-C427-4F89CB2CF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FEAA8CC-7763-1528-C3E2-7824F1919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6FF463-0D6F-6550-1C6E-9EB2C3CAB9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7281B4-5478-6763-AAE7-7D8B8BB595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90C612-B8A6-654D-948B-9D0126E175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5BF09-4B33-61D1-96D8-5A2FA1C96E3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80EBC2-A522-A0EC-10C4-82DD22AB60F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CB658-E0F2-863A-D707-3D8747498F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FDBB15-EDF6-E20D-3956-350243C7653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2CD4BC-7852-9CE9-FCAC-10FCA04786A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F1890E-1985-E888-4CF3-9F4143EC83A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269070-9A66-41E2-6FE3-6EF49292F20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ED993-8BC3-80D0-6F3A-DAC4B7A6FA4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9F63C5-DE2F-8430-95B3-D329419C8BE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346616-A2C6-7A9F-5C13-DE7C86BF359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33B6AB-90DC-A365-5618-23392AC788F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EEB91C-51F9-E1FF-B666-9ED5E004450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5406D6-82C6-B8E2-2506-3726E855F07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A6162-926E-6A1B-B575-10C9329CCD0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2C7851-A568-FD01-DF00-35413274631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A1DB77-07BC-BBF3-C4A7-7342CCFBA8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F787D7-DF1D-9351-7DD4-09F6E250343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AC0635-64A7-130A-DD53-35908DC5878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1F3969-4845-B823-90CC-C557784F2F0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D23425-223C-B467-6313-69412B572A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EE8500-29C2-CB22-8D99-957820CF9CE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84FF0D-BC26-769E-A4F4-6BBFDBE6A7E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EF8CC1-4A41-CFCA-F212-CF09E949B56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D4724C-7311-5C04-99F0-CDBF54D594E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FE1139-E049-2313-25A8-2975B05A636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C45958-29A7-A919-4077-6EB1ACB04E6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580ECF-A697-DB73-254C-F9C3F3F302E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E19DBB-F530-AA6C-547B-2BAF7DF0C2C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575321-379D-CD80-F502-6A2D528D5AC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EC6B0E-A6B4-E92B-2F22-C8402F00C75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810CB2-2305-599A-8E40-4AAA11BDBD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34304A-2F3A-DCC8-05FF-B5817BDE98F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D75BED-FD5D-2378-6130-83D4EB44E2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0F3EDA-CE4A-875C-D160-E179B74D6E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D38AB-EE8F-D3DE-C6BD-FDFC2A3C0DF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E5F3E1-6DA2-C9D0-BAAE-BA5310AC91D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B03B49-D304-98BB-3239-FA920C0344A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A4D7AF-2A4E-7810-319C-E4459F5025F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C7BBD0-DAC6-77DB-6E48-6B48AB2BE40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21899C-2604-4A06-CA3A-FF28981BBA3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77F922-0F22-AD49-F0FE-C732CE3845F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D76178-140C-E25F-BF29-CA6AABBEFB0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98B409-347B-6455-68A1-1D991A37502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06F9F2-DF8A-C84B-ABDD-B7CF2CF859C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52A8E0-68A0-1F5B-D787-35F0C6811A1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B7247F-B1B3-FD9A-D256-F1D3CC77971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AC31CB-478F-8914-402F-11EC3F23E5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FB9651-70E6-9B55-408E-01F4304F9F7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3811DD-1889-5A0B-9F43-A8EE86510B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CEF9DFE-3D2D-573C-E496-1B5CBCCCC9F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3828F4-C88A-E931-7BFB-7D1898C3D08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25A8A68-4343-36A9-5334-D85ABE74258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C0B6BF4-FC11-E1DE-E9E7-1AFD83CEDC6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DC4644-6D7E-9886-A3CE-283CF70FCA0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CDE990-C0CF-9BE9-8192-7A6F5083B72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98F6DE-E171-A789-4E72-4A48230CF6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737E7BC-BB92-740E-2725-2A79FD9E6ED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67AE2C-D5CC-0A26-2875-3D5ADB55F6A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1F40E6-8EB7-4819-20A1-A04A7277105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2D1B7-4FE7-1C0C-D3F8-FC68B5D1B0C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E3BE2E-53C9-74A8-4186-142C7946127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60F637-DDBB-CAD5-363A-E1225DD4CB7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6192FE-5205-FCE5-1EC5-24245A54154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8A0E71-E16C-2620-ECC2-E1AF3BA043B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30D4FC-0EB4-EBB3-791D-0AAF3E5438C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23FABA-981A-7FA0-A622-F454ACD8CD5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7DC0AB-364B-2901-FC4B-3C700928BFE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511059-0EFE-1B1D-947B-4E0AB1DB50F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4EFF84-0611-0DC3-445E-A913B19AD1D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F7CF07-1C69-7903-8AB0-9577B2AE899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7A7F93-E59E-1A65-64FF-379BADAD98A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755AA7F-121A-8C40-9D0F-75DB301EED3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E5C1DE-153E-F55C-C178-CA25F2FC3F7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F0244D8-2226-C1F7-FF34-D8E8FEE14AD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CE71F1F-1E31-C70C-59DA-ABCD895211F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6C8EE1-D0AB-6FF7-BA30-C18375A97C8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C9D9BF-462A-8454-67C3-B0D5272ACA2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A87155-FA78-D4BD-9D13-DEFAEFBC050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32264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96E0F-7AAB-7DFD-7988-9E83DB94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361B8F-B370-2AC6-E5FC-12643B21DA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A2CB37-E8E4-CF83-E055-E13BA995C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BC2D9A7-27B7-6C06-B6C1-8A1435363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7955C1-D29B-0DF7-FBA8-E786D5736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E159A8-D6DB-0787-5C6C-0038947A1C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983199-498B-B926-FA40-967A0C0DC66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CB3E5-BCA2-66D5-47B7-D55FF05FA90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A28899-6C47-FF08-42D0-3082F48D553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6E72BA-1297-BFA5-986F-EECC8A0F646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82026-7E59-37B2-AD9C-6526040F55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D1268D-5E81-61C8-D8B8-C3B7B23745F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8215C-08E5-346A-1714-E82530CF3F5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5C575-D0FB-3BB7-F679-75BEC714D69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FA574-4E25-7866-76B6-95AFAACAC1E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C1C6A-64AE-96EF-498B-9AB12D028A8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BE253D-1757-F33C-9807-572C388D644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E01DA3-074F-DEE8-13F3-075FC16915F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DB8A05-F788-3140-6892-D7C73E509F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B3F04-DEA6-A839-0FD7-C6B072121F6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62C928-0A0B-7894-5CD1-82C8C05B2F1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0CCBEC-35EC-B227-0C30-D8DACA2F9AE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68614-BFF1-CC5A-7FAA-DF48A06A630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77D53D-6CCF-90DF-C596-3ED7E956473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EE99CB-166B-852B-01E1-19A8DDDB90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675253-C8FE-2A08-EC75-FEBE07980E6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99BD7C-1B33-21CC-5F3E-900D8CB5F14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16E131-EB28-0B81-3DAD-31820F897A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57C7E9-6EE7-602C-E866-60F1A31551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D898C7-E3CD-B079-90AB-7DD627D3074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536701-4D1C-18BD-75C3-B0BE8AA6F76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8BCDBE7-794B-7569-B17D-01E83D2BFD7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90B4E9-D5D9-43F7-B029-ACE7C9AB9D3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5FF621-3548-B271-6919-7A7EF590350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7FE7F3-9E8D-49E0-F96E-C9CC83D41E6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B34E35-4FE2-F141-123D-D9B9DECE574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C3667-3E94-CA5A-5A45-5545D17A67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0EA78-0191-9087-C0AC-8E0DBA7AC50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5682C8-5E48-EB01-69CA-3A560083BC5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17995E-C8F2-14F1-A8F6-54ECCAEB39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C71D87-0E2A-363A-6AE9-EF6F12DD3AD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447EAA-E798-833E-3D8F-8387EFB3EF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0B0AD7-A7FD-ECB6-80C5-96D1462D97B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BE900C-3088-E1C8-D692-5CF4EA5934A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DB043C-A781-EBFF-94FE-3D5D8D5AF61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0EB0DB-8030-0062-7584-76443ED51F0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7ED51A-B033-ED2F-DF62-B88E1B7C6D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04DD1D-C3E4-62F7-EEDD-3315E451965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62D0CD-896A-D267-4AE5-40807DB2EA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5FBBF8-C8D3-E9D0-CB9E-3F426796F6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D32DB6-796C-ABBD-4C99-F2B0A63163F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14E9F77-52C4-22D0-4FBC-55A810D7513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B2DFD7-93F0-5C3C-059D-CE80830578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59A824B-799A-B2C6-035A-4CA87C68FDD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903C5BB-C295-1D83-EACC-0B5934A6490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E460F8-4580-0DC0-BECB-2D2C400C3D1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1688E6-6062-C4E8-08BD-9A1597114BC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2DDA94-A211-E0EB-4910-885D3A9C4C2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C8FD73-D4FE-B1F2-4FAC-1677359EEC9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E3987C-4893-946B-6AA4-96F509C917E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40381F-15C4-4638-797E-46576537FD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1176A83-A69B-4A96-C59F-BFABFE85930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BE7B45-004D-56B9-E91D-5461BEF13B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DFD4E2-CDC6-ECE2-19E3-619E60FCF9A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F41288B-2C11-9C06-4879-5E4557F36C0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671360-12D3-20B9-69EF-D9AA620163B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2F5162-8A27-4041-1A60-8F62473E952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19248C-E358-516E-B7F5-4DCF19CC9AB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E3ABB95-5210-1F6E-E052-5AE8A6AB889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569A5A-18EB-67D9-BB0F-BC0D0217BC3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1318F0A-30CD-BDFE-DD90-FD39A385CE0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84268F-53C2-F15F-1BC6-E611032C30D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1F275C-1C5A-9D5E-BD9A-016B17C2F06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735B82-F0D3-4698-E3EB-BF4CFA7DFF9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FC43B8-BDDD-DD96-2806-E45AEC93BF8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987A4D3-E928-2ABD-2C7D-95DD15F4727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33D1BF-C144-4C32-179A-490543AA2E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9F59D17-801D-3CB5-C93C-A77A1FC8C66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8FFF65B-1D37-363F-F7EE-A3E1FED0680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F7B5E29-4A48-E1A4-C749-1987FB27B5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F21F3D0-D2AF-E7A5-7072-F74C88E5E2C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82AF772-A227-A1EE-9923-9C7503FDDF9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505A414-3F25-556A-438F-4940D779E86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1039D5C-90BA-DC68-6427-1C6269CE544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6BB738A-3095-70F0-9F2E-2234DA9B513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282376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45F59-159A-9963-2F2C-B3C93B00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9A669C-05BE-EEF1-1772-453AA925C0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Finish puzzle.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E4031C-2BFE-A179-F43B-CF2C7C30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5E5081-2FEE-43E7-25C7-5D8F887B0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3E66B0-10E4-2B11-1991-7FBE5D890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4687DC-780D-2C85-12FC-A7F87C854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C1FE60-79CC-9DF2-6B1A-5D208267904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8D6FC6-1268-197E-A60F-C3929CBD269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2EA986-AE56-4B69-F1A5-0A6712CDC92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D25A6B-E0F6-8A0E-454F-7F46EA1D2F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AC80CD-C1E2-92BD-1241-B9AC7DF7CF6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C49B41-46EA-C9E6-4072-6797DD28C8C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EE32FB-8535-9A55-0278-786110A97AA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2662EB-B02B-6304-6956-4BADA51AF77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18540F-9A40-8B4D-CA18-BB13EFB6025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0322B-7946-F1A0-2891-65C37D6E37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101E88-6447-3E75-4163-ACA7558B8CC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EA4BBA-8506-B3C4-05C0-79CBA38138D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5F8897-673A-E792-5664-496A368ED9A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9C489C-9ADC-BA63-2838-A85397740F1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E62609-0E92-E0B4-1115-E133A3CE073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842792-E526-E616-62DB-D2EEDF256EA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EA038-C76A-A050-3A96-0B2794F5D60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A2E4D-44BE-47C6-FE6C-F3E0D69F2C7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FC0857-35FF-A481-90DA-7B8EA0A6398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0AA01E-5B48-9DF9-7099-A450B3CB559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8AD5A-4686-2C9C-1FC2-256D9B6D2F2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28EF9-5076-0194-BA3A-ECC68C413B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51E352-78FB-FAD1-4504-C6BE269ED0B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FA5A42-4D8D-50D0-8842-2544899BAA8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06F061-5FF7-C109-D68A-B9A1FCC8C3D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B3A32A0-E5D0-E742-B067-BF4C726F719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D36C35-48A2-6B94-F3B2-7FD645AAEB5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18FBC6-A001-A1C8-46B4-C2EC474C6D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CFF134-D668-4C9D-CF94-CD74E0CBA8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2BCA3D-1DBA-0005-8279-186839CAAE8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DBCB37-2649-8187-D8D3-1896F08A9D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92925D-607A-3561-4079-A214FFFE88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994E07-4AB0-7192-B253-01242E5C1C7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3CE849-B22C-EFFA-4793-D9DD2AF9B83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E71CA8-0A1A-4B2B-8E59-126D83D4A42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DEFB9A-B8B3-68B6-4FC8-8177B67F919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DDDC3F-F164-842F-1270-1E8B682063C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8FF65B-4381-2887-79A3-F5DD607D75F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ABF241-6509-B941-5B18-986D11DD973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CFA0B3-BABD-97E8-A7F1-C312458D3A0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FE881F-BA03-2471-1420-6869DE1D239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6DAC66-4CF3-D805-65A4-A061381F35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950DA8-07C1-98E3-9402-86D703D09D7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214EAB-C988-ED46-D999-B2D9A4831E1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FC41E4-0EF1-E690-E516-45E7F8AD9C7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D5F5EB-21F1-53C4-6287-C16DAA08283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C648D2-9829-E16F-5368-26CCB6B99BF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C0BD8B-8469-B7DE-8C37-636934B21C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8F9DE5-C7C6-60BD-6814-EC2AE60BE25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44D45D-EBBD-1600-D9D5-3EB802AED11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4B7565-59EC-8F57-4C83-CBA9741A66C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FD8005-F766-E90C-AA8B-BEADCB16053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00974F-439C-2224-1CBB-CE162BE8C3D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6CBC7F-0D88-BDCE-6F50-7099F987DB0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3EA781-9FAF-930E-AFD1-53A1AEABD46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2E9A23-F3F6-D6EB-4CF6-D562533916C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613E60-E13A-3A99-1933-1CC667911D0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14D360-CFB5-90A8-3E44-AD9A7775EE3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BBBC30-5D63-B7BC-7A7C-E64A09A9663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54A23F5-8850-A40E-429F-5B517D9D3B4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FFF218-AC54-B202-4B67-B91A66D5AAB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C6ED96-7339-B03B-3005-12180542FFE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79B1062-8872-5F3E-838A-618FECC104A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977A444-71F6-E962-6F07-F58B1AFE40D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B9C8E1-7869-3806-508D-E9969BBC2BC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7189546-1293-D922-94A9-ADC45D172CF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0CD5E5-EF58-8100-52E6-DFF7A7C293E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3E45D0-FE17-50B5-12F3-E2E25BC5013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DC0103-C169-FA34-CFDE-3998FA2640A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3D3BBE-B86B-7BB8-8CFB-96C1D6A6490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DC3FDB-6D77-E2C6-933C-10B1422B94A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5EDE47D-9586-10B2-C216-E618C4F27F6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E98B426-64A5-9753-6824-6F7A97A45C2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EE12AA-DC91-92A4-D99C-C4E788733AF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B4EBB57-03DE-1F25-963C-492984B044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220DF0E-4B60-10AA-5F2B-CA9F3856625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79630D-969C-D373-DB44-725B968ED4E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5C750BF-5CC1-A086-000A-50EC54D8A49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D9BBE6E-2CA6-9969-3E5E-3B08B78F8A8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11E2B-6E7C-C931-3312-8820514570C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BEC895-FD21-AA47-6106-499CD4E60F3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120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9996</TotalTime>
  <Words>2567</Words>
  <Application>Microsoft Macintosh PowerPoint</Application>
  <PresentationFormat>Widescreen</PresentationFormat>
  <Paragraphs>1852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390</cp:revision>
  <cp:lastPrinted>2025-12-02T00:08:17Z</cp:lastPrinted>
  <dcterms:created xsi:type="dcterms:W3CDTF">2024-03-19T02:13:08Z</dcterms:created>
  <dcterms:modified xsi:type="dcterms:W3CDTF">2026-09-24T23:40:39Z</dcterms:modified>
</cp:coreProperties>
</file>