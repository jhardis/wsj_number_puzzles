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60" r:id="rId10"/>
    <p:sldId id="561" r:id="rId11"/>
    <p:sldId id="562" r:id="rId12"/>
    <p:sldId id="563" r:id="rId13"/>
    <p:sldId id="564" r:id="rId14"/>
    <p:sldId id="565" r:id="rId15"/>
    <p:sldId id="566" r:id="rId16"/>
    <p:sldId id="567" r:id="rId17"/>
    <p:sldId id="568" r:id="rId18"/>
    <p:sldId id="569" r:id="rId19"/>
    <p:sldId id="570" r:id="rId20"/>
    <p:sldId id="571" r:id="rId21"/>
    <p:sldId id="572" r:id="rId22"/>
    <p:sldId id="573" r:id="rId23"/>
    <p:sldId id="574" r:id="rId24"/>
    <p:sldId id="575" r:id="rId25"/>
    <p:sldId id="555" r:id="rId26"/>
    <p:sldId id="257" r:id="rId27"/>
    <p:sldId id="25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316"/>
    <p:restoredTop sz="94595"/>
  </p:normalViewPr>
  <p:slideViewPr>
    <p:cSldViewPr snapToGrid="0">
      <p:cViewPr>
        <p:scale>
          <a:sx n="150" d="100"/>
          <a:sy n="150" d="100"/>
        </p:scale>
        <p:origin x="144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7FF3A-0051-AADB-7557-C61A4D044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DF864-6AC4-7CAC-D636-AE5D3DA3C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5E54C-0119-693F-674E-2C8453C54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5833D-A411-3378-39A9-9455B5DBB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79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31526-3966-2AA2-DCA3-49DE7B3E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0D1DD-3360-EC80-1F0E-8F27FF69E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0D4D8-76F8-1620-F410-2C80DEF9B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0052C-B0CC-131A-CB73-64DAF39EF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04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F8F0-75B6-8F07-9161-9A262FA4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60D30-92EC-82F1-A79A-B28A0E436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E3928-8848-84E9-797B-E530108A8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10476-418E-617E-F6A1-B62BCDDA9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31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03217-CA53-6075-C07C-A9A1B465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EC352-F8D9-7C20-DF50-BDC83C9BD8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91FCD-2E2B-C40A-E3FF-00B6AF48B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6BB9B-B4C5-E76C-D3AF-387C5C6F1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0829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C9A3-4187-9B0B-5E74-BD376A778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B2C9D-2830-5AE7-44EA-2E3645618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18BEA-B70D-43DE-C202-902B571AB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D62D5-936F-8732-6368-FD5B63665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038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3CB32-CF65-B2C1-49AF-8139ED623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110AD-9206-FCAB-A8C9-D34A10147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CD282A-0BC7-1DB3-00C0-7EF388B67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B8D5E-AD8D-F1B8-AE16-B0B591EAA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76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40872-E921-7FBE-F694-4B3D57A8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8911C1-85F3-8F72-39D0-E78530D1C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2A5A4-4B88-6D7D-212A-FBD9DD18A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D03C9-44E7-5469-5F51-7AE6A13F3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052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41E20-B056-2C94-8C2D-37196D59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D3431F-D1D8-AEE3-0382-39456625B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74950-08AB-E75C-0983-B33163B357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906D3-2DB7-69B8-5048-9286959F4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226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D33A-3E81-3B1D-A7D8-CF07AFAE2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549901-6489-DBBA-B5AC-DD05D17B4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C950E-3C2A-50F8-FF54-28B0771E6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74D6C-C791-96D2-D9E5-5A838BACC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63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F14C0-11CC-5DA3-D822-28E7A9CD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788D7-6145-8154-5C57-C5C45AFAF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036982-E6C9-FB86-8521-FCF6D34C2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804AD-5D19-3638-A466-57C347728F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6975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776A-B8E8-1C03-6A1E-0DA27C0F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5C05C-BBDA-A4A1-9868-2F18D0528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8D0FE7-BE5E-A557-4479-65CDCE1DBE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EEF48-A8E8-BF77-7F5D-B9388354D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3115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B1AFA-5B52-F7AD-FD80-97DDBF06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1AC9-8BFF-75FD-08CD-C536D1029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054C5-2DEF-1481-1A64-4068923C0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B229C-C000-795F-1074-18490CD2E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30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B5785-864E-E595-E7C4-61FBEE9B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74ACE5-3BE7-B836-3050-312D8DC6E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ABB4C-329C-9978-E531-B3E51B396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5F287-B8C5-97B1-1233-CD1BFB09C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744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FB9BB-90CC-F1BC-6136-6AEBC356F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6E3C1A-0492-0472-B4C1-75D71B585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42C582-1793-2109-3FF2-03092CF9E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DD168-9F0D-1FA2-A95E-4DC3CB65E5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8881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05481-98E2-37D5-0E4E-6076EB16B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3DCFC-599C-A2AB-F2CE-C6BDF84A6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18F81F-4563-EEE9-2C1E-5F376DFA7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8D843-88EE-F020-811B-5129F0F733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38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025F-A479-D1A3-E6FC-60A9E0FC7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A0504-8A0C-39A1-18C8-114121F3FF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2E5E3-A50E-6DD5-D994-BF6D00205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C5251-571E-6F85-1715-5C05D0056B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9602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1ECD-CAAD-443D-5867-9862500C0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25E83-CEE3-0C9A-3B1C-18E80C9D49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ECF5F-EF3F-ABF3-3570-A8B386DD5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4104F-640A-CE6C-2DF7-64D7F50F97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586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3A33-2A0B-E5C6-6E5B-A49625EA0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B51D1-FC87-A4D0-566A-523D12B545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DA806E-2E09-8E82-F7FA-C9B7C2C98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FBA78-EE86-0076-97A1-2349324B4E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590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E7827-EAA6-2AFD-9B64-12FA1D349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94611-1CAD-8579-2199-79D72E2C9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28D85-5003-9ACA-C4C2-290B11A95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1FD9B-B3DC-A91D-D64D-3E23C2D89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055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623A-3AA4-F4D3-7931-57027003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FE914-1943-F2DE-73D3-2929669F2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E56623-9F7F-D45C-969A-CACC23956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CC88B-F01E-CD4F-F9E8-676C8253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6744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0C034-3224-BBFF-2B73-C7733F335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614FB-5FEB-BA59-CD33-49715134FA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60DABB-6C2C-9D53-E3D6-8EB6E1295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E43B6-F698-93DA-B072-4F81E46C1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3539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EF536-81D0-CECC-071D-0647385C2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EBDE9A-8F73-3277-CBAF-8EBF355E9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683F86-6A43-3824-859A-7FF5A8BE7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1A316-7BF4-A2B8-0587-13B57FCFC9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051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52DD1-48E8-645B-7AF7-87F60B89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B038C-3125-751E-65D0-2A20A16FDE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01279-03FC-7EB0-A321-01436C511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A9132-7090-09F9-DCDA-BBD4350C8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76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Unforeseen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Along the loop, all digits are even. Along a thermometer, digits increase from the bulb end.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A8E5BC-05CB-255A-2F53-4F7230B1DA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6088"/>
            <a:ext cx="4541916" cy="454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A164B-839C-E316-EE05-AC1BF8D3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A748B8-A784-E9FD-47D3-9A7DCA39C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eight blocks though which the blue loop travels, it covers four cells. Since there only four even digits, this completely separates the even and odd digits in those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0B3F31-AC33-5B84-B221-06BF4262A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719F50-BBF7-FDFA-F05A-509F720FA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8B48F2-A473-AB15-D2EE-2DE34C6C58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8627E5-BDF8-16D5-77E7-3F52AAEB4C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E2CB15-37EC-7D3C-7DBB-4E1329CF396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229569-29F2-67DA-BF50-9D799B99CD60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A4E33-3254-DAB1-5F70-CA9002667104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3CB4E7-76DD-537F-6C25-D5225C3FA2C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CC1EDB-546F-6DCD-B3C8-35924F4891C6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B54416-98BB-2139-9302-83E3F37FA7D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32AC99-8F6F-2F8D-AE81-4AC421E8E03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3196A9-24D4-B3C8-C836-66CDDB5AF7B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C12A55-DFDE-FC94-8C89-AB562B74A8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A7B2DF-74C9-E031-604A-4EA88D29C01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8B16B4-DD75-103A-9BF1-EB8ED298D13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1234F3-D9B2-E62B-F9C1-F80716363B1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C7EAB4-5A08-AE38-144A-C914792406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CE31C1-B5ED-3F9F-CE07-559C626FDA68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4BB6D2-EED3-CC1A-1BD2-559714FD17C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5FAC01-8CFC-2AF2-56C2-7C44A66D2EFC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3029E7-0CBB-1859-DCE8-6D38D7C0E1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2EDB4C-A746-B7AC-EDD0-842EF1A4659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63DFA9-57D1-48B1-5FDB-DF39C71AFA2B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21F5BB-B3A4-2823-8AB2-B374E1A9D3C1}"/>
              </a:ext>
            </a:extLst>
          </p:cNvPr>
          <p:cNvSpPr txBox="1"/>
          <p:nvPr/>
        </p:nvSpPr>
        <p:spPr>
          <a:xfrm>
            <a:off x="4143022" y="20537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180838-73AB-C4D9-4483-75B3DE79B9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0EAC31-B693-D277-B25B-5EA2B6A879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A0C76-3BA3-3EDA-89FD-B24E4D2429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5931E5-DC6C-FBB3-905F-1CC1A5E8E77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88914-868B-5CEB-27C2-EDFA0DCCD034}"/>
              </a:ext>
            </a:extLst>
          </p:cNvPr>
          <p:cNvSpPr txBox="1"/>
          <p:nvPr/>
        </p:nvSpPr>
        <p:spPr>
          <a:xfrm>
            <a:off x="6654802" y="206121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2DBE03-AB6F-3E3B-703C-5A05398A9166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D8A23C-4A80-5357-6BB1-C1B8352A7C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B9D9AD-9471-B249-1A04-A801E4B43C1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A229C1-E0C9-42BE-256F-3BE2618D48E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E014D6-417C-B268-87FF-F92B0FE84FF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7D93D9-F963-F357-F77F-A7204A37C90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E8FD56-E32E-46C5-556A-4E768CEC919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EF9791-77E5-10AA-134D-64FC5A5DD7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DF9688-C6F8-D2E3-4373-CA5D41B2B1D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B1D9DC-3FCB-2AEA-7E57-7DABB713DA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33F9E4-099B-EB31-137F-8C9618C971E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2FAF62-ACBD-B048-92E9-40941E9C68C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887FD6-4CE4-6285-4CCB-5BCB20AC50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6F39C0-2F9E-63FB-F6D0-DE67F0AF276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990B3F-AAD7-A2D3-ABCB-2028771D8343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AA6A8A-446B-F247-24E8-261C45B59A8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F33EF4-FE04-2824-A825-DAB23C9E11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BC6C79-4CDE-4398-9334-965C74481587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8390D0-4AAB-DA69-66E0-E4CA623E539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C1288E-34F2-9FFA-D68E-31441A7FD2D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240AE4-2A38-B21C-D0C3-62D35019A9C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EFD55A-92C0-9179-2534-250EF5C0B7F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6C0A90-EB60-647C-66B4-796BA1BB603E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0F2E70-323A-53B5-4B64-4CF9FB5FFC79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D3F0104-CFEA-6F03-92AC-0CB8AE5A90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3CBF6A-FE80-B540-D442-5FDBDD00A12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A7EFC5-64DF-A96F-7EDC-15B3C844B16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9356E5-33F1-7C3B-41F3-7CE3D816C7C1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E819A91-C3A5-CED3-BCB7-FD576B26363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62F334-E3AB-7440-B427-0820D6806D0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423E45-D1E4-4B4E-57C4-FB8FADA90AB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8BF76A-08FF-5B84-9E2E-CDC162BE66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AF05FE-B5B1-685D-BC96-5ED668F92EB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AD8777-BE48-294B-5DEE-911DFA8ADDA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FC6916-D9DB-E031-F95D-0BDE2D55A5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FA632E-69F8-7DC3-3791-282E622F92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E58E8E-151A-AE67-59DF-5AD16100EC6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6E5576-FFB9-ADB2-F009-880487FAAF4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CA60F2-A5AF-09CD-2031-54644A0AE0A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F2E0CD-D405-6BC1-803B-DDDF69ABCEED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3694E8-C1B1-4C45-1521-9E120C364D52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BD5F3D-4A9E-5810-346A-3F6FCF89DF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EB02FF-76C1-FD37-9B8D-B87E28DAD2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6291F2-61E4-19A7-B32D-8612D79C699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0D990F-F1BF-AFD7-761E-2F1E248930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7A8217-5C26-8B62-C7FE-C5DB9238D8C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E7B7648-D249-CB62-4736-397C72EC0BD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</p:spTree>
    <p:extLst>
      <p:ext uri="{BB962C8B-B14F-4D97-AF65-F5344CB8AC3E}">
        <p14:creationId xmlns:p14="http://schemas.microsoft.com/office/powerpoint/2010/main" val="3469538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13BBE-49B7-613B-E0AE-18E87F5D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3B55C9-6EAA-EA40-16B0-6B6023CE0D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thermometer has five cells that must be odd numbers (of which there are only five) and one even cell in between.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03F37E-4BEB-C095-8D43-832A9C67D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EBD8AF-E069-A040-D8B9-EB59C79477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E14730-BE2B-9EB1-A06C-262233B893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200600-336C-2886-78FF-46C531A171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8B6F1E-3EB7-7DDD-B560-291021E4F2E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6C713-63C9-D8B4-11A2-8D32CE7D156A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B613CC-2173-E07C-B375-D99532310246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315609-449D-D71C-D3B3-DA19B95EB610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CFF47-3DD6-4BB5-68CF-E25D618D58C9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A739CE-7F86-56EC-4F4C-66630CF501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074AFA-7DEF-6105-00C4-EE0DBC11841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DF0A7B-02D0-BAA7-D478-69FCB61082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8DBFB5-3CFB-1EA9-E750-085B95ED6E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DCF953-B289-F60C-96A4-928CC9DC56A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0448E2-1AD7-23D1-537B-1861D961FF47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A1FE4C-F91F-59D3-6953-D5FAFF3D0FA5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552D2A-499A-1150-41BF-929E6620A42E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3CBEB9-F822-21B0-0118-4E99A9661F3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C70BD-9ECC-47A9-D8A8-CCB4743605B1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199E9C-2F73-3C7C-A25F-973716FB90ED}"/>
              </a:ext>
            </a:extLst>
          </p:cNvPr>
          <p:cNvSpPr txBox="1"/>
          <p:nvPr/>
        </p:nvSpPr>
        <p:spPr>
          <a:xfrm>
            <a:off x="4143022" y="20537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72927F-5E82-1B23-7D86-E31D211A7F9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A8CBCC-D24D-1D1F-3BA5-5570EA17E4A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E95368-0D47-334C-7EC7-BAF7F73624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CB321D-9A2A-B5D6-D1ED-5CCBBFBB496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4BA48E-85FE-A983-F021-48C1E591A97A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713552-FD07-C5D7-9AB6-7B16400F11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535CA0-694A-D898-AB09-39AEED6086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8D7FCE-4619-26D9-E790-6D9D199439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05FBB0-5013-1872-8933-AF8DA8ECDE0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2217E1-C220-FD62-2DD2-81FE2CA66A8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6747DF-981D-3674-351C-956963C971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AD80BA-53CC-8557-B45B-B6B4385D65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A9099A-F3BD-6716-83EB-CCE1FD9F812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FDD925-7798-47DA-0DBB-CF51A4B49B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4A648-E19A-8B40-9DF9-F4A01F760F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FA69CD-D0B4-3E5D-D849-083AF754CCE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440CF2-1BCF-7EE3-1D05-3DE51E086325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1C3F0-D909-86F0-6987-D97D797844A7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8F979D-A8AF-9664-86C2-191E80069B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60419A-B16F-FE9C-9DC7-44F03D93F26F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5A5EDE-CB50-EBDA-3248-752548507A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A455F6-27C1-59D0-14ED-62C89966A30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43343-B177-5EEA-FAB2-7BD56DCB535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0084C8-FD95-700E-C205-ADD5B2C693B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316EF-38A0-CD1E-AC4D-F761329167CE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054A09-2CFA-F073-18AE-FAE4035C6D5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F6F72E-BD19-57CC-2FDF-2CE5A948BB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4790B5-BB29-F829-B54E-EFBD4B0DD34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3B50B1-C854-CA07-E87D-A69C2602748F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E89BEE-FEF6-7833-4B9A-5BB1696D3444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D8A025-59F4-EA49-3863-B8CE7F12838F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542868-2537-6A34-4148-7BA31EE65C5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FCD9FB-7F72-3E70-5197-AC0E26DE493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E14DCB-825E-AD35-2B9F-75E600EB1C0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20BC59-3BCC-4DFC-D37A-B5C8473113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678938-1CE7-C778-8CBA-4C3C0D981C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DFEAAA-B46A-E3B8-2F84-48F1D458BC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6A0DA9-157A-C339-6C04-AD9BAB9133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AAA89E-4949-60B3-0F02-0484723FD6D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C6DD7C-DD9F-B50F-8BC7-936EEFD8728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9FDD0B-D2FD-B03F-A07E-5C79ACCADA0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95CDEF-ED3B-8A3B-EF6C-3FCD981E51B0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38E873-3CAE-5328-6C8A-B466144FE2E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B16E5B-50F6-1A52-FED6-D375B72E4A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7CA3C5A-E7A0-6810-2E96-0D62D1F21D6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FD03AD-0D82-29BC-CC70-D13E608015D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621B83F-8AF9-E947-BDAA-7D984ED7CC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049513-9667-38AF-44AF-2400CC2AFE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3FC540-A1DF-8421-5B2C-B688BE49A11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20262B-2AD6-3489-609F-59320B34C2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A0AB2A-0A4B-57E4-51CE-78FAA8050B7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0D8313-74A2-C5D5-42BA-DBB4D885C77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898BE1B-A071-CC0D-DAE4-7C2E1D013A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D874B2C-E476-1829-E4B5-650FD236D63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963A9F5-A51E-0697-60FC-0549E58006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32DB3A-7F3D-C7F8-8742-55618B1785A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5945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4459-0E6D-A29F-3424-3286473A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EBEAC6-96F9-60D6-ABB3-87E41C47C2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thermometer has more possible variations. (Note that the second digit can’t be 3 because there is already a 3 in Row 2.)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40A3A9-E315-1239-2C3C-B4AB2C416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826D1F-EC19-FAFE-C742-4C5C7EC50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55DE9B-3502-8E01-E50F-87525EB9B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1C2817-4B16-EB51-7484-3AECB10E5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8665AA-732A-8555-2D22-240C2230BB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8FF47C-B359-CEE2-C48E-AF236D1BC64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D1D81-AF62-115B-EC7D-C40E49C5CA4D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D1D9E-AF90-DC5F-9438-8CC6CB439F3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675BEE-9377-B354-7027-089B02E3F76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1B41B6-114D-76A1-2F19-FA03A246D1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AA89A4-B790-4051-A70C-82501899E9D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1C5B6-8C45-2706-3C2F-AB0FD34F3B7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A14C87-AC87-7F5C-02AC-488F1EB26F6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584F3-608E-043D-090F-F32DABC2ACE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8F298-AEBB-A22A-C181-3AC923B7F1B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4834CD-C23E-7C0D-3BD5-93AC24759A9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8B479E-7CA9-461A-3F07-FB0F716232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BB834D-DE73-CACD-017C-BC6861BB3E29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08A949-CE57-C718-9FD4-C005411AA5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51613A-B55B-BE3A-D28C-E2F30EB1EA3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C59380-A77B-D5AB-BEAC-1BAD2BACA9C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D06EBC-A31B-F226-36C2-18E1D223965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F6A801-B81E-C08B-717E-ABAFF5F527A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DB47CB-1274-04DD-EEF2-6DC0B804280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CA2D06-778E-2AAD-8723-2B0EB3BEC3A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8C5FC6-7E8B-314E-2FDD-A815F4C638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476F9C-D87B-E018-1B8A-443F82FFBD9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68C329-D099-CCDD-4881-9782E15DF0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4F3DF5-6B3E-47F7-F0C9-DCBCB3748E3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136DAD-B693-6A2F-73E9-5C05914250F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5D0B5C-235A-C51B-98A4-84D15C8DDB1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8D5D1-D821-2C23-C703-140F3E75F13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951901-6EFA-90DE-9048-5BA04FC8FFC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7D37EB-635A-7958-54B4-0F38069E1AA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C6E0B6-F635-194D-2759-9B4292351E69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1D0EE6-F009-F2F8-2307-0C1EA582506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15AB06-8130-DB96-F3B4-19578DCECD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40D6AB-E9D1-7A63-0825-6FA94E7229D1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220205-9715-F5F0-D798-D05B0938B66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BE2F9A-CF3E-CE07-034D-CF00953668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A6429A-BAE4-1D9D-1A1E-949BE928FC5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E07921-1B0B-B42B-BDBE-3A5A32CCB17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F952E37-7A76-BAFF-9556-FE315D1AA9CB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A041B0-9359-12B2-EEE1-3739DAF5BAB2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CE28B7-DC18-914C-CEDD-F739450C8FB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770FAD-D576-3C5F-D0E9-F8758F0195C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A1B74A-218C-F429-4F18-0F110AA45118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F8487A-667C-E22F-6CE4-6D114EAA1609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B5EAA5-CABE-20B7-2FD9-701990C957B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A9664B-4D11-0C37-1573-5BA6808844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F4D7F8-498F-B588-2428-B47CEFC8A2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F58797-76E1-1DD1-CD44-92F1ABB760B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291A23-3978-BD41-4EE8-8C5CAF94C9E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E622A6-A878-5930-3BC7-A2675877C4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BAD423-DC60-5953-2702-53CFBF6D71A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3AA96A-F1AA-E9F0-653A-5B5B2AAF9BC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2109D7-F21C-99D9-A115-FEC736E1CE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0FE173C-662E-6A7B-8533-8BE317438F7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585055-85D0-921E-9AA5-56FDF4DDE11B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FB4749-9368-D37A-6232-E93987E3043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41D206-6C30-026F-6F83-2E8779BDA45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F0CAC3-DC23-1D4A-A0EA-DDCF39F76A1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D2B996-FC1B-D74E-8A5A-04F8469B17F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B530A5-21A8-547C-9AEB-ACB572330B9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CF925F-9361-CBED-A2BB-6214DFAEEE7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850B69-9176-3893-4BA2-14B34CC1AD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4C4204-D9CA-825B-45B3-C86D51A12E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6E554DE-65A9-5668-57B7-207A4279C6D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F310C2-80D1-AF72-2F80-7E8EB5CCBC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E769CC-E5C4-1298-6413-D7643782650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6CAA800-AC01-47C3-8344-6BAD41E07A7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E7638EA-2C87-F18A-3245-F68E0DEC48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B2056-2CC3-81BE-6759-281CE5CDC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36A883-3E23-4865-DF61-E7CE1A54A6F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3FEE26-055F-E16B-F8AC-F42547E1E2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CF5BE6-FE53-CFC8-1AEF-C4A875C8CFA7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E184D4-418F-2542-59E3-538D07D59A70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235EE-A73B-BF4B-C895-CFF80625CAF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262152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9B8-F0DA-87C8-F243-F006A9E1C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21CABA-30C0-E378-E4A0-200B5B4309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Likewise, this thermometer has possible variations.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D684D7-4F63-492F-FCA5-83D843EA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B66DA7-5ECB-4FC5-473E-ABD93F711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D67E3F-2A4B-842D-34DB-9BC923B94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6A2869-853D-F42E-D75B-8387A2074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64B541-6526-755C-0410-8767DBC7E6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422A-3C04-3229-8807-F59004E87BDB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9814A-C46C-5C9D-EC3D-65093F29C69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DB4947-3C50-6AD6-AE4D-21C39FDD587E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ADD10-AB54-360D-C503-B285948E0170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F58A4-13B4-F132-11B5-8272E1F58C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39E9E4-D4A4-DBF9-55BB-2CE6BEA0C9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655DF0-A640-960F-F7CE-BAEE62032CE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4BBE19-BEDF-57C9-C850-94A1F119928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36055-EB0A-44E3-9E8D-9BCAB4C190C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89A714-9F8C-DC54-0179-F656296A785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CA34FA-C671-ECED-1A0D-5AA768DE7C39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F69AA5-F0EE-71FB-E746-A56E86989A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5D640-7B1D-94A7-DC72-0D7452D5E4C5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3737D-774D-B896-A154-5BBCEF1B4F0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026BC-230A-6FB5-B724-BB75036811A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E10047-E6D1-3C0B-AF6B-93593EA0193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534960-9C6D-6B4A-3039-2FD52E6A516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FF067C-07FD-AE17-85C3-6DCCCEE66DA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E14359-77F7-AC51-A673-107D640789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2455E0-6CD8-4A73-08D4-6781170FBF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1054F8-BA93-5FE8-F9AE-7590A07EF5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99D97A-D0E6-6108-6E76-00A4B0006136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A70CDD-C41E-5FFE-80EF-5D10B7E4F3D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19C568-DC6C-6953-0B43-2DBB6AE98AC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4115D-EEF8-F98B-58BC-85F34E8A9E2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A5B60A-48C1-4B47-16AA-C5451234FAB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03CF42-B493-5FD6-EFA3-5C21B948490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24FD5D-1C5E-6A95-AB8B-5608EA8F5F8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9928CAC-EDF3-C685-73E6-053049D4826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22A054-E6A4-FF21-0D03-96F286EFA0C4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A03C9FC-B639-CBFC-D24E-74835ADEB32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8FD824-6933-35EE-8885-D8210549756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2BE1B0-A74A-E76C-6C2E-B1AA5B0EA41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2ED838-4E60-B1CD-EF6D-59692E6AC7B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0B505E-5F8D-1BCD-F1FB-E92421B662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839B46-957E-1222-C52F-0278D2ABA96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979BAC-4A01-D6C9-24BE-060ABE7FF2F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BE7443-ABC8-D7E7-F075-B429208B24D0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D0D877-F5E5-6E9B-2158-4FCD1E25A2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7C76AF-3B7B-97A9-8BD1-1AAED72472E0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00DBF5-1E2B-ABBD-F0F7-87BB6360103A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06562-4652-A1BB-2C2E-4F1D29DC770F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E397CE-8803-D3AA-26CB-9B98A93936AC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2C823C-5366-0A51-2C1E-DA4DC76D858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848093-BF74-7902-ED64-712F127A74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9DBEAD-61F2-50EA-6F5F-DBBEA4EB91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7CFF2F-9059-12A7-EC69-667FB8C31A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6D9624-8389-1CEA-0FE8-BC5759E95AA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489B80-93D4-FD50-680A-06114AA14B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2CDBD9-A240-A24B-3877-2F0C08273D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2832B4-706B-DE56-9734-3C891EDA807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70B0CF-15FE-A471-D713-34461C40F9E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DC8B09-2E56-A8C8-D6F7-1F5DFF12773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E692EF-5D51-8EDF-1413-3669A1A72B1A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C62D4C-C6AC-2F4C-2A9F-E99B7937BD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0981F53-075E-C50D-26DD-8EE75EE105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08F1603-DBF1-D230-1214-9E7F2C1C7E9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837446-4AFC-811D-7A5F-2379A8EB97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2265210-8C64-8D85-28F6-0D07CFAA2EA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7401EC-BA10-F71A-B490-F91ACCA4208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D5237E-5344-D0CD-9002-F237301646E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84F8710-91AC-107F-21F4-C6DF06A1D50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A15315-88E3-59EB-98E9-68489BC9C8D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D0044CB-E445-DF37-7375-DF5E79E363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2594A-2884-0256-764C-4E98421352F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4EFD36-2504-BA6A-CA8B-FD07388710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4D9868-1999-8E0A-2300-CDF8A94C1D63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DF161-3887-7659-F1C7-2334656D35BA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05EA95-7C21-89D3-1176-FEA54C41FF9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FF1F3B-F9E0-7B89-BCC7-62B953DB5E4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5A2715-6F7C-7214-1CAF-2D122A9AF3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C1903-97F4-64FE-607C-924672F40DA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6CF793D-B45B-A21A-8B4C-48BB363A1A8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4C9E91-B8A5-CAC8-D66D-BD761DEB50EE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5970A28-20C9-C9E3-3D04-040A520397B2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56F4A50-886E-A8DC-E180-1F554EEA5D6E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794300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6D67D-5353-17E0-DDF9-6EE289F0E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6BC6BF-35C1-E400-30C2-5C3284A227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two short thermometers must follow the adage that a 1 on a thermometer must be on the bulb and a 9 on a thermometer must be on the tip.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BE64B8-107D-E099-C7AB-081AF9982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126CA1-22FC-4D77-D164-F070C8594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6C3A3E-ECA5-F76D-B1DE-979CB25EE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8448BC-E778-EE8D-7B22-2084E894D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F265AE-4FEF-2EE5-A3B6-1564978D41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40D36B-5166-0F37-6283-E9E8FAB7BF34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342B00-324F-BF62-F6E4-0C4096B634B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08F24-E0AB-D609-6587-7AF44AA50EC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932060-98FE-9E6C-EE87-01C602483135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E14595-DF88-2DB1-EDF9-DEBBE93D53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80A3F4-4784-96E2-397E-C2C001160E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84CC3-4409-65BB-BC88-7A6485A0EA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125E7A-2B75-17F5-6C9A-6F73273D10C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AE3370-0EE8-9EE7-DD19-ED7E7FF192F7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8C68E-1BF7-C0C3-6830-5396C5E4609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DE2FA8-9C31-EBF8-80D3-6DCA9BB894CD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EEDC2-1BF6-8909-7254-90FAC9FDC7F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548731-009E-2368-C4EE-61AF71B6A144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1A47D1-EE18-0F43-C5BD-D83B654583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4D3BAF-523C-6DAB-62CF-0225FF7D9C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7024DF-9EBE-B4F8-C351-80AA9EAEB6F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BDC349-0070-61BB-9514-1980F679320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649520-228C-DBA0-4115-48B9991A0007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1FB416-4A0E-585B-0407-FE7D81DD7B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1413A5-6888-D5F9-AC6A-4D87DF0AE17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5B2867-97E1-0C70-BFB0-E959156BA8F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2E7E24-B440-3F9B-CF7D-6ECC786E0C9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8B6B2D-8D70-4B3D-7C15-63C0E4A4A3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1E8D75-6A86-DF1B-0B11-AE831C065B6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03A4E6-383D-D18A-8D52-5009732869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26947-9EDB-8AC3-214B-D6D5FF891D7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A95385-7E90-A65D-2593-E9D3552665C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359E4B-C432-2A01-7BF1-D19B4A9386D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403E9A-38CC-DC48-B0E0-D750E3BC0AB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DE3E78-5710-1100-F684-C33EE7032D6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9BE28B-32D1-69DC-6961-3B1C49D160F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7302D3-BF00-B493-13D7-466E4DB6DE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C7DCDD-102C-9135-54A5-C176F7A40F4A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DD83A1-9136-71C4-C13E-66FA9F579FA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BEAD03-8698-E998-DAF5-61E8AEE3619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845557-3200-DDFB-1BA3-4E6DF86512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82FAD3F-B665-256F-9F1A-2EBD8A85CF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911C58-205B-CA96-A596-67CFC582ADFB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09A790-2972-064D-79FC-FA0A3522A04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217570-86E5-909A-1540-BAA26A5B0ACE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722B5D-0CDA-0960-27D1-5712A47AECB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3E0628-CD94-4110-5793-8793FCBE28D7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2A1260-675D-8D7D-B4D3-1EFF28BEA44F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6AA10ED-56BD-AB6B-118E-8CE01F8993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E49D77F-8DED-156A-875F-98034410E6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1686FF-1697-77BA-8D90-BE1819552D4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F2E336-1A40-D831-22C4-2FCA4774FE3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5EDB72-7CC8-30E7-0EE1-F73D750D94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756246-8E97-241D-DED5-E50589F0D36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47CB0A5-D075-2837-8B3E-E1809BAD113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2AEDA6-B79E-306B-B682-2D3694EAA94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B0CEEE-A09F-B732-75B5-C651CDB631B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F4A3BC-3BBC-E8C0-FD6B-27B69301FE42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B681302-069B-A5ED-B853-616F0C995387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2E0A4B-A1DC-DFBB-8399-BF6E1FE3483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E0D53D3-1786-A950-4441-E2D59D2FEF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9732FBE-D5C6-BD9A-B91A-95F1475F42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ABB4B5-2AFD-70BE-255A-A246347CD4F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59E9F96-097A-9ECE-14C5-AB9D35DEA15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F6BDE2-6727-6227-523D-B1E5332ED22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353420-CB35-821C-EF56-CE481A9CD2F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579654D-A2B6-E817-87E8-8F1A57F577D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FF5FFE-3496-279B-3885-86513BBFF5E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192ED92-9522-B9D2-1F4B-3B873E5FA52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078FC-B734-F463-A764-47009C73D9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CC753-8D45-B450-D84C-4215338628F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55092-AFCA-46D2-727A-6DEE5D9B8B6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E32FFD-BB2F-DF4B-DDA7-0548AA88DD07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84998D-9F73-3E2A-C8EE-BB288111737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6D6619-B034-E617-12DB-62961F72197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649B7B-D00D-0D56-B98A-2F3E1700B1F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29BEB2-9E69-945A-1FF7-350EFA3958B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38AB0E-F1D2-CB84-DBE7-1E88E498AD5B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DABCE83-EE95-0500-804E-6D4CE9F04B30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63B3D-5674-70DA-408C-E2DE2E6CC54F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CB733F-9EF0-9DD8-331F-4763F5C14680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203314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23AAE-059E-F8D2-C9C6-5A2DC7A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80F459-8E26-D9E2-CFFD-F706BC0E5B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note that there five cells that must be within 56789.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4B4B26-0497-3E07-911F-DB0E97E0E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FA18EA-8A49-B5C3-D15C-13F7423E05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A4546F-9572-938C-A3BB-6070AD355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821C778-7557-CEA4-F01A-0A179D355E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1316E4-5C5C-12D7-C1C8-F0A34FE4C8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768875-EA8B-4017-0136-5B353126236D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E9E966-7A87-EAC6-6AC3-663BC4C3A97F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E27E57-D3CD-CF92-B258-5F936A7B09A2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9284C-1340-FDA1-D72D-29A5E52D4D3E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E4DFE5-BC99-0BA3-FCD8-23963FADA5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B17E63-C1A9-818C-F9EE-6C0B41C9C1A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64C212-F950-31F6-D48A-6B055FB0388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ACA7E1-24D8-228C-446F-3C88980B9DE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62382A-DFA8-A5A2-0DB5-93D16414D0B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8A493B-1318-8163-396F-F307AEB112BE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65F0F6-6AF1-26F6-BDA0-CBDA0714A598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9EEA4-6361-D1AA-A737-B19A222819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C84412-1CB7-2933-B168-1D199073FDB3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11DF54-4618-DB7A-0E7D-01025E25FB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D4C803-E3CC-61EB-E3F9-6A03D0EF26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14EF4F-CD3B-0C5A-6752-E747F0901A4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83F5AD-DDCD-AA7F-986D-DA9EFEEEFC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BB8F9-2A3A-5365-43EA-0F81E955B37C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DF2053-093F-2019-DCF3-7CAFE6E5BA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21192F-601C-88B2-CB07-76322A47FDF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EF335D-BDF6-F1FD-DA8B-CC34A51F76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41A4FD-B3B4-8838-86EB-C757BA9A4791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F94453-F908-9FC6-C414-E556605689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E0BECC-6B8D-82B0-5181-09457CA21C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907F15-8F87-5E41-79F1-12473D0AE0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AA4F53-58A4-A2E2-19BF-9834D732E1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3953E0-067F-47BC-6E1C-561F549BB4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D169C9-94B1-F7C6-5C76-632B724BA3A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6693C5-A13B-144D-A70A-CDEEE93D81E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C250F9-D432-9899-2208-E87919B00DAD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99E571-B45E-8B58-9D72-DE02F46681E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F240A4-3924-F4A0-7E10-0E5FF1907D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F7D816-8287-E1C5-74D6-2AAF7ED64F6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47D7D9-5751-E31E-EF22-7102DAEF5F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A4BE96-C508-ED4F-3F1B-1267967AB07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3827DC-2F9E-E491-37D3-40B4A380C6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BA5300-64B2-C752-A5F8-F2C2029987D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0DCB2A-057A-557E-968E-B8EA93D20AB1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A01AB-8897-550F-1A44-AC714B4DA60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E18C97-D674-EC3B-4C05-8EE541A32D4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C5C807-CAD2-12D4-28FB-11391A5D2A49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557686-AA64-E992-37EB-028B80551D7A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B4000-E4DC-498B-FC12-E8A8D14B08B0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63302F-6819-0EEF-64FC-673CD7833D1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5A801B0-1743-D1E3-6845-B6C8A9F78F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8AB78D-C4D7-AD98-A02F-22B1F7A097A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C01F58-91D0-C17C-7DE0-DDB48A2B2B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0A227B5-CD57-E64F-EB07-B15BD6A1FA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13EB528-B0B6-10E7-EF50-A5ACACA311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C263A7-9E3C-39E6-AB7F-CCFCD8C010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8A8FDE-0D4C-7CC3-B5E3-268C085043CD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91B161-CD95-FF36-F699-5DA93C5269AB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F8FA8A6-9A51-DBCD-2D4C-ED6E9D666F4B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242215-5871-0A94-8989-549B47FFE6E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B6EDA0-CCEC-99C6-99D0-304EC2DDB1A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91AC9C8-C9D6-9A4E-7BD5-3918D77A944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65BBA2-0738-3A85-AAEF-B02FCF094AA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99AACE8-DEC8-0F1D-C264-D8DD851E353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945AB13-DF6C-DADC-5DFF-A6FB6289AA8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E0CD6C-01B6-C65D-6AE2-A87339CC9B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8BA90DC-7007-028D-5281-831035BEBB6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AB8418-5D57-3D06-06D5-AC1D21ECF82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E25F92-8EEA-043A-8ACA-747BA2479F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B102FC-52BE-E7F7-CF11-0C5BB23C5E5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B21BC-AF08-04DF-A5D3-AF44F5BC49C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5545-9933-26A1-8553-E3B9B78754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03BC4-0DD3-FDC0-061A-203F4C615688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6E84A7-B180-48D6-2683-D3A3227D9A7B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36BEE4-7A9F-7699-DD4C-797C57F77A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22198B-FED2-BF3D-E4FA-9B730B2CD4A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7644EA-9008-F574-CF2D-6B58DD291FE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92B09B-9034-2672-1E50-3AB6CB66CC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569F5F6-A48B-00D1-231C-44924F080FB7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7FFD5F-8309-CF8F-7D6E-68339E2B9D6F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039096-4A59-66EC-0D47-80902624BCA9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9B009A-3B5A-6414-2BEB-B4D1F7FBD49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367936-15A1-C271-91CC-C098F9EB50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75E56E-DF0B-CC2C-34AF-6A786871278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AC3ADF5-4FA7-5953-405B-68E790FFCED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C2CCFA-47FA-B437-86DC-787C8EB4CCE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750088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F216E-BC63-F08F-3614-D50727E02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C49638-D482-5ABE-B729-B9F17FA377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B33F11-5B39-E375-27EC-C367A60A8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B15B96-6B0F-B7CB-B351-0ED73CB17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5AE47E-4F44-AFE8-01AE-25082D71F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3F0671-2CA3-C43A-4892-A5C20D267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041587-AC5E-6BFE-1D2A-4141FF7E61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5C1C18-4F0E-FC41-211C-D93FB69753D5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BD3A0F-C73E-3A47-8282-3B268170D29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F494A-C1AA-AD54-8FFF-31BA11994A9F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5677F4-1713-438A-D87E-934CC9379EF3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9E1AE-308B-09E2-541C-AB08A93AD7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9BA30-F830-1D9C-670E-1D517C79FA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DC9049-F2AC-2B37-61D2-9C93D6EABD3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CA5F65-CF67-1DE9-7748-B1022476D55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971CD7-9C2A-6158-CD55-D3FA03927012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409B7A-706F-6C3F-122D-23976D5302C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A2474F-8D09-98F5-05FE-F023373EF84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259E33-1744-03E4-0774-A4826F37658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9E2BF7-0391-9965-3A59-789C529A333F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4B8621-9280-938D-05B9-F81A1AB8483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3D588F-F2E9-6787-1D06-9D67FF0DC00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3B12D5-E812-FEED-F53A-CE97B3129FE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49EC21-0B6B-7CB8-EC29-6D8D626FB6E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085B50-CCCF-3367-5674-84CCDF8278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2E0A61-B07A-7BBC-CADD-6D867DDCAD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F4CBA5-5C0D-26CA-8DBD-0624CCDA0BE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F343B5-457B-8CEB-B83C-FBF3E8DB467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D19E02-9970-60C2-1C08-8857B7A938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447037-F581-616E-814D-264D69DDD66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3EC63D-6B5F-DB75-E8B5-DF856E846F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2FC684-2989-B912-C9F8-6137310F7F5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86AD76-FF64-A980-3608-55A45423CB9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A7E922-DC34-34F9-0968-CDFDF8E553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C45F2-EE1A-CC41-DEA2-F3D8767608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6B9D0F-3F37-AF71-C58D-03B00CC5D67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10FECD-6139-94BA-5A33-A2ED0025FDF1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E289D7-D436-4356-39FC-7D88FC6BA17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65A151-19B8-8A76-ED9C-B62A6CB68B02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A8124E-9B27-3F1B-AACC-DDCAFA449A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86AD0B-5F4A-A843-8A0A-033D6843534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4ECA2F-293F-7216-BD02-356337E8490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1DB95A-B511-5BAF-83E7-DF80D0DF889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F6D3E9-8371-B16D-C741-4BBFB30C03BF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B741BF-AF73-71CC-36E0-96C970424C4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335A58-7E43-BE1E-15F8-2FFF7C15E39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29D23F-46C8-EC55-B0F7-197B9FB09840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D23AE2-629E-0122-78FB-6317B19BC805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6AE6B-BDB5-6A0C-BDCF-B2A2C05BC4E2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AC3706-F300-83C5-CAA1-DDD3946D687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9835CC-2AA1-3585-AA23-99AA8B295B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F227A6-F52B-449A-3DEB-BA45D484E45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6FFEA9-3E87-DD1B-F3EC-4356714CF76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A29078D-EE1D-A65B-3CC4-0BDE03A15E4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11BA0C-DB73-A288-62DE-E7E3184B44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84EDC5-51FB-99BB-F8E3-2FB8C54D3C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3324A4-E983-611A-5B8D-D9F322839FF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333E1EA-55BC-138B-2422-9D2414F53635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A6CE5F-0850-70CF-866D-F87F7439AE6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FEEB51-6AED-B705-6652-1D3DFC8CA8EC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FF4430-E24A-A526-3DB4-093FB299DD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290889-AF29-2AFE-9148-CAC7985A12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A1D156-517E-005E-CBCA-6F343F6151C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6E89C4A-26D3-D5C9-1AD4-275DA560D7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BF62AE-B0AE-E533-5296-36D55EA2217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0D98B1-CF36-3166-12A9-218683045A7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F1D1DD-3698-512A-88BB-155EA713C1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CD5379B-8BDE-B8AF-43C6-A797322001A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5A6D09D-ED1B-B6AD-AE17-C58DF318627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C6EAD18-3648-A09C-0659-91EB3CEA84C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CC4FAE-1D5D-4BDD-4373-0E08B744EA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3FD1F4-DFC4-690B-1A64-961DF08BDD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E6F63-0748-D303-FC22-0290C2A45365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0E902D-2658-36DA-3059-76CBD589B0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A1F6-BDDC-EE65-7D8A-B08A117DE0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65811-962B-7DBF-1B1B-EDF421C800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917416-326F-0A37-7A2C-CB82CFA50F1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E15046A-3363-E461-821D-E85FC2B6D5A9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AF51331-DAFC-D745-9666-55E332EAD336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C5C1AC-E087-83C5-031F-AD44D009C97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D04C57C-19D7-1E20-0B72-4B68405B2A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F5755D-044A-2185-7AEA-7462BBDAA0C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7CD28F-3CF1-1716-F5FD-50E43694A43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D02BF1B-08F8-DAC3-4848-496EBE402F7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1BD38A-D3F6-0E2C-70A2-4FD95546F549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CD6540-7986-DCD0-84BA-B28C510F36C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CA76B-8204-966D-A395-EFD0E72B429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14788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D105-FFAE-4E6E-0D66-E3C3E3209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725910-8FC8-1BB4-A042-E64A69B325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Clean up thermometers.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04AF3C-134D-0E7A-827F-1AFBEF98B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8717C4-7644-ADAB-2325-B546E561D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4C6331-0B17-F5D1-61B1-03E2B0A96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AE0236-BD03-3209-5A54-0AF54A52CB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2D88B8-E5A1-D8C7-9441-795F7D8B2C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9AAB1A-66C6-452D-8E89-1AF813EE8580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54533-C831-F2D3-1DA7-AA4FC968A4B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48EC31-B6D6-2338-D264-19319288DE0A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6860DC-69BB-7063-4251-439BD884E8A4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489289-07F4-C015-50FA-B9C9A8EBEA1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DF9BBC-AA41-7BFE-E867-9D111B1B139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EDEF20-B0D9-1E80-77AE-2EABD90D993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831C2-5A87-0784-B1A8-1D9E56F749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3F6BA8-CD54-D859-400A-711EA37A35B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388ED5-1CBB-98A1-916C-F872E8EA6A6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C1368B-DF7E-3EF5-8B51-5B2FE69572FB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8F3101-8EC1-E82F-8686-BBE346600A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6DEB4-24B4-CB4D-12B6-10B16BE5BDF6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23E8A0-E671-FD2D-8E1E-254171AA6A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3F5BAC-1542-34E5-F807-5A014E1B4F2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A59E9B-D1AD-336A-210D-C9F33D05513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3A888B-43C8-59C3-F95A-F8D91D46AFE4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DC233-E875-7C90-79A8-779E31126CD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A12777-F457-179F-9EF4-3570F0168DD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3FAAB6-FC90-6474-B250-CF0EE3DEF2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C9D8E8-F228-37AA-09A3-3948D3D31E0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0A3A5D-2FDE-D210-ED96-5E19C10555E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E02A53-10F6-1E06-120E-414A3E66600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600388-47BA-3868-1998-1F3DDD12C3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255434-B36B-D267-FA4F-7123B88CCEE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4AFCBEB-EC3B-BCDC-B321-7D1C8E70041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DA6D42-9D7C-ED66-D553-C801CB4F47C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392039-A853-740D-C243-E9D64E0C69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212325-295C-874D-803A-7CF4CAEB621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74FA590-4FFE-1939-66B6-122215E08473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59CAFD-BC1D-265B-C72E-534FFD7BF07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19DEF5-C723-7DBB-865D-63F69C70F6E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A96CD5-7624-C45E-5045-3D7CB9DE8D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70BADD-8F22-49C0-4BFB-127C39E7E7D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1B890F-A8C9-8306-1990-D5FE8B2193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6D3B31-1A26-8AC4-BD5C-7CB0E74FB49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A45EAE6-FAB1-425A-038C-0ED53C2D46A5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0C42C3C-3E51-89B1-838F-E3BD91C4547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F5785C-6248-980B-66A1-5B6AA115A3E7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E73505-64E7-D33D-1115-8387771C8981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E8CD1EE-DC05-0F20-0880-57F833410760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411E1D-5A51-D6F5-20DD-50B842B9BD68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F549250-78C9-BF6A-D34A-2900F070E5F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FE5989-ED77-6415-D438-37A9549CD6C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6DC08A-86AD-B097-79DD-E7542D3D8D0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0FD1AD-5D81-7AEC-3E06-1EBE723F7A5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234555-D447-2A6B-B976-EA0BD82FFAF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BB9367-3C2D-83FB-A08E-CDF7A271EDC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E6140D0-424F-BA31-D7CA-370337B85A5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C29E76-F0E5-17C6-BBBF-F9F33EE48DEA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BBD3E2-D00F-0E43-242B-30B6E63A6C41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4AEF757-B051-ADAB-1333-106078777B9D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48FA10B-4BC9-1DD3-94DC-2514454887D5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272F23-D25D-1329-FFAF-47B5AEDF11A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5B8908-335E-9177-5652-985A34A3342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5B97A8-A4CD-8320-C453-1E2B1F13CE8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7546BF-DF0D-7DE9-2593-93CC7DF20C4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AD8034-6C63-77B4-BD5A-02F12C361AF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42FA832-A442-07AA-54D0-64D3FD8171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8739DCF-B89C-1092-FAC0-1A1777505E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C6E6EA-36A0-6123-25B7-1FF275231CA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725C55-ABED-C411-E4F8-AA381038CE7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AD44AC-A173-6B64-5439-5E2DEA5404C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0EC1EC-6A00-2C05-DC89-C81296217A6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F3D2D-2054-7E5C-CC1D-D9A16CADF49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175172-6BD4-BA77-999F-8E99A016924B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D3172A-5FA6-1C26-223F-11A32943C86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D21F9C-0405-EDDF-99D7-7289ABFBA9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F9AD0-4ACA-D592-D4D9-DEE41E5A859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29FC3C-17F5-1B0E-B57F-DEFF3D78850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6C2233C-4755-23B2-15A5-618449F417FB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55BE6A-6CFD-DEBF-7959-7E1F114993C3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D35C9F-E393-31AC-0007-3B130953FA8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7E2E49-0507-EA71-3DC3-7154AC41719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6BCF87-0CD4-7463-19C1-4C87FB99C45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9D2E30D-DEE0-9279-57B8-57CAC07E53E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03685A0-45A0-9D8F-E321-116DB06C1F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5DC82DD-2234-C51E-4118-A788C3D6B3D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868B0D-AFEE-95D7-8EBD-8BA5E4227EE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EBDB72-4C85-8B7A-CF41-DD0E05C3354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5929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2E094-458C-5116-7EA9-F48A05DD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AED2B1-5C85-AA9C-45C0-AE9179639F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1 in Row 6.</a:t>
            </a:r>
          </a:p>
          <a:p>
            <a:r>
              <a:rPr lang="en-US" dirty="0"/>
              <a:t>Last possible 5 in center block.</a:t>
            </a:r>
          </a:p>
          <a:p>
            <a:r>
              <a:rPr lang="en-US" dirty="0"/>
              <a:t>Last possible 5 in lower right block (half of 59 pair).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803896-8684-0BE0-CDB8-3AA83DDA6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B8EE9A-B2BC-F6C6-4E00-137371ED0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FE9B14-6C78-D501-1919-40D3329B0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B5E5E3-D8C5-EEC3-FD49-A25B41EE05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0C52C7-EB3C-0AEB-7D71-57BEF8ADAA2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A541C-217E-A059-9157-815483001C48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CDCA8-CFDA-512D-D07E-F5C0031627C0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5140-5EF6-7DB5-FADA-7CFDE43919AC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C0D0BE-0E2A-0C00-AD69-E2148988EC1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FDEE95-AFB2-E2E6-F3D1-E8998EC0964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265F74-B7E2-D733-731F-852F5F97F1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3C686B-2770-E0F4-802B-EB1E6CBA057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9B164F-836C-6363-334E-FEB0FE87360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4A2589-913A-1EEA-AB6C-466C140C8169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184E86-6DAB-BEAA-0065-A26997432627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BF65B9-EFE7-11A3-0977-15F44D2555D6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15634D-034B-797F-D655-4DA621666A5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0D1E33-212D-4EFB-D95B-66640F2CA9F9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718336-7C72-25FF-925E-04DF042B30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9BFAA2-CC9B-8147-AB84-9051864E402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064D73-8DBD-2B02-8DB2-3A8DB03C51C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C0BE47-AF70-9FF2-2B19-C2AD2917F6A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737089-13B1-989D-2ACF-8703B33A9C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B9C135-BA11-85BD-6D85-D24AD2387D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D66BD7-5D36-531A-2788-7331F5E7366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7E16C5-A451-ADEB-9F80-9BF8D8514CF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EFE712-508B-78CB-1D1F-3B3E9611E8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97F345-E916-4AD2-EB04-82995DCE328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A09EFA-9659-BFBB-9CD6-DCE744A0D7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122CBC-1B97-EADD-61F0-49F3935141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862299-CD79-4E22-5F7F-26013814B00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AAA06B-9ED7-CE12-1117-F2C8812223E0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CF5229-7559-00E3-1CE4-3194406907C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12BDA3-3AA4-A257-CE18-410A98F9A2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13B563-AECF-0872-9A48-9C1B88EA002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FC449C-45F6-64AE-5BC6-CB3932ED89A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E8E6F18-71DD-1630-B85C-4E9642A0B12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6AF3AE-AC59-021E-0E9F-9672724186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8F74D9-3FC0-98BE-EA85-6F2B118B4AB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FB1D8E-1DC3-7524-1C00-D9C0220DC74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464FD8-A69F-B837-EBCE-FEF4CB062E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9A7348-8D35-2394-C33B-DB632EB1A9EC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C3D40D-1927-CE5C-2856-25908D164706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B8330D-336D-3254-D127-EB1CFB1FDD99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CFACBD-5870-47E0-D8E9-5C564507C044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98EE2B-BEC3-B27F-CD18-2AA01C1A245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C71691-7793-B56B-0F46-1CB635C597E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B919FA-A643-B474-55EB-DEC43B9936C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2848C1-ABCD-76D4-8B19-A8A53A23CE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EEEFCB-5BFA-9398-D6BF-69FE818DD94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85282B-E6E9-548F-704B-54B63C604B3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614E7A1-E29B-B78E-E31A-9FFAA8924B3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FDA2B0-F01C-17CD-818C-ECC4F9FFBBF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B3F2E2E-8D00-A362-C7B7-F9A5C5749A18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8058B9-66EE-4045-6B50-31459BADF8E1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F271CC-46B4-9038-3421-D445989C3470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29D347-0034-E5B0-B177-8B1D57F271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274248-D74F-EE86-2938-6C04D0E84B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FC7610B-0E7F-FB2B-1269-44548C89D6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1877189-90E7-D868-2AFC-595F753EA03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6872D19-B1F7-699C-A02A-6B65D0DB81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80C95A-A4BB-4218-7EE8-F778CDFCDE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51960C-7DDD-B4DD-222B-F83B96D8A3F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41F2BFD-4FAA-09F2-DEDE-FB40D7A15F3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E488E0-FE18-03F1-CB40-C83980F8422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073A47-6DC3-FE63-ECFB-AB13561A8F5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0A2F86-123E-3793-7BDE-7C22EB9D4B5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AF7B3F-6334-5D68-808E-AC3FA835BF2F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ED241-FFBE-404B-0EC0-2EBD00A1B9C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3EDFC8-8801-5AF7-D0EE-14A22FB0DC6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55D19C-27EB-D540-8AF5-4949DF2C957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F489D9-6D88-0899-1511-AF044C50E65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DF92576-ABB1-7BB3-D1E4-5AD429661A4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60250E-72CA-770B-DF9F-9B6D81FB070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F69107-84DF-5E4E-F754-277CD5AEC90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A86AF3F-1943-DF69-45EC-4DE7C1BB9E0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DED029-9FFE-20EE-2E08-66B7ED69F74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EE81A3-C493-2DCA-5AB0-36587078C4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C26FE7-391E-4713-8AA9-72ABAAA2AB6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7A6851-17CA-E650-F95F-D024FF4E8D2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A1542B-A8C8-7223-756F-D50C5FA4DB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C20BEB-7354-D5AF-808D-7FF8EBBC7C3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6C7401C-0290-331C-7F42-45E77EA69F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128435-055A-E65B-274E-4AB7BFF27F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39D4F42-12CE-37C5-171A-15B6C4F14B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98662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035E9-ED69-35FE-724D-CAD412DF6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97524E-964E-AB3A-FC84-99F5453818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Reduce. (In upper center block, 3 must be in Row 3.) (In upper right block, 6 must be in Row 2.) (In left center block, 4 must be in Column 1, and 5 must be in Column 3.) (In bottom left block, 2 must be in Row 7.) (In bottom center block, 4 must be in Row 9.)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946861-5E0F-D136-F065-52BCA2BE7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A69AA7A-E8C1-EB56-0CE1-D34DE4338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32AFD1-BB44-548D-0F3C-44A3F51C90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0ECA42-034F-F414-C73C-37073C4A9F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439A3C-72F9-582E-8F10-CF3A5590612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C42B7E-C949-8ABC-25A3-84DA302F1258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0641B1-D0E3-0595-30D6-351983AD5CDF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E8B5D4-79A2-4FF2-73D7-D1B95915F37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9FAB61-FF1C-8F5A-8A0A-8986E107F33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E0C9CD-9B0A-DEF2-E72C-A584D3A6510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D96C41-000C-0FE9-DB03-34496C1533B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030A75-ECA8-386A-7BEF-2E05CA199611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0D9A74-209E-D0A1-98C0-C4DD41777A78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580EDC-59F2-6CB0-87ED-7BA1A3068B7D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384C94-69E9-5A7C-63C2-9707870949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45A266-6F0B-98FC-6D68-7A0B57C53947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031B45-4A2E-EED8-A0A0-A11980ED62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6D4A60-A0E7-62F7-3AAE-4ACEC1C8F0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4C6EC9-6FAB-F6B1-4F44-1F621A4DF10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F6C94D-2148-E1C2-53AE-CE8636820464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165448-8F4F-AF21-F05B-0BA70DD2309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4371CB-EF2B-9B54-092F-E564DD847DD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9724BE-15E8-E82E-663A-A9CDEC3C983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28798B-0E0F-3DDA-A8E9-688D43D6F2BB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A7C33A-2D91-2477-4455-06752F5D2B0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4C7FE4-A1C7-1B48-BBAE-B5177A274E3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75D6AB-225C-358E-217D-D474C71A39B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AE4E63-3DE8-EFB5-4038-667EFEEE9D1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0FE5CB-0CA8-F243-B90D-572453C3384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D84415-6294-F2F8-33FD-E36D47C170BE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445566-96D7-7A43-0CBC-CF37BDA9462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195C6FD-9F9F-E14D-E8B4-4DE2DB9EDA7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DC7ECC-1839-60A5-6107-BC183F57EDAB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860E1F-04F7-E21C-7CF2-E6333FEC933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7DD5FD-5692-F36B-005F-92BB79FD676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B12B13-C45E-3234-FCD5-1C50B76155A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274EC9-A203-D1BD-B5D4-39A8741EC2E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5B49EA-7482-6B03-FE4A-8AF19389232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55A0A0-47AF-5BC0-BA12-570AF518F02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3C655A-C94E-9334-1355-3E5FECC5DE7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CB1CC5-E156-2BA6-34E6-9548287F8247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7DA5B18-B9AF-09F3-A58E-231B8F12A471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DFD4A8-325D-0F99-3D6D-771B37B399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CEB1A4-260C-CBAE-DD0E-9CDDADF8C86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43B913-1E91-1FC7-BD86-611E6CE6814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C2BECFC-37EA-F7E2-A4A9-FD9D596244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386715-A479-2BBF-6704-1A0F46F4519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63A335-6491-427C-314C-24E20F1AC99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955B9D-1B3A-42F1-E002-9EBFFCC6B3F8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0BCC7E-F5A6-DE19-7DEF-6504BF0FC94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2930C85-85F8-2563-F1A5-B80D01165227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8CC4604-7B6E-3D91-A385-B04D209760D2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D93C84-99DD-64F2-B356-688341127A8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1C9398-F5D0-8497-EEC6-D19A0316D2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C6966F6-6AC0-F856-846C-ED9EA813CFF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FFB3EFF-510D-BCB0-0639-7729D2B7D46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688AD3-1EEE-6613-696C-104ECEEC8A3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6328A8D-C3B5-2C0E-01E3-22BFCA1A35C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EC9A7EF-03C8-8026-3326-3E3DE4D656E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6BC92B1-FDE0-DF69-D956-2D99918D47A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CF6F98-3548-98D5-D35D-6F9584DE0E1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7C4D9D-0C46-0689-4212-3B7575671C5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F30590-AC0B-A25C-CA35-C660CAA17F3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7AB574-FF77-8F91-7451-558ECA86B7B4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12D8C-8E5E-FD37-0B3D-8E113E9DE2B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28D0D2-B9DD-BFF2-7E26-CC31F1B2BD2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2843BD-CC6A-82F7-DB48-B7ED6F1DDEC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D65B7C-B44A-7639-014A-B61A4FB85AA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77EE639-9CD2-64EE-2389-EC0D8404BE52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FBC9E3-6E60-17C0-5B14-49AB41B4951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498002-AB3E-1597-C195-FC22A42CFD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D5D592-BCC5-AB04-690C-62F25F439F9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C06872C-2D60-3B82-C26C-EAD4DAAD3AE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C0C87E7-30B7-9FC2-E90B-2280088562C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632D7DE-9DE7-CECD-043F-59927B5E500B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1F353E-B625-D3F0-F489-CEF2FA2BF8F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60D3E6-63B2-FDF3-64F6-F5C8971D212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BEEBA5-768E-48DA-4EC2-2AB7851EFB2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AFB8E99-034B-92FA-550A-C5F83C7E6FF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C4E1F6-2AF4-D230-60F4-E8D0F1A6F49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F44B71-FFE8-07A9-F55A-167DD60A297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63E0BA-215F-A35B-9CC2-3842952D3F8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74B6D8-36F6-5145-AC88-66DDA163ABE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994AEE-DDFA-B858-DD0C-E126651EC4E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BEE3B6E-6AB8-14BF-8CF2-0B5971F37A6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76703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562C9-4492-DB91-AFDC-B04FAAABA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62F896-62B2-6065-3B86-65BB521B4C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3 and 5 in Column 1.</a:t>
            </a:r>
          </a:p>
          <a:p>
            <a:r>
              <a:rPr lang="en-US" dirty="0"/>
              <a:t>Last possible 9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E5B66F-1451-25CD-A831-B434A1054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8476E9-4647-C1C1-2C32-E672764F26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10C9D5-BC53-54CD-ACB2-620237A64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452A2A-D566-B54A-13AB-2CF0F28E4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D719DA-3E26-43B7-CE70-94E13CE6975E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0D0252-4BDF-06F0-0F97-98A785791064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A61C22-1C91-8CA6-61F2-6A50FD0644FE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605C69-66E3-507B-472B-712C889C654F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174B0E-D5B0-5FEB-363E-C760E384A32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24B3F2-F171-B3CD-546C-91EF89389B2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2D7521-D542-C69B-3BE3-55997B5B5AD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06E7BA-4DF0-E8BF-0214-6CE1C29B88F3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F64487-37A8-B968-F85E-37ACEE04FB2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9B0847-A05B-C4DB-C540-D92A4BD06715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AA3222-4BE9-350C-F9F9-8E800A8C20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43244E-637E-F517-5446-103413F1F65E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E57F1C-CEDB-DAC8-C75C-44C145E2D20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F08FC1-FD18-1BAE-30B3-F78E7670C8F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659B0F-14F1-A2C8-BBBB-1ABAFA51C6A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B45E34-8C22-8976-7046-A6961378469B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55BA1C-E631-DF60-F09C-9CFDAB1B84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C879A6-EF8A-3A29-86CA-CA903F2971A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C83119-8F46-E0EB-9EC3-6FE30212FD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11B4DA-2828-1E07-3A87-99CA5531C63D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7CF458-86EC-82D0-2F59-3371663C45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08E0ED-35A3-3F65-A333-F99B1503CFE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63552A-A3E0-F5BA-DBD5-466C5CC285C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892C11-5D96-28FC-D15C-9C8940304BE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13D844-3DFF-6199-817B-71C9F30F7DC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E69181-ED58-A716-6E4D-D61DC57C317C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B3F5D5-1AE5-54DF-C720-762668D4DB8C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9F89DC-7434-D0CA-C50F-6AFE0E0FCBE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C07DF4-C868-8D76-6208-D7CAADC4FE2D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6C81CC-D99A-BF2D-6BC9-E2954BD981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83A7A8-5847-BD53-779C-94DDA3FC1CD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925BC7-2A75-355A-508E-2946FE890FC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F6E76F0-FAB0-C893-DD56-E3F2770764F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543E210-CDBB-976E-4372-6920684A2794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69ECAC-35B6-113F-A261-09B7D10705A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6000A0-6187-35B4-8C77-0AD054CAE6A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8C1D09-61B3-8111-B922-BE5741BA3D53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C7F650-E7B2-B706-5ED7-C5E5A2B466D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0BEFF5A-2B59-57BD-D491-9B9AA21327B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0452F7-B19D-4228-2E14-2034F20A1F8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417ECB-C93F-019E-2542-9E9B5D3D98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40E4A6E-1108-7D5D-7BDA-29003E14E87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1BA906-471E-C4FA-B558-43E0A8A47E84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CBAACCC-3801-93C9-ECE3-D544F29F91B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1E408BA-5A64-7D84-FAE7-2BE0ECA856B9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AE474B2-9DD3-78A4-5FC8-C5E0B8D4C6C9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64EC606-F6A3-7441-2D76-1F66A319566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34B8335-E15B-62F5-D6C0-384614E995F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169D8B-FEFB-2ED9-D458-62E4C0CD34C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0CC4FF4-687B-67C5-DC50-CACAD0C7A4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0102095-3B10-127F-B74C-8A25B3B18F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8EC2863-B756-0B57-BE57-FE1D8486B0C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F88E02E-773F-6620-346C-8A30AD657BE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463BD3-E62B-B89E-F3F4-76C0297BE4E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669F91-8E23-F138-0D65-41463233508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3A8A37-730B-7264-CBA1-1B943B7B3D6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6B9157-5607-3BD1-F48F-402179219178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AFA459-50B3-9D5B-756C-8C300A0CC71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9FDD7-C215-B043-F001-009C8BCC14D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69276F-650F-04C8-C137-44878A3481B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0C2932-2E4F-A871-F6A4-3AE66DDABF6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855852-DD12-BA2B-3B22-5F856E9A7316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103EAA4-B648-36F7-4048-CCD065DF0AC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206FC4-40FC-3E0A-FEC1-E4D767F580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476D19-A787-D9FE-E1A4-AA11DF23B99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FDA67E-A20B-345B-083B-1EDE063C2FB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B08631D-318A-5EEF-C91F-BC74AB82843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C2055D1-E8E5-1AD0-78E0-753A07C36676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E6B861-C11A-EAE7-1CDE-11743A9E1EE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A8416D-60DD-E370-2E44-202CC86F585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F12552-2A40-5D94-0484-877E463A6F8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BEB00B-E318-BBA2-C70B-FF89191090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4859FD7-7F5D-E537-C1D6-CA85FA942B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B7D2FE1-FAAC-1BB4-27FB-4F3CE6E34DF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768B1C-4AA4-063A-929F-BFDA4DD4367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B425FA-1946-BFF7-B5E8-7C9224B41A9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D245D0-6A2E-50D6-5BC9-59D1D61D1D5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73A8C-F05D-B41E-D30F-1732270BD1E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E7B29-3D40-FC15-6050-B4622E5ECE7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BAA9F7-3971-E7FB-5CAC-1E0842DD6AC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FB143C-4E5E-C21C-90FC-60D76FACDB4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06533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6C88-B076-EFE2-C85E-D40DE215E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576EBF-14C6-11AC-CDC8-1DE4DA76B3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7F9B077-1743-4A2A-D024-8CCF2C7BB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D11E47-F17C-1FE0-09FE-0AE013976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D39058-E25F-0FBA-F627-FF8B2425E3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29A430B-F8AB-699B-70E5-57DE3D5135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CF9BDB-694D-B53B-4FE8-7873D55480C8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75D5B-03AE-8771-3C50-79BD1EDABD6F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BA99BC-E1DD-1794-5A1B-8BE62A6F09F7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D810F-D9CB-7DA1-CE02-0B1B51DCFDDF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0BB93C-1D97-EE00-3B98-AACD176C980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D09D99-AAC4-B705-676E-9B35D18E135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860A6-28FF-E6EA-9842-9B228EF62C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CA31A5-3A2B-2B49-A27D-6402C7AC276B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A2D688-AD14-1B4C-C92D-D0BA9F8D370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15F030-062F-4223-C087-78408D0BA86A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B86C22-AB69-99B6-CE60-7701AD6AD7A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990CC3-2086-E68A-4263-D86A959BEE6B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34E853-4B81-E9A2-7100-9DE93640F57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10AF0-3CA4-D21E-D501-C048A025CA0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5D520C-81D7-7733-9BA2-043246FACF5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CB8D93-BE97-ED46-3634-CE756D6418FC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78D59C-5093-8E5E-9B23-0C3E2CBA60C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C5FA4-221A-F8EC-E2FC-407993D02DC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2747E5-CAE2-BE06-B575-168E4721E9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26D58E-DFF3-B0CB-9E2B-793101D5B9C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343AA0-5CE2-4003-ED2A-B4379EAD383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A8735D-84CD-4791-A984-A57379E5D59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0D96A1-941B-D4DC-EFED-7D73C3734FF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B0167B-4443-FA45-7987-645BBE7F2F1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698500-C32A-CD99-8652-6156E4D7DADA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1467C9-0CF7-C208-173D-38E89AADE9AC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183916-D6FB-4C40-F240-12DD40ADCD0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96EFBB-F6DD-4054-720C-267F8A01B08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68A044-61BE-4BFF-26BA-39938120704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286B41-059A-D6C2-833B-0D92463D0D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E2DD61-615C-45F9-EB01-FF3C54B16B4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0D9B3A-5344-676E-E7AB-37E6DC3E4E7C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E18952D-AB54-C999-CBF4-31F3A9663BA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5C107B-BDA0-BC50-363E-CF8F5ACB016C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4700D9-1E47-8CBC-DD85-3B54C02E2CEA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8FD461-D5FD-A74F-5D69-8AE379695AC0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04D6DB-E8CB-268B-3461-8891E4325C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E25D9E-F116-89A2-4911-B816247A85A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E105E7-FAD7-B1BA-8413-F0A7D7DC635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2EA7AF-3212-9233-25DF-4392D094BC89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B0C61D-CADB-CDBA-AFAE-EABEA2E54ECA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F7FDDD1-CB82-C385-7F97-BFB468813C5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031178D-5EFA-806A-4779-289EF46554EC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524297-74B2-EC1D-0B89-C82A2FBAC2F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C477EFC-D1F4-A3ED-6029-D7DA65B8B57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00FB1E8-8B90-706B-AD0D-D20688450F7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818004-ED21-39B1-2F17-682E2D09189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496F0E8-9070-EFEF-03BF-68CA927B0F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0E6096-3E5A-E811-7E5A-9735A38316D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2312261-9AB4-B960-4F5F-7C1E287FBF7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ABBE495-DB6F-102A-19AA-414DA62F41C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79884-FA4C-ACFB-AA80-09901EB645C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E8CA6D-E1E1-F4FA-842B-2DA4201D337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BB07B8-AD4D-DDDA-DF9B-8A23A136D12A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F0A882-64A0-712A-75D1-D79A114BDC1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237B0-ED1A-38C0-BF43-A0E38AD3D19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5312A1-DB46-DBA3-686A-58E66ED376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6E4DDA-0842-6D17-92FE-7CF5009EAE1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0607314-31C2-B2BC-0182-0DEE10F71CF1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8414F2-C064-AEBE-0F01-C030F7A35CB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8882078-BA6D-BEB7-19CF-8B9C81ACB8D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F24289-65CA-6EE7-1877-05F633979EF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6C6AF5-0362-22B5-1396-0786575C8CC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97E7779-DB27-3A2C-C7B3-94C6DF16B04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519498-6DD0-4B03-BB3D-10861696CE76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F5DF61-A359-FFB9-D419-0A5667DB03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9C7CCE-050E-E2E4-9F7F-01418B061C1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8A538F-27BD-53EA-2B49-E2298CBE751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769713A-4DDC-AD56-374E-0C3987C2333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9D0B18-1570-52B3-86BD-90489BA220A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DDB5DF-0B94-1C98-5E3E-3AE6E4D0CC5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F0E140-18C5-014B-073B-6FF8AC1AAC3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3AD36D-15CF-3EB5-3FB2-8C58B4A830C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A3A59CF-959E-321B-2960-3D478A84F40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2C23B-CDDF-068A-50AE-44C050245E8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72F38D-EBC0-0C63-1CDC-E90E0C9A01C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C03A57-E3A1-FBEC-A3A6-2FD7E07A52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9D0370C-E156-5AD2-F1C6-19859F86018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CA76CE0-FD1F-C3E0-AF44-86E0F43A7C1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8B22D7-FD5A-C763-C0F5-A96043CD746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0B1C0DC-27EE-2A09-CCFA-31074FA1D5B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49310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7E4C5-BCC1-4A9A-39D4-F8DA45B82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D05EE8-A572-CAE2-B32E-1EBA7FE146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85E778-BB4C-9A32-FE3C-96259ACEC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2D70F0-F237-79E7-2018-EE752F2AC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8B951F-8763-1A73-1988-1D90FCB930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FBB360-81CF-A56E-2EC0-12DC1D8C74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97823E-9410-C99A-F314-2666AB61D7C1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E8327E-A1C7-727C-0924-02EB96D2F443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4996DB-E08A-2FBA-0D06-7AF01BE147F6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5C8DF-A3BE-BE7C-B05B-2242E77BEB06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897DA-3E6B-FA71-5964-948DDF520E0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C2B8D7-00D1-7C75-B3D8-7C4181561C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ECC9BC-88E1-E84A-733F-B733D8E2D9E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55EEB4-A738-3D4A-3BD3-A8C022C96389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256CDD-E4CA-D2FF-DA63-39C24E0648E0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53B1AD-1C27-23FA-85CF-C35D64841DA8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15834-263B-63D2-D1BE-0A62F418E87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96DC9F-EA94-74C2-6094-2BF3CA6602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C52E4C-9A84-A109-11C5-75038D3119A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3D2CB9-2659-7365-D93F-5AE83E4583D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C5BC2F-E828-EFAE-7410-F991792BD1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419C13-57F4-174E-9D21-666F4E3A3FC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A7CD91-2FD9-CB63-5338-4879DE1F038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A32F44-341E-4345-D846-980ED87705B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B66E33-8737-75C8-CD21-FF1181FEE9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7B5037-10A1-5A82-C812-F668F8B917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16A7E3-3BA1-66A8-1E78-E0D29D27B8B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6DF260-AD7D-0E66-3646-3EAD44B43EA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8EB8ED-897C-324D-5F3D-206AC3EA6494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767836-2D67-6540-4BEA-23D64A5D6BEA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38A2BE-550A-056F-8B40-DA70DDC7DE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8F5F49-BB51-827B-0B0D-BA2151641BDE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9A35F61-0B27-79C5-B130-3FDEEEFA9DA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557FEB-7A60-3F99-E18E-07925A0E829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2B1245-62FD-72BB-92F4-756CDBC0F69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F3B3BD-40A8-3518-BED4-D0F480B95E3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D6D3AA-7A19-6ABA-1FB6-1B489FEB8A3F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BCCF83-C297-B62F-1AFB-F9F458B87F9D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74380A-5823-C5E1-7EBD-B28D77964BCE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E7E1AD-9CA0-1460-06E1-4394AA3DB12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6E6827-FD22-FBA7-4CA8-26C5D2E3A49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38012A3-8A36-4D6E-1916-1B7295E209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63CA4C-71E7-3C67-3B53-279DF16D19B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4ACDDAF-9817-20DB-505F-C07EF3DEEDC4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8D9DDE-792B-92C0-9AFB-43E73CB2CDEF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A32E2FB-F21B-9402-B86E-BE1FD173B375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7D15D83-7704-29B3-66F4-A1A1782DFE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3B06EF-6270-62BB-00CC-D941AD6CB4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A77ECD1-0FEF-621C-C894-ACE5DBC6771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1E9A0C-D9EB-A702-0174-C2E6F7C538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1AC43B-8B21-FF04-13BF-3CC145A1ED6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44AEF8-7BC1-9ECD-55C1-74FAC3CDD36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E93981D-75F7-3C25-064D-7B94172BC72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BDB05E1-3ACC-7E29-E791-4AEB683829C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CD459E-532A-B79C-C7B7-AACCD2B3BA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2BB045-8478-25DF-606F-AFF8029ADBB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77CCC9-655B-79BF-AAFD-0ACCAE8A5111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CCC15E-2840-7863-37C7-70FEDB7B71A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5E422F-70C9-171B-7647-54C1F5C8873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B6F5DB-E93E-5B95-0596-E74AA5D8259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7770FF-650D-3F6C-6037-234EC8991F4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5A32A0C-E591-F18D-6603-4380D209AEFC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3384EC-4483-78BC-9F41-9E079955FF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72AB95-7613-D062-39BB-D67AABCC119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CB1B720-A8F5-A352-6751-593B5AEE26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F6EBEE-C368-35B3-B32F-E35616CF7B0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29C965-C8E3-1BE6-44CE-D92C04A1E2A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0137F1-9557-69F5-2C20-666D87BA95F4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76E7DF-4CFB-69B4-728E-C9B41C92C15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90B48C-98AF-D1B6-210A-598306238B9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75BA5-2BFF-17E6-70BB-300F2A3BE83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23E1E0F-ED0A-AD51-35CB-04D63F6C682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3A18BC8-D46C-39DA-B46F-4AB3DD970C9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F7ED86-E80F-82A7-AA13-46B775C0B3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5C7851-2477-9256-F406-B029736741E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762660-123C-E66F-7414-AA065921DF5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5D7B46-E485-7725-4DD8-EFFB3D19D5D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5E0531-BE86-8192-DBCA-1BBFAB2D2DD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E29BF9-718D-D89E-B5A7-9B3B623000D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B0C450-2CB1-4520-04F1-DF469598381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AFF14C-E536-A36D-1167-2AA0BCF87DC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8B2C21-ADE4-D148-0B7C-4E00520F3FE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7C9653-8D63-4C27-D519-69731F3ACC8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726D40-C83C-61E0-E13E-8E6B353FB48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196DFE-82FE-ECF6-3E25-DA91401D223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6B75EA-3A5E-1F5C-7A80-0126560BE89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4D2993-90DE-749B-FEC7-77ECB8380A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74269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62A0-16D6-60DB-7794-98FC4B079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1C3DE8-1351-391F-4C1C-C2AB7E90E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0040C2-10B2-DE2D-C465-349845FA3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E9CE654-852A-55CF-C758-38E29DF92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BBF061-C2DF-190A-314E-1B2876E7C1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8C79EB-F31A-9433-A681-8FBDEE0D6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B1850D-3633-1F9A-A35E-B9F124E0723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85B0A-70E8-413E-87F6-913C232103D3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44496E-6630-4B85-F7A5-99B6FD734149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D06F98-0FC7-0364-D124-B4EB74F2249D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3A6674-D06A-4C46-EF55-75093E4510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BCB74C-EF8F-A94D-D937-4C4015688F5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D06CD-035B-A8D2-17AA-922598C10179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D86EEB-99CB-5D0F-97EF-4D15460CF26F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771A85-9868-C282-AB89-A06FF4D0EC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D52A86-9CF4-1C56-687F-058381991D1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C34F5-F374-CC19-0CFF-78C1C71E99D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F9FE74-545E-BE44-7494-EA74F1D833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895654E-99C9-3678-AEE8-DE338452847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9320D5-4D46-F9BB-ACCB-6569C7FB5E8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1C16F2-A4A7-1B9E-F8FD-2A44C1A7C037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CFCB4E-27F8-0EA0-02EC-B86D71B9907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48EAB7-5A42-2A9A-0938-09A83E02034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42AB2C3-012E-A3BC-91BF-056178DC4F2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84F606-B5C7-F678-E119-108AD33B8E6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44E57B-7DD9-31B8-0644-4394782DFE81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4FE72A-E06E-0D9D-487F-4520A22469F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7AA2BF-E3A8-98FC-F083-5204CA85943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F13425E-2F06-F0D9-E27A-CD4D9964B08B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D39DBA-647A-9092-955C-12C7F21A6A2D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71656B-971F-7AEF-19D7-1CAFD07F42C4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825205-09C5-3D08-3C50-9E009C862FFD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E3FC8-021C-489C-2B53-1972272DF37D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778420-50F9-346F-79F4-84F01CDCCEB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604AC6-2012-32BC-A91C-6E377C73B116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AF7140-3C4A-7AD9-2A2C-12AE098147E0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487F1B-993D-9AD4-C739-EF084BC66B85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F538E7-8756-AB7C-23E9-F629BA8C737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18CE87-1067-46DE-2A90-F1131CDDD03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1FA3174-0B30-D486-2A83-5A0ACF0C37A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61430C1-E27A-5023-7924-B2D81278725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C245DBD-3446-7FEC-29B0-C5178190DF3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C3E935-A285-07B1-8BAF-1B4E8EA6B76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C7AFA2-D6E5-D101-04E5-B5F9A152B0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E42C8E4-90C2-3A07-14AA-99A6E5AE6C4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5DAB9E8-EB58-9ADE-C9D4-C9DDC9C75EC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D2E011-B55E-4CB1-F653-B0554CD4808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44F89F-EEFD-036A-E5D8-30B5D34698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BFEBC5-4596-3441-B68B-74CE1B50DE76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EAF4C-5627-0609-9C01-4516B764C86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3B9BE-BA73-2CF8-C2BF-1201170A31F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96F2DC-10F1-00FF-A9F8-4E217FC0CA6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3F0DEB-3A90-E3E1-B109-56C2E581865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393779C-483C-8298-92CE-B23387481B52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172E1A-050C-C6CB-4839-5005E55F56E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C4EEDC-4E25-F95A-BDE8-C655854468A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675651-AEAD-438F-735B-DAE35D26DB8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D2CD3D-E421-97A3-42B8-F9A1D302BE6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A12387-A50E-94F0-87FA-8A11C711765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D0465E8-5E57-8ED4-09B9-E6E01C27110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D12E1D-C410-DB70-A0C2-2C31ED73C4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7DC295-6938-2C1F-ADA3-83597929164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2376E-FA3F-31DD-9B6D-90E27053633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B0BFF6-83DA-DEE2-8E84-5938BA112DA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38790D5-C137-7E5D-A13B-8D3B618A2D7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2EE2540-7519-7434-A48D-EE41F85790E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759D8B-8287-FE0C-D47F-0AE04348856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61E9EA-11E9-D559-CC5F-0AD6ED206CD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B5C4876-F86A-3EC4-751C-4F4CB82AD16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C5E63F-45DA-8B74-9268-3B386C18A47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487E2D-D88B-DE72-A9F4-BFD26EA6DCF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70FC91-24E8-CFA5-0C92-C9A7924CC51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18C1F2-FB0A-F383-71B8-C762EEA8FA8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7B304F-F9D4-3268-65C7-E03882E069B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BB6DE1A-375D-9378-8050-A880C8E20AA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B22207-64AA-AAD4-CD97-5C4B7A55694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CFBC16-399B-5D70-481D-553EA09A880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CCD462-660D-F823-40B8-D6FE83C6B39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894D2E-26D2-3DF1-0075-19493C2D813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ADDA261-3161-0DBC-7FC2-1B99721FDE6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9B005D-4C37-8F4C-282F-2881290CCA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19153DF-9CF8-ED37-4947-B39960ED834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5461C74-2323-5ED3-3ED1-5CCD2F2E73A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2B2A305-2399-85B1-CF7E-DEF5C9DF4EE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2988026-03BF-9364-1D13-97DDA35CE10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A0DAD4C-19A6-4BC3-7C18-57F668D4F8B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E50EA9-6F97-B57F-2900-BFD1F23424C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09522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AFDA6-B61A-3682-B54B-19D37DACE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F42E10-5A90-41C5-DB65-F0EE6AB20F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7D1D3A-08F8-7123-AAE5-6935E9F2D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5B511B-9ECF-8076-59AE-FC776B0FAB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D8D9410-467A-9C47-8456-09E12490A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78D7CC-D89F-08B8-57BF-B3122D0C0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16BF29-E488-E32E-A105-407F387595DB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BEB470-BA06-E9FB-C8F3-530906053DF3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1132D8-46F4-A130-EEB5-A704FBFA015D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46DE-40E2-1296-35DB-E6DCC7B281F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05D4D1-1B36-6514-5E1E-AC471DCB1DC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8CB26-3B99-BC67-1099-747A131C29E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5DB876-3141-45B0-B7ED-F301ECC9849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74FDB8-4BBF-61CE-EB33-C93F0EA75E8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7ECF00-6395-694E-FC51-45F132C7C06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422F8C-2CA2-3753-C633-D49AEB32CFB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E99777-A758-8CDE-12D4-05D018B80D4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73B6E4-F567-4B70-5AB9-53DBC831CA33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46CC30-1D40-86E5-AF5D-D3F476DF1A2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26DF33-A525-A68F-56C0-917AF7A165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37D433-598B-7F73-8101-7014BF365C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5F45BE-F9B2-EB7B-7F64-438B1D5AC2D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950EAE-198D-21FA-EC75-6BD69BC081B6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FFA9A1-ADFB-BB4E-7CD5-3F8D0E59D69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FE3214-A6BA-9644-2978-FCB31F9E49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52CD66-42D0-3828-EF8F-C81DE0250025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EBE05E-3128-8590-A7A5-C9BB99C2C0E6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34543C-EBF3-C7D0-7EC6-064FD653321D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81C0CF-A55C-D604-8535-239DD676BDF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6044D8-37BE-8A62-AC41-DB3B9895B1E0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74E472-C648-3F44-061A-991062EEE03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B4EFE49-C6F4-2DE7-040C-E63FADD34D89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B2C8E8-4881-CB7F-0CCB-48A829538588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A253A7-1B8B-D853-9ECB-6AC5AD1240D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FB10B5-9B5F-BFF4-65D4-3065627383F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621722-1DA7-4FC7-5309-5170DA40A5A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FEFE769-F639-FA19-05FC-CBC497DD369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62D515-242B-4AE5-3E6E-1DDF368E671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408A5E8-557B-56D0-611A-3137E14B3C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AD33FFF-CF0B-485E-A412-EFD06D80C7A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AFD8FD-CD1F-6C46-00D8-E770842E94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F79C7B2-994F-C930-068E-D7FF851CFB0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41BDF9-740F-A0C5-8668-FED1990EA0D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EB9E50-0D0A-6222-AC36-DF0FAA426FC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D257FA-FAFC-A929-F4FB-16756D82ED6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2C38B7-60C5-B48A-C334-BCC9E97CD25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47460F-F151-B71B-25DE-55265BC32C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C5BCB3-2387-97E7-BD59-F6655006936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7F6F96-6BCB-7824-332B-0E0A3ABFD9E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D8B56-C81F-15DC-16FE-3D2D59D8094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06817BE-7D26-6EF3-D742-D2FD78238746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A8E217-D8CD-25AD-C972-4AE98CA699D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BEBFBD-4124-8E68-CBCC-F81D8E53332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A86F294-BAD5-080F-EC64-354D3B03B50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456CA5E-9FA1-D001-5B31-413250DA9D2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A58FF0F-3219-8BE8-E1DA-AAB3411083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0D99D38-53BD-6939-EA67-3ED7AA584FA4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3943C2-9A84-30C3-E882-5DF012B6869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5184E6-CD89-1CB1-7798-6360FBCEA22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E98084-3BC0-7141-3E67-8EE56EE38BF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F19C97-6536-11F6-7119-0BF3729E37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F926D44-5BB1-ED77-47AB-FAFA23D9C30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8CDC360-020F-4EA7-D456-496B09D3B93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D542CD-9F8C-AB9B-29A2-E7BE7B6D633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AF76B6-E613-4FDF-8B3F-5A9FCBFD9D4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126212-4EF8-A247-49FB-E5DE619EB62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9EFD6A-2F5A-7DAA-8313-FCD62B6E1B9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749F34-E74A-E1AA-A1C6-9A923F827C9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EBBA79A-5535-8155-C64A-D96082A15C0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9EBE624-92F6-FE6D-C448-60044990CD9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CEC94E-7D41-1A76-A90C-A14A4685B06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03D68E-2542-9662-E37C-5D32683ED67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E741ED0-B096-82C1-8087-26098B45234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0C4A71-7459-C8A2-E0E1-0E1D1D4FFA4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49F898-00AB-F689-6343-E11706CA187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8331C3-B2D2-9BB3-8EFE-362229ACAB1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4E229F-DBD6-F3A1-C001-4C7262CC1DF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CB1C2D-3527-BAF5-099C-D24CADE05DE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C0B9F82-F5A2-AB4F-D5C9-1615C566243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5FAA40D-4099-48E2-F6C9-E11464ED28D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6035E1E-8020-B215-50CC-3A4BFBFBB58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18AC85-C513-A534-6436-7253743A3E4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A95AC2-9280-39A3-8112-830217B26D6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8DBE04-880C-F45A-E56F-3F42DCFEEB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63D932-2284-01DA-8F75-ABCE4C4B63C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63144F-0950-AA8D-79FC-6EF22C9827A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244057-1CA3-C80C-234A-AD3A62EF5C8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48923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A913B-D9F4-05CA-DC8A-333F0771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D06E92-6253-2340-8E95-3331ADD788E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D0307C-6750-C70C-8B3B-995C1029B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1C276C-29A2-B865-B457-861486825C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4F0F8D-AAF8-CA8C-1DB7-5FBC841D0F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78DAF3-4070-36E2-D721-6D369E492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AD50DF8-0491-CD2B-482F-C75B8304E064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1FDA38-121A-F6CB-E0A2-413A456D7477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1E3361-C39D-D20A-0980-B0541957A333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E151FD-E9D3-B4A8-17A3-E81B44481D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CF9034-1ADE-6C38-5B09-570B223C9CB4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826A94-555E-5CA5-0C47-49EB3AAAF5C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3F850F-22E5-B501-55CB-A40AEB388E2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5868778-11BF-4CF8-AB36-FE995F8F46D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AADD10-C309-4ABF-F2B8-C1A6265278F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8CEBA6-27B4-FE46-8BC3-BE53A62B19B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57FB49-B480-9E4F-1C64-5A8B1B2B419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E248D2-9216-B1CD-0DCF-47DCAE77E7B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9028AD-55A1-7CA0-2B14-CBFE634A529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528F99-D103-75A8-AF63-CC9E04AA61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3870D6-8AB5-9F36-4185-B3DDD19AE658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5AE606-6129-9BB9-C0DA-C26D8580EFA8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F180BC-AE83-91EC-74BB-606470AB63C5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49CDF3-28CE-BB13-C6D5-C2C0F1224A23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A98050-8B52-4A55-6BBD-225D5D107914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D515C4A-117A-1F3E-22CD-157DEE583A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C5C6356-A9E2-86B2-56E9-4D04AC8CE81A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94F963-C658-9571-A0AB-9FBB1291D7AF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143216-1CE5-AB6B-D9B1-8E2968D73064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8BA594-F5B6-AA19-551E-7131A9ABED8B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8C7C439-A504-7138-02DD-146906F6FE1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EFB3C47-91CF-92AF-FE1D-CCBB2A991C0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1866CD-5C63-919C-0696-54BBA90DAD3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97B390-AC86-9121-C9B3-F9E27AD8F6D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ACD67E-3657-866E-7510-4E690FC0953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C3C3C4-560E-EA67-F9B9-96E320C0F44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8A3EF43-5638-8B33-A3AB-8D5C9775F43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188D125-76C8-5505-63B9-65C42B7CBF6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92BB08-4291-58AC-113E-014F47D01FF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612E49-2D31-0845-626C-94C89DD8860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897BF4-2564-4476-2E78-087495F4BD93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81C706-03CF-F939-D04B-4E6291FF87F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9EE6C9-792C-C9C3-C754-9F85EB47945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268B71-F873-A28A-433D-295402330B6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A98092-2E51-D483-0193-825C590B18A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5B50E1-E0BA-6351-2C1E-A3682BDF5185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34A1A5-6555-715C-4AC8-726B4CBF182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BC0CFB3-7F1B-FFDC-5105-42E17960980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8060D5-01E9-D85E-D38D-C0A3FF799CD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8BCA19-7448-85CA-AAB0-EADDC8F9BB8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2BFC08F-CBCC-3F82-87FC-BC1AB9331FD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BD4E4E-FAB5-5B4F-A219-AF9E38C68ADC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C8AEAC-DA97-EEC2-62BA-73DC58B462F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DA7BFF-AB21-8954-25EF-1F0622C7957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1A058C-A2C8-F1A9-0371-56DA6FA7BF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7F17DA2-2F85-C9B4-3E83-F0E6E4855A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8A3E5D-75E3-951B-FE67-E5A014A24B3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8ACA31-3EA3-72D5-BA9F-9366331795F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65303A-ED52-79C5-8129-4BB0BDA3E29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FCFFFA-8CCC-92B6-695D-42EB0F96050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EA15DF-A642-3377-6B56-CC0D2A18E23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76DC3C-BA28-B0C4-0DA2-E17D2A0A9E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8724C-A239-FFDF-040D-0C0AED13383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6B14212-21C7-1466-6268-24EC4B2A42E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B710185-5C58-5E90-61A9-E39D0D901D0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24C63A-20CF-66E7-875A-BEE8396375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9FB418B-8610-16A7-0276-E1B97EB04AA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BA6524-6F19-5D06-73E2-5D03C55329A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C0D36AB-9C75-7BC2-7218-A512F8CA813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16AC7B-5F4E-DDEF-FF6C-405D052D968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FD4F71-5F2F-885E-7125-9CC956BD213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DC15A3-C6CB-64BE-8706-DD69DB34A22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B943A7E-8940-DF60-8F70-99C64550209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FB0EBCA-5BD7-3440-0B7C-2B3E4C9F37D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182D4DF-A9BD-95F2-2128-E9256644853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FC573AA-AEF7-4E11-3964-724B042736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15438E-A7A2-0472-3895-8D9EEC3DAC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9EECE7C-E8E2-19C0-ED07-D0CD6E74F03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B286E-7BBA-C75E-4AF2-0C0A4CAD8A5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6083D2-3156-1FB8-ADC8-4F0E493431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FF14A0-CE9F-A0EC-BF9A-63AC422C2C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95A0C1-37E2-A463-85AC-684C781D1D3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52070F-F033-D333-40C8-97998FAB7A8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7B3E18-27E5-A867-6A81-3D5C1647737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F719E6-E077-A9FE-E4F8-3B27071F518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1D7AB84-B31C-D56A-9034-A674AF70A3E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46E6E0B-5EE8-E9A8-8FF3-C7DD7C2C9F2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97523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F5A45-2748-66E4-9CF0-E9471B19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38899-C729-C841-AE8D-137A15D6F3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2612EC-CB3A-E26D-C9D2-90F42F1AC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97C1BC-F3C8-45CE-118B-4B397E5F0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AA7408-F0B8-6E54-69E0-D8686F112F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9D284E-A76B-FFF9-3971-307D2F0A31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DC4CBA-D6F8-3847-868C-96720262376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21C430-BF2E-4FC4-73C2-07AAE51D5A8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346FC5-03D7-2966-1C35-A8A6F4F007D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576B11-F4A1-AEFA-5F9A-FD1E569ADB0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71FFB-FFCF-CAD1-7B7F-FC34A45033DE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6B2CA1-07FD-5023-82D4-C7C5AF4F132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0B1C39-78CB-E674-AE44-D0A9513F313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C92054-B9F3-0ABB-9A4C-B686A617352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B2F7A5-B048-73A3-1FBF-B1D15B2DB35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67B2F9-65BF-47A8-75A9-953A87F2568E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E279E9-095F-38C3-E032-6C1E3E503C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AC56DF-9DCA-EA3B-BC58-115F8ADA4340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445DE-4912-69B4-9038-083FFFD0B21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DCD9B8-5C26-97EF-57A4-C3A86AEDBFA2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781A76-F2DF-DC75-8EFF-A898CD00FE78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722BE4-F992-0333-25D5-C570759BE80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66CD8E-BB95-F8C3-7CE6-83F35E9BB04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05B183-E8C9-3DCA-CAC9-586B10C66224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DB0EC3-EAB8-97CF-2F41-D79CA8D3B4A5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EC8FD7-2CDC-5671-11A2-C28F891C9100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2E7126-CCB7-ECD2-1EDF-9EAE7D69EF6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3641F35-CA66-4C56-7D80-B9FE6F63E2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273FD2-27CC-B200-D422-35274889034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6AB916-7607-35E0-F739-D2F71B023E7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B2D7621-DDA8-9196-B6F1-69548B9FF4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26BAC89-240B-520B-E500-354DD37BB8B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7F9C516-AE8D-5F2E-5763-6559D9B8910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6D2B9A-48A4-2388-11B2-751DF95EEF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55C34-9A8C-7577-7E98-130E5921E7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D5F4F4-56B2-2532-85FF-510F24C904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992FCC-47E0-3933-DE05-32628A25A0B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3D9571-FC2D-7A89-952C-584D12E2927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042944-7FF0-3E4D-9EF5-07C6C31D7F4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2B2B89-5862-D57F-9F4C-5594C4F6C6F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C28E86-9614-D300-54C1-DF6B04B5617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535219-01BD-D38A-1E31-FF9CA17125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FC399F8-D0D3-40B4-B03D-DCF3389F77F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F84266-074D-A48C-4D20-E958DB7CFC7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0EF4EAC-16BD-90C7-BD55-BDD1573979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ED6A18E-2DDC-DA3D-4FDE-A8A7840A97D6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FE860D-B5D9-60B6-9AE9-A2F5B48A226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130335-9053-79F3-A4B1-1CC630ED545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483857-E916-D19F-EF13-DBE46A3119A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C449D6-4AC3-3C0E-ECA2-7A51AC70A3C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40D73E-9209-CF7A-D702-82854C01F8E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2A4102B-B5B0-295D-5532-72EB2CCE698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EE4C9D-1127-2779-BBFD-67C921A4BE3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24D34-AD80-9D7D-6897-3934B49A1E5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D4AED0A-D3C0-1E50-C6C2-06A55620B2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5F0C48-8931-D2BA-71FE-BAE4FEBB990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7CF3D5-6EB2-57FD-BD98-E8FEC2A7499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74C56B-0148-2993-4B20-4E69AB646FC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3C6533-6B79-9F63-1FA7-F0A223AD5BE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C4B961-265C-5AB1-711F-07DF31FD5A3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0190A5-B30F-A14E-BF25-8059AA8BE37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FA0CD2F-7CED-383E-336C-9BA2251E44A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B27CED-6E00-C840-9756-AEC66916146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5B2A561-7266-7BDB-D157-C60311B643A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B0CF46-BB49-B0F1-4986-778682B969B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18A3C1-9C03-E62F-925A-947ADBE5B53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3ABE10-8053-0E0F-B126-5D803D0FFC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DEB58FB-3C30-278A-34CF-4287B6868EF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EA09AD0-5FE1-CD33-32BA-987FC6A2110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580A9F2-5806-4097-AAF9-F23549B6484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1C0A7-276B-06E6-6606-23597A35B86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2F374F-6017-EBE7-C500-AFDA4718950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D28FB2-3577-B5FE-A863-FEF89FDF3D6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CE17E4-3836-BA87-DC1B-16499F621F2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B60930-91EB-B75A-7C96-DCDAA89181A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307929-87D6-C17E-A90B-2BC52FF536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169B036-4E9A-FB75-6E87-D9EFA86EF48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AAB085-1EDB-B947-EDE4-7EF1972C164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518FA9E-C575-AD29-3730-A773D00ABF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AC405DE-AA68-E226-11B5-7F10D2D334D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3E6EB7-93DC-4DC4-6297-C983EAB8FA1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818589-5A4E-DA39-DD75-CB094505BD1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6DF6E6-7222-72A0-FC71-4818E63CA59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7EEEA6-907C-E878-B022-A58600A097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3AF9E2-701D-75E1-1E94-80055EEFDF6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61E7ED-430C-BFA5-B1D9-386ECC348BE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0D91AE-6AAB-A044-9FF5-EA364CDB878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35458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4B51B-4242-5BB1-AC34-B4C5A0A4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F4CD56-57E8-E56D-65D9-AAD0BC052A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C133E2-39B6-79DE-8246-6AA1AAF6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FE420A-7BD8-8B3F-0CCE-AC3893056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13DDB8-CA8E-5FAA-338B-736EC0BF1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63FC82-E76B-E801-6507-4C2771C82E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86B117-A653-A8BB-DC96-FE87CE5161DE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CEC3BD-36FE-9ACA-2861-B3C928A8D74B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0B5AAA-02DC-4C5F-248A-53D91BE8747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EA666C-0409-05F2-FC2C-6644772C915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8EE6E9-3401-0829-A270-D79892041DF8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600057-2472-D9D4-9B30-50E1EF1BEFB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8E30F-523A-8F57-0EDC-F04F10947E9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F8BF24-CDE1-D86E-F87E-1D9C9B923C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0156EF-B7F9-2801-9914-C0214D9642D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E4AB7C-9AC7-8725-E48F-6BAFC7CB4C9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D0B33B9-F636-5B36-8069-2BEA337CE044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21829A-91CD-E3E9-29A1-B26D3E1674C7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3DA0574-A401-DF6D-AA0F-2AC01668791B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82694A-0D21-97F9-7B43-8542670F54B6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EF3092-AE42-2AB1-6E07-166C8A2D8A5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C2663EA-1829-0288-2F7D-EE9D5993C4C3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15132E-0F86-8E48-F0D3-08A46955BBD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C86FA43-DD73-5B0E-4124-20C295A9DE7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A5E1D45-E674-C5CB-B1CC-99A43C49804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4EA0F4-F445-348E-53B1-DB24CA37BA6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7DED6E-A8CF-F8C1-D7D4-CA232694B7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9D70583-3C6D-802D-5A79-E5A97DABB86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91C134B-D100-7C6E-BB04-D7DC7883FB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C69C88E-F443-E0B6-5033-7B826004302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34BFB2A-E920-B024-8E23-A867F91F61F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96D8A7-71BC-7964-4B78-5F6DFE5ECCB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EE53275-386A-158E-7609-513F6FCAE6B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6CC00A-0188-0E02-874A-8D8FDDF75E5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51FE7-3527-4DC7-5FF0-A90D2E50C10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D715E-6883-6A7A-AFA9-6A6669ED83F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2CA4E-8D37-71F1-9BE3-FA90036B442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FDAA39-8559-D876-0CB2-DA61E746A5E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F34D8A-8FE3-51CE-0D40-CDC5B1A4D2C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7D8F08-E79D-F77E-B2B3-A5171ED84F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10D1AF-A7C7-72A3-3265-DBD62145CE7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D4E5364-AA64-181A-5915-73DCBBF1E3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8DCAEBD-85DC-B2D5-7E97-3AC8D90BBA4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B18D51-ABF1-A596-2CC3-72D3C522546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A32310-A9DA-D1B1-2F35-7B6099D51DC0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F28A48-31F0-6AE1-E5B0-D879A64DF9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53532D-3E12-DA06-B8ED-9CD30ABE3C4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739363-5F08-B3E3-0EE4-F054EE43A6D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61374F5-E0FA-AD7E-E4F4-067622FCB21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8A5BE91-161B-7783-348C-F8A7274D7E1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E8FD66-2DCB-4761-0E44-FCE2BD0525F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DB195-DB4E-AACA-766E-11A1E0E4527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09ED9A-68F1-7663-88A3-F0FCE74DDCE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73F15E-2513-11C5-2DFB-C6445406667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30B82D-70C4-2E6F-E601-A8B58109E66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9A930C-8803-CBFB-0355-2BC0F1AE17B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E2E41E-E699-8854-C49F-85A3C763C0A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C140D-A31A-E6B4-6DED-9D49319433D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099601A-56D8-1622-2194-742DE2C9B54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E859296-4A98-F9D4-25E3-A5DA6C80A66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F833A15-9E70-DF21-805D-FCBEA85A18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DF5957-9268-0DAD-BD60-151414844F3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4753D03-DFE9-5D5F-10DF-73CCD630734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C6C590-AB92-9640-11F5-86238D32E50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0C90F2-9A3C-C4C3-0954-0440463C47E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50C512-4170-4552-0CCB-B262C3607E9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74FA438-B56D-41DF-6F8A-0005F535C23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DF2F11A-86ED-EF8C-94B2-6305071D5DA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1664DFD-551B-AEFB-F4AE-FDABD177FA8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A190C7-6168-D986-A39D-B43179AA63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F0FBF-E113-9AE6-62CB-653C1B99F54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459CB3-F442-8474-8B83-3747C2C9703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266A4B-A196-1987-883D-FF5ABFEE270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B7630D-EC52-2811-D23E-30ABF70E9E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61F04B-9A24-CCD1-DC04-8DC7B28719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01DBAB8-85ED-6732-2D82-32BCFF73BCF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174B5B-24C6-96C9-4BB3-5479560DCE3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9E7A63-9AD9-8153-924E-42F3C9029C5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276307-7625-87FC-13FE-65CBE460424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BC5EE1-7353-7644-DFC7-DF7B416B73C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26237F-92AB-7299-FFD5-E138A2F107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BD7D9C-195A-E5D0-C36C-3300E603C1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21FFF8-F649-651F-74AE-0B9F72CC9C6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6E24EF-129D-06C3-91E3-895A09E6DF1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54B8D8-1845-335C-1644-12C110F926B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3149C-1594-B2C9-5E2B-8885DAA615A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50ABD1C-E16F-BE26-C3DB-8B04DB2D770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608749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00F25-BB4A-31DB-FF8E-3F225238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1BCD0C-25E0-3743-AC62-210C06A8A4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6BE1BD-08D7-107E-1504-312223429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F06F97-CA6B-E7EC-FC82-A5294577D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EAF3F31-2DF0-8CA7-458F-A12CA67A60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A5037B-C4B2-7EC7-5CC9-E707DE8D76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A10049C-7106-D873-7922-E9F587D7B38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20988E-6E1C-F1E9-5FD5-E1E2B763783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787DB1-A4CD-8E2D-AA62-F3E8F28A9C9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D77599-2029-F6FF-95DF-A28D03A4333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87CC6D-DAD9-2A53-D67F-1B42914BFF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16EB1E-EA0B-A5AC-A66A-B65808AC8365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908238-0BBF-E39F-0A41-26BD3FADAB1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64C270-9256-6866-40DA-CDAA9CCCD4E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50586E-4D26-BBD4-67B0-167C678D7940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4CC440-D07D-7CC6-2D66-504E63DA44D3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EE0C1B9-3727-D148-7117-975FB41785B1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0E2BD9-7E7E-6794-0910-AAFFE1CB0881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5989131-D2F2-EE06-1703-2708B4ADE7B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F257BE-34FF-9401-EF3D-C1F67BE5F72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BE4D9B-985C-2C3D-9568-B0D5D07C864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08E21A9-4AEA-8CCD-A36F-638B5E3F3A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2FBA1F-BE87-7216-37F9-235BA78054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5C33971-B171-4AA8-A774-5CB432A4A1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D4885E-0B9C-9726-426B-D4AE3105272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48E2029-CA9F-89A8-CCEC-CCF02C4FF4E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009553-008E-9A33-ED76-2715D5C3569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3BB7C1-7415-8FE8-3FF2-C884C376A8C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8981B-91B5-68D7-3516-0457965163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01B059-F2CC-66CA-A606-110CC8FEE77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EE91BD-D822-AA0B-7A14-241C4B95465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CCE4B8-04F0-DB6F-07A1-1E012227C33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B58A9D-7116-5A16-748B-9778FACAD41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71B95E-6C47-FEC0-8797-1CA07A49137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44D1867-D67D-CE86-9E5A-CAB15F22B1D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2AD865-B254-D1E9-B208-2D45460AFE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8219979-C9DE-E9C2-A166-90B24FC1EB29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D51B6C-05A4-E061-0898-35941C27825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AFAA24-0926-E61A-5AA3-91BBC83A1F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0317E3-80B3-6E17-118C-01038F1228B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DAED01E-6552-DB0E-EDFE-F7932EA4A94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E5BB0D-F809-74C5-C845-282DE03C22F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D702CC-D6A4-EB28-2726-D645362D7A7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752A8A-9E2E-BC44-516A-059D6B0838F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9CDA13-E4B4-31E1-26E7-9C8D8AD50BE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E7DC5B-77F4-D4F3-20DB-0D9BFC5D7C6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655D89-52ED-FAF4-5F98-83FA97D2BE3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7F6BB4-80C1-16DE-D760-50BC4754EE7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75FDD7-042F-615D-B8F6-B927C8EF39F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68BD74F-6D6E-2A0C-4919-8A9851760ED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91E5C0-8848-ED09-182C-82250B891D8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A5343BE-65FA-7988-591C-0EC85E7FFD4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7E948F4-A4A0-0455-5296-24448B57537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2DBBE0-2322-4C02-EDD2-2021CF5DAB4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939211E-6C92-99C3-4CE6-58C65F08E60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038750-4468-15BA-8BEF-0457BC0031A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EB3A8A-C0E5-722F-4E90-42C85AC7DEE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5106AC-B022-CBAB-21A6-91B8521EB8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55E0215-F23C-9B37-395D-7EF476EAE9D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556D97A-29C5-0D86-FF22-64545C047B6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B81E95-93F3-2EB8-0B58-0E878F0F55C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A67C89-BAFA-91E7-A035-7D79C453083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A09A0D-AA51-61C4-B8C9-84E796CB69F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BA9831-D2C5-E084-DFCF-A1035CB21E9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10C209-E595-E9ED-1ED0-94102F40315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0034EA-8EC8-ED98-8D9F-4B51DDD49DC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7346E7-F7AD-42CD-34E1-3B00D939F4B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081ECB-C595-1C9E-ABEC-39C25C7BBAD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55482D-3C03-0F7C-3CAA-294A255DBCC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A2BA38C-CF63-AB16-D54A-4201E7815F4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2CB7E40-932D-F378-311E-BFE1F3EA33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D2EEDC-73F2-14CC-C73D-BE05733BDD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124F96-65AC-6A8D-2247-588B3BBF433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FD062F-1DE3-BBDD-D626-72334BC15D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60CA2E-9154-24B2-2484-1235FC4C7B5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031B24-2F05-FA28-2E66-06A46342DA0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0C89D2-1740-3B05-C9EA-90D5F9DFB04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7C0153-D5F5-2477-BFF4-68FDB94AA27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F8C4ED-3000-9A93-3F9D-ED58232A502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95C860-77B8-B02B-DA26-53787460FB2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D402EC-9B9F-DC20-4378-E71FCF53FCE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DF37401-8D11-164F-178B-76127CC28E7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7ED8240-9202-6E70-CFA9-427955D6C53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1521349-B75B-6227-FD09-796B4352F7A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CADA173-4450-EAE0-7A90-8C7BF3FBD1B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5706E4D-CC80-C170-9798-390A57DFD3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208C02B-7155-3A7D-0983-1CE3EC1C5A8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44781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D4EC7-B46F-2B91-610D-0CB0142AB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DED08B-AF4C-920E-7E2F-853E166146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8125F29-84A4-E7BF-3B28-7556892FC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48F4A7-3B6F-F5B8-A84B-0FCF1E78A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B293BB-101B-9B02-9BE7-3FF932CBD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626676-409A-2982-7032-75E88D8848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394A614-A48C-2DC9-7515-99A2FC14A1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A364EF-447A-33EA-539B-9D11F3316038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14F081-59F2-F19B-BF4D-C0299D464E7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57FE4D-B41A-175E-CCCD-150452C159B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F8849C-B2C2-734C-5FB6-5E254EFA0A1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1109099-55AB-6DF4-A8C9-484A679D427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736274-AA1B-26FA-28E7-BC47FAC7E651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07261DA-A668-B50D-47F5-C9B15BF7BE85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775FE3-0323-042F-1DE8-2D788D7741E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EAF0F8E-7B11-D366-A0CB-2F2FF9B4E40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8FEF819-A485-B3F2-0CFB-9C1AE85F3F8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1B0255-03BB-075F-CE6D-973EBA03B2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EC74D9-B206-C4D7-8DC3-84DFAFE6BF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6CFF4F8-E9CC-818E-6327-8BEB47EFFAE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989E46-D188-6868-59E2-83952359FB2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2FE702-0CA0-2936-6956-D148305EB89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8222F-D8A7-761B-2873-3AF8A3660D9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F27413-51B3-96AB-51B7-82A7BE5A2CC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C6FB69-0473-259A-CE98-A635A084F1E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0B58CF-1530-C06D-4ABF-A6A66FE52C1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0F601-D022-C00F-BD45-56328B96D8E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2ED2FB-1A1F-7C82-630A-87851E88896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F0621D-2917-4889-DFD2-899EC61810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8EE35E-0A70-AAF8-8E83-9247200E6B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443DCC-F046-A98C-3C06-02EA08A9621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2648A8-D4E4-CA29-2629-4F5C2C7FFA4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1A7444-CC64-6C2E-5B9D-58CD42B62E6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F87AC26-3662-6CBF-24EF-8D6AD4BAE1F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3D6BF06-1D25-29C7-3DD8-58AF2C1D09C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DFAA90-5542-E091-1345-34B1A403C21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A35E69-7ECF-72F8-29CE-2ACA9D7A4C1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B9D1879-CCC8-AFFB-15D4-198B0EE1257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ED95E-C8D6-4165-F735-F8DE14D578E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2DCBA4-3D55-19DF-7825-33EBBC03E43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79659A-FAE4-B589-2868-73009A46AD0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648348-1A42-0E22-9FDA-15D718FDEB7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6AA212-E004-E29D-23A2-341CA34005A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92554D8-5DC8-9FA9-1EEF-2810C2F072F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288E34B-0366-0F57-D798-FB0ABD7BC03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F1EE30-C9E7-FBA3-D1DF-97E735C478B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DD5E9A-1FA7-8434-FC6D-D5E118EC181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E9CCF9A-9132-7261-9AB8-B09FBEE8B7B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6342467-D606-FAEB-4BA7-19815538777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5EDA276-F251-2002-F6FD-3FE7EF27420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B304BFE-DF1A-901B-8F3A-FC14850859C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9CDCC4E-7782-8756-1A1F-284A3DABA46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BAB6AC1-314E-6830-4695-B33D609A85B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0DBCD9-C1AB-5C25-A491-95D3D93003E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8DB5A8-BC19-0647-20BD-4165C5C1E52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AA8390-27E1-20C0-45A2-6843A2B539B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88D9DC-52B6-FBC8-02ED-6F78FE5AFAE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D10651-66A1-88AB-492F-28ABEB68741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BC4C11-BFC6-C502-5424-AE2AC2B186F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037E78-8178-C985-0D7C-6D5069B9DC7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061B8F-8A88-28B4-163E-AECACCDC4FA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C57DAF-CCCB-5FCA-B5E5-2469701A66C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583957B-0727-2878-C745-1FE81D670F4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C1A150-A1C0-D0A7-06E6-A4F9C07ACA2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1C47DA-A26C-D1BD-9614-00593A9DDA0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C08210-AE0A-E7DE-DECA-D8059E227BA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578538-C8AA-8DE7-DB74-7D2E5187FF0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2151BC-E516-4D46-7F29-3ECC5170050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7E8DD8-2E95-3F83-52EC-7CD69A267D0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949497-8E41-997D-D3CD-E3FC8018976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9C7856-ED83-3EDB-5A98-471341BF636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CE5047-D21D-38F6-01F5-F18BA77061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0259C9-C6FE-B8B3-1D4A-84F083FC2C3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78F2B0-AA79-7A07-DFD6-4FDA1183BE9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8F2913-3A09-3F15-42DB-F91157402EB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91B88B9-54DB-F60A-04BE-DF72760C60B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B5F0EB-4566-BC85-659E-2096C2752C6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02FBFE-7AA9-826F-5865-42B9703E10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1C93DC4-909B-5804-ED72-96AAE45FF52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0F58FFC-2665-968C-468B-02D7FF04395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2CE2F7F-20E1-4988-45F0-DD7491142C3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9155E6F-11FF-E527-7341-00121C9AB11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9AD6396-AEBA-B6EA-6665-268B7B194AB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F428A16-0B5A-35DE-B825-ABEC42A9946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F5EFD79-A307-1F84-94D2-BB252A34D7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365D5C1-CEDE-7DCC-0BD8-82B13202CDA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F9001A7-391A-A840-6A07-CFB22E6DE5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55143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C3174-097C-9A76-53D3-C27F9E72F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D5CC4C-EA8C-4E0F-0D9B-87BF3E1B06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E84F0F-B56C-1923-8506-B5A1C5BC4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C25E15-B8A1-688C-8E57-A3980F458A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10C5E9-C4C2-D695-FAF5-6AA37A7A89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45FCBC-2149-147C-503A-93384C03F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6E57A2A-C68F-EC8F-3B00-E8ADB96D42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058116-3FF4-C4E4-97FD-4A482A99C54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AD1BF9-7D46-BFD3-81D9-A45480A762A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7CC36-0424-E76F-A0D0-7071CA1219C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F6E4F7-0C2F-6F46-831C-FF3AC940E34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C47773-ED6F-1822-D775-29AEBCB7DD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B8F7E10-8966-F60C-4C0C-2869EA3FA08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A4882C2-215E-375C-2E9D-239A2F5744D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C7E854A-5555-C890-2B53-9193559F4A8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6DF88D-CF6B-80B8-870D-FEEBF4205D9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2EFB52-0CFA-A4B7-1151-73D355CFF44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A83E89-79D3-99B4-F79E-16568A1EC8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CD4805-6507-A867-4BFD-6D0D07CD0EB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1E7420-5F9C-B6C8-FB28-827B43D84AF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14473A-F837-CF5C-3BFD-4951C80B74A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4ACE57-D835-55F4-BB80-EFCBF417617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F794B5-8693-5C68-067A-24D73825AC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B8E2A0-A8C0-43FA-4953-A70DFD5163C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413BDF-ADC5-97AB-D1B9-E500395C8F5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397DF8A-E591-F520-CDB2-4550133155E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FADB09E-60FD-C87D-8CC6-1FEFAB3BE49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B88B4CB-52A8-DDAC-D810-426671456C8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4CBCE2-76BD-1A65-F6C6-43BA750DE7F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413E8D-2B6C-B675-A1AE-5014B01BA1C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56C4DCB-1815-0830-C272-892E599295F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B7635D-0F2A-A543-D8A7-AB6BB5464B0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52D927-E61D-E418-8716-7C82DEB72FE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32221EB-A439-F873-8235-DE2AA39859E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CAF9244-5AA4-63D7-70BD-96E8E553D24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ABD067A-5EB0-7A20-23AC-76C165379C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B9C2805-3910-7513-29D8-ED3C4EF252A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D006222-88FC-5FE0-8001-D8D6D348D4E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97BF50-EE80-719E-957F-F30C4E1AF78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711203-340E-2BF6-853E-ABB268B2709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B611F0-3339-634E-53FA-839EB09EE39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194E703-71B9-31DF-C8D4-37CCF1AB928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9361730-4FBF-3ACE-0779-BCAF1F248B2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4DE2F89-9579-CF51-BE02-09ED2FB161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3445698-997C-FD9A-FFC9-41D04150CCC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D7E930-D27D-B104-E01C-FD6B84E56BE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740073-AE29-3CD1-19C0-61ED886F20F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C4834D-53F0-4364-A4A4-B6C63A4E1DF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AC1084-5C37-C073-AC9F-57C1CAD7E88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6AA74D-C015-25D1-51FB-605BC9FA7C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49D0E9-FE7F-C44A-C6BA-7939747C5F0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C91985-2FD8-FDB3-D89A-4BDF92CCBD8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5FBC574-7250-7C9B-0F2B-E4058F2BCEE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231C93-339E-E2F8-4E8C-9459CC09372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90B543-3FCE-8FC8-4D0D-64D7795BC2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62E6DC3-8132-A030-4501-55FAEEA7B16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1B8096-D3CB-ACBD-E5B7-56E7005B5DA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FCF644-C5F2-CBE4-2510-39885C8FAEC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01EF27-EE61-F2F7-99D7-0DAF68BB9A8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630DBE-E28E-7213-A980-9FE38C622C0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6C82AC-93D0-693C-41F4-1A2A1C336A6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C21F14-F42F-B354-66EA-81C3A9347FC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0BDB94-D308-D792-5B46-673FF79D6F3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4F6CA1-2B5F-65AB-CAD5-D5F4BB592A5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E12BB3B-766F-45A3-8A6D-11622EA0C28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4B2199-C3A0-B905-F40F-C1C76B5E339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60F923-4CAE-D4D4-E81C-A7B4BB1EAF8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17AF1B-E804-5CA3-AC1F-A69131E38FA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6D1CC6-EDC3-12C2-C943-D14D21BA25F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D79B62-441B-F89E-88BA-13476390E88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8BEBFE-F177-0DB9-FC1B-638CCC165D7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79E1C8-8A87-4902-C029-0D7AB1367E7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E02AE8A-4A35-D475-3E95-E235BBFFDA6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D5616CB-4734-6E61-F90B-A02D7E6DFC5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BB3DC6-37B6-9677-4AEB-B387FE4B8B6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1BA4EE-6455-F2D0-CA24-4C1237C7C53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138652-94A6-DDF6-CF62-D905B61D6FE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69D69C-6504-AACB-93A1-57FABA4DEDB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258086-986D-2186-BEDC-6CEC9852452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4DCA1C-BA85-2A18-9B42-D4D9CAAC906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FA49B3-158B-9835-82F2-97F18458B4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6FC3B0-F708-4001-6D9A-6459E735744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16CBA50-213A-990D-5CD9-EBFD0803116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E6F9332-6660-0500-4BF1-9361C02FA74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6E2C887-A8A2-4DCE-E203-7BC919BAB10C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AF4674A-CE0D-8006-F783-CFE8DB940A3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C125257-D65D-ABC1-90C5-34FBBC5AB57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774121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F0559-8DF5-8DBC-4771-521F1F5F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F06ADD-9C9E-1918-9785-AB4506A773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9A3584-4176-CBA3-7BAC-41579B8AA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98E5490-D854-BAA6-FF0F-67914449B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0EC93D-ED55-9CD4-BB22-995BCF432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7E3778-E5CE-BF03-7E7F-2BB4700B5A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D9C32B1-B159-0AEC-E41C-6D3369C89AC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C4D7EE-9368-0E38-D442-D889B158AF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E9659E5-8FB7-D3E3-3A12-E0EF2C3B7E4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B85DA4E-68EC-4ABF-7A82-0D50F3F3816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F8C8E3-C602-DE02-8166-2C790231F08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6EFD04C-3FAB-CC57-3FB4-AC560B19DD6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3D2817-1454-6073-44CF-7FFBAD3AE7D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44B8E-67BE-1DE6-66B1-1615F34BF8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5D91C6-0549-D6C4-AE81-0B3789365AC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62D849-AC91-B4EE-7E6D-3E695C175A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352CE-8EEE-6409-555F-D909F9260E1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9B5831-8B5B-A245-B13D-93A2DF0C09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12A9C9-51F7-9C4D-AA4F-18818C45AC3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F4DA56-6C98-AF0C-831E-1EBF9A40D43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577AF0A-DC29-02B3-C4BE-7EAB9A25DA7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FE192-ECE5-B4DB-154D-9B83AAD505D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9538FB-C93A-5CCD-CCE4-F420BAF6734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9E3ED9-7EEB-EEE9-F4FD-4189696E270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BE1E806-9553-0729-A5B1-A2A3CBD8A81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578B069-E347-519A-27EC-F7C7D3F017B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D0E4975-58C6-1C65-85BB-A4CC5BDC92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942C84-7AE0-2ABA-A1EC-0C60B7BD001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43F8DE-4E3A-0080-7E96-3DFAF14F7CF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A510724-1E5F-61F4-B211-29F171182F8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23B106-735F-24D4-2C23-5709DC98698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2D7DEE-A428-D368-F425-E46CB92791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CD118D-B269-37C7-48B0-1F2994F6350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A9911A-470E-8F7E-145F-05A053A64BE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BE5AFC-83C3-6F11-2697-A094F921671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C1A9D22-0018-3B8F-4B6C-C6BC32FDAD6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4156AE0-BDD7-7CF3-9F07-31784825C6C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1BC6DE-EBE3-E14F-06BD-FD9F0EC38BB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8AC310-2B4B-08A8-7228-570B1C402EB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1C4AE-B24B-54EF-0983-0E402047D8A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372F2A-9DAA-F776-ED03-1C1D2225A2D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875AED5-DEB5-85C6-0D1A-B068F515C73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5835BDA-0A8B-1A83-E778-3DDD85C636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B45A819-7DE6-5A19-4926-999CE038464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780930D-B3E5-79E5-4F74-EDDD2A806EC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C4FCE2-EBC9-087D-A411-21A25696A78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5E4FFF-ED0D-16B1-1E8D-1DBB44768D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20BD15-E76E-3B9D-AD6B-5AABB6F5DF6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101B12-F607-A026-40A1-BD0606E7F5E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EC0575-4F4C-7E42-9311-021BF417057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689A4C-18D1-2B56-5750-158A3D46499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84B63B-B727-C7DF-B9EA-896E39E1085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67C7FA-45DF-D794-F440-A80F687B91A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D42349-2A55-AFEA-7601-209A0399AF7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AB0EA95-140F-01B3-BCA7-97803CA4AD0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936BD1-5C6C-C002-3814-E92384EEF4F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D84737-04D9-4F2B-B999-A372BC92043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29202-3822-C94D-38EA-AFC30D1783D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2F6964-CA71-4656-24D5-4A274F59D0C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09E99A-ED4A-A325-4B4E-BEBF9981E65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73F4F3-623E-6AFA-84F3-E921787665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D99DEC-8EF9-1D0D-DAD8-33440055D02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DF89D2-7931-AF51-DF13-926A9BDA8E5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A613E0-A9F1-8515-8E0F-3B2BE979D86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1AAEA1-205C-87BD-E14D-76216D33DFC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5D9406-9097-485B-89D5-BF3DC98A1D8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B652F8-D97B-BF59-E1C7-B1330659FB1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E332837-FD3E-0B90-58BD-067F9E4F563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EB366F-9AA0-60FA-D2E6-9C83A0781AB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5ECE8A-2E68-A274-5978-1A4F8604D7C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616D101-0985-C092-091E-9CEDB2866C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8C0996-C454-1220-A084-36A8705158E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E05F66-12DE-446C-EF40-D58FD90CDE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2D1E2C-1931-695E-A568-27EBAE0B216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B31482-8750-ADBE-314E-8FE819CA9D5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E197DD-1DFE-2EB1-9B4F-7B16A8EE912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DC1EDB-E53E-57AA-E1B5-1F60FDFECD8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7579E3-D050-4A08-710A-A832AE7FEE4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B179BE-F831-95EF-707C-67B869A6728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A1075D-D355-7D7C-1C6E-9D75263974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730FB2-FEFA-6DF2-5C05-21BC7FC79E0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7A5C29-4F08-1971-3024-81D29904D75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A9481F-4921-2653-F6CB-1B73C494C8C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1C5307-B184-6841-4972-B743A2E1B10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D8B029-63D0-E98A-CE1B-EBD8107D76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9983FD7-8040-233C-D909-63D9267E17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E262889-2484-35F9-73F8-5D6405F81D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778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9B62-DAC5-DBF5-B669-A3779B1F4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42748B-F381-B55C-C498-54361B89EE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1DCD6A-F647-AEFE-CD07-B4E46E03A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8BB531-4704-6360-9B2F-EC816FA70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6B6C3F-7A95-6068-7F50-65097EBF21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F3F6577-E60E-5383-8FFA-56D7241AA1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C5CA70C1-BC20-5665-8F27-84B5E6ADC50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F523078-0B5F-F12A-FDFD-8D36CE0D414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229F444-5813-A8F3-E3A6-95BD2241EFC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D1A456F-13FA-AE01-36E0-EA762EF9D6F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E88E0-EB83-AC52-87E6-208CDF7FF0C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4FBFA7-630C-444D-1CF7-DAE1F9CA59B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D7FF2-97CE-D437-28CB-1AE170506B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9A62E-65B5-FF71-3BEF-3AFDECAEB55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B5A315-A29C-D90D-3DCC-3F9DBFFBCF4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D7C537-7861-DFB4-16B2-6023A365F48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DD82C-C835-451C-C68B-37EC4217F4A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8A5A24-0C87-1F96-D67C-6BCDDA141EE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D2CD21F-14F8-192E-D728-0723F0A771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DE6442-E445-B8EC-9FFF-2B7F8F93323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BE747A-6A83-CA9F-5284-FD80391B00C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B18382-ED5F-AE39-A165-585C11EB701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4CF7F0F-D88B-F926-A18C-0999F78AA0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988440-F73A-6E5F-91D1-EF306650B3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C32C395-5B36-E084-C1E6-FE1E71D2FF8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B37080-4CF7-C251-75DE-F3D74FD07F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4E2A03-58BC-6ED5-9C06-910D179634A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FF9B895-8C13-7267-0A64-8371D2356BA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F59930-B362-4BEB-BEC6-DCE203E21F0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9A384A-42D3-232A-71F1-5813E475C09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D302A2-C23E-D0BA-0C58-E2848588E2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590CB3-A3CF-25B8-9BBE-4B4C6AD0934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F65B10-0760-0DF5-4373-F6BA4A0B95B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D01A720-5FE5-BCE0-14E3-928F989F698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2E8737-2315-2484-2B41-0D92A6896F5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9E45BB-F552-52DF-728F-C242EA82EF4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6356DF5-811F-6F7C-EC88-D8A8A620769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51EA27-896E-251B-F34F-29BC0A97544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92609E0-5702-B89D-9161-8B95794B98B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DFF8260-D1AC-4CD8-65B0-F244823A1B4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B8AC1EB-8EFE-F66E-8107-4CB688EDAC9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7385520-AA51-402B-0BB2-494697FCCD6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17AB286-7E10-3C05-03BB-96AC37F43A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E49D92-0DD4-500C-C164-9C459FFB8DE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FB8781-C9C0-11DA-9170-9FAD7F0BA90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602174-DCBF-927A-3722-C614FCBAF22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B1A2A0-7719-E81A-6309-4033413E7CA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CA4FFE-0EFA-BFA0-8777-679A863B072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637238-7BAD-4C0C-284B-A0C2B88D977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5BC876-0056-E01E-728D-1833D231E2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F07CD8-F60A-14CC-6D99-0FDD7163B6E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49D5DE-7428-2878-91D3-94BA6B925D4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24A3521-96C7-7419-833D-27E3BB49179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BC9FA2-3A6F-75AF-8057-4FAD886AFA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14FF33-39D3-90C3-8830-4C07BB71712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684AD0-88E7-7D3C-8102-4737BBFF78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CC1E53-E502-B578-6994-D7E23B3D17B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205006-6C0E-3C9D-5E88-4196FE7C025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28B0D6-853C-D8ED-75AE-1F575824DAA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629D26-CFE2-A9E1-A829-66FA79D635C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1A12AC-1E6A-7F5F-BB80-36DDA247F75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2CD5217-C76D-7544-2A15-2B718A38059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1BE004-8CB8-A855-C189-AC0CFE0C503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98A4823-B3F4-3BBE-9C3C-5A8DE7A8311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E8A781-D4DD-2307-9CE4-140B3F7E1B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0C517D-C25F-D935-E1F5-9E0DDB432CA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88BD302-D5CE-757E-67F1-0C38CFAE67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F80B4F8-7BF6-8BA5-B075-63B3B70B3AE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8EA2C6-B006-407D-C025-D6E4A9E4AF6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03774F-89F2-46FE-2633-49EB2984EDC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1062D8-F600-746F-0D9F-8A6B927EEDA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522DBCC-A0E9-6AE0-AB87-A377CD16CDA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328ED4-92ED-D864-5183-006BCDB2E11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02130-9155-CD30-4CEE-4CB1B37316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9A0F6-CC71-3EE5-F91E-EAA2369AAE4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C9A8B-7ACD-779D-F8D6-B0C755F20AC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880E09-74BD-E57B-6050-5F7C34DFC24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365A4F-7901-C6F1-A368-72E23DC92A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A6718D-02CC-2618-67C2-B1AEBA9916C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161E6A-7A95-CA91-9EE5-B90E4958A51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99BD96-A090-691D-1F75-A9B5FFE77FA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5FF2C8-B9B3-B0C3-C9DF-32C5E38A265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0193E3-E66B-88A8-35CD-CB2A68C315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5AA6FB7-1D79-EE1B-0B8E-16DA4FB5DA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A6ED73-556C-F46C-FD94-3E5BF324121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1FB9F4-83B5-DCC2-7ABE-03A4D8DC552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295BC4-4470-DFF9-5577-232A6B8C505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12043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831AB7-BDDD-9D64-B235-7E0A516EE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3138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3D7EA2-9D0B-0F8A-5F8D-FAC88757C8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5F530-01C0-8F2D-2647-E7CDD2A7F8F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0DB11-79AF-5889-2ACA-5ED711A7245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A6A9F2-023B-EE13-2AB7-67189BD912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24E1A-E8BF-0C4E-2CD5-C07B794BAC6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86AF8-3B01-7D52-5D31-2C4E546D112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DD7D98-7B6F-F7EB-1963-2DD7292344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5A51F9-18BC-9695-9691-38716A5CEBD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1C0538-23C4-F643-E005-AF0FBFAC7C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5B7721-00C4-F6F9-D2E5-1C1A1FFC7E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E145A9-AC46-07E4-A6C0-59ED454080C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18098D-D15B-BB4F-20F9-FE49F18B4E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39E079-7972-8424-05C9-E3BF920EA93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6C0B9F-0EF4-3087-4A92-A46D40330C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8C3F92-9238-221D-AD0E-EFD5BAD062F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71BBF3-4EDB-428B-FEEE-11FDD9F7FEF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0D9B5B-E54C-776D-E032-6C06B9A862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C6D261-0273-A3EC-962D-0CC15FBBB4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077096-8A83-D387-D695-B38D3EE3C6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FA921-C9B8-9A3E-E302-4E73F4C2850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5E837A-EF8C-912D-CF33-DC322ACCDF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6842E1-E53F-5E12-03DC-DD938863A20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ED3893-D236-1B53-BCB2-4356F7CB21C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6E1EE3-2AB9-1EE8-ABF2-45939F23CB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C636C3-F4C1-7206-C902-91DA657474B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077B04-F90B-A0CC-9ACD-FC227BF4E86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42D92D-0411-86FD-FD42-E076D9EE110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4C64D-7C1A-926D-1DC1-6A6414FDBA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45EE08-A98D-01FA-2171-AC26286AAE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750C40-5D09-BF2D-F68E-8156613660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EA972C-0DA0-4103-57DF-7C9A7F9B06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CA2BF3-7C64-8FFC-493A-CD5FA04748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9DC838-6EA7-2D9B-C352-B2C84D16ED4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51584D-1439-EC66-CB5E-C86A2E97F44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A50FB8-CE35-4761-A6B0-BE16819394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505374-5116-C2E6-9C18-87B5537E1B8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198AF0-1895-C0DD-EC92-CDAB9B0904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2803FD-DA48-9709-45DB-33484C41E74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1C0C67-CA29-B06E-396E-7A36969B8E7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D75AC8-9E2D-D9CA-F432-E1EF596926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BB1DFA-2C92-38A8-8D03-7A08226FBE0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F83141-CD08-5B31-4F44-5DE0A22A0E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BD09B68-5DCD-1930-6026-8DEC57FB555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2594FE-277C-5973-94EE-AA3BE44A34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833383-2619-8AE1-E22E-EFFB76B969D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99D6A1-CC8E-6CC2-B3F7-4326B23002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900A5E-6D76-587C-2DFD-92EFA48157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234C15-D43D-7905-5E6D-8AB06EB3925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2701EA-E576-BD64-46C7-6B254099F3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41FDD4-FA46-9AC6-95A6-FDFC78139B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F08D5B-239E-1FF0-4FCC-7AC6DEF18DF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510B19-3198-6775-4DB8-2969F74BB9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63EBB7-8DEA-A035-671B-095EFE94FB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A408D1-2795-2A51-8BEF-F3518493AC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778707-033E-7FA2-42DF-480BFEF412A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B1692B-0E77-4376-C7FF-6BEDD63BF2D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53752-9030-C29D-9833-883262A5168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7147F7-AE3B-012E-53BB-889E5E744C0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AD2CEC6-2C4F-D2FE-6FE4-CFE4011CB0B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0537B0-8323-1A64-DF09-39FB32AAC48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D6592A-F37B-D23D-AD44-F04E1DAAF64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C1DE1F-157A-4870-A897-AD5741D3D06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B2FA07-D551-8692-E1B6-CE27DBF0E8C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BF17E8-18BD-C042-E6F2-603E8EE78A3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053E0A-1A09-D426-1081-D848E9FE376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FA6531-FBE6-5D53-5C12-5684C04762A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3DA081-0DE0-137F-7136-8DADDE0F2CA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367410F-ADD1-8006-218E-1093B4ED30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1A5C86-5ECE-083E-5505-4004ED2BCC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34CEAD-D4FB-A94A-B119-4E470D0323A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8432DD-6D87-FFE3-332E-6C529044D63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34B78B-C7C1-C652-6232-B07315E13A3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AA7508F-BC5C-BD63-FE35-CF0C611C8C7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441B13-F709-9820-92EB-A0AEF4B46CA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CD92CE-63A8-D4B6-DDCC-0CA41368B0E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F486AD-8C07-4391-8BC5-1CF73DB284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D8D130-CB07-06CB-9DF3-77ABEFBEB74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342847E-040E-264F-0ED3-75738365A16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DD8AEEE-6363-1C8A-6CDF-CD7FCF7D5FD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A86441-FB97-7C14-B21D-EFB4F3D80E6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75B3B4-6CBC-7F70-1236-9F1B5FE11D8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7CBCBB2-88D7-BCE3-7916-11F0F236BF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364193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454D7-CEE4-838B-D109-D776E2EA1C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60C56B-03A8-4A01-C370-4161AC79EB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F9BFDB4-9AD7-FA30-A0F2-18859BAA297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40DD29-1195-EF1F-8B16-EF9A84420D3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2A5CBA-3D0B-3A96-9C98-B514696923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FC491A-E2DD-10AD-68CE-6D3EEEB4EF9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609A37-C41C-8535-9A55-84CA0EE83E4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5A078A7-AA12-A695-6E1C-F4ADCC0563A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91BCC9-7513-6620-4D5A-3AF70159AAD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E04531A-D14B-3018-AA2E-66D8F2ECA70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A3750D2-4D6A-C174-AB75-74C97E3EEC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D3B98C3-B2F4-A745-E9FE-7302EBAADA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3D9B785-7EEC-3C3E-D9D3-00ADFA3FA1B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FB47043-5E04-FAB4-05BF-0CC87CA5EDF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938E445-20DD-4F66-5EA3-45A33BAAC00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6226C55-846A-2224-F06C-4C411BC814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AAA4F56-A9E2-9990-B932-EE4C5C4BB33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A1384E-A2DB-85D7-DAF7-C45E7EA0BC9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A36C789-DA72-4617-34D7-CC915BF2F28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20473C0-11CD-45EB-4B77-C4D593C934E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59BC938-D3FB-69C9-58B2-FBFF7673D16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3281FCE-CA0D-882E-1770-68B5DDD6277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4D09948-1B45-CE41-35EA-332C0AB89F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ABA7E41-188E-7074-BD6B-4A804753155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2621310-1D87-C359-D210-913EB69A2E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3098FE2-EA54-5D61-2C32-CBE3755DCF0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14006A6-26D4-D65B-E5E2-AE741EE5E6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D6ACA82-4B0E-6FF8-BE11-0CF8C041C6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8BE1F8-A8A1-B970-06DB-7B5C6C9890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6882C-989E-3F24-421F-95B5067DE38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9099AA-E57F-1DF2-3785-1A001BB1C7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C6495DA-918C-4230-9D51-E747935110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E7D0D1-94B5-DEDF-0E2F-C3DD2654636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7324CDE-A25D-D9AB-9F51-93CD86EE07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6B144A0-6A62-2178-F93B-F1E912D7E91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1C64677-8826-3E39-7AF4-21CB0CCF578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588FC59-0908-97A5-21AB-5F6F09BAE72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86C48C3-3F20-4B17-FA41-C4741506D5B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36E54B7-6F97-FEF2-F03B-7AAAC01D3E2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7C25FD9-9D4C-557E-C6E5-AE3416E50F8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4BDD1AE-DB4B-3CA5-431D-DA60E23D2FD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06A23A5-E07D-6AD3-A25E-E208CD6EA38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2D20885-59F5-D5EF-192A-38A4DDB2A2F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E2FA26F-0294-745E-AC34-3565C142AA5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B15544F-BE52-A2FE-4074-37906CE3AE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0FDCC57-DE1D-E76B-839F-85D9E51752F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47E407FD-7F9A-2A98-FC1F-6A88834BE9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2B603FB-9593-8853-522A-B1FD932C7C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9173C26-DABF-28BB-EBE2-D16BF5CA43E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75A6AEB-6650-CFA4-9CEA-2023F1ADBC5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6574ACB-29E9-A27A-5747-5085F358A12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4C414D4-8A91-C39B-9BA6-73BB7F2CBE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704EC94-AE00-8414-53CA-BCBBEF23DD5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CA0350D-563D-6630-7304-097E019173D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37336222-6EA2-349F-6352-AD6A1D5588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9829D046-E18D-DB3D-78CE-D4D546B417E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190BB7A-527D-5AC8-9CAD-4789CA2E551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B4627CC-56EB-967A-C511-2FBE82171B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F178DE4-AF7E-3303-A825-0C6D7E3639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010D4D1-FB85-E67C-79E4-FE89CFF4AD6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14B53DC-0572-2585-B837-63D13EA4143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CC99F2D-20FD-91BB-AFCF-1BDAA2C7CA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681B4FA-13DF-E7EA-AEDD-539F1C5A686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4E1726-459B-BA4F-257C-46D897E29F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8CFC7CE-FA28-1A2E-31D2-BBAEDC468CC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476A475-2835-A999-0397-DC5453A255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DFBA62-EDF5-5E66-D6C2-CEFB9B6EB6F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CDAE45F-FE33-B2CA-5F56-FB8074081DF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47E677D-6A96-11F9-1CC6-6869D0DB190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7B0AC8A-C41D-56EC-5EF0-754BBB160E7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90BEB1FD-B867-9020-CDAC-CA45182334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FDCDC74-3BE5-350D-3561-28BD95A47BF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F11623A-5281-10E1-02C5-67D61644E2E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682B44B-DA2F-482D-8445-E24A812F6CA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8894DEB-CF9E-546B-EB23-999174D037F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256DDD0-CB71-FF08-1010-15DEE7B70F2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424EA77B-D2FD-45E3-204C-60FB3D79A46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1E16BB3C-AC1E-82D8-06AE-1D6C2284F5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5623CD4-A44B-2A55-FCF5-2A5B925F2A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1D89E19F-9755-F643-1830-EB37CAECB7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4D70CDE-B490-E358-E7D2-A1A45E2D290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35508B5-6B0F-5193-AF19-4B3C12FA697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2598633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10033</TotalTime>
  <Words>2307</Words>
  <Application>Microsoft Macintosh PowerPoint</Application>
  <PresentationFormat>Widescreen</PresentationFormat>
  <Paragraphs>2043</Paragraphs>
  <Slides>27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402</cp:revision>
  <cp:lastPrinted>2025-12-02T00:08:17Z</cp:lastPrinted>
  <dcterms:created xsi:type="dcterms:W3CDTF">2024-03-19T02:13:08Z</dcterms:created>
  <dcterms:modified xsi:type="dcterms:W3CDTF">2026-10-11T21:14:34Z</dcterms:modified>
</cp:coreProperties>
</file>