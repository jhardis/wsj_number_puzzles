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60" r:id="rId10"/>
    <p:sldId id="561" r:id="rId11"/>
    <p:sldId id="577" r:id="rId12"/>
    <p:sldId id="578" r:id="rId13"/>
    <p:sldId id="579" r:id="rId14"/>
    <p:sldId id="580" r:id="rId15"/>
    <p:sldId id="581" r:id="rId16"/>
    <p:sldId id="582" r:id="rId17"/>
    <p:sldId id="583" r:id="rId18"/>
    <p:sldId id="584" r:id="rId19"/>
    <p:sldId id="585" r:id="rId20"/>
    <p:sldId id="586" r:id="rId21"/>
    <p:sldId id="58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618"/>
  </p:normalViewPr>
  <p:slideViewPr>
    <p:cSldViewPr snapToGrid="0">
      <p:cViewPr varScale="1">
        <p:scale>
          <a:sx n="111" d="100"/>
          <a:sy n="111" d="100"/>
        </p:scale>
        <p:origin x="16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7FF3A-0051-AADB-7557-C61A4D044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EDF864-6AC4-7CAC-D636-AE5D3DA3C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45E54C-0119-693F-674E-2C8453C54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5833D-A411-3378-39A9-9455B5DBB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79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31526-3966-2AA2-DCA3-49DE7B3E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E0D1DD-3360-EC80-1F0E-8F27FF69E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0D4D8-76F8-1620-F410-2C80DEF9B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0052C-B0CC-131A-CB73-64DAF39EF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04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2F8F0-75B6-8F07-9161-9A262FA49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60D30-92EC-82F1-A79A-B28A0E436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5E3928-8848-84E9-797B-E530108A8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10476-418E-617E-F6A1-B62BCDDA92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31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03217-CA53-6075-C07C-A9A1B4650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EEC352-F8D9-7C20-DF50-BDC83C9BD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C91FCD-2E2B-C40A-E3FF-00B6AF48B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6BB9B-B4C5-E76C-D3AF-387C5C6F1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082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FC9A3-4187-9B0B-5E74-BD376A778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B2C9D-2830-5AE7-44EA-2E3645618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C18BEA-B70D-43DE-C202-902B571AB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D62D5-936F-8732-6368-FD5B63665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038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3CB32-CF65-B2C1-49AF-8139ED623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E110AD-9206-FCAB-A8C9-D34A10147E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D282A-0BC7-1DB3-00C0-7EF388B67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B8D5E-AD8D-F1B8-AE16-B0B591EAA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576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40872-E921-7FBE-F694-4B3D57A8C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911C1-85F3-8F72-39D0-E78530D1C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2A5A4-4B88-6D7D-212A-FBD9DD18A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D03C9-44E7-5469-5F51-7AE6A13F3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52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41E20-B056-2C94-8C2D-37196D599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3431F-D1D8-AEE3-0382-39456625B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74950-08AB-E75C-0983-B33163B35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906D3-2DB7-69B8-5048-9286959F4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269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3D33A-3E81-3B1D-A7D8-CF07AFAE2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549901-6489-DBBA-B5AC-DD05D17B4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FC950E-3C2A-50F8-FF54-28B0771E6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74D6C-C791-96D2-D9E5-5A838BACC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8630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259EE-849C-46C0-AF46-45AF4B086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0368FA-19F1-5591-5E2E-3FD55B05B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D1D980-4FEC-42A4-3E86-EC531E276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0C812-7797-E369-BEE3-21E300CD20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94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27EF6-EF45-0FF3-75EC-58C8D1A16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F7F3A9-B616-8123-EAE6-21551AD79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466336-B8B1-1E08-94FA-8615402A4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826B3-23AF-0C56-C3F1-326EC46FE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18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68104-EF46-8DFA-8F08-5DAA124C8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52B903-C909-F367-0993-1BEFC6920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12327-E101-6F42-D4F7-64563BACF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A18E9-A0E7-A2A7-EE88-450F54F75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7434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CDAFD-5F35-CC86-25DA-6948C6B03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2BA99-DAF6-B2C2-4014-CA3F42BE5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8EB02-5AEA-024C-BD31-9D2745A2E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BEB8D-C585-5D11-3551-91E503CB51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0391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37B33-836C-4D82-9AAA-328A24CD4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FF39D8-3599-31F8-9448-AD8DC3C3C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95CAF3-9F5F-A3AA-D603-78310146F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B3B17-4091-CFB7-3B3F-DAF4BB2927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606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9B80-0E32-333E-9910-0E722B22F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D0BECB-AEBC-AD28-B933-7212DF6C7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937F0-106A-C416-5074-7B2E31BD3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50AA2-B11D-B6EB-5475-5209D93EC3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828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BEA0C-07DC-5326-F7FA-C7749D706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FB22ED-803F-9297-228A-D613F47B0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0C57F5-6836-F983-E052-FAC5540EA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B21BB-71F2-94FE-AF9F-F2B7E6188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4413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6683B-E40C-0C2B-B6B8-95296D67A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758229-27DE-168A-2C41-6EBCC495E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F402B4-7854-E738-6CD5-8984F4D84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B2D2C-9A13-2922-4365-3408908E5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609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EB421-FEFB-4948-83A0-F0BD57692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DC3F1-B8B9-39A0-5B65-9209FFA3E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EC2BE-8A4D-D93B-4F1E-747E2C41D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B2B90-9F17-3E9A-F5D6-CB19235451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044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ABEC6-00E6-9C96-3D73-DCCBAF31A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D542F7-E8CF-D751-F5D3-20CE23DBB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17917-069B-668B-25FD-D15F8DC5D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9527D-7566-6D44-DCBD-2C29DEF05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117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5136A-E212-9FE2-6FFA-A900FE9A3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8E8313-4D5B-6CFF-BAFB-EB1E349B3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FF96F2-8EC7-DBD0-4659-5641EC1A7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9358E-3FDB-F8B3-09CE-79539D3C1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12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247E9-E990-9201-6897-C677AABE10EC}"/>
              </a:ext>
            </a:extLst>
          </p:cNvPr>
          <p:cNvSpPr txBox="1"/>
          <p:nvPr userDrawn="1"/>
        </p:nvSpPr>
        <p:spPr>
          <a:xfrm>
            <a:off x="270933" y="166629"/>
            <a:ext cx="11650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Unforeseen by </a:t>
            </a:r>
            <a:r>
              <a:rPr lang="en-US" sz="14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CtC</a:t>
            </a:r>
            <a:endParaRPr lang="en-US" sz="14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4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 sudoku rules apply. Along the loop, all digits are even. Along a thermometer, digits increase from the bulb end.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A8E5BC-05CB-255A-2F53-4F7230B1DA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756088"/>
            <a:ext cx="4541916" cy="454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A164B-839C-E316-EE05-AC1BF8D3C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A748B8-A784-E9FD-47D3-9A7DCA39C7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eight blocks though which the blue loop travels, it covers four cells. Since there only four even digits, this completely separates the even and odd digits in those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20B3F31-AC33-5B84-B221-06BF4262A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2719F50-BBF7-FDFA-F05A-509F720FA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38B48F2-A473-AB15-D2EE-2DE34C6C58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18627E5-BDF8-16D5-77E7-3F52AAEB4C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E2CB15-37EC-7D3C-7DBB-4E1329CF396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29569-29F2-67DA-BF50-9D799B99CD60}"/>
              </a:ext>
            </a:extLst>
          </p:cNvPr>
          <p:cNvSpPr txBox="1"/>
          <p:nvPr/>
        </p:nvSpPr>
        <p:spPr>
          <a:xfrm>
            <a:off x="4143022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DA4E33-3254-DAB1-5F70-CA9002667104}"/>
              </a:ext>
            </a:extLst>
          </p:cNvPr>
          <p:cNvSpPr txBox="1"/>
          <p:nvPr/>
        </p:nvSpPr>
        <p:spPr>
          <a:xfrm>
            <a:off x="4645378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3CB4E7-76DD-537F-6C25-D5225C3FA2C4}"/>
              </a:ext>
            </a:extLst>
          </p:cNvPr>
          <p:cNvSpPr txBox="1"/>
          <p:nvPr/>
        </p:nvSpPr>
        <p:spPr>
          <a:xfrm>
            <a:off x="5147734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CC1EDB-546F-6DCD-B3C8-35924F4891C6}"/>
              </a:ext>
            </a:extLst>
          </p:cNvPr>
          <p:cNvSpPr txBox="1"/>
          <p:nvPr/>
        </p:nvSpPr>
        <p:spPr>
          <a:xfrm>
            <a:off x="5650090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B54416-98BB-2139-9302-83E3F37FA7D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32AC99-8F6F-2F8D-AE81-4AC421E8E03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3196A9-24D4-B3C8-C836-66CDDB5AF7B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C12A55-DFDE-FC94-8C89-AB562B74A8F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A7B2DF-74C9-E031-604A-4EA88D29C01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8B16B4-DD75-103A-9BF1-EB8ED298D13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1234F3-D9B2-E62B-F9C1-F80716363B1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C7EAB4-5A08-AE38-144A-C9147924068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CE31C1-B5ED-3F9F-CE07-559C626FDA68}"/>
              </a:ext>
            </a:extLst>
          </p:cNvPr>
          <p:cNvSpPr txBox="1"/>
          <p:nvPr/>
        </p:nvSpPr>
        <p:spPr>
          <a:xfrm>
            <a:off x="5650090" y="15602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4BB6D2-EED3-CC1A-1BD2-559714FD17CF}"/>
              </a:ext>
            </a:extLst>
          </p:cNvPr>
          <p:cNvSpPr txBox="1"/>
          <p:nvPr/>
        </p:nvSpPr>
        <p:spPr>
          <a:xfrm>
            <a:off x="6152446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5FAC01-8CFC-2AF2-56C2-7C44A66D2EFC}"/>
              </a:ext>
            </a:extLst>
          </p:cNvPr>
          <p:cNvSpPr txBox="1"/>
          <p:nvPr/>
        </p:nvSpPr>
        <p:spPr>
          <a:xfrm>
            <a:off x="6654802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3029E7-0CBB-1859-DCE8-6D38D7C0E18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2EDB4C-A746-B7AC-EDD0-842EF1A4659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63DFA9-57D1-48B1-5FDB-DF39C71AFA2B}"/>
              </a:ext>
            </a:extLst>
          </p:cNvPr>
          <p:cNvSpPr txBox="1"/>
          <p:nvPr/>
        </p:nvSpPr>
        <p:spPr>
          <a:xfrm>
            <a:off x="3640666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21F5BB-B3A4-2823-8AB2-B374E1A9D3C1}"/>
              </a:ext>
            </a:extLst>
          </p:cNvPr>
          <p:cNvSpPr txBox="1"/>
          <p:nvPr/>
        </p:nvSpPr>
        <p:spPr>
          <a:xfrm>
            <a:off x="4143022" y="20537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180838-73AB-C4D9-4483-75B3DE79B95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0EAC31-B693-D277-B25B-5EA2B6A8792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5A0C76-3BA3-3EDA-89FD-B24E4D24299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5931E5-DC6C-FBB3-905F-1CC1A5E8E77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B88914-868B-5CEB-27C2-EDFA0DCCD034}"/>
              </a:ext>
            </a:extLst>
          </p:cNvPr>
          <p:cNvSpPr txBox="1"/>
          <p:nvPr/>
        </p:nvSpPr>
        <p:spPr>
          <a:xfrm>
            <a:off x="6654802" y="20612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2DBE03-AB6F-3E3B-703C-5A05398A9166}"/>
              </a:ext>
            </a:extLst>
          </p:cNvPr>
          <p:cNvSpPr txBox="1"/>
          <p:nvPr/>
        </p:nvSpPr>
        <p:spPr>
          <a:xfrm>
            <a:off x="7157158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D8A23C-4A80-5357-6BB1-C1B8352A7C4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B9D9AD-9471-B249-1A04-A801E4B43C15}"/>
              </a:ext>
            </a:extLst>
          </p:cNvPr>
          <p:cNvSpPr txBox="1"/>
          <p:nvPr/>
        </p:nvSpPr>
        <p:spPr>
          <a:xfrm>
            <a:off x="3640666" y="25571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A229C1-E0C9-42BE-256F-3BE2618D48E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E014D6-417C-B268-87FF-F92B0FE84FF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7D93D9-F963-F357-F77F-A7204A37C90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E8FD56-E32E-46C5-556A-4E768CEC919F}"/>
              </a:ext>
            </a:extLst>
          </p:cNvPr>
          <p:cNvSpPr txBox="1"/>
          <p:nvPr/>
        </p:nvSpPr>
        <p:spPr>
          <a:xfrm>
            <a:off x="3138310" y="226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EF9791-77E5-10AA-134D-64FC5A5DD71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DF9688-C6F8-D2E3-4373-CA5D41B2B1D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B1D9DC-3FCB-2AEA-7E57-7DABB713DAE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33F9E4-099B-EB31-137F-8C9618C971E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2FAF62-ACBD-B048-92E9-40941E9C68C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0887FD6-4CE4-6285-4CCB-5BCB20AC50D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6F39C0-2F9E-63FB-F6D0-DE67F0AF276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990B3F-AAD7-A2D3-ABCB-2028771D8343}"/>
              </a:ext>
            </a:extLst>
          </p:cNvPr>
          <p:cNvSpPr txBox="1"/>
          <p:nvPr/>
        </p:nvSpPr>
        <p:spPr>
          <a:xfrm>
            <a:off x="6654802" y="327174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AA6A8A-446B-F247-24E8-261C45B59A8D}"/>
              </a:ext>
            </a:extLst>
          </p:cNvPr>
          <p:cNvSpPr txBox="1"/>
          <p:nvPr/>
        </p:nvSpPr>
        <p:spPr>
          <a:xfrm>
            <a:off x="7157158" y="35640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F33EF4-FE04-2824-A825-DAB23C9E11D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BC6C79-4CDE-4398-9334-965C74481587}"/>
              </a:ext>
            </a:extLst>
          </p:cNvPr>
          <p:cNvSpPr txBox="1"/>
          <p:nvPr/>
        </p:nvSpPr>
        <p:spPr>
          <a:xfrm>
            <a:off x="3640666" y="377268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B8390D0-4AAB-DA69-66E0-E4CA623E539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C1288E-34F2-9FFA-D68E-31441A7FD2D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A240AE4-2A38-B21C-D0C3-62D35019A9C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EFD55A-92C0-9179-2534-250EF5C0B7F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46C0A90-EB60-647C-66B4-796BA1BB603E}"/>
              </a:ext>
            </a:extLst>
          </p:cNvPr>
          <p:cNvSpPr txBox="1"/>
          <p:nvPr/>
        </p:nvSpPr>
        <p:spPr>
          <a:xfrm>
            <a:off x="6152446" y="377268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0F2E70-323A-53B5-4B64-4CF9FB5FFC79}"/>
              </a:ext>
            </a:extLst>
          </p:cNvPr>
          <p:cNvSpPr txBox="1"/>
          <p:nvPr/>
        </p:nvSpPr>
        <p:spPr>
          <a:xfrm>
            <a:off x="6654802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D3F0104-CFEA-6F03-92AC-0CB8AE5A90B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F3CBF6A-FE80-B540-D442-5FDBDD00A123}"/>
              </a:ext>
            </a:extLst>
          </p:cNvPr>
          <p:cNvSpPr txBox="1"/>
          <p:nvPr/>
        </p:nvSpPr>
        <p:spPr>
          <a:xfrm>
            <a:off x="3138310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1A7EFC5-64DF-A96F-7EDC-15B3C844B16C}"/>
              </a:ext>
            </a:extLst>
          </p:cNvPr>
          <p:cNvSpPr txBox="1"/>
          <p:nvPr/>
        </p:nvSpPr>
        <p:spPr>
          <a:xfrm>
            <a:off x="3640666" y="4565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39356E5-33F1-7C3B-41F3-7CE3D816C7C1}"/>
              </a:ext>
            </a:extLst>
          </p:cNvPr>
          <p:cNvSpPr txBox="1"/>
          <p:nvPr/>
        </p:nvSpPr>
        <p:spPr>
          <a:xfrm>
            <a:off x="4143022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819A91-C3A5-CED3-BCB7-FD576B263637}"/>
              </a:ext>
            </a:extLst>
          </p:cNvPr>
          <p:cNvSpPr txBox="1"/>
          <p:nvPr/>
        </p:nvSpPr>
        <p:spPr>
          <a:xfrm>
            <a:off x="4645378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62F334-E3AB-7440-B427-0820D6806D0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423E45-D1E4-4B4E-57C4-FB8FADA90AB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48BF76A-08FF-5B84-9E2E-CDC162BE666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4AF05FE-B5B1-685D-BC96-5ED668F92EB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0AD8777-BE48-294B-5DEE-911DFA8ADDA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FC6916-D9DB-E031-F95D-0BDE2D55A59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EFA632E-69F8-7DC3-3791-282E622F928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E58E8E-151A-AE67-59DF-5AD16100EC6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E6E5576-FFB9-ADB2-F009-880487FAAF42}"/>
              </a:ext>
            </a:extLst>
          </p:cNvPr>
          <p:cNvSpPr txBox="1"/>
          <p:nvPr/>
        </p:nvSpPr>
        <p:spPr>
          <a:xfrm>
            <a:off x="4645378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2CA60F2-A5AF-09CD-2031-54644A0AE0A3}"/>
              </a:ext>
            </a:extLst>
          </p:cNvPr>
          <p:cNvSpPr txBox="1"/>
          <p:nvPr/>
        </p:nvSpPr>
        <p:spPr>
          <a:xfrm>
            <a:off x="5147734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F2E0CD-D405-6BC1-803B-DDDF69ABCEED}"/>
              </a:ext>
            </a:extLst>
          </p:cNvPr>
          <p:cNvSpPr txBox="1"/>
          <p:nvPr/>
        </p:nvSpPr>
        <p:spPr>
          <a:xfrm>
            <a:off x="5650090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3694E8-C1B1-4C45-1521-9E120C364D52}"/>
              </a:ext>
            </a:extLst>
          </p:cNvPr>
          <p:cNvSpPr txBox="1"/>
          <p:nvPr/>
        </p:nvSpPr>
        <p:spPr>
          <a:xfrm>
            <a:off x="6152446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3BD5F3D-4A9E-5810-346A-3F6FCF89DF6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5EB02FF-76C1-FD37-9B8D-B87E28DAD22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E6291F2-61E4-19A7-B32D-8612D79C699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C0D990F-F1BF-AFD7-761E-2F1E2489308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07A8217-5C26-8B62-C7FE-C5DB9238D8C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E7B7648-D249-CB62-4736-397C72EC0BD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</p:spTree>
    <p:extLst>
      <p:ext uri="{BB962C8B-B14F-4D97-AF65-F5344CB8AC3E}">
        <p14:creationId xmlns:p14="http://schemas.microsoft.com/office/powerpoint/2010/main" val="3469538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13BBE-49B7-613B-E0AE-18E87F5DA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3B55C9-6EAA-EA40-16B0-6B6023CE0D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thermometer has five cells that must be odd numbers (of which there are only five) and one even cell in between.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703F37E-4BEB-C095-8D43-832A9C67D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7EBD8AF-E069-A040-D8B9-EB59C7947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9E14730-BE2B-9EB1-A06C-262233B893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8200600-336C-2886-78FF-46C531A171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8B6F1E-3EB7-7DDD-B560-291021E4F2E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26C713-63C9-D8B4-11A2-8D32CE7D156A}"/>
              </a:ext>
            </a:extLst>
          </p:cNvPr>
          <p:cNvSpPr txBox="1"/>
          <p:nvPr/>
        </p:nvSpPr>
        <p:spPr>
          <a:xfrm>
            <a:off x="4143022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B613CC-2173-E07C-B375-D99532310246}"/>
              </a:ext>
            </a:extLst>
          </p:cNvPr>
          <p:cNvSpPr txBox="1"/>
          <p:nvPr/>
        </p:nvSpPr>
        <p:spPr>
          <a:xfrm>
            <a:off x="4645378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315609-449D-D71C-D3B3-DA19B95EB610}"/>
              </a:ext>
            </a:extLst>
          </p:cNvPr>
          <p:cNvSpPr txBox="1"/>
          <p:nvPr/>
        </p:nvSpPr>
        <p:spPr>
          <a:xfrm>
            <a:off x="5147734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9CFF47-3DD6-4BB5-68CF-E25D618D58C9}"/>
              </a:ext>
            </a:extLst>
          </p:cNvPr>
          <p:cNvSpPr txBox="1"/>
          <p:nvPr/>
        </p:nvSpPr>
        <p:spPr>
          <a:xfrm>
            <a:off x="5650090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A739CE-7F86-56EC-4F4C-66630CF501A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074AFA-7DEF-6105-00C4-EE0DBC11841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DF0A7B-02D0-BAA7-D478-69FCB610821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8DBFB5-3CFB-1EA9-E750-085B95ED6EF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DCF953-B289-F60C-96A4-928CC9DC56A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0448E2-1AD7-23D1-537B-1861D961FF47}"/>
              </a:ext>
            </a:extLst>
          </p:cNvPr>
          <p:cNvSpPr txBox="1"/>
          <p:nvPr/>
        </p:nvSpPr>
        <p:spPr>
          <a:xfrm>
            <a:off x="5650090" y="15602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A1FE4C-F91F-59D3-6953-D5FAFF3D0FA5}"/>
              </a:ext>
            </a:extLst>
          </p:cNvPr>
          <p:cNvSpPr txBox="1"/>
          <p:nvPr/>
        </p:nvSpPr>
        <p:spPr>
          <a:xfrm>
            <a:off x="6152446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552D2A-499A-1150-41BF-929E6620A42E}"/>
              </a:ext>
            </a:extLst>
          </p:cNvPr>
          <p:cNvSpPr txBox="1"/>
          <p:nvPr/>
        </p:nvSpPr>
        <p:spPr>
          <a:xfrm>
            <a:off x="6654802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3CBEB9-F822-21B0-0118-4E99A9661F3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9C70BD-9ECC-47A9-D8A8-CCB4743605B1}"/>
              </a:ext>
            </a:extLst>
          </p:cNvPr>
          <p:cNvSpPr txBox="1"/>
          <p:nvPr/>
        </p:nvSpPr>
        <p:spPr>
          <a:xfrm>
            <a:off x="3640666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199E9C-2F73-3C7C-A25F-973716FB90ED}"/>
              </a:ext>
            </a:extLst>
          </p:cNvPr>
          <p:cNvSpPr txBox="1"/>
          <p:nvPr/>
        </p:nvSpPr>
        <p:spPr>
          <a:xfrm>
            <a:off x="4143022" y="20537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72927F-5E82-1B23-7D86-E31D211A7F9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A8CBCC-D24D-1D1F-3BA5-5570EA17E4A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E95368-0D47-334C-7EC7-BAF7F736245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CB321D-9A2A-B5D6-D1ED-5CCBBFBB496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4BA48E-85FE-A983-F021-48C1E591A97A}"/>
              </a:ext>
            </a:extLst>
          </p:cNvPr>
          <p:cNvSpPr txBox="1"/>
          <p:nvPr/>
        </p:nvSpPr>
        <p:spPr>
          <a:xfrm>
            <a:off x="7157158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713552-FD07-C5D7-9AB6-7B16400F115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535CA0-694A-D898-AB09-39AEED60864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8D7FCE-4619-26D9-E790-6D9D199439D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05FBB0-5013-1872-8933-AF8DA8ECDE0A}"/>
              </a:ext>
            </a:extLst>
          </p:cNvPr>
          <p:cNvSpPr txBox="1"/>
          <p:nvPr/>
        </p:nvSpPr>
        <p:spPr>
          <a:xfrm>
            <a:off x="3138310" y="226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2217E1-C220-FD62-2DD2-81FE2CA66A8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6747DF-981D-3674-351C-956963C9719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EAD80BA-53CC-8557-B45B-B6B4385D65E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A9099A-F3BD-6716-83EB-CCE1FD9F812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FDD925-7798-47DA-0DBB-CF51A4B49B8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A4A648-E19A-8B40-9DF9-F4A01F760FA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FA69CD-D0B4-3E5D-D849-083AF754CCE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440CF2-1BCF-7EE3-1D05-3DE51E086325}"/>
              </a:ext>
            </a:extLst>
          </p:cNvPr>
          <p:cNvSpPr txBox="1"/>
          <p:nvPr/>
        </p:nvSpPr>
        <p:spPr>
          <a:xfrm>
            <a:off x="6654802" y="327174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51C3F0-D909-86F0-6987-D97D797844A7}"/>
              </a:ext>
            </a:extLst>
          </p:cNvPr>
          <p:cNvSpPr txBox="1"/>
          <p:nvPr/>
        </p:nvSpPr>
        <p:spPr>
          <a:xfrm>
            <a:off x="7157158" y="35640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8F979D-A8AF-9664-86C2-191E80069B2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160419A-B16F-FE9C-9DC7-44F03D93F26F}"/>
              </a:ext>
            </a:extLst>
          </p:cNvPr>
          <p:cNvSpPr txBox="1"/>
          <p:nvPr/>
        </p:nvSpPr>
        <p:spPr>
          <a:xfrm>
            <a:off x="3640666" y="377268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5A5EDE-CB50-EBDA-3248-752548507A6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A455F6-27C1-59D0-14ED-62C89966A30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E43343-B177-5EEA-FAB2-7BD56DCB535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80084C8-FD95-700E-C205-ADD5B2C693B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2316EF-38A0-CD1E-AC4D-F761329167CE}"/>
              </a:ext>
            </a:extLst>
          </p:cNvPr>
          <p:cNvSpPr txBox="1"/>
          <p:nvPr/>
        </p:nvSpPr>
        <p:spPr>
          <a:xfrm>
            <a:off x="6152446" y="377268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0054A09-2CFA-F073-18AE-FAE4035C6D57}"/>
              </a:ext>
            </a:extLst>
          </p:cNvPr>
          <p:cNvSpPr txBox="1"/>
          <p:nvPr/>
        </p:nvSpPr>
        <p:spPr>
          <a:xfrm>
            <a:off x="6654802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F6F72E-BD19-57CC-2FDF-2CE5A948BBF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4790B5-BB29-F829-B54E-EFBD4B0DD342}"/>
              </a:ext>
            </a:extLst>
          </p:cNvPr>
          <p:cNvSpPr txBox="1"/>
          <p:nvPr/>
        </p:nvSpPr>
        <p:spPr>
          <a:xfrm>
            <a:off x="3138310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3B50B1-C854-CA07-E87D-A69C2602748F}"/>
              </a:ext>
            </a:extLst>
          </p:cNvPr>
          <p:cNvSpPr txBox="1"/>
          <p:nvPr/>
        </p:nvSpPr>
        <p:spPr>
          <a:xfrm>
            <a:off x="3640666" y="4565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9E89BEE-FEF6-7833-4B9A-5BB1696D3444}"/>
              </a:ext>
            </a:extLst>
          </p:cNvPr>
          <p:cNvSpPr txBox="1"/>
          <p:nvPr/>
        </p:nvSpPr>
        <p:spPr>
          <a:xfrm>
            <a:off x="4143022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D8A025-59F4-EA49-3863-B8CE7F12838F}"/>
              </a:ext>
            </a:extLst>
          </p:cNvPr>
          <p:cNvSpPr txBox="1"/>
          <p:nvPr/>
        </p:nvSpPr>
        <p:spPr>
          <a:xfrm>
            <a:off x="4645378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1542868-2537-6A34-4148-7BA31EE65C5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FCD9FB-7F72-3E70-5197-AC0E26DE493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3E14DCB-825E-AD35-2B9F-75E600EB1C0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720BC59-3BCC-4DFC-D37A-B5C84731138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C678938-1CE7-C778-8CBA-4C3C0D981CB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3DFEAAA-B46A-E3B8-2F84-48F1D458BC3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36A0DA9-157A-C339-6C04-AD9BAB9133C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3AAA89E-4949-60B3-0F02-0484723FD6D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0C6DD7C-DD9F-B50F-8BC7-936EEFD87287}"/>
              </a:ext>
            </a:extLst>
          </p:cNvPr>
          <p:cNvSpPr txBox="1"/>
          <p:nvPr/>
        </p:nvSpPr>
        <p:spPr>
          <a:xfrm>
            <a:off x="4645378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69FDD0B-D2FD-B03F-A07E-5C79ACCADA07}"/>
              </a:ext>
            </a:extLst>
          </p:cNvPr>
          <p:cNvSpPr txBox="1"/>
          <p:nvPr/>
        </p:nvSpPr>
        <p:spPr>
          <a:xfrm>
            <a:off x="5147734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895CDEF-ED3B-8A3B-EF6C-3FCD981E51B0}"/>
              </a:ext>
            </a:extLst>
          </p:cNvPr>
          <p:cNvSpPr txBox="1"/>
          <p:nvPr/>
        </p:nvSpPr>
        <p:spPr>
          <a:xfrm>
            <a:off x="5650090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38E873-3CAE-5328-6C8A-B466144FE2E1}"/>
              </a:ext>
            </a:extLst>
          </p:cNvPr>
          <p:cNvSpPr txBox="1"/>
          <p:nvPr/>
        </p:nvSpPr>
        <p:spPr>
          <a:xfrm>
            <a:off x="6152446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2B16E5B-50F6-1A52-FED6-D375B72E4A2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7CA3C5A-E7A0-6810-2E96-0D62D1F21D6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AFD03AD-0D82-29BC-CC70-D13E608015D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621B83F-8AF9-E947-BDAA-7D984ED7CCF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8049513-9667-38AF-44AF-2400CC2AFE4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33FC540-A1DF-8421-5B2C-B688BE49A11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C20262B-2AD6-3489-609F-59320B34C2F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9A0AB2A-0A4B-57E4-51CE-78FAA8050B7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40D8313-74A2-C5D5-42BA-DBB4D885C77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898BE1B-A071-CC0D-DAE4-7C2E1D013AC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D874B2C-E476-1829-E4B5-650FD236D63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963A9F5-A51E-0697-60FC-0549E580062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E32DB3A-7F3D-C7F8-8742-55618B1785AA}"/>
              </a:ext>
            </a:extLst>
          </p:cNvPr>
          <p:cNvSpPr txBox="1"/>
          <p:nvPr/>
        </p:nvSpPr>
        <p:spPr>
          <a:xfrm>
            <a:off x="3640666" y="25571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</p:spTree>
    <p:extLst>
      <p:ext uri="{BB962C8B-B14F-4D97-AF65-F5344CB8AC3E}">
        <p14:creationId xmlns:p14="http://schemas.microsoft.com/office/powerpoint/2010/main" val="259459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94459-0E6D-A29F-3424-3286473A9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EBEAC6-96F9-60D6-ABB3-87E41C47C2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thermometer has possible variations. (Note that the second digit can’t be 3 because there is already a 3 in Row 2.)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940A3A9-E315-1239-2C3C-B4AB2C416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0826D1F-EC19-FAFE-C742-4C5C7EC50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A55DE9B-3502-8E01-E50F-87525EB9B7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F1C2817-4B16-EB51-7484-3AECB10E56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8665AA-732A-8555-2D22-240C2230BB6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8FF47C-B359-CEE2-C48E-AF236D1BC64C}"/>
              </a:ext>
            </a:extLst>
          </p:cNvPr>
          <p:cNvSpPr txBox="1"/>
          <p:nvPr/>
        </p:nvSpPr>
        <p:spPr>
          <a:xfrm>
            <a:off x="4143022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FD1D81-AF62-115B-EC7D-C40E49C5CA4D}"/>
              </a:ext>
            </a:extLst>
          </p:cNvPr>
          <p:cNvSpPr txBox="1"/>
          <p:nvPr/>
        </p:nvSpPr>
        <p:spPr>
          <a:xfrm>
            <a:off x="4645378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CD1D9E-AF90-DC5F-9438-8CC6CB439F34}"/>
              </a:ext>
            </a:extLst>
          </p:cNvPr>
          <p:cNvSpPr txBox="1"/>
          <p:nvPr/>
        </p:nvSpPr>
        <p:spPr>
          <a:xfrm>
            <a:off x="5147734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675BEE-9377-B354-7027-089B02E3F761}"/>
              </a:ext>
            </a:extLst>
          </p:cNvPr>
          <p:cNvSpPr txBox="1"/>
          <p:nvPr/>
        </p:nvSpPr>
        <p:spPr>
          <a:xfrm>
            <a:off x="5650090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1B41B6-114D-76A1-2F19-FA03A246D17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AA89A4-B790-4051-A70C-82501899E9D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A1C5B6-8C45-2706-3C2F-AB0FD34F3B7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A14C87-AC87-7F5C-02AC-488F1EB26F6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2584F3-608E-043D-090F-F32DABC2ACEE}"/>
              </a:ext>
            </a:extLst>
          </p:cNvPr>
          <p:cNvSpPr txBox="1"/>
          <p:nvPr/>
        </p:nvSpPr>
        <p:spPr>
          <a:xfrm>
            <a:off x="5650090" y="15602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98F298-AEBB-A22A-C181-3AC923B7F1B9}"/>
              </a:ext>
            </a:extLst>
          </p:cNvPr>
          <p:cNvSpPr txBox="1"/>
          <p:nvPr/>
        </p:nvSpPr>
        <p:spPr>
          <a:xfrm>
            <a:off x="6152446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4834CD-C23E-7C0D-3BD5-93AC24759A94}"/>
              </a:ext>
            </a:extLst>
          </p:cNvPr>
          <p:cNvSpPr txBox="1"/>
          <p:nvPr/>
        </p:nvSpPr>
        <p:spPr>
          <a:xfrm>
            <a:off x="6654802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8B479E-7CA9-461A-3F07-FB0F7162322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BB834D-DE73-CACD-017C-BC6861BB3E29}"/>
              </a:ext>
            </a:extLst>
          </p:cNvPr>
          <p:cNvSpPr txBox="1"/>
          <p:nvPr/>
        </p:nvSpPr>
        <p:spPr>
          <a:xfrm>
            <a:off x="3640666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08A949-CE57-C718-9FD4-C005411AA57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51613A-B55B-BE3A-D28C-E2F30EB1EA3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C59380-A77B-D5AB-BEAC-1BAD2BACA9C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D06EBC-A31B-F226-36C2-18E1D223965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F6A801-B81E-C08B-717E-ABAFF5F527A1}"/>
              </a:ext>
            </a:extLst>
          </p:cNvPr>
          <p:cNvSpPr txBox="1"/>
          <p:nvPr/>
        </p:nvSpPr>
        <p:spPr>
          <a:xfrm>
            <a:off x="7157158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DB47CB-1274-04DD-EEF2-6DC0B804280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CA2D06-778E-2AAD-8723-2B0EB3BEC3A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8C5FC6-7E8B-314E-2FDD-A815F4C638B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476F9C-D87B-E018-1B8A-443F82FFBD99}"/>
              </a:ext>
            </a:extLst>
          </p:cNvPr>
          <p:cNvSpPr txBox="1"/>
          <p:nvPr/>
        </p:nvSpPr>
        <p:spPr>
          <a:xfrm>
            <a:off x="3138310" y="226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68C329-D099-CCDD-4881-9782E15DF04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4F3DF5-6B3E-47F7-F0C9-DCBCB3748E3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136DAD-B693-6A2F-73E9-5C05914250F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5D0B5C-235A-C51B-98A4-84D15C8DDB1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E8D5D1-D821-2C23-C703-140F3E75F13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951901-6EFA-90DE-9048-5BA04FC8FFC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7D37EB-635A-7958-54B4-0F38069E1AA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C6E0B6-F635-194D-2759-9B4292351E69}"/>
              </a:ext>
            </a:extLst>
          </p:cNvPr>
          <p:cNvSpPr txBox="1"/>
          <p:nvPr/>
        </p:nvSpPr>
        <p:spPr>
          <a:xfrm>
            <a:off x="6654802" y="327174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1D0EE6-F009-F2F8-2307-0C1EA582506F}"/>
              </a:ext>
            </a:extLst>
          </p:cNvPr>
          <p:cNvSpPr txBox="1"/>
          <p:nvPr/>
        </p:nvSpPr>
        <p:spPr>
          <a:xfrm>
            <a:off x="7157158" y="35640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215AB06-8130-DB96-F3B4-19578DCECD2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640D6AB-E9D1-7A63-0825-6FA94E7229D1}"/>
              </a:ext>
            </a:extLst>
          </p:cNvPr>
          <p:cNvSpPr txBox="1"/>
          <p:nvPr/>
        </p:nvSpPr>
        <p:spPr>
          <a:xfrm>
            <a:off x="3640666" y="377268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7220205-9715-F5F0-D798-D05B0938B66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BE2F9A-CF3E-CE07-034D-CF00953668C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A6429A-BAE4-1D9D-1A1E-949BE928FC5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E07921-1B0B-B42B-BDBE-3A5A32CCB17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F952E37-7A76-BAFF-9556-FE315D1AA9CB}"/>
              </a:ext>
            </a:extLst>
          </p:cNvPr>
          <p:cNvSpPr txBox="1"/>
          <p:nvPr/>
        </p:nvSpPr>
        <p:spPr>
          <a:xfrm>
            <a:off x="6152446" y="377268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A041B0-9359-12B2-EEE1-3739DAF5BAB2}"/>
              </a:ext>
            </a:extLst>
          </p:cNvPr>
          <p:cNvSpPr txBox="1"/>
          <p:nvPr/>
        </p:nvSpPr>
        <p:spPr>
          <a:xfrm>
            <a:off x="6654802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CE28B7-DC18-914C-CEDD-F739450C8FB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770FAD-D576-3C5F-D0E9-F8758F0195C9}"/>
              </a:ext>
            </a:extLst>
          </p:cNvPr>
          <p:cNvSpPr txBox="1"/>
          <p:nvPr/>
        </p:nvSpPr>
        <p:spPr>
          <a:xfrm>
            <a:off x="3138310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A1B74A-218C-F429-4F18-0F110AA45118}"/>
              </a:ext>
            </a:extLst>
          </p:cNvPr>
          <p:cNvSpPr txBox="1"/>
          <p:nvPr/>
        </p:nvSpPr>
        <p:spPr>
          <a:xfrm>
            <a:off x="3640666" y="4565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9F8487A-667C-E22F-6CE4-6D114EAA1609}"/>
              </a:ext>
            </a:extLst>
          </p:cNvPr>
          <p:cNvSpPr txBox="1"/>
          <p:nvPr/>
        </p:nvSpPr>
        <p:spPr>
          <a:xfrm>
            <a:off x="4143022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4B5EAA5-CABE-20B7-2FD9-701990C957B7}"/>
              </a:ext>
            </a:extLst>
          </p:cNvPr>
          <p:cNvSpPr txBox="1"/>
          <p:nvPr/>
        </p:nvSpPr>
        <p:spPr>
          <a:xfrm>
            <a:off x="4645378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3A9664B-4D11-0C37-1573-5BA68088444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F4D7F8-498F-B588-2428-B47CEFC8A26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1F58797-76E1-1DD1-CD44-92F1ABB760B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8291A23-3978-BD41-4EE8-8C5CAF94C9E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AE622A6-A878-5930-3BC7-A2675877C40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7BAD423-DC60-5953-2702-53CFBF6D71A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23AA96A-F1AA-E9F0-653A-5B5B2AAF9BC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92109D7-F21C-99D9-A115-FEC736E1CEA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0FE173C-662E-6A7B-8533-8BE317438F75}"/>
              </a:ext>
            </a:extLst>
          </p:cNvPr>
          <p:cNvSpPr txBox="1"/>
          <p:nvPr/>
        </p:nvSpPr>
        <p:spPr>
          <a:xfrm>
            <a:off x="4645378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2585055-85D0-921E-9AA5-56FDF4DDE11B}"/>
              </a:ext>
            </a:extLst>
          </p:cNvPr>
          <p:cNvSpPr txBox="1"/>
          <p:nvPr/>
        </p:nvSpPr>
        <p:spPr>
          <a:xfrm>
            <a:off x="5147734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AFB4749-9368-D37A-6232-E93987E3043E}"/>
              </a:ext>
            </a:extLst>
          </p:cNvPr>
          <p:cNvSpPr txBox="1"/>
          <p:nvPr/>
        </p:nvSpPr>
        <p:spPr>
          <a:xfrm>
            <a:off x="5650090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741D206-6C30-026F-6F83-2E8779BDA45F}"/>
              </a:ext>
            </a:extLst>
          </p:cNvPr>
          <p:cNvSpPr txBox="1"/>
          <p:nvPr/>
        </p:nvSpPr>
        <p:spPr>
          <a:xfrm>
            <a:off x="6152446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F0CAC3-DC23-1D4A-A0EA-DDCF39F76A1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ED2B996-FC1B-D74E-8A5A-04F8469B17F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AB530A5-21A8-547C-9AEB-ACB572330B9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7CF925F-9361-CBED-A2BB-6214DFAEEE7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7850B69-9176-3893-4BA2-14B34CC1ADE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44C4204-D9CA-825B-45B3-C86D51A12E6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6E554DE-65A9-5668-57B7-207A4279C6D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0F310C2-80D1-AF72-2F80-7E8EB5CCBCD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3E769CC-E5C4-1298-6413-D7643782650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6CAA800-AC01-47C3-8344-6BAD41E07A7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E7638EA-2C87-F18A-3245-F68E0DEC48A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2FB2056-2CC3-81BE-6759-281CE5CDC0D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36A883-3E23-4865-DF61-E7CE1A54A6F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3FEE26-055F-E16B-F8AC-F42547E1E2B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CF5BE6-FE53-CFC8-1AEF-C4A875C8CFA7}"/>
              </a:ext>
            </a:extLst>
          </p:cNvPr>
          <p:cNvSpPr txBox="1"/>
          <p:nvPr/>
        </p:nvSpPr>
        <p:spPr>
          <a:xfrm>
            <a:off x="4645378" y="257715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E184D4-418F-2542-59E3-538D07D59A70}"/>
              </a:ext>
            </a:extLst>
          </p:cNvPr>
          <p:cNvSpPr txBox="1"/>
          <p:nvPr/>
        </p:nvSpPr>
        <p:spPr>
          <a:xfrm>
            <a:off x="5147734" y="257715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F235EE-A73B-BF4B-C895-CFF80625CAF5}"/>
              </a:ext>
            </a:extLst>
          </p:cNvPr>
          <p:cNvSpPr txBox="1"/>
          <p:nvPr/>
        </p:nvSpPr>
        <p:spPr>
          <a:xfrm>
            <a:off x="3640666" y="25571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</p:spTree>
    <p:extLst>
      <p:ext uri="{BB962C8B-B14F-4D97-AF65-F5344CB8AC3E}">
        <p14:creationId xmlns:p14="http://schemas.microsoft.com/office/powerpoint/2010/main" val="2262152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B49B8-F0DA-87C8-F243-F006A9E1C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21CABA-30C0-E378-E4A0-200B5B4309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Likewise, this thermometer has possible variations.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FD684D7-4F63-492F-FCA5-83D843EA6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CB66DA7-5ECB-4FC5-473E-ABD93F711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9D67E3F-2A4B-842D-34DB-9BC923B94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F6A2869-853D-F42E-D75B-8387A20741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64B541-6526-755C-0410-8767DBC7E62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3E422A-3C04-3229-8807-F59004E87BDB}"/>
              </a:ext>
            </a:extLst>
          </p:cNvPr>
          <p:cNvSpPr txBox="1"/>
          <p:nvPr/>
        </p:nvSpPr>
        <p:spPr>
          <a:xfrm>
            <a:off x="4143022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E9814A-C46C-5C9D-EC3D-65093F29C695}"/>
              </a:ext>
            </a:extLst>
          </p:cNvPr>
          <p:cNvSpPr txBox="1"/>
          <p:nvPr/>
        </p:nvSpPr>
        <p:spPr>
          <a:xfrm>
            <a:off x="4645378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DB4947-3C50-6AD6-AE4D-21C39FDD587E}"/>
              </a:ext>
            </a:extLst>
          </p:cNvPr>
          <p:cNvSpPr txBox="1"/>
          <p:nvPr/>
        </p:nvSpPr>
        <p:spPr>
          <a:xfrm>
            <a:off x="5147734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0ADD10-AB54-360D-C503-B285948E0170}"/>
              </a:ext>
            </a:extLst>
          </p:cNvPr>
          <p:cNvSpPr txBox="1"/>
          <p:nvPr/>
        </p:nvSpPr>
        <p:spPr>
          <a:xfrm>
            <a:off x="5650090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0F58A4-13B4-F132-11B5-8272E1F58C1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39E9E4-D4A4-DBF9-55BB-2CE6BEA0C95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655DF0-A640-960F-F7CE-BAEE62032CE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4BBE19-BEDF-57C9-C850-94A1F119928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36055-EB0A-44E3-9E8D-9BCAB4C190C5}"/>
              </a:ext>
            </a:extLst>
          </p:cNvPr>
          <p:cNvSpPr txBox="1"/>
          <p:nvPr/>
        </p:nvSpPr>
        <p:spPr>
          <a:xfrm>
            <a:off x="5650090" y="15602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89A714-9F8C-DC54-0179-F656296A7852}"/>
              </a:ext>
            </a:extLst>
          </p:cNvPr>
          <p:cNvSpPr txBox="1"/>
          <p:nvPr/>
        </p:nvSpPr>
        <p:spPr>
          <a:xfrm>
            <a:off x="6152446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CA34FA-C671-ECED-1A0D-5AA768DE7C39}"/>
              </a:ext>
            </a:extLst>
          </p:cNvPr>
          <p:cNvSpPr txBox="1"/>
          <p:nvPr/>
        </p:nvSpPr>
        <p:spPr>
          <a:xfrm>
            <a:off x="6654802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F69AA5-F0EE-71FB-E746-A56E86989A6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C5D640-7B1D-94A7-DC72-0D7452D5E4C5}"/>
              </a:ext>
            </a:extLst>
          </p:cNvPr>
          <p:cNvSpPr txBox="1"/>
          <p:nvPr/>
        </p:nvSpPr>
        <p:spPr>
          <a:xfrm>
            <a:off x="3640666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F3737D-774D-B896-A154-5BBCEF1B4F0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2026BC-230A-6FB5-B724-BB75036811A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E10047-E6D1-3C0B-AF6B-93593EA0193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534960-9C6D-6B4A-3039-2FD52E6A516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FF067C-07FD-AE17-85C3-6DCCCEE66DAD}"/>
              </a:ext>
            </a:extLst>
          </p:cNvPr>
          <p:cNvSpPr txBox="1"/>
          <p:nvPr/>
        </p:nvSpPr>
        <p:spPr>
          <a:xfrm>
            <a:off x="7157158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E14359-77F7-AC51-A673-107D6407894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2455E0-6CD8-4A73-08D4-6781170FBF1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1054F8-BA93-5FE8-F9AE-7590A07EF50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99D97A-D0E6-6108-6E76-00A4B0006136}"/>
              </a:ext>
            </a:extLst>
          </p:cNvPr>
          <p:cNvSpPr txBox="1"/>
          <p:nvPr/>
        </p:nvSpPr>
        <p:spPr>
          <a:xfrm>
            <a:off x="3138310" y="226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A70CDD-C41E-5FFE-80EF-5D10B7E4F3D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19C568-DC6C-6953-0B43-2DBB6AE98AC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24115D-EEF8-F98B-58BC-85F34E8A9E2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A5B60A-48C1-4B47-16AA-C5451234FAB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03CF42-B493-5FD6-EFA3-5C21B948490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24FD5D-1C5E-6A95-AB8B-5608EA8F5F8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928CAC-EDF3-C685-73E6-053049D4826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22A054-E6A4-FF21-0D03-96F286EFA0C4}"/>
              </a:ext>
            </a:extLst>
          </p:cNvPr>
          <p:cNvSpPr txBox="1"/>
          <p:nvPr/>
        </p:nvSpPr>
        <p:spPr>
          <a:xfrm>
            <a:off x="6654802" y="327174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03C9FC-B639-CBFC-D24E-74835ADEB32D}"/>
              </a:ext>
            </a:extLst>
          </p:cNvPr>
          <p:cNvSpPr txBox="1"/>
          <p:nvPr/>
        </p:nvSpPr>
        <p:spPr>
          <a:xfrm>
            <a:off x="7157158" y="35640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C8FD824-6933-35EE-8885-D8210549756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2BE1B0-A74A-E76C-6C2E-B1AA5B0EA416}"/>
              </a:ext>
            </a:extLst>
          </p:cNvPr>
          <p:cNvSpPr txBox="1"/>
          <p:nvPr/>
        </p:nvSpPr>
        <p:spPr>
          <a:xfrm>
            <a:off x="3640666" y="377268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22ED838-4E60-B1CD-EF6D-59692E6AC7B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0B505E-5F8D-1BCD-F1FB-E92421B6626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839B46-957E-1222-C52F-0278D2ABA96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979BAC-4A01-D6C9-24BE-060ABE7FF2F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BE7443-ABC8-D7E7-F075-B429208B24D0}"/>
              </a:ext>
            </a:extLst>
          </p:cNvPr>
          <p:cNvSpPr txBox="1"/>
          <p:nvPr/>
        </p:nvSpPr>
        <p:spPr>
          <a:xfrm>
            <a:off x="6654802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3D0D877-F5E5-6E9B-2158-4FCD1E25A2E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7C76AF-3B7B-97A9-8BD1-1AAED72472E0}"/>
              </a:ext>
            </a:extLst>
          </p:cNvPr>
          <p:cNvSpPr txBox="1"/>
          <p:nvPr/>
        </p:nvSpPr>
        <p:spPr>
          <a:xfrm>
            <a:off x="3138310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800DBF5-1E2B-ABBD-F0F7-87BB6360103A}"/>
              </a:ext>
            </a:extLst>
          </p:cNvPr>
          <p:cNvSpPr txBox="1"/>
          <p:nvPr/>
        </p:nvSpPr>
        <p:spPr>
          <a:xfrm>
            <a:off x="3640666" y="4565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B06562-4652-A1BB-2C2E-4F1D29DC770F}"/>
              </a:ext>
            </a:extLst>
          </p:cNvPr>
          <p:cNvSpPr txBox="1"/>
          <p:nvPr/>
        </p:nvSpPr>
        <p:spPr>
          <a:xfrm>
            <a:off x="4143022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AE397CE-8803-D3AA-26CB-9B98A93936AC}"/>
              </a:ext>
            </a:extLst>
          </p:cNvPr>
          <p:cNvSpPr txBox="1"/>
          <p:nvPr/>
        </p:nvSpPr>
        <p:spPr>
          <a:xfrm>
            <a:off x="4645378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12C823C-5366-0A51-2C1E-DA4DC76D858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0848093-BF74-7902-ED64-712F127A747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19DBEAD-61F2-50EA-6F5F-DBBEA4EB918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A7CFF2F-9059-12A7-EC69-667FB8C31A1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6D9624-8389-1CEA-0FE8-BC5759E95AA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3489B80-93D4-FD50-680A-06114AA14BB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32CDBD9-A240-A24B-3877-2F0C08273D6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02832B4-706B-DE56-9734-3C891EDA8075}"/>
              </a:ext>
            </a:extLst>
          </p:cNvPr>
          <p:cNvSpPr txBox="1"/>
          <p:nvPr/>
        </p:nvSpPr>
        <p:spPr>
          <a:xfrm>
            <a:off x="4645378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70B0CF-15FE-A471-D713-34461C40F9E3}"/>
              </a:ext>
            </a:extLst>
          </p:cNvPr>
          <p:cNvSpPr txBox="1"/>
          <p:nvPr/>
        </p:nvSpPr>
        <p:spPr>
          <a:xfrm>
            <a:off x="5147734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3DC8B09-2E56-A8C8-D6F7-1F5DFF127733}"/>
              </a:ext>
            </a:extLst>
          </p:cNvPr>
          <p:cNvSpPr txBox="1"/>
          <p:nvPr/>
        </p:nvSpPr>
        <p:spPr>
          <a:xfrm>
            <a:off x="5650090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FE692EF-5D51-8EDF-1413-3669A1A72B1A}"/>
              </a:ext>
            </a:extLst>
          </p:cNvPr>
          <p:cNvSpPr txBox="1"/>
          <p:nvPr/>
        </p:nvSpPr>
        <p:spPr>
          <a:xfrm>
            <a:off x="6152446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2C62D4C-C6AC-2F4C-2A9F-E99B7937BD1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0981F53-075E-C50D-26DD-8EE75EE1052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08F1603-DBF1-D230-1214-9E7F2C1C7E9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2837446-4AFC-811D-7A5F-2379A8EB97E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2265210-8C64-8D85-28F6-0D07CFAA2EA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47401EC-BA10-F71A-B490-F91ACCA4208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2D5237E-5344-D0CD-9002-F237301646E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84F8710-91AC-107F-21F4-C6DF06A1D50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EA15315-88E3-59EB-98E9-68489BC9C8D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D0044CB-E445-DF37-7375-DF5E79E363F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A2594A-2884-0256-764C-4E98421352F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4EFD36-2504-BA6A-CA8B-FD07388710C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4D9868-1999-8E0A-2300-CDF8A94C1D63}"/>
              </a:ext>
            </a:extLst>
          </p:cNvPr>
          <p:cNvSpPr txBox="1"/>
          <p:nvPr/>
        </p:nvSpPr>
        <p:spPr>
          <a:xfrm>
            <a:off x="4645378" y="257715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ADF161-3887-7659-F1C7-2334656D35BA}"/>
              </a:ext>
            </a:extLst>
          </p:cNvPr>
          <p:cNvSpPr txBox="1"/>
          <p:nvPr/>
        </p:nvSpPr>
        <p:spPr>
          <a:xfrm>
            <a:off x="5147734" y="257715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05EA95-7C21-89D3-1176-FEA54C41FF9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FF1F3B-F9E0-7B89-BCC7-62B953DB5E4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5A2715-6F7C-7214-1CAF-2D122A9AF3A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7C1903-97F4-64FE-607C-924672F40DA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6CF793D-B45B-A21A-8B4C-48BB363A1A84}"/>
              </a:ext>
            </a:extLst>
          </p:cNvPr>
          <p:cNvSpPr txBox="1"/>
          <p:nvPr/>
        </p:nvSpPr>
        <p:spPr>
          <a:xfrm>
            <a:off x="4645378" y="3256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C4C9E91-B8A5-CAC8-D66D-BD761DEB50EE}"/>
              </a:ext>
            </a:extLst>
          </p:cNvPr>
          <p:cNvSpPr txBox="1"/>
          <p:nvPr/>
        </p:nvSpPr>
        <p:spPr>
          <a:xfrm>
            <a:off x="5147734" y="3256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5970A28-20C9-C9E3-3D04-040A520397B2}"/>
              </a:ext>
            </a:extLst>
          </p:cNvPr>
          <p:cNvSpPr txBox="1"/>
          <p:nvPr/>
        </p:nvSpPr>
        <p:spPr>
          <a:xfrm>
            <a:off x="5650090" y="3256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56F4A50-886E-A8DC-E180-1F554EEA5D6E}"/>
              </a:ext>
            </a:extLst>
          </p:cNvPr>
          <p:cNvSpPr txBox="1"/>
          <p:nvPr/>
        </p:nvSpPr>
        <p:spPr>
          <a:xfrm>
            <a:off x="3640666" y="25571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</p:spTree>
    <p:extLst>
      <p:ext uri="{BB962C8B-B14F-4D97-AF65-F5344CB8AC3E}">
        <p14:creationId xmlns:p14="http://schemas.microsoft.com/office/powerpoint/2010/main" val="2794300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6D67D-5353-17E0-DDF9-6EE289F0E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6BC6BF-35C1-E400-30C2-5C3284A227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two short thermometers must follow the adage that a 1 on a thermometer must be on the bulb and a 9 on a thermometer must be on the tip.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DBE64B8-107D-E099-C7AB-081AF9982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D126CA1-22FC-4D77-D164-F070C8594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26C3A3E-ECA5-F76D-B1DE-979CB25EE7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E8448BC-E778-EE8D-7B22-2084E894D5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F265AE-4FEF-2EE5-A3B6-1564978D413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40D36B-5166-0F37-6283-E9E8FAB7BF34}"/>
              </a:ext>
            </a:extLst>
          </p:cNvPr>
          <p:cNvSpPr txBox="1"/>
          <p:nvPr/>
        </p:nvSpPr>
        <p:spPr>
          <a:xfrm>
            <a:off x="4143022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342B00-324F-BF62-F6E4-0C4096B634B5}"/>
              </a:ext>
            </a:extLst>
          </p:cNvPr>
          <p:cNvSpPr txBox="1"/>
          <p:nvPr/>
        </p:nvSpPr>
        <p:spPr>
          <a:xfrm>
            <a:off x="4645378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08F24-E0AB-D609-6587-7AF44AA50EC4}"/>
              </a:ext>
            </a:extLst>
          </p:cNvPr>
          <p:cNvSpPr txBox="1"/>
          <p:nvPr/>
        </p:nvSpPr>
        <p:spPr>
          <a:xfrm>
            <a:off x="5147734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932060-98FE-9E6C-EE87-01C602483135}"/>
              </a:ext>
            </a:extLst>
          </p:cNvPr>
          <p:cNvSpPr txBox="1"/>
          <p:nvPr/>
        </p:nvSpPr>
        <p:spPr>
          <a:xfrm>
            <a:off x="5650090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E14595-DF88-2DB1-EDF9-DEBBE93D53A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80A3F4-4784-96E2-397E-C2C001160E6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B84CC3-4409-65BB-BC88-7A6485A0EA2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125E7A-2B75-17F5-6C9A-6F73273D10C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AE3370-0EE8-9EE7-DD19-ED7E7FF192F7}"/>
              </a:ext>
            </a:extLst>
          </p:cNvPr>
          <p:cNvSpPr txBox="1"/>
          <p:nvPr/>
        </p:nvSpPr>
        <p:spPr>
          <a:xfrm>
            <a:off x="5650090" y="15602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68C68E-1BF7-C0C3-6830-5396C5E4609F}"/>
              </a:ext>
            </a:extLst>
          </p:cNvPr>
          <p:cNvSpPr txBox="1"/>
          <p:nvPr/>
        </p:nvSpPr>
        <p:spPr>
          <a:xfrm>
            <a:off x="6152446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DE2FA8-9C31-EBF8-80D3-6DCA9BB894CD}"/>
              </a:ext>
            </a:extLst>
          </p:cNvPr>
          <p:cNvSpPr txBox="1"/>
          <p:nvPr/>
        </p:nvSpPr>
        <p:spPr>
          <a:xfrm>
            <a:off x="6654802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5EEDC2-1BF6-8909-7254-90FAC9FDC7F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548731-009E-2368-C4EE-61AF71B6A144}"/>
              </a:ext>
            </a:extLst>
          </p:cNvPr>
          <p:cNvSpPr txBox="1"/>
          <p:nvPr/>
        </p:nvSpPr>
        <p:spPr>
          <a:xfrm>
            <a:off x="3640666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1A47D1-EE18-0F43-C5BD-D83B654583E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4D3BAF-523C-6DAB-62CF-0225FF7D9CE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7024DF-9EBE-B4F8-C351-80AA9EAEB6F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BDC349-0070-61BB-9514-1980F679320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649520-228C-DBA0-4115-48B9991A0007}"/>
              </a:ext>
            </a:extLst>
          </p:cNvPr>
          <p:cNvSpPr txBox="1"/>
          <p:nvPr/>
        </p:nvSpPr>
        <p:spPr>
          <a:xfrm>
            <a:off x="7157158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1FB416-4A0E-585B-0407-FE7D81DD7B8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1413A5-6888-D5F9-AC6A-4D87DF0AE17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5B2867-97E1-0C70-BFB0-E959156BA8F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2E7E24-B440-3F9B-CF7D-6ECC786E0C9A}"/>
              </a:ext>
            </a:extLst>
          </p:cNvPr>
          <p:cNvSpPr txBox="1"/>
          <p:nvPr/>
        </p:nvSpPr>
        <p:spPr>
          <a:xfrm>
            <a:off x="3138310" y="226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8B6B2D-8D70-4B3D-7C15-63C0E4A4A33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1E8D75-6A86-DF1B-0B11-AE831C065B6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103A4E6-383D-D18A-8D52-5009732869A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026947-9EDB-8AC3-214B-D6D5FF891D7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A95385-7E90-A65D-2593-E9D3552665C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359E4B-C432-2A01-7BF1-D19B4A9386D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403E9A-38CC-DC48-B0E0-D750E3BC0AB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DE3E78-5710-1100-F684-C33EE7032D67}"/>
              </a:ext>
            </a:extLst>
          </p:cNvPr>
          <p:cNvSpPr txBox="1"/>
          <p:nvPr/>
        </p:nvSpPr>
        <p:spPr>
          <a:xfrm>
            <a:off x="6654802" y="327174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59BE28B-32D1-69DC-6961-3B1C49D160FD}"/>
              </a:ext>
            </a:extLst>
          </p:cNvPr>
          <p:cNvSpPr txBox="1"/>
          <p:nvPr/>
        </p:nvSpPr>
        <p:spPr>
          <a:xfrm>
            <a:off x="7157158" y="35640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7302D3-BF00-B493-13D7-466E4DB6DE6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7C7DCDD-102C-9135-54A5-C176F7A40F4A}"/>
              </a:ext>
            </a:extLst>
          </p:cNvPr>
          <p:cNvSpPr txBox="1"/>
          <p:nvPr/>
        </p:nvSpPr>
        <p:spPr>
          <a:xfrm>
            <a:off x="3640666" y="377268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DD83A1-9136-71C4-C13E-66FA9F579FA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BEAD03-8698-E998-DAF5-61E8AEE3619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845557-3200-DDFB-1BA3-4E6DF865125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2FAD3F-B665-256F-9F1A-2EBD8A85CFF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911C58-205B-CA96-A596-67CFC582ADFB}"/>
              </a:ext>
            </a:extLst>
          </p:cNvPr>
          <p:cNvSpPr txBox="1"/>
          <p:nvPr/>
        </p:nvSpPr>
        <p:spPr>
          <a:xfrm>
            <a:off x="6654802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09A790-2972-064D-79FC-FA0A3522A04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5217570-86E5-909A-1540-BAA26A5B0ACE}"/>
              </a:ext>
            </a:extLst>
          </p:cNvPr>
          <p:cNvSpPr txBox="1"/>
          <p:nvPr/>
        </p:nvSpPr>
        <p:spPr>
          <a:xfrm>
            <a:off x="3138310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1722B5D-0CDA-0960-27D1-5712A47AECBC}"/>
              </a:ext>
            </a:extLst>
          </p:cNvPr>
          <p:cNvSpPr txBox="1"/>
          <p:nvPr/>
        </p:nvSpPr>
        <p:spPr>
          <a:xfrm>
            <a:off x="3640666" y="4565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3E0628-CD94-4110-5793-8793FCBE28D7}"/>
              </a:ext>
            </a:extLst>
          </p:cNvPr>
          <p:cNvSpPr txBox="1"/>
          <p:nvPr/>
        </p:nvSpPr>
        <p:spPr>
          <a:xfrm>
            <a:off x="4143022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2A1260-675D-8D7D-B4D3-1EFF28BEA44F}"/>
              </a:ext>
            </a:extLst>
          </p:cNvPr>
          <p:cNvSpPr txBox="1"/>
          <p:nvPr/>
        </p:nvSpPr>
        <p:spPr>
          <a:xfrm>
            <a:off x="4645378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6AA10ED-56BD-AB6B-118E-8CE01F8993D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E49D77F-8DED-156A-875F-98034410E62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81686FF-1697-77BA-8D90-BE1819552D4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1F2E336-1A40-D831-22C4-2FCA4774FE3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85EDB72-7CC8-30E7-0EE1-F73D750D948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5756246-8E97-241D-DED5-E50589F0D36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47CB0A5-D075-2837-8B3E-E1809BAD113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02AEDA6-B79E-306B-B682-2D3694EAA947}"/>
              </a:ext>
            </a:extLst>
          </p:cNvPr>
          <p:cNvSpPr txBox="1"/>
          <p:nvPr/>
        </p:nvSpPr>
        <p:spPr>
          <a:xfrm>
            <a:off x="4645378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2B0CEEE-A09F-B732-75B5-C651CDB631B7}"/>
              </a:ext>
            </a:extLst>
          </p:cNvPr>
          <p:cNvSpPr txBox="1"/>
          <p:nvPr/>
        </p:nvSpPr>
        <p:spPr>
          <a:xfrm>
            <a:off x="5147734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EF4A3BC-3BBC-E8C0-FD6B-27B69301FE42}"/>
              </a:ext>
            </a:extLst>
          </p:cNvPr>
          <p:cNvSpPr txBox="1"/>
          <p:nvPr/>
        </p:nvSpPr>
        <p:spPr>
          <a:xfrm>
            <a:off x="5650090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B681302-069B-A5ED-B853-616F0C995387}"/>
              </a:ext>
            </a:extLst>
          </p:cNvPr>
          <p:cNvSpPr txBox="1"/>
          <p:nvPr/>
        </p:nvSpPr>
        <p:spPr>
          <a:xfrm>
            <a:off x="6152446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92E0A4B-A1DC-DFBB-8399-BF6E1FE3483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0D53D3-1786-A950-4441-E2D59D2FEF8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9732FBE-D5C6-BD9A-B91A-95F1475F42C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7ABB4B5-2AFD-70BE-255A-A246347CD4F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59E9F96-097A-9ECE-14C5-AB9D35DEA15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EF6BDE2-6727-6227-523D-B1E5332ED22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F353420-CB35-821C-EF56-CE481A9CD2F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579654D-A2B6-E817-87E8-8F1A57F577D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7FF5FFE-3496-279B-3885-86513BBFF5E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192ED92-9522-B9D2-1F4B-3B873E5FA52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3078FC-B734-F463-A764-47009C73D91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ECC753-8D45-B450-D84C-4215338628F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855092-AFCA-46D2-727A-6DEE5D9B8B6D}"/>
              </a:ext>
            </a:extLst>
          </p:cNvPr>
          <p:cNvSpPr txBox="1"/>
          <p:nvPr/>
        </p:nvSpPr>
        <p:spPr>
          <a:xfrm>
            <a:off x="4645378" y="257715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E32FFD-BB2F-DF4B-DDA7-0548AA88DD07}"/>
              </a:ext>
            </a:extLst>
          </p:cNvPr>
          <p:cNvSpPr txBox="1"/>
          <p:nvPr/>
        </p:nvSpPr>
        <p:spPr>
          <a:xfrm>
            <a:off x="5147734" y="257715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84998D-9F73-3E2A-C8EE-BB288111737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6D6619-B034-E617-12DB-62961F72197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649B7B-D00D-0D56-B98A-2F3E1700B1F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29BEB2-9E69-945A-1FF7-350EFA3958B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B38AB0E-F1D2-CB84-DBE7-1E88E498AD5B}"/>
              </a:ext>
            </a:extLst>
          </p:cNvPr>
          <p:cNvSpPr txBox="1"/>
          <p:nvPr/>
        </p:nvSpPr>
        <p:spPr>
          <a:xfrm>
            <a:off x="4645378" y="3256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DABCE83-EE95-0500-804E-6D4CE9F04B30}"/>
              </a:ext>
            </a:extLst>
          </p:cNvPr>
          <p:cNvSpPr txBox="1"/>
          <p:nvPr/>
        </p:nvSpPr>
        <p:spPr>
          <a:xfrm>
            <a:off x="5147734" y="3256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EF63B3D-5674-70DA-408C-E2DE2E6CC54F}"/>
              </a:ext>
            </a:extLst>
          </p:cNvPr>
          <p:cNvSpPr txBox="1"/>
          <p:nvPr/>
        </p:nvSpPr>
        <p:spPr>
          <a:xfrm>
            <a:off x="5650090" y="3256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CB733F-9EF0-9DD8-331F-4763F5C14680}"/>
              </a:ext>
            </a:extLst>
          </p:cNvPr>
          <p:cNvSpPr txBox="1"/>
          <p:nvPr/>
        </p:nvSpPr>
        <p:spPr>
          <a:xfrm>
            <a:off x="3640666" y="25571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</p:spTree>
    <p:extLst>
      <p:ext uri="{BB962C8B-B14F-4D97-AF65-F5344CB8AC3E}">
        <p14:creationId xmlns:p14="http://schemas.microsoft.com/office/powerpoint/2010/main" val="2203314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23AAE-059E-F8D2-C9C6-5A2DC7AFE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80F459-8E26-D9E2-CFFD-F706BC0E5B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center block, note that there five cells that must be within 56789.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E4B4B26-0497-3E07-911F-DB0E97E0E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7FA18EA-8A49-B5C3-D15C-13F7423E0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CA4546F-9572-938C-A3BB-6070AD3552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821C778-7557-CEA4-F01A-0A179D355E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1316E4-5C5C-12D7-C1C8-F0A34FE4C84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768875-EA8B-4017-0136-5B353126236D}"/>
              </a:ext>
            </a:extLst>
          </p:cNvPr>
          <p:cNvSpPr txBox="1"/>
          <p:nvPr/>
        </p:nvSpPr>
        <p:spPr>
          <a:xfrm>
            <a:off x="4143022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E9E966-7A87-EAC6-6AC3-663BC4C3A97F}"/>
              </a:ext>
            </a:extLst>
          </p:cNvPr>
          <p:cNvSpPr txBox="1"/>
          <p:nvPr/>
        </p:nvSpPr>
        <p:spPr>
          <a:xfrm>
            <a:off x="4645378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E27E57-D3CD-CF92-B258-5F936A7B09A2}"/>
              </a:ext>
            </a:extLst>
          </p:cNvPr>
          <p:cNvSpPr txBox="1"/>
          <p:nvPr/>
        </p:nvSpPr>
        <p:spPr>
          <a:xfrm>
            <a:off x="5147734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69284C-1340-FDA1-D72D-29A5E52D4D3E}"/>
              </a:ext>
            </a:extLst>
          </p:cNvPr>
          <p:cNvSpPr txBox="1"/>
          <p:nvPr/>
        </p:nvSpPr>
        <p:spPr>
          <a:xfrm>
            <a:off x="5650090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E4DFE5-BC99-0BA3-FCD8-23963FADA5F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B17E63-C1A9-818C-F9EE-6C0B41C9C1A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64C212-F950-31F6-D48A-6B055FB0388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ACA7E1-24D8-228C-446F-3C88980B9DE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62382A-DFA8-A5A2-0DB5-93D16414D0BE}"/>
              </a:ext>
            </a:extLst>
          </p:cNvPr>
          <p:cNvSpPr txBox="1"/>
          <p:nvPr/>
        </p:nvSpPr>
        <p:spPr>
          <a:xfrm>
            <a:off x="5650090" y="15602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8A493B-1318-8163-396F-F307AEB112BE}"/>
              </a:ext>
            </a:extLst>
          </p:cNvPr>
          <p:cNvSpPr txBox="1"/>
          <p:nvPr/>
        </p:nvSpPr>
        <p:spPr>
          <a:xfrm>
            <a:off x="6152446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65F0F6-6AF1-26F6-BDA0-CBDA0714A598}"/>
              </a:ext>
            </a:extLst>
          </p:cNvPr>
          <p:cNvSpPr txBox="1"/>
          <p:nvPr/>
        </p:nvSpPr>
        <p:spPr>
          <a:xfrm>
            <a:off x="6654802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79EEA4-6361-D1AA-A737-B19A222819E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C84412-1CB7-2933-B168-1D199073FDB3}"/>
              </a:ext>
            </a:extLst>
          </p:cNvPr>
          <p:cNvSpPr txBox="1"/>
          <p:nvPr/>
        </p:nvSpPr>
        <p:spPr>
          <a:xfrm>
            <a:off x="3640666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11DF54-4618-DB7A-0E7D-01025E25FBE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D4C803-E3CC-61EB-E3F9-6A03D0EF26A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14EF4F-CD3B-0C5A-6752-E747F0901A4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83F5AD-DDCD-AA7F-986D-DA9EFEEEFC7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0BB8F9-2A3A-5365-43EA-0F81E955B37C}"/>
              </a:ext>
            </a:extLst>
          </p:cNvPr>
          <p:cNvSpPr txBox="1"/>
          <p:nvPr/>
        </p:nvSpPr>
        <p:spPr>
          <a:xfrm>
            <a:off x="7157158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DF2053-093F-2019-DCF3-7CAFE6E5BAC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21192F-601C-88B2-CB07-76322A47FDF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EF335D-BDF6-F1FD-DA8B-CC34A51F76C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41A4FD-B3B4-8838-86EB-C757BA9A4791}"/>
              </a:ext>
            </a:extLst>
          </p:cNvPr>
          <p:cNvSpPr txBox="1"/>
          <p:nvPr/>
        </p:nvSpPr>
        <p:spPr>
          <a:xfrm>
            <a:off x="3138310" y="226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F94453-F908-9FC6-C414-E556605689D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9E0BECC-6B8D-82B0-5181-09457CA21CD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907F15-8F87-5E41-79F1-12473D0AE05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AA4F53-58A4-A2E2-19BF-9834D732E1A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3953E0-067F-47BC-6E1C-561F549BB4D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D169C9-94B1-F7C6-5C76-632B724BA3A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86693C5-A13B-144D-A70A-CDEEE93D81E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C250F9-D432-9899-2208-E87919B00DAD}"/>
              </a:ext>
            </a:extLst>
          </p:cNvPr>
          <p:cNvSpPr txBox="1"/>
          <p:nvPr/>
        </p:nvSpPr>
        <p:spPr>
          <a:xfrm>
            <a:off x="6654802" y="327174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99E571-B45E-8B58-9D72-DE02F46681E4}"/>
              </a:ext>
            </a:extLst>
          </p:cNvPr>
          <p:cNvSpPr txBox="1"/>
          <p:nvPr/>
        </p:nvSpPr>
        <p:spPr>
          <a:xfrm>
            <a:off x="7157158" y="35640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8F240A4-3924-F4A0-7E10-0E5FF1907D3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F7D816-8287-E1C5-74D6-2AAF7ED64F63}"/>
              </a:ext>
            </a:extLst>
          </p:cNvPr>
          <p:cNvSpPr txBox="1"/>
          <p:nvPr/>
        </p:nvSpPr>
        <p:spPr>
          <a:xfrm>
            <a:off x="3640666" y="377268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47D7D9-5751-E31E-EF22-7102DAEF5FB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A4BE96-C508-ED4F-3F1B-1267967AB07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F3827DC-2F9E-E491-37D3-40B4A380C69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BA5300-64B2-C752-A5F8-F2C2029987D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0DCB2A-057A-557E-968E-B8EA93D20AB1}"/>
              </a:ext>
            </a:extLst>
          </p:cNvPr>
          <p:cNvSpPr txBox="1"/>
          <p:nvPr/>
        </p:nvSpPr>
        <p:spPr>
          <a:xfrm>
            <a:off x="6654802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8A01AB-8897-550F-1A44-AC714B4DA60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E18C97-D674-EC3B-4C05-8EE541A32D42}"/>
              </a:ext>
            </a:extLst>
          </p:cNvPr>
          <p:cNvSpPr txBox="1"/>
          <p:nvPr/>
        </p:nvSpPr>
        <p:spPr>
          <a:xfrm>
            <a:off x="3138310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C5C807-CAD2-12D4-28FB-11391A5D2A49}"/>
              </a:ext>
            </a:extLst>
          </p:cNvPr>
          <p:cNvSpPr txBox="1"/>
          <p:nvPr/>
        </p:nvSpPr>
        <p:spPr>
          <a:xfrm>
            <a:off x="3640666" y="4565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557686-AA64-E992-37EB-028B80551D7A}"/>
              </a:ext>
            </a:extLst>
          </p:cNvPr>
          <p:cNvSpPr txBox="1"/>
          <p:nvPr/>
        </p:nvSpPr>
        <p:spPr>
          <a:xfrm>
            <a:off x="4143022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7B4000-E4DC-498B-FC12-E8A8D14B08B0}"/>
              </a:ext>
            </a:extLst>
          </p:cNvPr>
          <p:cNvSpPr txBox="1"/>
          <p:nvPr/>
        </p:nvSpPr>
        <p:spPr>
          <a:xfrm>
            <a:off x="4645378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463302F-6819-0EEF-64FC-673CD7833D1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5A801B0-1743-D1E3-6845-B6C8A9F78F9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08AB78D-C4D7-AD98-A02F-22B1F7A097A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BC01F58-91D0-C17C-7DE0-DDB48A2B2B9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0A227B5-CD57-E64F-EB07-B15BD6A1FA4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13EB528-B0B6-10E7-EF50-A5ACACA3119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3C263A7-9E3C-39E6-AB7F-CCFCD8C0105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8A8FDE-0D4C-7CC3-B5E3-268C085043CD}"/>
              </a:ext>
            </a:extLst>
          </p:cNvPr>
          <p:cNvSpPr txBox="1"/>
          <p:nvPr/>
        </p:nvSpPr>
        <p:spPr>
          <a:xfrm>
            <a:off x="4645378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B91B161-CD95-FF36-F699-5DA93C5269AB}"/>
              </a:ext>
            </a:extLst>
          </p:cNvPr>
          <p:cNvSpPr txBox="1"/>
          <p:nvPr/>
        </p:nvSpPr>
        <p:spPr>
          <a:xfrm>
            <a:off x="5147734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F8FA8A6-9A51-DBCD-2D4C-ED6E9D666F4B}"/>
              </a:ext>
            </a:extLst>
          </p:cNvPr>
          <p:cNvSpPr txBox="1"/>
          <p:nvPr/>
        </p:nvSpPr>
        <p:spPr>
          <a:xfrm>
            <a:off x="5650090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5242215-5871-0A94-8989-549B47FFE6E1}"/>
              </a:ext>
            </a:extLst>
          </p:cNvPr>
          <p:cNvSpPr txBox="1"/>
          <p:nvPr/>
        </p:nvSpPr>
        <p:spPr>
          <a:xfrm>
            <a:off x="6152446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0B6EDA0-CCEC-99C6-99D0-304EC2DDB1A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91AC9C8-C9D6-9A4E-7BD5-3918D77A944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E65BBA2-0738-3A85-AAEF-B02FCF094AA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99AACE8-DEC8-0F1D-C264-D8DD851E353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945AB13-DF6C-DADC-5DFF-A6FB6289AA8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EE0CD6C-01B6-C65D-6AE2-A87339CC9BC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8BA90DC-7007-028D-5281-831035BEBB6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9AB8418-5D57-3D06-06D5-AC1D21ECF82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FE25F92-8EEA-043A-8ACA-747BA2479F7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9B102FC-52BE-E7F7-CF11-0C5BB23C5E5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5B21BC-AF08-04DF-A5D3-AF44F5BC49C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335545-9933-26A1-8553-E3B9B787548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303BC4-0DD3-FDC0-061A-203F4C615688}"/>
              </a:ext>
            </a:extLst>
          </p:cNvPr>
          <p:cNvSpPr txBox="1"/>
          <p:nvPr/>
        </p:nvSpPr>
        <p:spPr>
          <a:xfrm>
            <a:off x="4645378" y="257715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6E84A7-B180-48D6-2683-D3A3227D9A7B}"/>
              </a:ext>
            </a:extLst>
          </p:cNvPr>
          <p:cNvSpPr txBox="1"/>
          <p:nvPr/>
        </p:nvSpPr>
        <p:spPr>
          <a:xfrm>
            <a:off x="5147734" y="257715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36BEE4-7A9F-7699-DD4C-797C57F77A0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22198B-FED2-BF3D-E4FA-9B730B2CD4A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7644EA-9008-F574-CF2D-6B58DD291FE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92B09B-9034-2672-1E50-3AB6CB66CC4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569F5F6-A48B-00D1-231C-44924F080FB7}"/>
              </a:ext>
            </a:extLst>
          </p:cNvPr>
          <p:cNvSpPr txBox="1"/>
          <p:nvPr/>
        </p:nvSpPr>
        <p:spPr>
          <a:xfrm>
            <a:off x="4645378" y="3256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77FFD5F-8309-CF8F-7D6E-68339E2B9D6F}"/>
              </a:ext>
            </a:extLst>
          </p:cNvPr>
          <p:cNvSpPr txBox="1"/>
          <p:nvPr/>
        </p:nvSpPr>
        <p:spPr>
          <a:xfrm>
            <a:off x="5147734" y="3256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7039096-4A59-66EC-0D47-80902624BCA9}"/>
              </a:ext>
            </a:extLst>
          </p:cNvPr>
          <p:cNvSpPr txBox="1"/>
          <p:nvPr/>
        </p:nvSpPr>
        <p:spPr>
          <a:xfrm>
            <a:off x="5650090" y="3256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9B009A-3B5A-6414-2BEB-B4D1F7FBD49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6367936-15A1-C271-91CC-C098F9EB50C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775E56E-DF0B-CC2C-34AF-6A786871278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AC3ADF5-4FA7-5953-405B-68E790FFCED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BC2CCFA-47FA-B437-86DC-787C8EB4CCEF}"/>
              </a:ext>
            </a:extLst>
          </p:cNvPr>
          <p:cNvSpPr txBox="1"/>
          <p:nvPr/>
        </p:nvSpPr>
        <p:spPr>
          <a:xfrm>
            <a:off x="3640666" y="25571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</p:spTree>
    <p:extLst>
      <p:ext uri="{BB962C8B-B14F-4D97-AF65-F5344CB8AC3E}">
        <p14:creationId xmlns:p14="http://schemas.microsoft.com/office/powerpoint/2010/main" val="3750088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F216E-BC63-F08F-3614-D50727E02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C49638-D482-5ABE-B729-B9F17FA377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3B33F11-5B39-E375-27EC-C367A60A8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6B15B96-6B0F-B7CB-B351-0ED73CB17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55AE47E-4F44-AFE8-01AE-25082D71F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23F0671-2CA3-C43A-4892-A5C20D267B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041587-AC5E-6BFE-1D2A-4141FF7E613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5C1C18-4F0E-FC41-211C-D93FB69753D5}"/>
              </a:ext>
            </a:extLst>
          </p:cNvPr>
          <p:cNvSpPr txBox="1"/>
          <p:nvPr/>
        </p:nvSpPr>
        <p:spPr>
          <a:xfrm>
            <a:off x="4143022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BD3A0F-C73E-3A47-8282-3B268170D29A}"/>
              </a:ext>
            </a:extLst>
          </p:cNvPr>
          <p:cNvSpPr txBox="1"/>
          <p:nvPr/>
        </p:nvSpPr>
        <p:spPr>
          <a:xfrm>
            <a:off x="4645378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CF494A-C1AA-AD54-8FFF-31BA11994A9F}"/>
              </a:ext>
            </a:extLst>
          </p:cNvPr>
          <p:cNvSpPr txBox="1"/>
          <p:nvPr/>
        </p:nvSpPr>
        <p:spPr>
          <a:xfrm>
            <a:off x="5147734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5677F4-1713-438A-D87E-934CC9379EF3}"/>
              </a:ext>
            </a:extLst>
          </p:cNvPr>
          <p:cNvSpPr txBox="1"/>
          <p:nvPr/>
        </p:nvSpPr>
        <p:spPr>
          <a:xfrm>
            <a:off x="5650090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C9E1AE-308B-09E2-541C-AB08A93AD72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F9BA30-F830-1D9C-670E-1D517C79FAC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DC9049-F2AC-2B37-61D2-9C93D6EABD3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CA5F65-CF67-1DE9-7748-B1022476D55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971CD7-9C2A-6158-CD55-D3FA03927012}"/>
              </a:ext>
            </a:extLst>
          </p:cNvPr>
          <p:cNvSpPr txBox="1"/>
          <p:nvPr/>
        </p:nvSpPr>
        <p:spPr>
          <a:xfrm>
            <a:off x="5650090" y="15602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409B7A-706F-6C3F-122D-23976D5302C9}"/>
              </a:ext>
            </a:extLst>
          </p:cNvPr>
          <p:cNvSpPr txBox="1"/>
          <p:nvPr/>
        </p:nvSpPr>
        <p:spPr>
          <a:xfrm>
            <a:off x="6152446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A2474F-8D09-98F5-05FE-F023373EF844}"/>
              </a:ext>
            </a:extLst>
          </p:cNvPr>
          <p:cNvSpPr txBox="1"/>
          <p:nvPr/>
        </p:nvSpPr>
        <p:spPr>
          <a:xfrm>
            <a:off x="6654802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259E33-1744-03E4-0774-A4826F37658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9E2BF7-0391-9965-3A59-789C529A333F}"/>
              </a:ext>
            </a:extLst>
          </p:cNvPr>
          <p:cNvSpPr txBox="1"/>
          <p:nvPr/>
        </p:nvSpPr>
        <p:spPr>
          <a:xfrm>
            <a:off x="3640666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4B8621-9280-938D-05B9-F81A1AB8483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3D588F-F2E9-6787-1D06-9D67FF0DC00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3B12D5-E812-FEED-F53A-CE97B3129FE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49EC21-0B6B-7CB8-EC29-6D8D626FB6E1}"/>
              </a:ext>
            </a:extLst>
          </p:cNvPr>
          <p:cNvSpPr txBox="1"/>
          <p:nvPr/>
        </p:nvSpPr>
        <p:spPr>
          <a:xfrm>
            <a:off x="7157158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085B50-CCCF-3367-5674-84CCDF8278D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2E0A61-B07A-7BBC-CADD-6D867DDCAD1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F4CBA5-5C0D-26CA-8DBD-0624CCDA0BE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F343B5-457B-8CEB-B83C-FBF3E8DB4679}"/>
              </a:ext>
            </a:extLst>
          </p:cNvPr>
          <p:cNvSpPr txBox="1"/>
          <p:nvPr/>
        </p:nvSpPr>
        <p:spPr>
          <a:xfrm>
            <a:off x="3138310" y="226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D19E02-9970-60C2-1C08-8857B7A9386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447037-F581-616E-814D-264D69DDD66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3EC63D-6B5F-DB75-E8B5-DF856E846FA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2FC684-2989-B912-C9F8-6137310F7F5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86AD76-FF64-A980-3608-55A45423CB9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A7E922-DC34-34F9-0968-CDFDF8E553B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AC45F2-EE1A-CC41-DEA2-F3D8767608F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6B9D0F-3F37-AF71-C58D-03B00CC5D677}"/>
              </a:ext>
            </a:extLst>
          </p:cNvPr>
          <p:cNvSpPr txBox="1"/>
          <p:nvPr/>
        </p:nvSpPr>
        <p:spPr>
          <a:xfrm>
            <a:off x="6654802" y="327174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10FECD-6139-94BA-5A33-A2ED0025FDF1}"/>
              </a:ext>
            </a:extLst>
          </p:cNvPr>
          <p:cNvSpPr txBox="1"/>
          <p:nvPr/>
        </p:nvSpPr>
        <p:spPr>
          <a:xfrm>
            <a:off x="7157158" y="35640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E289D7-D436-4356-39FC-7D88FC6BA17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65A151-19B8-8A76-ED9C-B62A6CB68B02}"/>
              </a:ext>
            </a:extLst>
          </p:cNvPr>
          <p:cNvSpPr txBox="1"/>
          <p:nvPr/>
        </p:nvSpPr>
        <p:spPr>
          <a:xfrm>
            <a:off x="3640666" y="377268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A8124E-9B27-3F1B-AACC-DDCAFA449A6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86AD0B-5F4A-A843-8A0A-033D6843534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14ECA2F-293F-7216-BD02-356337E8490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1DB95A-B511-5BAF-83E7-DF80D0DF889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3F6D3E9-8371-B16D-C741-4BBFB30C03BF}"/>
              </a:ext>
            </a:extLst>
          </p:cNvPr>
          <p:cNvSpPr txBox="1"/>
          <p:nvPr/>
        </p:nvSpPr>
        <p:spPr>
          <a:xfrm>
            <a:off x="6654802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B741BF-AF73-71CC-36E0-96C970424C4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5335A58-7E43-BE1E-15F8-2FFF7C15E393}"/>
              </a:ext>
            </a:extLst>
          </p:cNvPr>
          <p:cNvSpPr txBox="1"/>
          <p:nvPr/>
        </p:nvSpPr>
        <p:spPr>
          <a:xfrm>
            <a:off x="3138310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529D23F-46C8-EC55-B0F7-197B9FB09840}"/>
              </a:ext>
            </a:extLst>
          </p:cNvPr>
          <p:cNvSpPr txBox="1"/>
          <p:nvPr/>
        </p:nvSpPr>
        <p:spPr>
          <a:xfrm>
            <a:off x="3640666" y="4565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DD23AE2-629E-0122-78FB-6317B19BC805}"/>
              </a:ext>
            </a:extLst>
          </p:cNvPr>
          <p:cNvSpPr txBox="1"/>
          <p:nvPr/>
        </p:nvSpPr>
        <p:spPr>
          <a:xfrm>
            <a:off x="4143022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296AE6B-BDB5-6A0C-BDCF-B2A2C05BC4E2}"/>
              </a:ext>
            </a:extLst>
          </p:cNvPr>
          <p:cNvSpPr txBox="1"/>
          <p:nvPr/>
        </p:nvSpPr>
        <p:spPr>
          <a:xfrm>
            <a:off x="4645378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CAC3706-F300-83C5-CAA1-DDD3946D687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09835CC-2AA1-3585-AA23-99AA8B295B3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DF227A6-F52B-449A-3DEB-BA45D484E45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6FFEA9-3E87-DD1B-F3EC-4356714CF76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A29078D-EE1D-A65B-3CC4-0BDE03A15E4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B11BA0C-DB73-A288-62DE-E7E3184B44C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184EDC5-51FB-99BB-F8E3-2FB8C54D3C8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73324A4-E983-611A-5B8D-D9F322839FF2}"/>
              </a:ext>
            </a:extLst>
          </p:cNvPr>
          <p:cNvSpPr txBox="1"/>
          <p:nvPr/>
        </p:nvSpPr>
        <p:spPr>
          <a:xfrm>
            <a:off x="4645378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333E1EA-55BC-138B-2422-9D2414F53635}"/>
              </a:ext>
            </a:extLst>
          </p:cNvPr>
          <p:cNvSpPr txBox="1"/>
          <p:nvPr/>
        </p:nvSpPr>
        <p:spPr>
          <a:xfrm>
            <a:off x="5147734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3A6CE5F-0850-70CF-866D-F87F7439AE6E}"/>
              </a:ext>
            </a:extLst>
          </p:cNvPr>
          <p:cNvSpPr txBox="1"/>
          <p:nvPr/>
        </p:nvSpPr>
        <p:spPr>
          <a:xfrm>
            <a:off x="5650090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3FEEB51-6AED-B705-6652-1D3DFC8CA8EC}"/>
              </a:ext>
            </a:extLst>
          </p:cNvPr>
          <p:cNvSpPr txBox="1"/>
          <p:nvPr/>
        </p:nvSpPr>
        <p:spPr>
          <a:xfrm>
            <a:off x="6152446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7FF4430-E24A-A526-3DB4-093FB299DD8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4290889-AF29-2AFE-9148-CAC7985A12C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4A1D156-517E-005E-CBCA-6F343F6151C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6E89C4A-26D3-D5C9-1AD4-275DA560D7B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3BF62AE-B0AE-E533-5296-36D55EA2217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40D98B1-CF36-3166-12A9-218683045A7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2F1D1DD-3698-512A-88BB-155EA713C1C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CD5379B-8BDE-B8AF-43C6-A797322001A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5A6D09D-ED1B-B6AD-AE17-C58DF318627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C6EAD18-3648-A09C-0659-91EB3CEA84C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CC4FAE-1D5D-4BDD-4373-0E08B744EA1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3FD1F4-DFC4-690B-1A64-961DF08BDD6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9E6F63-0748-D303-FC22-0290C2A45365}"/>
              </a:ext>
            </a:extLst>
          </p:cNvPr>
          <p:cNvSpPr txBox="1"/>
          <p:nvPr/>
        </p:nvSpPr>
        <p:spPr>
          <a:xfrm>
            <a:off x="4645378" y="257715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0E902D-2658-36DA-3059-76CBD589B04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28A1F6-BDDC-EE65-7D8A-B08A117DE02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965811-962B-7DBF-1B1B-EDF421C800B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917416-326F-0A37-7A2C-CB82CFA50F1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E15046A-3363-E461-821D-E85FC2B6D5A9}"/>
              </a:ext>
            </a:extLst>
          </p:cNvPr>
          <p:cNvSpPr txBox="1"/>
          <p:nvPr/>
        </p:nvSpPr>
        <p:spPr>
          <a:xfrm>
            <a:off x="4645378" y="3256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AF51331-DAFC-D745-9666-55E332EAD336}"/>
              </a:ext>
            </a:extLst>
          </p:cNvPr>
          <p:cNvSpPr txBox="1"/>
          <p:nvPr/>
        </p:nvSpPr>
        <p:spPr>
          <a:xfrm>
            <a:off x="5650090" y="3256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C5C1AC-E087-83C5-031F-AD44D009C97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D04C57C-19D7-1E20-0B72-4B68405B2AE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1F5755D-044A-2185-7AEA-7462BBDAA0C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97CD28F-3CF1-1716-F5FD-50E43694A43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D02BF1B-08F8-DAC3-4848-496EBE402F7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01BD38A-D3F6-0E2C-70A2-4FD95546F549}"/>
              </a:ext>
            </a:extLst>
          </p:cNvPr>
          <p:cNvSpPr txBox="1"/>
          <p:nvPr/>
        </p:nvSpPr>
        <p:spPr>
          <a:xfrm>
            <a:off x="3640666" y="25571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CD6540-7986-DCD0-84BA-B28C510F36C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1CA76B-8204-966D-A395-EFD0E72B429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14788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CD105-FFAE-4E6E-0D66-E3C3E320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725910-8FC8-1BB4-A042-E64A69B325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Clean up thermometers.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F04AF3C-134D-0E7A-827F-1AFBEF98B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38717C4-7644-ADAB-2325-B546E561D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E4C6331-0B17-F5D1-61B1-03E2B0A96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EAE0236-BD03-3209-5A54-0AF54A52CB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2D88B8-E5A1-D8C7-9441-795F7D8B2C3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9AAB1A-66C6-452D-8E89-1AF813EE8580}"/>
              </a:ext>
            </a:extLst>
          </p:cNvPr>
          <p:cNvSpPr txBox="1"/>
          <p:nvPr/>
        </p:nvSpPr>
        <p:spPr>
          <a:xfrm>
            <a:off x="4143022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154533-C831-F2D3-1DA7-AA4FC968A4BA}"/>
              </a:ext>
            </a:extLst>
          </p:cNvPr>
          <p:cNvSpPr txBox="1"/>
          <p:nvPr/>
        </p:nvSpPr>
        <p:spPr>
          <a:xfrm>
            <a:off x="4645378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48EC31-B6D6-2338-D264-19319288DE0A}"/>
              </a:ext>
            </a:extLst>
          </p:cNvPr>
          <p:cNvSpPr txBox="1"/>
          <p:nvPr/>
        </p:nvSpPr>
        <p:spPr>
          <a:xfrm>
            <a:off x="5147734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6860DC-69BB-7063-4251-439BD884E8A4}"/>
              </a:ext>
            </a:extLst>
          </p:cNvPr>
          <p:cNvSpPr txBox="1"/>
          <p:nvPr/>
        </p:nvSpPr>
        <p:spPr>
          <a:xfrm>
            <a:off x="5650090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489289-07F4-C015-50FA-B9C9A8EBEA1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DF9BBC-AA41-7BFE-E867-9D111B1B139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EDEF20-B0D9-1E80-77AE-2EABD90D993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C831C2-5A87-0784-B1A8-1D9E56F7498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3F6BA8-CD54-D859-400A-711EA37A35B5}"/>
              </a:ext>
            </a:extLst>
          </p:cNvPr>
          <p:cNvSpPr txBox="1"/>
          <p:nvPr/>
        </p:nvSpPr>
        <p:spPr>
          <a:xfrm>
            <a:off x="5650090" y="15602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388ED5-1CBB-98A1-916C-F872E8EA6A62}"/>
              </a:ext>
            </a:extLst>
          </p:cNvPr>
          <p:cNvSpPr txBox="1"/>
          <p:nvPr/>
        </p:nvSpPr>
        <p:spPr>
          <a:xfrm>
            <a:off x="6152446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C1368B-DF7E-3EF5-8B51-5B2FE69572FB}"/>
              </a:ext>
            </a:extLst>
          </p:cNvPr>
          <p:cNvSpPr txBox="1"/>
          <p:nvPr/>
        </p:nvSpPr>
        <p:spPr>
          <a:xfrm>
            <a:off x="6654802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8F3101-8EC1-E82F-8686-BBE346600AB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E6DEB4-24B4-CB4D-12B6-10B16BE5BDF6}"/>
              </a:ext>
            </a:extLst>
          </p:cNvPr>
          <p:cNvSpPr txBox="1"/>
          <p:nvPr/>
        </p:nvSpPr>
        <p:spPr>
          <a:xfrm>
            <a:off x="3640666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23E8A0-E671-FD2D-8E1E-254171AA6A7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3F5BAC-1542-34E5-F807-5A014E1B4F2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A59E9B-D1AD-336A-210D-C9F33D05513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3A888B-43C8-59C3-F95A-F8D91D46AFE4}"/>
              </a:ext>
            </a:extLst>
          </p:cNvPr>
          <p:cNvSpPr txBox="1"/>
          <p:nvPr/>
        </p:nvSpPr>
        <p:spPr>
          <a:xfrm>
            <a:off x="7157158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EDC233-E875-7C90-79A8-779E31126CD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A12777-F457-179F-9EF4-3570F0168DD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3FAAB6-FC90-6474-B250-CF0EE3DEF2A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C9D8E8-F228-37AA-09A3-3948D3D31E09}"/>
              </a:ext>
            </a:extLst>
          </p:cNvPr>
          <p:cNvSpPr txBox="1"/>
          <p:nvPr/>
        </p:nvSpPr>
        <p:spPr>
          <a:xfrm>
            <a:off x="3138310" y="226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0A3A5D-2FDE-D210-ED96-5E19C10555E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E02A53-10F6-1E06-120E-414A3E66600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600388-47BA-3868-1998-1F3DDD12C3E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255434-B36B-D267-FA4F-7123B88CCEE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AFCBEB-EC3B-BCDC-B321-7D1C8E70041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DA6D42-9D7C-ED66-D553-C801CB4F47C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392039-A853-740D-C243-E9D64E0C69B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212325-295C-874D-803A-7CF4CAEB6217}"/>
              </a:ext>
            </a:extLst>
          </p:cNvPr>
          <p:cNvSpPr txBox="1"/>
          <p:nvPr/>
        </p:nvSpPr>
        <p:spPr>
          <a:xfrm>
            <a:off x="6654802" y="327174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74FA590-4FFE-1939-66B6-122215E08473}"/>
              </a:ext>
            </a:extLst>
          </p:cNvPr>
          <p:cNvSpPr txBox="1"/>
          <p:nvPr/>
        </p:nvSpPr>
        <p:spPr>
          <a:xfrm>
            <a:off x="7157158" y="35640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59CAFD-BC1D-265B-C72E-534FFD7BF07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19DEF5-C723-7DBB-865D-63F69C70F6E6}"/>
              </a:ext>
            </a:extLst>
          </p:cNvPr>
          <p:cNvSpPr txBox="1"/>
          <p:nvPr/>
        </p:nvSpPr>
        <p:spPr>
          <a:xfrm>
            <a:off x="3640666" y="377268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A96CD5-7624-C45E-5045-3D7CB9DE8D2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570BADD-8F22-49C0-4BFB-127C39E7E7D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1B890F-A8C9-8306-1990-D5FE8B2193B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6D3B31-1A26-8AC4-BD5C-7CB0E74FB49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A45EAE6-FAB1-425A-038C-0ED53C2D46A5}"/>
              </a:ext>
            </a:extLst>
          </p:cNvPr>
          <p:cNvSpPr txBox="1"/>
          <p:nvPr/>
        </p:nvSpPr>
        <p:spPr>
          <a:xfrm>
            <a:off x="6654802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C42C3C-3E51-89B1-838F-E3BD91C4547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F5785C-6248-980B-66A1-5B6AA115A3E7}"/>
              </a:ext>
            </a:extLst>
          </p:cNvPr>
          <p:cNvSpPr txBox="1"/>
          <p:nvPr/>
        </p:nvSpPr>
        <p:spPr>
          <a:xfrm>
            <a:off x="3138310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DE73505-64E7-D33D-1115-8387771C8981}"/>
              </a:ext>
            </a:extLst>
          </p:cNvPr>
          <p:cNvSpPr txBox="1"/>
          <p:nvPr/>
        </p:nvSpPr>
        <p:spPr>
          <a:xfrm>
            <a:off x="3640666" y="4565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E8CD1EE-DC05-0F20-0880-57F833410760}"/>
              </a:ext>
            </a:extLst>
          </p:cNvPr>
          <p:cNvSpPr txBox="1"/>
          <p:nvPr/>
        </p:nvSpPr>
        <p:spPr>
          <a:xfrm>
            <a:off x="4143022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F411E1D-5A51-D6F5-20DD-50B842B9BD68}"/>
              </a:ext>
            </a:extLst>
          </p:cNvPr>
          <p:cNvSpPr txBox="1"/>
          <p:nvPr/>
        </p:nvSpPr>
        <p:spPr>
          <a:xfrm>
            <a:off x="4645378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F549250-78C9-BF6A-D34A-2900F070E5F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FE5989-ED77-6415-D438-37A9549CD6C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6DC08A-86AD-B097-79DD-E7542D3D8D0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0FD1AD-5D81-7AEC-3E06-1EBE723F7A5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A234555-D447-2A6B-B976-EA0BD82FFAF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ABB9367-3C2D-83FB-A08E-CDF7A271EDC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E6140D0-424F-BA31-D7CA-370337B85A5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FC29E76-F0E5-17C6-BBBF-F9F33EE48DEA}"/>
              </a:ext>
            </a:extLst>
          </p:cNvPr>
          <p:cNvSpPr txBox="1"/>
          <p:nvPr/>
        </p:nvSpPr>
        <p:spPr>
          <a:xfrm>
            <a:off x="4645378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FBBD3E2-D00F-0E43-242B-30B6E63A6C41}"/>
              </a:ext>
            </a:extLst>
          </p:cNvPr>
          <p:cNvSpPr txBox="1"/>
          <p:nvPr/>
        </p:nvSpPr>
        <p:spPr>
          <a:xfrm>
            <a:off x="5147734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4AEF757-B051-ADAB-1333-106078777B9D}"/>
              </a:ext>
            </a:extLst>
          </p:cNvPr>
          <p:cNvSpPr txBox="1"/>
          <p:nvPr/>
        </p:nvSpPr>
        <p:spPr>
          <a:xfrm>
            <a:off x="5650090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48FA10B-4BC9-1DD3-94DC-2514454887D5}"/>
              </a:ext>
            </a:extLst>
          </p:cNvPr>
          <p:cNvSpPr txBox="1"/>
          <p:nvPr/>
        </p:nvSpPr>
        <p:spPr>
          <a:xfrm>
            <a:off x="6152446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A272F23-D25D-1329-FFAF-47B5AEDF11A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55B8908-335E-9177-5652-985A34A3342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D5B97A8-A4CD-8320-C453-1E2B1F13CE8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7546BF-DF0D-7DE9-2593-93CC7DF20C4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AD8034-6C63-77B4-BD5A-02F12C361AF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42FA832-A442-07AA-54D0-64D3FD8171D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8739DCF-B89C-1092-FAC0-1A1777505EB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0C6E6EA-36A0-6123-25B7-1FF275231CA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A725C55-ABED-C411-E4F8-AA381038CE7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CAD44AC-A173-6B64-5439-5E2DEA5404C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0EC1EC-6A00-2C05-DC89-C81296217A6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6F3D2D-2054-7E5C-CC1D-D9A16CADF49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175172-6BD4-BA77-999F-8E99A016924B}"/>
              </a:ext>
            </a:extLst>
          </p:cNvPr>
          <p:cNvSpPr txBox="1"/>
          <p:nvPr/>
        </p:nvSpPr>
        <p:spPr>
          <a:xfrm>
            <a:off x="4645378" y="257715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D3172A-5FA6-1C26-223F-11A32943C86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D21F9C-0405-EDDF-99D7-7289ABFBA93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3F9AD0-4ACA-D592-D4D9-DEE41E5A859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29FC3C-17F5-1B0E-B57F-DEFF3D78850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6C2233C-4755-23B2-15A5-618449F417FB}"/>
              </a:ext>
            </a:extLst>
          </p:cNvPr>
          <p:cNvSpPr txBox="1"/>
          <p:nvPr/>
        </p:nvSpPr>
        <p:spPr>
          <a:xfrm>
            <a:off x="4645378" y="3256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955BE6A-6CFD-DEBF-7959-7E1F114993C3}"/>
              </a:ext>
            </a:extLst>
          </p:cNvPr>
          <p:cNvSpPr txBox="1"/>
          <p:nvPr/>
        </p:nvSpPr>
        <p:spPr>
          <a:xfrm>
            <a:off x="5650090" y="3256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D35C9F-E393-31AC-0007-3B130953FA8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87E2E49-0507-EA71-3DC3-7154AC41719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6BCF87-0CD4-7463-19C1-4C87FB99C45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9D2E30D-DEE0-9279-57B8-57CAC07E53E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03685A0-45A0-9D8F-E321-116DB06C1F8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5DC82DD-2234-C51E-4118-A788C3D6B3DF}"/>
              </a:ext>
            </a:extLst>
          </p:cNvPr>
          <p:cNvSpPr txBox="1"/>
          <p:nvPr/>
        </p:nvSpPr>
        <p:spPr>
          <a:xfrm>
            <a:off x="3640666" y="25571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868B0D-AFEE-95D7-8EBD-8BA5E4227EE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EBDB72-4C85-8B7A-CF41-DD0E05C3354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59297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2E094-458C-5116-7EA9-F48A05DD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AED2B1-5C85-AA9C-45C0-AE9179639F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1 in Row 6.   Last possible 5 in center block.</a:t>
            </a:r>
          </a:p>
          <a:p>
            <a:r>
              <a:rPr lang="en-US" dirty="0"/>
              <a:t>Last possible 9 in Column 2.</a:t>
            </a:r>
          </a:p>
          <a:p>
            <a:r>
              <a:rPr lang="en-US" dirty="0"/>
              <a:t>Last possible 5 in lower right block (half of 59 pair).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2803896-8684-0BE0-CDB8-3AA83DDA6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FB8EE9A-B2BC-F6C6-4E00-137371ED0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FFE9B14-6C78-D501-1919-40D3329B0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4B5E5E3-D8C5-EEC3-FD49-A25B41EE05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0C52C7-EB3C-0AEB-7D71-57BEF8ADAA2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2A541C-217E-A059-9157-815483001C48}"/>
              </a:ext>
            </a:extLst>
          </p:cNvPr>
          <p:cNvSpPr txBox="1"/>
          <p:nvPr/>
        </p:nvSpPr>
        <p:spPr>
          <a:xfrm>
            <a:off x="4143022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1CDCA8-CFDA-512D-D07E-F5C0031627C0}"/>
              </a:ext>
            </a:extLst>
          </p:cNvPr>
          <p:cNvSpPr txBox="1"/>
          <p:nvPr/>
        </p:nvSpPr>
        <p:spPr>
          <a:xfrm>
            <a:off x="4645378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7E5140-5EF6-7DB5-FADA-7CFDE43919AC}"/>
              </a:ext>
            </a:extLst>
          </p:cNvPr>
          <p:cNvSpPr txBox="1"/>
          <p:nvPr/>
        </p:nvSpPr>
        <p:spPr>
          <a:xfrm>
            <a:off x="5147734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C0D0BE-0E2A-0C00-AD69-E2148988EC1C}"/>
              </a:ext>
            </a:extLst>
          </p:cNvPr>
          <p:cNvSpPr txBox="1"/>
          <p:nvPr/>
        </p:nvSpPr>
        <p:spPr>
          <a:xfrm>
            <a:off x="5650090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FDEE95-AFB2-E2E6-F3D1-E8998EC0964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265F74-B7E2-D733-731F-852F5F97F1D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3C686B-2770-E0F4-802B-EB1E6CBA057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9B164F-836C-6363-334E-FEB0FE87360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4A2589-913A-1EEA-AB6C-466C140C8169}"/>
              </a:ext>
            </a:extLst>
          </p:cNvPr>
          <p:cNvSpPr txBox="1"/>
          <p:nvPr/>
        </p:nvSpPr>
        <p:spPr>
          <a:xfrm>
            <a:off x="5650090" y="15602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184E86-6DAB-BEAA-0065-A26997432627}"/>
              </a:ext>
            </a:extLst>
          </p:cNvPr>
          <p:cNvSpPr txBox="1"/>
          <p:nvPr/>
        </p:nvSpPr>
        <p:spPr>
          <a:xfrm>
            <a:off x="6152446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BF65B9-EFE7-11A3-0977-15F44D2555D6}"/>
              </a:ext>
            </a:extLst>
          </p:cNvPr>
          <p:cNvSpPr txBox="1"/>
          <p:nvPr/>
        </p:nvSpPr>
        <p:spPr>
          <a:xfrm>
            <a:off x="6654802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15634D-034B-797F-D655-4DA621666A5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0D1E33-212D-4EFB-D95B-66640F2CA9F9}"/>
              </a:ext>
            </a:extLst>
          </p:cNvPr>
          <p:cNvSpPr txBox="1"/>
          <p:nvPr/>
        </p:nvSpPr>
        <p:spPr>
          <a:xfrm>
            <a:off x="3640666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718336-7C72-25FF-925E-04DF042B305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9BFAA2-CC9B-8147-AB84-9051864E402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064D73-8DBD-2B02-8DB2-3A8DB03C51C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C0BE47-AF70-9FF2-2B19-C2AD2917F6AD}"/>
              </a:ext>
            </a:extLst>
          </p:cNvPr>
          <p:cNvSpPr txBox="1"/>
          <p:nvPr/>
        </p:nvSpPr>
        <p:spPr>
          <a:xfrm>
            <a:off x="7157158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737089-13B1-989D-2ACF-8703B33A9CB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B9C135-BA11-85BD-6D85-D24AD2387D8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D66BD7-5D36-531A-2788-7331F5E7366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7E16C5-A451-ADEB-9F80-9BF8D8514CFF}"/>
              </a:ext>
            </a:extLst>
          </p:cNvPr>
          <p:cNvSpPr txBox="1"/>
          <p:nvPr/>
        </p:nvSpPr>
        <p:spPr>
          <a:xfrm>
            <a:off x="3138310" y="226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EFE712-508B-78CB-1D1F-3B3E9611E87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97F345-E916-4AD2-EB04-82995DCE328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A09EFA-9659-BFBB-9CD6-DCE744A0D75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122CBC-1B97-EADD-61F0-49F39351418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862299-CD79-4E22-5F7F-26013814B00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AAA06B-9ED7-CE12-1117-F2C8812223E0}"/>
              </a:ext>
            </a:extLst>
          </p:cNvPr>
          <p:cNvSpPr txBox="1"/>
          <p:nvPr/>
        </p:nvSpPr>
        <p:spPr>
          <a:xfrm>
            <a:off x="6654802" y="327174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CF5229-7559-00E3-1CE4-3194406907CF}"/>
              </a:ext>
            </a:extLst>
          </p:cNvPr>
          <p:cNvSpPr txBox="1"/>
          <p:nvPr/>
        </p:nvSpPr>
        <p:spPr>
          <a:xfrm>
            <a:off x="7157158" y="35640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312BDA3-3AA4-A257-CE18-410A98F9A21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13B563-AECF-0872-9A48-9C1B88EA0026}"/>
              </a:ext>
            </a:extLst>
          </p:cNvPr>
          <p:cNvSpPr txBox="1"/>
          <p:nvPr/>
        </p:nvSpPr>
        <p:spPr>
          <a:xfrm>
            <a:off x="3640666" y="377268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FC449C-45F6-64AE-5BC6-CB3932ED89A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E8E6F18-71DD-1630-B85C-4E9642A0B12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E6AF3AE-AC59-021E-0E9F-96727241864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8F74D9-3FC0-98BE-EA85-6F2B118B4AB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EFB1D8E-1DC3-7524-1C00-D9C0220DC747}"/>
              </a:ext>
            </a:extLst>
          </p:cNvPr>
          <p:cNvSpPr txBox="1"/>
          <p:nvPr/>
        </p:nvSpPr>
        <p:spPr>
          <a:xfrm>
            <a:off x="6654802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A464FD8-A69F-B837-EBCE-FEF4CB062E4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99A7348-8D35-2394-C33B-DB632EB1A9EC}"/>
              </a:ext>
            </a:extLst>
          </p:cNvPr>
          <p:cNvSpPr txBox="1"/>
          <p:nvPr/>
        </p:nvSpPr>
        <p:spPr>
          <a:xfrm>
            <a:off x="3138310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C3D40D-1927-CE5C-2856-25908D164706}"/>
              </a:ext>
            </a:extLst>
          </p:cNvPr>
          <p:cNvSpPr txBox="1"/>
          <p:nvPr/>
        </p:nvSpPr>
        <p:spPr>
          <a:xfrm>
            <a:off x="3640666" y="4565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B8330D-336D-3254-D127-EB1CFB1FDD99}"/>
              </a:ext>
            </a:extLst>
          </p:cNvPr>
          <p:cNvSpPr txBox="1"/>
          <p:nvPr/>
        </p:nvSpPr>
        <p:spPr>
          <a:xfrm>
            <a:off x="4143022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0CFACBD-5870-47E0-D8E9-5C564507C044}"/>
              </a:ext>
            </a:extLst>
          </p:cNvPr>
          <p:cNvSpPr txBox="1"/>
          <p:nvPr/>
        </p:nvSpPr>
        <p:spPr>
          <a:xfrm>
            <a:off x="4645378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C98EE2B-BEC3-B27F-CD18-2AA01C1A245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C71691-7793-B56B-0F46-1CB635C597E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DB919FA-A643-B474-55EB-DEC43B9936C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F2848C1-ABCD-76D4-8B19-A8A53A23CE7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0EEEFCB-5BFA-9398-D6BF-69FE818DD94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614E7A1-E29B-B78E-E31A-9FFAA8924B3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FDA2B0-F01C-17CD-818C-ECC4F9FFBBF7}"/>
              </a:ext>
            </a:extLst>
          </p:cNvPr>
          <p:cNvSpPr txBox="1"/>
          <p:nvPr/>
        </p:nvSpPr>
        <p:spPr>
          <a:xfrm>
            <a:off x="4645378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B3F2E2E-8D00-A362-C7B7-F9A5C5749A18}"/>
              </a:ext>
            </a:extLst>
          </p:cNvPr>
          <p:cNvSpPr txBox="1"/>
          <p:nvPr/>
        </p:nvSpPr>
        <p:spPr>
          <a:xfrm>
            <a:off x="5147734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E8058B9-66EE-4045-6B50-31459BADF8E1}"/>
              </a:ext>
            </a:extLst>
          </p:cNvPr>
          <p:cNvSpPr txBox="1"/>
          <p:nvPr/>
        </p:nvSpPr>
        <p:spPr>
          <a:xfrm>
            <a:off x="5650090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5F271CC-46B4-9038-3421-D445989C3470}"/>
              </a:ext>
            </a:extLst>
          </p:cNvPr>
          <p:cNvSpPr txBox="1"/>
          <p:nvPr/>
        </p:nvSpPr>
        <p:spPr>
          <a:xfrm>
            <a:off x="6152446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229D347-0034-E5B0-B177-8B1D57F2716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274248-D74F-EE86-2938-6C04D0E84B4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FC7610B-0E7F-FB2B-1269-44548C89D68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1877189-90E7-D868-2AFC-595F753EA03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6872D19-B1F7-699C-A02A-6B65D0DB817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C80C95A-A4BB-4218-7EE8-F778CDFCDEF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651960C-7DDD-B4DD-222B-F83B96D8A3F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41F2BFD-4FAA-09F2-DEDE-FB40D7A15F3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8E488E0-FE18-03F1-CB40-C83980F8422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073A47-6DC3-FE63-ECFB-AB13561A8F5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0A2F86-123E-3793-7BDE-7C22EB9D4B5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AF7B3F-6334-5D68-808E-AC3FA835BF2F}"/>
              </a:ext>
            </a:extLst>
          </p:cNvPr>
          <p:cNvSpPr txBox="1"/>
          <p:nvPr/>
        </p:nvSpPr>
        <p:spPr>
          <a:xfrm>
            <a:off x="4645378" y="257715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ED241-FFBE-404B-0EC0-2EBD00A1B9C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3EDFC8-8801-5AF7-D0EE-14A22FB0DC6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55D19C-27EB-D540-8AF5-4949DF2C957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F489D9-6D88-0899-1511-AF044C50E65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DF92576-ABB1-7BB3-D1E4-5AD429661A44}"/>
              </a:ext>
            </a:extLst>
          </p:cNvPr>
          <p:cNvSpPr txBox="1"/>
          <p:nvPr/>
        </p:nvSpPr>
        <p:spPr>
          <a:xfrm>
            <a:off x="4645378" y="3256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60250E-72CA-770B-DF9F-9B6D81FB070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EF69107-84DF-5E4E-F754-277CD5AEC90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A86AF3F-1943-DF69-45EC-4DE7C1BB9E0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9DED029-9FFE-20EE-2E08-66B7ED69F74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EEE81A3-C493-2DCA-5AB0-36587078C4A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CC26FE7-391E-4713-8AA9-72ABAAA2AB6A}"/>
              </a:ext>
            </a:extLst>
          </p:cNvPr>
          <p:cNvSpPr txBox="1"/>
          <p:nvPr/>
        </p:nvSpPr>
        <p:spPr>
          <a:xfrm>
            <a:off x="3640666" y="25571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7A6851-17CA-E650-F95F-D024FF4E8D2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A1542B-A8C8-7223-756F-D50C5FA4DB8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C20BEB-7354-D5AF-808D-7FF8EBBC7C3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6C7401C-0290-331C-7F42-45E77EA69F8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D128435-055A-E65B-274E-4AB7BFF27FD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39D4F42-12CE-37C5-171A-15B6C4F14B0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D9AE65-FEDE-02BD-7A80-24333EE8CBD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98662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2BBB3-70DB-E185-A203-E2F91F450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E4C67B-F048-F524-A232-059C83048F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(Note 246 triplet in Column 4.)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8D8E9BC-E332-2AC9-43B7-9F5F9D566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C1FDB57-AD55-1E5D-62BC-9CA8260BE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3853CE5-D6F2-9849-2273-06BFAEFD9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98067CC-DC83-5EA2-28A2-CA9125AE4C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FDD4A5-5A4E-D760-B0FB-CF7422695374}"/>
              </a:ext>
            </a:extLst>
          </p:cNvPr>
          <p:cNvSpPr txBox="1"/>
          <p:nvPr/>
        </p:nvSpPr>
        <p:spPr>
          <a:xfrm>
            <a:off x="4143022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74A8A0-3F91-5FBC-C696-C0C62722E952}"/>
              </a:ext>
            </a:extLst>
          </p:cNvPr>
          <p:cNvSpPr txBox="1"/>
          <p:nvPr/>
        </p:nvSpPr>
        <p:spPr>
          <a:xfrm>
            <a:off x="4645378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0CCD83-22B7-2293-750E-E211493A5618}"/>
              </a:ext>
            </a:extLst>
          </p:cNvPr>
          <p:cNvSpPr txBox="1"/>
          <p:nvPr/>
        </p:nvSpPr>
        <p:spPr>
          <a:xfrm>
            <a:off x="5147734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BFEFAA-1D20-2C06-ACF9-65C70F3BB570}"/>
              </a:ext>
            </a:extLst>
          </p:cNvPr>
          <p:cNvSpPr txBox="1"/>
          <p:nvPr/>
        </p:nvSpPr>
        <p:spPr>
          <a:xfrm>
            <a:off x="5650090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E6AF02-D37D-7287-0CEB-732E827C832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6D6FBA-AE3A-904A-77DE-0635C8DCD18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B2F98F-2784-A15C-D8B5-07D211E16F3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041986-0B13-63D8-5B4B-19DBD51D501B}"/>
              </a:ext>
            </a:extLst>
          </p:cNvPr>
          <p:cNvSpPr txBox="1"/>
          <p:nvPr/>
        </p:nvSpPr>
        <p:spPr>
          <a:xfrm>
            <a:off x="5650090" y="15602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959BA2-D0ED-22AC-D60A-539027AE56AD}"/>
              </a:ext>
            </a:extLst>
          </p:cNvPr>
          <p:cNvSpPr txBox="1"/>
          <p:nvPr/>
        </p:nvSpPr>
        <p:spPr>
          <a:xfrm>
            <a:off x="6152446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1526A5-FCCE-C5EB-4C45-5B443D08507D}"/>
              </a:ext>
            </a:extLst>
          </p:cNvPr>
          <p:cNvSpPr txBox="1"/>
          <p:nvPr/>
        </p:nvSpPr>
        <p:spPr>
          <a:xfrm>
            <a:off x="6654802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02F796-6559-0482-3B50-2D5CFA12FFF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BB9165-0D51-60A3-4A3F-0CA6D476C080}"/>
              </a:ext>
            </a:extLst>
          </p:cNvPr>
          <p:cNvSpPr txBox="1"/>
          <p:nvPr/>
        </p:nvSpPr>
        <p:spPr>
          <a:xfrm>
            <a:off x="3640666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D2C3A3-A37F-30CF-B273-34656EA5AF6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D70709-4E6B-A748-BD84-7EA0CDCFD03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E68BA2-0DFB-97F0-9DCA-5EFE501F47B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6250D1-C307-6119-E7AC-2C2D593EA190}"/>
              </a:ext>
            </a:extLst>
          </p:cNvPr>
          <p:cNvSpPr txBox="1"/>
          <p:nvPr/>
        </p:nvSpPr>
        <p:spPr>
          <a:xfrm>
            <a:off x="7157158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09AAEF-68C0-4C1A-0F1D-A60A8E15A99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35E98B-60F0-0251-4246-47FFB66C798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69B155-A2E2-835E-13EC-2B1C1E1000E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E56514-F7D2-DB8A-9090-34244006D8E0}"/>
              </a:ext>
            </a:extLst>
          </p:cNvPr>
          <p:cNvSpPr txBox="1"/>
          <p:nvPr/>
        </p:nvSpPr>
        <p:spPr>
          <a:xfrm>
            <a:off x="3138310" y="226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982772-A981-E6F5-401C-F8965BD2103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4EEFFC-A695-369F-5F00-B9D0625B804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05DD33-0ECB-60E9-8BB3-F66231EAE75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D6E69B-ABD3-01F6-D3F9-04F4D96585A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13FE64-FB2E-C75F-BD2F-A070A41DD6F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3F7834-9B56-E906-58DB-14909B06EE0F}"/>
              </a:ext>
            </a:extLst>
          </p:cNvPr>
          <p:cNvSpPr txBox="1"/>
          <p:nvPr/>
        </p:nvSpPr>
        <p:spPr>
          <a:xfrm>
            <a:off x="6654802" y="327174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263418-99C5-D0B5-60D0-52861FA29DF5}"/>
              </a:ext>
            </a:extLst>
          </p:cNvPr>
          <p:cNvSpPr txBox="1"/>
          <p:nvPr/>
        </p:nvSpPr>
        <p:spPr>
          <a:xfrm>
            <a:off x="7157158" y="35640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5F716C-162E-F04C-D39F-85DA92DA8A7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68D36D-9130-7DD7-0241-753C01414AAE}"/>
              </a:ext>
            </a:extLst>
          </p:cNvPr>
          <p:cNvSpPr txBox="1"/>
          <p:nvPr/>
        </p:nvSpPr>
        <p:spPr>
          <a:xfrm>
            <a:off x="3640666" y="377268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D21163-BF35-2E1D-2A51-A3F02820BFF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AA0E45-70B2-B4F0-EE62-69588A43AD9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48AF70-04B4-8377-3F88-A27F72550D5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FB4F53-97D8-6677-4A7E-8C8FF8D3184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02145B5-EF38-8902-0938-2A8976AD9C74}"/>
              </a:ext>
            </a:extLst>
          </p:cNvPr>
          <p:cNvSpPr txBox="1"/>
          <p:nvPr/>
        </p:nvSpPr>
        <p:spPr>
          <a:xfrm>
            <a:off x="6654802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5D39CF-14EA-1702-2633-60B2467805A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EDA09E9-5CDD-71B0-2E56-9A3CD481A864}"/>
              </a:ext>
            </a:extLst>
          </p:cNvPr>
          <p:cNvSpPr txBox="1"/>
          <p:nvPr/>
        </p:nvSpPr>
        <p:spPr>
          <a:xfrm>
            <a:off x="3138310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C448C5-838F-FCA6-412D-77C580F1B83E}"/>
              </a:ext>
            </a:extLst>
          </p:cNvPr>
          <p:cNvSpPr txBox="1"/>
          <p:nvPr/>
        </p:nvSpPr>
        <p:spPr>
          <a:xfrm>
            <a:off x="3640666" y="4565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2E93E21-FE84-5217-45AC-C9E2DA1758AA}"/>
              </a:ext>
            </a:extLst>
          </p:cNvPr>
          <p:cNvSpPr txBox="1"/>
          <p:nvPr/>
        </p:nvSpPr>
        <p:spPr>
          <a:xfrm>
            <a:off x="4143022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41CB80-DA82-8B87-3E0A-76A92DFEA338}"/>
              </a:ext>
            </a:extLst>
          </p:cNvPr>
          <p:cNvSpPr txBox="1"/>
          <p:nvPr/>
        </p:nvSpPr>
        <p:spPr>
          <a:xfrm>
            <a:off x="4645378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4E4A5CC-8106-29B9-7624-DD9ED2F5359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27BD31A-196D-8E54-2C04-07790C474B1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B1BF0E2-234F-631E-5F23-A26AF819F3B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0FE533D-2833-4E7A-9312-E9948ABEA28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E8EAB3E-11A7-12A0-B770-73EADD1BBD9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99E37BC-326D-723C-C64A-BDD7556C81C3}"/>
              </a:ext>
            </a:extLst>
          </p:cNvPr>
          <p:cNvSpPr txBox="1"/>
          <p:nvPr/>
        </p:nvSpPr>
        <p:spPr>
          <a:xfrm>
            <a:off x="4645378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D36D4D-B23F-0043-F70B-A1B869CF09FC}"/>
              </a:ext>
            </a:extLst>
          </p:cNvPr>
          <p:cNvSpPr txBox="1"/>
          <p:nvPr/>
        </p:nvSpPr>
        <p:spPr>
          <a:xfrm>
            <a:off x="5147734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3489308-B51A-7824-63E1-DB3FFE94D689}"/>
              </a:ext>
            </a:extLst>
          </p:cNvPr>
          <p:cNvSpPr txBox="1"/>
          <p:nvPr/>
        </p:nvSpPr>
        <p:spPr>
          <a:xfrm>
            <a:off x="5650090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6ED5FE8-19D8-41BF-2B7B-B8E74EB08FE9}"/>
              </a:ext>
            </a:extLst>
          </p:cNvPr>
          <p:cNvSpPr txBox="1"/>
          <p:nvPr/>
        </p:nvSpPr>
        <p:spPr>
          <a:xfrm>
            <a:off x="6152446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E1DA9B-CC9F-1EF3-08B8-FEE4F091184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57F1DAB-FA2A-92AF-8BB0-23DD0A5A992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C51FFC2-FF21-72FF-57D4-976880F8C82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D7154A2-60EA-E0CF-A8CF-8E0BB23A1F9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800B429-7EA2-0EA8-EC83-7974BA5DA78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47E208F-BECD-8BEA-AA83-8C6FA8FB084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743704B-802F-63C4-89EF-A45115F8755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2871AE7-1FC4-8469-D630-41142D6667D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B540F3B-0E24-EF40-A17A-F347F409FFE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EEA90B-0A84-B765-C6D1-421DA4D1DBC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8369FF-58EE-8864-5460-E7F386BE5AC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F959CC-42CD-8D80-94B8-3770FED313F9}"/>
              </a:ext>
            </a:extLst>
          </p:cNvPr>
          <p:cNvSpPr txBox="1"/>
          <p:nvPr/>
        </p:nvSpPr>
        <p:spPr>
          <a:xfrm>
            <a:off x="4645378" y="257715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4F8E0B-32FB-5A6E-7A39-DA4537727F0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854D47-C80D-3454-988C-42E6E8AC7FF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6BF751-C69B-8E2A-F95D-AFAAB0B56A5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0FCE43-9828-843F-0C4E-65488849269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2A0DE0D-E7AF-0CD7-63BC-92F6CF0DC78D}"/>
              </a:ext>
            </a:extLst>
          </p:cNvPr>
          <p:cNvSpPr txBox="1"/>
          <p:nvPr/>
        </p:nvSpPr>
        <p:spPr>
          <a:xfrm>
            <a:off x="4645378" y="3256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921CB3-56B2-A03C-6F10-96523234E10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98FFD68-F614-BB68-715B-94B3A8D6CF6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3316779-ACF0-083F-0F28-CA5C07456AF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99830E9-D7A9-B5FA-5B5E-D626F165E0B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B88DAB0-0EC3-B938-FD58-7CBCDCA303E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8A3F438-5552-E5E3-7BD3-9252292FE028}"/>
              </a:ext>
            </a:extLst>
          </p:cNvPr>
          <p:cNvSpPr txBox="1"/>
          <p:nvPr/>
        </p:nvSpPr>
        <p:spPr>
          <a:xfrm>
            <a:off x="3640666" y="25571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9E2EC8-4503-1DB7-6158-C56A8328878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30C6A9-DAB9-A808-C587-84E5E25383B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ED7217-7BE2-1305-936C-F98BF18AC68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4E7C1DA-FD0A-5154-44A9-40A1D77150B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9778CAE-09C3-D67B-2C95-4E28E14FD4C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44876A3-33BE-4590-5DC6-37C8D431441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473BBCC-3EAC-86CB-702D-D497A22C08F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6EED4A-B85F-83FA-D217-2A9D765218A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F81E9E6-00F1-3C7D-216C-74D650CD4E8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E83311-DBA0-55B8-543C-5ACB0134863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20090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A6A11-C85B-A7B1-84FE-8429AF264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CE50D9-D972-74D8-E81D-BDF97C484D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(Note 357/357/37 in Column 3.) (Note 31/13 pair in Column 4.)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85DA193-FFDE-E489-20B4-9FE8DB4F0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0213520-FCB7-E58A-4804-36D2ECE94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F098C4C-1A76-A209-715B-525316747D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D3171CA-2C6F-C875-8EFE-9CD5588DF3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84D2E2-9888-DE66-3774-59BAD7DD800C}"/>
              </a:ext>
            </a:extLst>
          </p:cNvPr>
          <p:cNvSpPr txBox="1"/>
          <p:nvPr/>
        </p:nvSpPr>
        <p:spPr>
          <a:xfrm>
            <a:off x="4143022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E5136-E610-4081-2EE6-9A424EFC0255}"/>
              </a:ext>
            </a:extLst>
          </p:cNvPr>
          <p:cNvSpPr txBox="1"/>
          <p:nvPr/>
        </p:nvSpPr>
        <p:spPr>
          <a:xfrm>
            <a:off x="4645378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9A20AA-C839-B2EE-0B76-39EA05EA225B}"/>
              </a:ext>
            </a:extLst>
          </p:cNvPr>
          <p:cNvSpPr txBox="1"/>
          <p:nvPr/>
        </p:nvSpPr>
        <p:spPr>
          <a:xfrm>
            <a:off x="5147734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5577B0-A272-C445-BCD8-5BE44956506C}"/>
              </a:ext>
            </a:extLst>
          </p:cNvPr>
          <p:cNvSpPr txBox="1"/>
          <p:nvPr/>
        </p:nvSpPr>
        <p:spPr>
          <a:xfrm>
            <a:off x="5650090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1E9403-30CB-9907-E30B-57818842926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57258B-5800-F3B3-33EB-972871B509F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CCDFED-A78C-054E-7B0C-00144932529F}"/>
              </a:ext>
            </a:extLst>
          </p:cNvPr>
          <p:cNvSpPr txBox="1"/>
          <p:nvPr/>
        </p:nvSpPr>
        <p:spPr>
          <a:xfrm>
            <a:off x="5650090" y="15602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8D6E91-0904-A4EB-546E-45ED32A2D410}"/>
              </a:ext>
            </a:extLst>
          </p:cNvPr>
          <p:cNvSpPr txBox="1"/>
          <p:nvPr/>
        </p:nvSpPr>
        <p:spPr>
          <a:xfrm>
            <a:off x="6152446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27424F-7F46-60F7-4C41-36712F022503}"/>
              </a:ext>
            </a:extLst>
          </p:cNvPr>
          <p:cNvSpPr txBox="1"/>
          <p:nvPr/>
        </p:nvSpPr>
        <p:spPr>
          <a:xfrm>
            <a:off x="6654802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DB6495-0858-7F10-F856-5DB6073B53C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A5F592-0B18-4FDB-83BA-31481EAC27CF}"/>
              </a:ext>
            </a:extLst>
          </p:cNvPr>
          <p:cNvSpPr txBox="1"/>
          <p:nvPr/>
        </p:nvSpPr>
        <p:spPr>
          <a:xfrm>
            <a:off x="3640666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583843-C2AD-43D9-F439-DD7FEF06BF2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EA61C2-B7D5-CF76-4537-4F56F349FD6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6F7372-07FC-7755-1868-81A45E27176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E6A9F5-CB26-658A-5CA8-EA510D590EC1}"/>
              </a:ext>
            </a:extLst>
          </p:cNvPr>
          <p:cNvSpPr txBox="1"/>
          <p:nvPr/>
        </p:nvSpPr>
        <p:spPr>
          <a:xfrm>
            <a:off x="7157158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36FA00-C6E8-CEA8-E0EC-1F3A8EE2FDD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F87802-FEEB-6D6A-4A0E-7BCE90F38AD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B1CA6C-3FF9-276A-A822-4225FBF44AE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E4C9AA-1FCA-8973-0659-4FC17B2DD16B}"/>
              </a:ext>
            </a:extLst>
          </p:cNvPr>
          <p:cNvSpPr txBox="1"/>
          <p:nvPr/>
        </p:nvSpPr>
        <p:spPr>
          <a:xfrm>
            <a:off x="3138310" y="226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096672-0488-7B06-4789-614047156D1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C36EE3-C70F-727F-1452-B6A83EC8C49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F40C86-EF6A-0850-C792-F19A07EAE76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D1DAD8-2086-207E-605F-2BDF4575A3D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FDC9BD-4284-BAF5-FEE1-9111729A0287}"/>
              </a:ext>
            </a:extLst>
          </p:cNvPr>
          <p:cNvSpPr txBox="1"/>
          <p:nvPr/>
        </p:nvSpPr>
        <p:spPr>
          <a:xfrm>
            <a:off x="6654802" y="327174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C51537-52F0-AF95-865C-A64D5E798654}"/>
              </a:ext>
            </a:extLst>
          </p:cNvPr>
          <p:cNvSpPr txBox="1"/>
          <p:nvPr/>
        </p:nvSpPr>
        <p:spPr>
          <a:xfrm>
            <a:off x="7157158" y="35640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E73822-E98D-3A45-138C-35B25B1525B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58300D-7D71-F403-20A6-6BF397FE6283}"/>
              </a:ext>
            </a:extLst>
          </p:cNvPr>
          <p:cNvSpPr txBox="1"/>
          <p:nvPr/>
        </p:nvSpPr>
        <p:spPr>
          <a:xfrm>
            <a:off x="3640666" y="377268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7029793-7AE9-89AC-A78F-84A65A8188B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F513F3-15D7-7ED1-D727-2D1D8B5F9B9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1CD256F-D740-5EC6-D9CB-E2962BE99903}"/>
              </a:ext>
            </a:extLst>
          </p:cNvPr>
          <p:cNvSpPr txBox="1"/>
          <p:nvPr/>
        </p:nvSpPr>
        <p:spPr>
          <a:xfrm>
            <a:off x="6654802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8FD8C84-624A-8488-F459-B3609BAE5CB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D63031-91BF-A3F4-2B0C-EEFD41E2AE36}"/>
              </a:ext>
            </a:extLst>
          </p:cNvPr>
          <p:cNvSpPr txBox="1"/>
          <p:nvPr/>
        </p:nvSpPr>
        <p:spPr>
          <a:xfrm>
            <a:off x="3138310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B984084-0107-C377-B13C-8DF9CCEDCAB5}"/>
              </a:ext>
            </a:extLst>
          </p:cNvPr>
          <p:cNvSpPr txBox="1"/>
          <p:nvPr/>
        </p:nvSpPr>
        <p:spPr>
          <a:xfrm>
            <a:off x="3640666" y="4565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79FE106-C2E9-0BA7-93A7-735A88CDAC10}"/>
              </a:ext>
            </a:extLst>
          </p:cNvPr>
          <p:cNvSpPr txBox="1"/>
          <p:nvPr/>
        </p:nvSpPr>
        <p:spPr>
          <a:xfrm>
            <a:off x="4143022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B894FD2-19ED-AF69-86A6-6DF4A1296FF1}"/>
              </a:ext>
            </a:extLst>
          </p:cNvPr>
          <p:cNvSpPr txBox="1"/>
          <p:nvPr/>
        </p:nvSpPr>
        <p:spPr>
          <a:xfrm>
            <a:off x="4645378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65ABC76-4CB2-763F-734C-4A080D7BBA2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4B54D4-2A4A-DB76-1B4F-085D7DE8397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7B67D3-A323-9BD9-5ADF-B6D3347140A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C61D1A-310E-24DF-F6B0-75F8383DABF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D1A71D3-122D-FDE0-7D05-40BBCB3430C9}"/>
              </a:ext>
            </a:extLst>
          </p:cNvPr>
          <p:cNvSpPr txBox="1"/>
          <p:nvPr/>
        </p:nvSpPr>
        <p:spPr>
          <a:xfrm>
            <a:off x="4645378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A4F457B-C7C2-0385-14AC-352476E0EFF9}"/>
              </a:ext>
            </a:extLst>
          </p:cNvPr>
          <p:cNvSpPr txBox="1"/>
          <p:nvPr/>
        </p:nvSpPr>
        <p:spPr>
          <a:xfrm>
            <a:off x="5147734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91995EA-3EE7-55B8-50A2-FA7F00F9E070}"/>
              </a:ext>
            </a:extLst>
          </p:cNvPr>
          <p:cNvSpPr txBox="1"/>
          <p:nvPr/>
        </p:nvSpPr>
        <p:spPr>
          <a:xfrm>
            <a:off x="5650090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A62BE36-3847-E80D-E730-416A73094020}"/>
              </a:ext>
            </a:extLst>
          </p:cNvPr>
          <p:cNvSpPr txBox="1"/>
          <p:nvPr/>
        </p:nvSpPr>
        <p:spPr>
          <a:xfrm>
            <a:off x="6152446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30C508E-3413-DCE0-2C7E-3EB0B79035E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73DB317-AFD5-B95F-60AE-C6C8B8466A8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3C295D7-D7E0-DCD7-7E95-476A2C0857D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463EE1E-56AB-3B44-994F-69E92E3BC14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AE6CEC0-000B-3719-3400-DCCCE9497BC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EB90FE2-403F-B7C1-CFE1-C73BD8F0BEE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6BDEBED-E40C-8532-D43D-F3295ABE609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8DEA4BE-E381-027F-F0B7-D59B539BEAF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C2030-991D-340B-74FC-A55F5446D9E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D84DB6-7B82-8D08-C76F-6CAAB1F3D92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EB0F2D-10FD-2B02-4F9E-9FC7BE16DE6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D5BF9B-A7EC-6C08-AEC8-E36ED96C9BC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C2D32D-9A14-A1AA-1F8F-CFA9F653680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8CF8DC-06CF-72CB-0D59-0DFE75FFDB2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81AB53-C394-5B84-CC6F-49DBDED1AA4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9757B93-3929-4DF4-36FD-F8A611BB914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0F01228-D06B-5FC5-7771-DD53D6B2D52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C99A554-B9FB-895D-E5FF-763A1BEE886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C420E6B-0DCF-12D5-C821-870DD9098F13}"/>
              </a:ext>
            </a:extLst>
          </p:cNvPr>
          <p:cNvSpPr txBox="1"/>
          <p:nvPr/>
        </p:nvSpPr>
        <p:spPr>
          <a:xfrm>
            <a:off x="3640666" y="25571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4FAB13-8611-3B91-1614-1D0E39E63F8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6D23C2-51AA-5A35-6E93-371E13A90AF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26D1A7-C581-92E9-D24A-208E29F48D8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BD8DD9D-B8F3-0C0C-1392-5743102F38C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283F666-8746-84DE-E86A-BACAF090306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5C53D20-7279-190D-9D7D-4B4CFFEA466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CA9A11-AF5D-DABC-9B5A-51FBC366CD7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1A9F73-6BF9-E82F-2745-FDE21680E09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D7D1BA9-EF94-67FD-1D6A-E9F9E62A7AE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CE66A7-8E8D-AFC8-EAB4-FCBE127B635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3D5CAA-520E-5F49-E376-D2717E6DB25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011C766-EEC2-5696-CA19-6F3E78CECAC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78724DF-91D5-D16E-FF09-7CC833B29A9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0BF2825-1DD0-A725-C2A0-19BB7CBB5F5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19128C4-F4CC-72CA-DDF6-E486D438698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199626-8190-8A02-8CD1-0719903CC4D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A09993-EDC0-5E43-031C-07E8093B94B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E6EAEE5-CFEA-E71F-DCD0-A4F29D968A4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01FF288-5E34-A14E-1199-0C1D0377611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68034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2E1CB-2452-E0FC-0B26-346A4FF38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D39BC4-F0E5-06C6-4739-E3C431FC2F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B88A0F-A249-E585-BE27-D021600D2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98D06FF-E1F8-01AB-341C-A317DF1A3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AB97D13-443D-64D4-0424-41AD8DA1B5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D4F56CF-51B2-16B8-43E0-82028B7095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BB0F6D-D677-CF41-CE32-C9B5255173C8}"/>
              </a:ext>
            </a:extLst>
          </p:cNvPr>
          <p:cNvSpPr txBox="1"/>
          <p:nvPr/>
        </p:nvSpPr>
        <p:spPr>
          <a:xfrm>
            <a:off x="4143022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E3D9F9-88FD-B5FD-D1CE-9D7688F993A5}"/>
              </a:ext>
            </a:extLst>
          </p:cNvPr>
          <p:cNvSpPr txBox="1"/>
          <p:nvPr/>
        </p:nvSpPr>
        <p:spPr>
          <a:xfrm>
            <a:off x="4645378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97A15D-122E-B8E2-692B-F34F5AEF397D}"/>
              </a:ext>
            </a:extLst>
          </p:cNvPr>
          <p:cNvSpPr txBox="1"/>
          <p:nvPr/>
        </p:nvSpPr>
        <p:spPr>
          <a:xfrm>
            <a:off x="5147734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11D059-EC8E-55C3-1B34-569CDE553C51}"/>
              </a:ext>
            </a:extLst>
          </p:cNvPr>
          <p:cNvSpPr txBox="1"/>
          <p:nvPr/>
        </p:nvSpPr>
        <p:spPr>
          <a:xfrm>
            <a:off x="5650090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D183A9-1B2E-F775-C2FF-400FDE8AAC3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1361CA-A079-3A26-E186-DBBD44DAA4E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C0A734-251D-D0CF-0930-39CDAAF97FB3}"/>
              </a:ext>
            </a:extLst>
          </p:cNvPr>
          <p:cNvSpPr txBox="1"/>
          <p:nvPr/>
        </p:nvSpPr>
        <p:spPr>
          <a:xfrm>
            <a:off x="5650090" y="15602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CF44AC-B187-77AF-2AA2-870BC4D77F24}"/>
              </a:ext>
            </a:extLst>
          </p:cNvPr>
          <p:cNvSpPr txBox="1"/>
          <p:nvPr/>
        </p:nvSpPr>
        <p:spPr>
          <a:xfrm>
            <a:off x="6152446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36D740-4A04-E990-1F8B-36E5323B7FAE}"/>
              </a:ext>
            </a:extLst>
          </p:cNvPr>
          <p:cNvSpPr txBox="1"/>
          <p:nvPr/>
        </p:nvSpPr>
        <p:spPr>
          <a:xfrm>
            <a:off x="6654802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EF7CB5-9D48-0208-5084-22C7CF6971DF}"/>
              </a:ext>
            </a:extLst>
          </p:cNvPr>
          <p:cNvSpPr txBox="1"/>
          <p:nvPr/>
        </p:nvSpPr>
        <p:spPr>
          <a:xfrm>
            <a:off x="3640666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097D9C-E83D-3DA6-FB98-9E0875F01CF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675DC4-F39C-4CF5-EDCD-587E2E6D863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61D581-4B50-7FC2-CE0E-106BB4532780}"/>
              </a:ext>
            </a:extLst>
          </p:cNvPr>
          <p:cNvSpPr txBox="1"/>
          <p:nvPr/>
        </p:nvSpPr>
        <p:spPr>
          <a:xfrm>
            <a:off x="7157158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D62603-7E9B-1711-0329-F82B5F3AFF7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75A3D5-8EC8-EC95-3131-4F6A80F2CBD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8CAA2F-5185-FFEA-77A6-DC77B316E314}"/>
              </a:ext>
            </a:extLst>
          </p:cNvPr>
          <p:cNvSpPr txBox="1"/>
          <p:nvPr/>
        </p:nvSpPr>
        <p:spPr>
          <a:xfrm>
            <a:off x="3138310" y="226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D0F2B7-FCB0-6900-D840-D462BD06B8A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CCB7A6-9B8F-DF35-F622-BF059494993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C621EA-49C7-871C-63F0-A216B3AF715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FBBDCA-D395-820E-52CF-AAA6B014A747}"/>
              </a:ext>
            </a:extLst>
          </p:cNvPr>
          <p:cNvSpPr txBox="1"/>
          <p:nvPr/>
        </p:nvSpPr>
        <p:spPr>
          <a:xfrm>
            <a:off x="6654802" y="327174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1040A4-B1D6-0DD3-CC4F-733C153FD759}"/>
              </a:ext>
            </a:extLst>
          </p:cNvPr>
          <p:cNvSpPr txBox="1"/>
          <p:nvPr/>
        </p:nvSpPr>
        <p:spPr>
          <a:xfrm>
            <a:off x="7157158" y="35640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20936E0-E0C1-E4EE-1709-6BC4FE2ED84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0AB280-A149-A26B-2A6F-7FC7B4939B3E}"/>
              </a:ext>
            </a:extLst>
          </p:cNvPr>
          <p:cNvSpPr txBox="1"/>
          <p:nvPr/>
        </p:nvSpPr>
        <p:spPr>
          <a:xfrm>
            <a:off x="3640666" y="377268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FBC61FB-34F0-3620-CC9A-967F3941A02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60A8ED-A376-C4FE-2A23-891E5A5C9D6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4811F11-9E58-7FD9-5DA5-C1AC23E6DFBC}"/>
              </a:ext>
            </a:extLst>
          </p:cNvPr>
          <p:cNvSpPr txBox="1"/>
          <p:nvPr/>
        </p:nvSpPr>
        <p:spPr>
          <a:xfrm>
            <a:off x="6654802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968EA72-ACA5-4C74-3838-310EF8ABE25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2F516F3-D68C-6CB6-841C-DCBCB93A5550}"/>
              </a:ext>
            </a:extLst>
          </p:cNvPr>
          <p:cNvSpPr txBox="1"/>
          <p:nvPr/>
        </p:nvSpPr>
        <p:spPr>
          <a:xfrm>
            <a:off x="3138310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E5D2A6B-B3FB-C30E-BE01-F87C507F7F1B}"/>
              </a:ext>
            </a:extLst>
          </p:cNvPr>
          <p:cNvSpPr txBox="1"/>
          <p:nvPr/>
        </p:nvSpPr>
        <p:spPr>
          <a:xfrm>
            <a:off x="3640666" y="4565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4CDDACD-B045-B558-2FCB-AF62973E2469}"/>
              </a:ext>
            </a:extLst>
          </p:cNvPr>
          <p:cNvSpPr txBox="1"/>
          <p:nvPr/>
        </p:nvSpPr>
        <p:spPr>
          <a:xfrm>
            <a:off x="4645378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A66FF9-AED1-15BA-713B-02EF3EC8B71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4121B7-DD89-BDD0-3A08-5B73B5E623D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6E4FD4C-BF8B-F0CD-9B98-69F42D602574}"/>
              </a:ext>
            </a:extLst>
          </p:cNvPr>
          <p:cNvSpPr txBox="1"/>
          <p:nvPr/>
        </p:nvSpPr>
        <p:spPr>
          <a:xfrm>
            <a:off x="4645378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2598F3-8E28-5F24-D499-A23F5D2F1B44}"/>
              </a:ext>
            </a:extLst>
          </p:cNvPr>
          <p:cNvSpPr txBox="1"/>
          <p:nvPr/>
        </p:nvSpPr>
        <p:spPr>
          <a:xfrm>
            <a:off x="5147734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06AB4FB-32C1-19FB-693E-36D0F2DAC71A}"/>
              </a:ext>
            </a:extLst>
          </p:cNvPr>
          <p:cNvSpPr txBox="1"/>
          <p:nvPr/>
        </p:nvSpPr>
        <p:spPr>
          <a:xfrm>
            <a:off x="5650090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9A5A34F-452E-D7BF-A120-42D87B88B068}"/>
              </a:ext>
            </a:extLst>
          </p:cNvPr>
          <p:cNvSpPr txBox="1"/>
          <p:nvPr/>
        </p:nvSpPr>
        <p:spPr>
          <a:xfrm>
            <a:off x="6152446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2F3B939-A6D3-3E26-B832-C851AA60C14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62A9A3D-5711-8A0D-23F1-4389AB0ECE2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192AB7B-BE45-2C39-1225-9FFAF4B42FD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1A63ECD-CE18-460D-6894-9D5D5D71517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C5D726C-7E83-2C7F-1638-A4CE623F4A6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97274A-BB94-D21E-908D-26F334D681C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34CB4E3-7EDE-6829-1747-03C52A25D60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5A9B37B-A475-7373-C999-54BB5751B89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3196B1-61BE-AD99-D375-5B5BD0D71CD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5CBE26-DECE-E18D-A1BA-2A7336A1A99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C7C4BA-C4F0-A26C-2AAC-39B8BA7C420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898783-58C3-E6A5-0B04-A4E1321201D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3B0CDD-E516-915B-17C2-BDAD68D2776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D5A905-8DE9-A53D-62C0-A79B6B40AC3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FDFFD0-BFAF-F0C6-41D9-4D7E3BD5849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53B9A6B-04D5-5233-C527-2383F20005AC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78241ED-D32A-5C01-E0F7-8C2E181141A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BA83592-15EA-51B5-E521-58CA6083073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4A8C4F8-6F5B-FB24-59FA-6FE6D945529C}"/>
              </a:ext>
            </a:extLst>
          </p:cNvPr>
          <p:cNvSpPr txBox="1"/>
          <p:nvPr/>
        </p:nvSpPr>
        <p:spPr>
          <a:xfrm>
            <a:off x="3640666" y="25571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2A3575-E4E3-B55C-F3C7-1A865D277A2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C8C948-C01C-5368-C488-C09FD929B78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F6383D-8447-9E70-486F-A798CA9E375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1D8EC41-32F6-338E-E637-67C20973A67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2A3CF06-AE35-E2D9-677F-D0D38EAFA45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FD69B31-6228-D8D3-185C-C9C2A45DCA5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711DBC-8E46-8BBF-DAD4-5244FE2D577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79CB0D-C6AA-1E60-5F44-46CB55F9BE7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F23ED1-DA9C-0493-B4EF-8F02D1EE955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09BC17-4EA9-7EA1-4AE1-742D88DABE4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0B8C8D-04CC-B741-C805-3E95CDD6D2E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519C96-4AB1-65CB-E00A-BEE17D2CBB2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2F2BDFD-1DBB-5BE6-6AE9-E75266D5AEF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C0CA34-8C9E-2FD2-B1C9-0BE3C8AD9B2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A37055-13D2-D87D-8492-1823BBE4585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E120D63-DECF-DBA5-6642-AFA28808BA7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2EDFCE2-D84D-5D53-0E04-C5C249A1663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8617234-975D-8EEB-B457-4D5E97C4D4E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E529CE7-7118-1162-E0C6-EA816D6DE27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CF468B0-35AD-8BE6-57AF-ED1EEC241EA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1A48CD-345C-B33A-09F7-0CB02EAD92C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1DC1E4-4474-AC43-433C-EFC7AA445C3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12FEC6-1880-BCF7-FE96-7B7B2B6B3C6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D9B58CE-363D-2931-3AF2-0856934E3DC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DD5ADCF-1F74-BA6C-04DB-3D5CA48F20C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695D800-03B1-D87F-7C88-02EBA4D879B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5763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9C55A-CBDB-E947-FDCA-04EC532D4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A7B9AB-239D-F549-AE06-9A128F5DC5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(Note 246 triplet in Row 4.) (Note 35/53 in Row 5.)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88B57FB-7592-DD99-AC81-A7E7ECFC7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D61010F-555D-DF27-0136-158A0DAF4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230F043-D540-C7AE-036C-55D69AFE11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EE612E1-CB6F-E09F-3086-3AF31511F3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D9AB2A-DD46-9F45-1439-699679B87453}"/>
              </a:ext>
            </a:extLst>
          </p:cNvPr>
          <p:cNvSpPr txBox="1"/>
          <p:nvPr/>
        </p:nvSpPr>
        <p:spPr>
          <a:xfrm>
            <a:off x="4143022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CF9778-0F7F-1EB5-898D-5BF6F1243DC0}"/>
              </a:ext>
            </a:extLst>
          </p:cNvPr>
          <p:cNvSpPr txBox="1"/>
          <p:nvPr/>
        </p:nvSpPr>
        <p:spPr>
          <a:xfrm>
            <a:off x="4645378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F050E4-BB2D-65CB-5E5C-404569325D67}"/>
              </a:ext>
            </a:extLst>
          </p:cNvPr>
          <p:cNvSpPr txBox="1"/>
          <p:nvPr/>
        </p:nvSpPr>
        <p:spPr>
          <a:xfrm>
            <a:off x="5147734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5A4B13-8618-100A-E86C-E022B3F7E226}"/>
              </a:ext>
            </a:extLst>
          </p:cNvPr>
          <p:cNvSpPr txBox="1"/>
          <p:nvPr/>
        </p:nvSpPr>
        <p:spPr>
          <a:xfrm>
            <a:off x="5650090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11F33F-ACD9-08F0-3ADE-9AC962A5B53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05FF2D-5C0C-2DF4-C625-258F43BEDFAE}"/>
              </a:ext>
            </a:extLst>
          </p:cNvPr>
          <p:cNvSpPr txBox="1"/>
          <p:nvPr/>
        </p:nvSpPr>
        <p:spPr>
          <a:xfrm>
            <a:off x="5650090" y="15602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0A3D8B-C6D9-B063-211D-B70D48018591}"/>
              </a:ext>
            </a:extLst>
          </p:cNvPr>
          <p:cNvSpPr txBox="1"/>
          <p:nvPr/>
        </p:nvSpPr>
        <p:spPr>
          <a:xfrm>
            <a:off x="6152446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F54EB2-B811-4770-6C4A-2DC80DAE101E}"/>
              </a:ext>
            </a:extLst>
          </p:cNvPr>
          <p:cNvSpPr txBox="1"/>
          <p:nvPr/>
        </p:nvSpPr>
        <p:spPr>
          <a:xfrm>
            <a:off x="6654802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1E59DA-2D9C-4D9C-4563-48CB586ED5A6}"/>
              </a:ext>
            </a:extLst>
          </p:cNvPr>
          <p:cNvSpPr txBox="1"/>
          <p:nvPr/>
        </p:nvSpPr>
        <p:spPr>
          <a:xfrm>
            <a:off x="3640666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1D5ECD-BEF7-3407-0065-BA468797D24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7A84C5-B581-64E7-78DA-2E0F4B80D7DD}"/>
              </a:ext>
            </a:extLst>
          </p:cNvPr>
          <p:cNvSpPr txBox="1"/>
          <p:nvPr/>
        </p:nvSpPr>
        <p:spPr>
          <a:xfrm>
            <a:off x="7157158" y="17689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BABA44-84C4-D837-20E3-ED1B9E663BB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5EC904-BF06-1220-70C2-E692FB1C3F1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DBA35C-D45F-9400-AF34-12CC018DCDE4}"/>
              </a:ext>
            </a:extLst>
          </p:cNvPr>
          <p:cNvSpPr txBox="1"/>
          <p:nvPr/>
        </p:nvSpPr>
        <p:spPr>
          <a:xfrm>
            <a:off x="3138310" y="226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069316-DC57-1CA7-5A4E-4EC4DC7DAE2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DA75FC-0737-1C83-BF14-FDAC97C4B1B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070FEE-B79D-9E70-3CBC-84B6DA9F7A19}"/>
              </a:ext>
            </a:extLst>
          </p:cNvPr>
          <p:cNvSpPr txBox="1"/>
          <p:nvPr/>
        </p:nvSpPr>
        <p:spPr>
          <a:xfrm>
            <a:off x="6654802" y="327174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46A9471-920D-87C9-0E5A-4FC5A0147D49}"/>
              </a:ext>
            </a:extLst>
          </p:cNvPr>
          <p:cNvSpPr txBox="1"/>
          <p:nvPr/>
        </p:nvSpPr>
        <p:spPr>
          <a:xfrm>
            <a:off x="7157158" y="35640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A36B09-D01B-FA3F-602F-7B720ACB513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DB572E-FFBD-8502-A742-4C9B008D81AA}"/>
              </a:ext>
            </a:extLst>
          </p:cNvPr>
          <p:cNvSpPr txBox="1"/>
          <p:nvPr/>
        </p:nvSpPr>
        <p:spPr>
          <a:xfrm>
            <a:off x="3640666" y="377268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DA846B-9E21-0EED-4F8F-315528A0488F}"/>
              </a:ext>
            </a:extLst>
          </p:cNvPr>
          <p:cNvSpPr txBox="1"/>
          <p:nvPr/>
        </p:nvSpPr>
        <p:spPr>
          <a:xfrm>
            <a:off x="6654802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BB7D09-B098-1F1A-4AA2-04CF99CED7C4}"/>
              </a:ext>
            </a:extLst>
          </p:cNvPr>
          <p:cNvSpPr txBox="1"/>
          <p:nvPr/>
        </p:nvSpPr>
        <p:spPr>
          <a:xfrm>
            <a:off x="3138310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2FDBEB-7C96-7F05-1161-C35FB3D10538}"/>
              </a:ext>
            </a:extLst>
          </p:cNvPr>
          <p:cNvSpPr txBox="1"/>
          <p:nvPr/>
        </p:nvSpPr>
        <p:spPr>
          <a:xfrm>
            <a:off x="3640666" y="4565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4E45C9A-EA6A-9269-1527-F23341231326}"/>
              </a:ext>
            </a:extLst>
          </p:cNvPr>
          <p:cNvSpPr txBox="1"/>
          <p:nvPr/>
        </p:nvSpPr>
        <p:spPr>
          <a:xfrm>
            <a:off x="4645378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7C831C3-DA31-8203-9043-CC2BAB200C6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5BC13B1-A2B5-DD84-B7DE-02D071A2A23F}"/>
              </a:ext>
            </a:extLst>
          </p:cNvPr>
          <p:cNvSpPr txBox="1"/>
          <p:nvPr/>
        </p:nvSpPr>
        <p:spPr>
          <a:xfrm>
            <a:off x="4645378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5AF67F-13AA-61F8-9148-7DCE9545CCD8}"/>
              </a:ext>
            </a:extLst>
          </p:cNvPr>
          <p:cNvSpPr txBox="1"/>
          <p:nvPr/>
        </p:nvSpPr>
        <p:spPr>
          <a:xfrm>
            <a:off x="5147734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FE9F2A4-BBAE-3148-4454-A7D7275926AF}"/>
              </a:ext>
            </a:extLst>
          </p:cNvPr>
          <p:cNvSpPr txBox="1"/>
          <p:nvPr/>
        </p:nvSpPr>
        <p:spPr>
          <a:xfrm>
            <a:off x="5650090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6239A00-E0F7-1EA0-D057-A512399D51B2}"/>
              </a:ext>
            </a:extLst>
          </p:cNvPr>
          <p:cNvSpPr txBox="1"/>
          <p:nvPr/>
        </p:nvSpPr>
        <p:spPr>
          <a:xfrm>
            <a:off x="6152446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B9F12C2-FB10-57C5-DAD6-DDD5264B4D7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D3B5FA6-F111-DB6D-819E-B233464E153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84B8CF7-39EF-01C7-CD76-A5BD8CBC668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0DB083E-92F4-84A9-9B44-E550CB1492D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327B22A-37AB-44CF-2B17-05C94198A3C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8785BC9-6FE8-6A86-B936-4F388B903BD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E44E70B-5346-058F-04FD-C6397AF7AD0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2012048-EBAB-99F6-B16A-9C32FE7AF98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63D8F1-8743-9CD7-471E-1E542E0DFAA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E95223-AD0C-2327-6DDE-62068098DC2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456C96-3209-E044-C36D-28C4172B2CB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FB79F8-6C9C-0771-740A-BD10186A587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834C70-D7DF-549A-A669-60B2161D00A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9F12A5-D21F-3604-3F50-1994630CAE7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9E26FC9-D6F1-92A3-13BF-B343E161552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C2B4747-134B-E12D-46D7-C0C80E10B16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B4E20E2-B6C4-982E-0A06-FA448D2824C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4FE3F9E-2D36-F116-8568-6CE9F9BCBE26}"/>
              </a:ext>
            </a:extLst>
          </p:cNvPr>
          <p:cNvSpPr txBox="1"/>
          <p:nvPr/>
        </p:nvSpPr>
        <p:spPr>
          <a:xfrm>
            <a:off x="3640666" y="25571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C79C74-30E3-C774-3CA5-E86140E61E9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26E9E1-F7B8-0954-C268-72612D9F79B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CE6A5D-0DFE-364D-9857-6A4F51E596A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AF8F133-9A50-DAE3-C77A-EBD44A4A0F3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05116BD-5295-1E44-499F-7A4C5DE4CC0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CD19F18-8657-223C-DE2F-7B022710B0E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F34235-0EA3-EBC3-FBA2-0C7D2BF66F7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5B1624-9A31-5824-6C86-5AA734F93C2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7B8E043-7E0B-65F6-4ECD-D5D36A5953F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0C5ED-8BF5-80C9-4041-80958FA98F8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CE32BB-21D7-804A-74C3-CE4D3DB97FF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30131B0-CF78-FE03-70F9-823101D8C26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12194FE-E5B4-8F95-00B6-67E44B2A691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B53FCF-B412-3493-C4A2-ADD470F195F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1C14A34-D834-C4FB-C8BA-CCD5E7E021C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0E14E21-668B-5FF6-AE2D-818FC7374E9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4E0EC0E-12B7-CB31-FC1D-AD229180B5C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818032-2FCE-BD17-2EA7-69919D82E4E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E92BD52-1AC7-3799-531D-2457722A2A1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ACA2C3C-9AA9-ABC8-FC86-D690F85CC66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B2FE112-EE8B-8C79-DEF5-BA7666FE2C4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1871E54-5BF9-657F-0E20-FD756BD425E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EBA9C01-743A-37B4-66BB-10324DD187B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E997594-7A44-2396-DF79-832EBA14483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2159721-6279-8226-FB3E-2B0917258DF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BED41BB-2D29-2F9B-42B9-43C4ADDC368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E3A31BD-5649-6216-E690-E750A01A438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9051E84-2A30-7516-66D3-51833AE9205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F1272D2-8DAF-84E2-C026-C9594AB137F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D5B3DF6-6A56-6AC1-7794-2AE2A66AB1E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EDF3E36-8252-8488-7D8C-07AD91EC52D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F787EA-0967-8D87-57BF-948523B18D8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B4C124-DC5A-C222-9225-04F37BCDDB2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27949B-C496-B809-1A3C-E18123F14B4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70360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1E0D4-C305-CA61-394D-AA41EBFB6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522141-1CE7-DA11-2946-3F0D8A0409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(Note 42/24 pair in Column 5.)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BD4A681-2FC1-CA06-BAD6-5B8C7BF76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D9D07DE-670E-0381-7EDE-C5858C0D1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3D3724C-0C78-AE9A-A602-67E87C1D91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1458030-25E5-0B42-1C26-BAF0FE92AA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4F32D9-F702-9C1D-B112-03EAA0995AD5}"/>
              </a:ext>
            </a:extLst>
          </p:cNvPr>
          <p:cNvSpPr txBox="1"/>
          <p:nvPr/>
        </p:nvSpPr>
        <p:spPr>
          <a:xfrm>
            <a:off x="4143022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AED283-B2FF-61D7-DDBC-816944A1BE4A}"/>
              </a:ext>
            </a:extLst>
          </p:cNvPr>
          <p:cNvSpPr txBox="1"/>
          <p:nvPr/>
        </p:nvSpPr>
        <p:spPr>
          <a:xfrm>
            <a:off x="4645378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94320-D2C0-73C5-FA55-F4E86ED03D53}"/>
              </a:ext>
            </a:extLst>
          </p:cNvPr>
          <p:cNvSpPr txBox="1"/>
          <p:nvPr/>
        </p:nvSpPr>
        <p:spPr>
          <a:xfrm>
            <a:off x="5650090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5F6D61-ACD8-E95A-1854-A0B991868BF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B21655-036A-FA15-428D-DB392FAD2D35}"/>
              </a:ext>
            </a:extLst>
          </p:cNvPr>
          <p:cNvSpPr txBox="1"/>
          <p:nvPr/>
        </p:nvSpPr>
        <p:spPr>
          <a:xfrm>
            <a:off x="5650090" y="15602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33CC4E-85B0-0D26-71A6-262C21594333}"/>
              </a:ext>
            </a:extLst>
          </p:cNvPr>
          <p:cNvSpPr txBox="1"/>
          <p:nvPr/>
        </p:nvSpPr>
        <p:spPr>
          <a:xfrm>
            <a:off x="6152446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45E5EC-829A-D6F1-F091-ECA6B44C684A}"/>
              </a:ext>
            </a:extLst>
          </p:cNvPr>
          <p:cNvSpPr txBox="1"/>
          <p:nvPr/>
        </p:nvSpPr>
        <p:spPr>
          <a:xfrm>
            <a:off x="6654802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994801-A263-D038-5387-9A232714608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6EF423-221A-B9F1-2F04-CD0A1C9F00DC}"/>
              </a:ext>
            </a:extLst>
          </p:cNvPr>
          <p:cNvSpPr txBox="1"/>
          <p:nvPr/>
        </p:nvSpPr>
        <p:spPr>
          <a:xfrm>
            <a:off x="3138310" y="226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CC23E72-FF57-6081-1BC2-98E2A51B6D9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E3FF2D-D7E4-4D93-7E5A-9F39635D7A7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6C0130-1396-D7E8-7665-FAE89CC8776F}"/>
              </a:ext>
            </a:extLst>
          </p:cNvPr>
          <p:cNvSpPr txBox="1"/>
          <p:nvPr/>
        </p:nvSpPr>
        <p:spPr>
          <a:xfrm>
            <a:off x="6654802" y="327174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33D8F1-5334-94F3-579B-4CB4FBF37819}"/>
              </a:ext>
            </a:extLst>
          </p:cNvPr>
          <p:cNvSpPr txBox="1"/>
          <p:nvPr/>
        </p:nvSpPr>
        <p:spPr>
          <a:xfrm>
            <a:off x="7157158" y="35640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C3659AA-FA1D-A48A-DCA2-3CE95CFD177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40358B-DC56-7AE6-32E0-B07776436A12}"/>
              </a:ext>
            </a:extLst>
          </p:cNvPr>
          <p:cNvSpPr txBox="1"/>
          <p:nvPr/>
        </p:nvSpPr>
        <p:spPr>
          <a:xfrm>
            <a:off x="3640666" y="377268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2AC922C-9E0E-7392-D889-8DDE4A472433}"/>
              </a:ext>
            </a:extLst>
          </p:cNvPr>
          <p:cNvSpPr txBox="1"/>
          <p:nvPr/>
        </p:nvSpPr>
        <p:spPr>
          <a:xfrm>
            <a:off x="6654802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68862ED-9687-4A61-4C13-8649A925C56D}"/>
              </a:ext>
            </a:extLst>
          </p:cNvPr>
          <p:cNvSpPr txBox="1"/>
          <p:nvPr/>
        </p:nvSpPr>
        <p:spPr>
          <a:xfrm>
            <a:off x="3138310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DEDA200-674F-367B-9706-99BECB1C8420}"/>
              </a:ext>
            </a:extLst>
          </p:cNvPr>
          <p:cNvSpPr txBox="1"/>
          <p:nvPr/>
        </p:nvSpPr>
        <p:spPr>
          <a:xfrm>
            <a:off x="3640666" y="4565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531D760-36C9-DE84-0A1A-04E10C281CCC}"/>
              </a:ext>
            </a:extLst>
          </p:cNvPr>
          <p:cNvSpPr txBox="1"/>
          <p:nvPr/>
        </p:nvSpPr>
        <p:spPr>
          <a:xfrm>
            <a:off x="4645378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7A90F40-112E-C90C-C9B6-FB9D4670EA4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90D32C7-5692-5341-7DFD-B6EF17993CB4}"/>
              </a:ext>
            </a:extLst>
          </p:cNvPr>
          <p:cNvSpPr txBox="1"/>
          <p:nvPr/>
        </p:nvSpPr>
        <p:spPr>
          <a:xfrm>
            <a:off x="4645378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D4B21E8-7C39-54B2-57D7-88FC7E6CCC58}"/>
              </a:ext>
            </a:extLst>
          </p:cNvPr>
          <p:cNvSpPr txBox="1"/>
          <p:nvPr/>
        </p:nvSpPr>
        <p:spPr>
          <a:xfrm>
            <a:off x="5147734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9F925F8-D81A-F4D5-9D0E-8296B230EB62}"/>
              </a:ext>
            </a:extLst>
          </p:cNvPr>
          <p:cNvSpPr txBox="1"/>
          <p:nvPr/>
        </p:nvSpPr>
        <p:spPr>
          <a:xfrm>
            <a:off x="5650090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485B9B2-EC68-3892-8833-75F00116F29B}"/>
              </a:ext>
            </a:extLst>
          </p:cNvPr>
          <p:cNvSpPr txBox="1"/>
          <p:nvPr/>
        </p:nvSpPr>
        <p:spPr>
          <a:xfrm>
            <a:off x="6152446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A086118-4F38-52A1-939F-27E98791065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2238FA2-46E6-3AF7-2FD8-B84AB388D62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666CF8B-D562-651C-EE30-C86CD880E87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E06ABA0-FDD8-714B-DB46-263AC294AB3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7C79610-4604-45F7-7076-BDF87C0DDAA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659E5D0-215A-08ED-79D7-8AF45B29DF1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FA6531-6C4B-8F42-2370-FB4F2962A04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50F5F0-73D9-7DB2-2FD5-77458C33352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E304E0-C853-8020-54D7-10269B8316C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4CF5AA-4817-5B07-F15A-5773677D76D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BEC2AD-6B36-07B7-09CE-C42A405669F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B12AB0-B3FF-247E-23CD-580EB0B3D9D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9FD008E-E93B-0D38-B50E-69F93B6A5F9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BEF6CFB-53DE-B6DB-B4A8-3B1BE44F992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668D8F0-7695-C799-550F-2B26DF4C038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5D58343-3AD1-0258-B72F-18D6369929CA}"/>
              </a:ext>
            </a:extLst>
          </p:cNvPr>
          <p:cNvSpPr txBox="1"/>
          <p:nvPr/>
        </p:nvSpPr>
        <p:spPr>
          <a:xfrm>
            <a:off x="3640666" y="25571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A1F2FC-B6FC-B75A-2D2D-34E567EED0C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1432B1-CA66-D8C1-419B-0E13A73B49D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82C317-ADBD-23B9-C24B-AF945FAF88F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3CBD170-A923-FC15-1C0A-361F042EAE3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5E875BB-D227-3E84-564D-E5356AD1DF4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D161060-C448-97CA-2144-A74FD985241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5F0670A-3A12-7EB9-FC87-487FA3F46B4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19754C2-B9D4-B3EB-B16E-AE8BB63FEC2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9F62CA0-FE32-68A7-A6B9-43B46D81B4A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F8269-D1EB-7DB1-2714-0051CDA957C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B3BD11-2E26-F8EF-C5F3-21831D9B94C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6FF51E-7B9D-ED06-469B-2D83D9D5773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6C27816-0FDE-3024-6CD4-20860D71BA6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28C9B5-0804-865F-3955-FB89ED30CC9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CF8D2A-00FD-606E-3E93-0DAE94D134E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E94A1D8-B234-7438-605C-363D9F02DAE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40C40D3-52F1-96F7-BCEB-AB2D6A415DC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C4EAF5-DD7B-51C0-166B-21209CF01A1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016447-4171-E28A-6846-8FED7ECE276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2E01FE-99B1-F26A-1FA3-A249FA76DBE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8C83D8D-AAD3-AF5F-84C5-7A42AEFCCF7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6634329-FB1E-3EB1-C1BA-191BA4F8E25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8FE39CC-AC76-0D02-5393-508E4B3C635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BF971B4-9258-7FEC-68E0-2EDDD88C24F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1CDA695-7A05-3414-EE43-4A935650541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C6AA5B6-0DEC-FCC8-9262-844DE06AB6E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314FD0-6070-5807-CC30-9A331B32826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CC7909-E1A8-5FB7-C382-E443309CB3C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D2A4BF-E8D6-EAAD-A653-DFAB1FC3D50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410CFA-2848-2358-DB02-170FC7FCF48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F7516B-9B60-93DA-C30C-892607A9097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383AEA-A8DD-22F0-50A0-DA9760D17E1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8CFBD0-ACA4-DDCC-B255-69161A4C1E1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90CC16-B4B6-A6D0-212C-0A8EB2DB6B8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1395378-CB42-9171-2BB2-1AD332FA1BE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A047C56-7744-B3CC-4257-DE934D4C113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4C06DDC-E1B1-8E8C-5447-1819AF9AA8D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891E703-9D7E-E528-0298-38CA632B87E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4F8F61-C144-9C94-E9D3-612EF9B7768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83AA6D-255E-4DAC-2840-6636B24897E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98E911-0AE7-FA50-E9E6-8CE62DAEE8B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84037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74C36-7A64-FB83-7A7F-4BA6F339E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D7F3ED-ACBB-6177-C2EB-BA954C1037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BDD29CE-17E3-BF6D-12AB-C069F4638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52B2DDF-3685-0262-C185-686DFA901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D4B7702-8C72-3973-49A3-D31258BBE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C710A36-BC9F-4BAA-8F6D-28F577D9BB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7AD17F-5706-8A26-C188-5F53DD50126A}"/>
              </a:ext>
            </a:extLst>
          </p:cNvPr>
          <p:cNvSpPr txBox="1"/>
          <p:nvPr/>
        </p:nvSpPr>
        <p:spPr>
          <a:xfrm>
            <a:off x="4645378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2D020F-4277-DA35-14CB-D60ABC7928CC}"/>
              </a:ext>
            </a:extLst>
          </p:cNvPr>
          <p:cNvSpPr txBox="1"/>
          <p:nvPr/>
        </p:nvSpPr>
        <p:spPr>
          <a:xfrm>
            <a:off x="5650090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5FA8C6-54F4-8C88-CFB3-9CD6170A071F}"/>
              </a:ext>
            </a:extLst>
          </p:cNvPr>
          <p:cNvSpPr txBox="1"/>
          <p:nvPr/>
        </p:nvSpPr>
        <p:spPr>
          <a:xfrm>
            <a:off x="5650090" y="156027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A0A9E3-4B24-F203-2EA8-EC72B12ECF3F}"/>
              </a:ext>
            </a:extLst>
          </p:cNvPr>
          <p:cNvSpPr txBox="1"/>
          <p:nvPr/>
        </p:nvSpPr>
        <p:spPr>
          <a:xfrm>
            <a:off x="6654802" y="12679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B27601-9CF6-5EBA-0AC8-2100692AA03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80D347-E4D7-7334-9003-1831FCF0B1D9}"/>
              </a:ext>
            </a:extLst>
          </p:cNvPr>
          <p:cNvSpPr txBox="1"/>
          <p:nvPr/>
        </p:nvSpPr>
        <p:spPr>
          <a:xfrm>
            <a:off x="3138310" y="226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A33AE36-D0C7-87EE-8E5D-93DD2007851C}"/>
              </a:ext>
            </a:extLst>
          </p:cNvPr>
          <p:cNvSpPr txBox="1"/>
          <p:nvPr/>
        </p:nvSpPr>
        <p:spPr>
          <a:xfrm>
            <a:off x="6654802" y="327174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60878CD-08C8-E360-9799-42080EE7E72A}"/>
              </a:ext>
            </a:extLst>
          </p:cNvPr>
          <p:cNvSpPr txBox="1"/>
          <p:nvPr/>
        </p:nvSpPr>
        <p:spPr>
          <a:xfrm>
            <a:off x="7157158" y="35640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9BA630-7563-3EDA-050A-249161E8266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66A88A-46A1-6975-C3C6-839ADFE815E3}"/>
              </a:ext>
            </a:extLst>
          </p:cNvPr>
          <p:cNvSpPr txBox="1"/>
          <p:nvPr/>
        </p:nvSpPr>
        <p:spPr>
          <a:xfrm>
            <a:off x="3640666" y="377268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28D1873-B86B-E3E7-895D-53D4F069DACF}"/>
              </a:ext>
            </a:extLst>
          </p:cNvPr>
          <p:cNvSpPr txBox="1"/>
          <p:nvPr/>
        </p:nvSpPr>
        <p:spPr>
          <a:xfrm>
            <a:off x="6654802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6F7A14A-58F1-00C1-33C0-F6739C75B40C}"/>
              </a:ext>
            </a:extLst>
          </p:cNvPr>
          <p:cNvSpPr txBox="1"/>
          <p:nvPr/>
        </p:nvSpPr>
        <p:spPr>
          <a:xfrm>
            <a:off x="3138310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1AA4534-08F4-2136-F66C-ACA969F30F37}"/>
              </a:ext>
            </a:extLst>
          </p:cNvPr>
          <p:cNvSpPr txBox="1"/>
          <p:nvPr/>
        </p:nvSpPr>
        <p:spPr>
          <a:xfrm>
            <a:off x="3640666" y="4565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6B2BD8-7EC5-0009-C3A1-93A755CC5B09}"/>
              </a:ext>
            </a:extLst>
          </p:cNvPr>
          <p:cNvSpPr txBox="1"/>
          <p:nvPr/>
        </p:nvSpPr>
        <p:spPr>
          <a:xfrm>
            <a:off x="4645378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FA6FC3-08F8-F95D-AC0A-AECCC0D0D8C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C1F666F-9DF4-94CF-CD4D-77249D9E9B11}"/>
              </a:ext>
            </a:extLst>
          </p:cNvPr>
          <p:cNvSpPr txBox="1"/>
          <p:nvPr/>
        </p:nvSpPr>
        <p:spPr>
          <a:xfrm>
            <a:off x="4645378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FD32B71-1D55-7927-5DDA-17891A88CC1A}"/>
              </a:ext>
            </a:extLst>
          </p:cNvPr>
          <p:cNvSpPr txBox="1"/>
          <p:nvPr/>
        </p:nvSpPr>
        <p:spPr>
          <a:xfrm>
            <a:off x="5147734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B0A00D8-B7E7-3720-9FB3-5BBF1EE83BE4}"/>
              </a:ext>
            </a:extLst>
          </p:cNvPr>
          <p:cNvSpPr txBox="1"/>
          <p:nvPr/>
        </p:nvSpPr>
        <p:spPr>
          <a:xfrm>
            <a:off x="5650090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CD175F2-2106-E036-9A92-A9F90D6498A9}"/>
              </a:ext>
            </a:extLst>
          </p:cNvPr>
          <p:cNvSpPr txBox="1"/>
          <p:nvPr/>
        </p:nvSpPr>
        <p:spPr>
          <a:xfrm>
            <a:off x="6152446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342E3A7-4EAC-A953-D262-F29F2D265F0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1296198-2F29-8EA7-8F47-317D4DF2E3E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36360CE-41B3-5B6A-59FB-54934D05610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3940504-0F26-81D4-2E13-8D0D124D12C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C35BC67-72ED-C568-52A2-DB4A0724479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83C253A-E8D2-67CD-2E34-24146AB68B6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7AB8D9-59AC-76A8-D67D-C5859F3F02B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31AA26-0B18-9F2C-0801-BBE5337166A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AB0147-895B-6CD5-217F-8DEA1135F25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995128-C235-0542-6C12-BA6866B897D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39A072-AA77-7656-55F7-11130ECFF3D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B8DBD9-CFB6-ECF4-8350-F5EE88C5B55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3A32847-9D39-33E4-3F0A-B341DB8225D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5D8F84-33FD-9D37-4AF0-F28DA44C1C3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6AAAAC6-0DC1-EE07-D000-7EF93023A7C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0C9DAD4-28B3-48F8-C419-7BC184E13EA7}"/>
              </a:ext>
            </a:extLst>
          </p:cNvPr>
          <p:cNvSpPr txBox="1"/>
          <p:nvPr/>
        </p:nvSpPr>
        <p:spPr>
          <a:xfrm>
            <a:off x="3640666" y="25571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C805B6-B905-3747-217A-1C714AD36D6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32298C-7A45-F4AB-FA35-DDEC0C3C2A6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A1B200-8112-8D37-415B-ADB6E39B1DB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3DF0524-B923-D2CD-0D57-1A710E1A77D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E970C0A-1F47-E3CF-E980-A21A592B931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B52AF05-27A4-17B0-4DF3-CE4FAE82989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BD821C-04E6-429E-9A78-27D70E90F5D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A56E7D-7170-D276-7927-F9110DE4A40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52FC5DA-BD81-086A-97ED-981C382C222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ADAC23-6E38-2963-5928-88618D6353E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2517B1-031A-A2DA-B272-B45786E59C8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5EF7E8-6ECB-15CC-98F1-C8A877E4C6D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02EE946-7445-1A30-9361-79E9DD7385E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3D1046-A117-3741-430B-D113A33A10B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E3B20CB-8C52-66C2-FCB0-D39FFC3940D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88206E4-5A27-00E5-6BE4-C1122017056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2E90099-3BE6-A45B-D56B-434EC5106D4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EE77AB-6FFD-52F1-BFDA-4FCA8B176B2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835D1EE-DB05-2CFA-BCFF-96ED8FF36BE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85F3955-658D-DA5C-9A3F-5711FF7EFB6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EB8024A-1FD8-EB34-096B-97F6CA26574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8C379AB-FE54-D516-7D7F-90A1D0FA471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0AEBAC3-AAB4-E0B1-7FFE-2378CBEB487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61B58B5-F337-9155-EB89-0178921F521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DC8B093-560E-985F-FF9F-F34FB0506A1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DF155C5-17C6-6821-4C1B-4DD9082DC9A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F2A7E7-1B80-7268-8217-CF6A35B8599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C939FD-C293-EF87-5B2A-D7EA4325269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932D0B-84B3-2E14-C490-BB22E539C76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300D95-E55D-B472-CA02-8EAE683C499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6C1B417-9622-31E5-BBCB-A53737AFA57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DA1717-13C3-9D11-8697-1AE76005465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8165FB4-A6CB-22E6-E5A4-C4DB4E9B629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FBAB09-BE31-034D-491B-6C6F8C65D2E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D4379B-0BF9-2A54-3D2E-F22E7F5A5CE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A7E9E0-BA9B-E554-7483-F783B9AB14C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98FC6F-518A-3B5D-8CDB-62D98764057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C8F542-6073-6CB0-E377-A2E648095F4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159981-AD8F-45CC-F44B-B272FB9433A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EC49447-6B7D-0F75-47D7-78D02CD3A84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E3056A-88DB-332B-6B72-041862D2733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BBFEBE-2381-7C28-09CF-F571123A325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4BF538-4A8C-E40C-F40B-22AD2B0382F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894CA1-77BD-455D-4584-306A647DE60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181262-68BA-850F-5062-1B95A2A11ED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3AC8DD8-615D-A1B9-297F-6CC24D69907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1172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98CA0-3345-3FD7-5B96-852CFD0E2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4CA273-FA6D-C056-2E0D-9ABABB3478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DCADF66-F5B2-96BD-2849-D1E641D01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B37F15B-72D4-0574-3A4A-882B7EAE3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07C1119-E597-783A-E1D4-824A3C099F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769D33E-F2EF-4FF5-2596-C537C052AB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53C2E6-07E2-EB15-860B-F417D3D5617F}"/>
              </a:ext>
            </a:extLst>
          </p:cNvPr>
          <p:cNvSpPr txBox="1"/>
          <p:nvPr/>
        </p:nvSpPr>
        <p:spPr>
          <a:xfrm>
            <a:off x="4645378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6E2094-1456-AD17-1A0D-11868735C5E1}"/>
              </a:ext>
            </a:extLst>
          </p:cNvPr>
          <p:cNvSpPr txBox="1"/>
          <p:nvPr/>
        </p:nvSpPr>
        <p:spPr>
          <a:xfrm>
            <a:off x="5650090" y="76702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8A0976-0CE3-BAE1-6BA1-4B240CCF9165}"/>
              </a:ext>
            </a:extLst>
          </p:cNvPr>
          <p:cNvSpPr txBox="1"/>
          <p:nvPr/>
        </p:nvSpPr>
        <p:spPr>
          <a:xfrm>
            <a:off x="5650090" y="1560272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E28758-96FC-2A5D-C56E-3D1AA932126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EE78FB-55CD-DFA1-741E-B7BC61537E40}"/>
              </a:ext>
            </a:extLst>
          </p:cNvPr>
          <p:cNvSpPr txBox="1"/>
          <p:nvPr/>
        </p:nvSpPr>
        <p:spPr>
          <a:xfrm>
            <a:off x="3138310" y="226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6E995A-5603-3083-441E-34BF47772558}"/>
              </a:ext>
            </a:extLst>
          </p:cNvPr>
          <p:cNvSpPr txBox="1"/>
          <p:nvPr/>
        </p:nvSpPr>
        <p:spPr>
          <a:xfrm>
            <a:off x="7157158" y="35640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7C92B7-4436-8609-572E-1B75D3889FB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A43AA5-C1A6-8BFA-FB57-103621C24FD8}"/>
              </a:ext>
            </a:extLst>
          </p:cNvPr>
          <p:cNvSpPr txBox="1"/>
          <p:nvPr/>
        </p:nvSpPr>
        <p:spPr>
          <a:xfrm>
            <a:off x="3640666" y="377268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7A224A-7D69-3049-4986-3D5015CE0C63}"/>
              </a:ext>
            </a:extLst>
          </p:cNvPr>
          <p:cNvSpPr txBox="1"/>
          <p:nvPr/>
        </p:nvSpPr>
        <p:spPr>
          <a:xfrm>
            <a:off x="6654802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31C09B-5DBD-9AB0-CB43-C36B066B645E}"/>
              </a:ext>
            </a:extLst>
          </p:cNvPr>
          <p:cNvSpPr txBox="1"/>
          <p:nvPr/>
        </p:nvSpPr>
        <p:spPr>
          <a:xfrm>
            <a:off x="3138310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24EE03-523B-9F9F-1AFF-ECC949503268}"/>
              </a:ext>
            </a:extLst>
          </p:cNvPr>
          <p:cNvSpPr txBox="1"/>
          <p:nvPr/>
        </p:nvSpPr>
        <p:spPr>
          <a:xfrm>
            <a:off x="3640666" y="4565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822F184-C3F2-1AE3-DFC3-3A8391CCC7ED}"/>
              </a:ext>
            </a:extLst>
          </p:cNvPr>
          <p:cNvSpPr txBox="1"/>
          <p:nvPr/>
        </p:nvSpPr>
        <p:spPr>
          <a:xfrm>
            <a:off x="4645378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4BC44B3-76DF-6BDB-A8BF-75EFC683388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E7A7A2A-B1A5-57B0-779D-6BC4377236A0}"/>
              </a:ext>
            </a:extLst>
          </p:cNvPr>
          <p:cNvSpPr txBox="1"/>
          <p:nvPr/>
        </p:nvSpPr>
        <p:spPr>
          <a:xfrm>
            <a:off x="4645378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C385737-BA03-5CDC-7235-13799B790583}"/>
              </a:ext>
            </a:extLst>
          </p:cNvPr>
          <p:cNvSpPr txBox="1"/>
          <p:nvPr/>
        </p:nvSpPr>
        <p:spPr>
          <a:xfrm>
            <a:off x="5147734" y="506687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8C40D2E-6802-9CB0-72BD-BC87CAE8D264}"/>
              </a:ext>
            </a:extLst>
          </p:cNvPr>
          <p:cNvSpPr txBox="1"/>
          <p:nvPr/>
        </p:nvSpPr>
        <p:spPr>
          <a:xfrm>
            <a:off x="5650090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D769DBC-CA1E-AF41-EE71-795D180B62AE}"/>
              </a:ext>
            </a:extLst>
          </p:cNvPr>
          <p:cNvSpPr txBox="1"/>
          <p:nvPr/>
        </p:nvSpPr>
        <p:spPr>
          <a:xfrm>
            <a:off x="6152446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5024C6-39FD-6C14-E548-054DE2CC71F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73086ED-1D82-90BF-3340-102800B8EA7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792FCAE-0568-D0AF-372C-9DDA0AED6E9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0041670-398E-28EA-CA82-0889ADE53ED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616855E-CE32-6979-2F4A-D81A9FE260E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6AA63F8-B6EA-77FB-3887-8BF0775E9AA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8A14B4-DDB7-86E1-A4B0-1D1C6B1857C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3BA86B-987E-6AC1-215E-46EBFA9AA5E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F1CF5C-ECA8-4FC1-D29F-D50ABAE3FC2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B81CF9-5B9E-8F9E-A2A0-63500E0DE48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D1A33E-E9BD-B399-FBDA-73D8929B46C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3CFE39-9F4C-14AC-0097-F0FDEE6AED1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0E8B1BD-1C95-AA0F-216C-069F6FCE2E3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B4E9881-F9A7-D657-B743-6A38AAC0DEF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C45E296-6080-27EB-1BDA-ECC6023D945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2385C22-9538-29CB-03D5-E720F34E71CA}"/>
              </a:ext>
            </a:extLst>
          </p:cNvPr>
          <p:cNvSpPr txBox="1"/>
          <p:nvPr/>
        </p:nvSpPr>
        <p:spPr>
          <a:xfrm>
            <a:off x="3640666" y="25571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17EA0A-D4D6-B6D5-CB74-44FF3A9388C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03C80B-DC25-3AC5-1AEA-44B32FB3A44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0B5E43-1958-CCEF-A1D2-C814A8D6EAE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9920B49-2A96-6D82-C745-F670CD8A0A1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B009296-097E-1CE6-911D-C40A5617F2C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4B716B6-309D-A58A-3117-F4802D863BF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FB518B-AB90-9EB0-FA04-32690982AE7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D5FD62-8226-7299-06A2-71158B6F54B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D88FFDF-7AE9-2528-501D-5CA72032EF9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6B8FD-603B-6091-FD8B-4EEDA3D40AB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EDC178-CA39-F7C6-F72D-1A2D3A3F6E2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DA0B631-FF05-B99F-1351-AF357639A98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E86C790-A810-075B-2EA6-F637E97D688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8C8D69-37E2-4FD2-77D3-516CA5E0768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DDF41F5-F960-1CD1-3EC3-712C9275C51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FD573A5-C3E7-94E6-1943-D2A501AE245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FE6EA44-86D5-50CF-A72A-1FF0D9D74A0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A90BC73-1D5B-3348-0624-38F79649ACA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F063F5-40DE-50A0-392B-5900E872A12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B2349B9-45E7-001B-C0BA-EF070C31FF6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D64050E-7123-5C39-6A7E-128648A5401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2757443-30AA-0B7F-38A5-6AC2C026B93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01F0FBB-FF18-825E-EA37-C309E0CF07B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B3AFC9F-31CA-1430-E2CD-CF3492FBCC7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69CE00D-9E7F-08D8-3817-D316E901EF0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0D2D08E-8D4C-02D9-A81A-C089CC591E9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7FCE25-10F9-658A-72A6-86045D3265C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16DE45-465A-ED48-8D63-F75FC6BFDBF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8C8F4F-8E5E-F732-86E6-320B6131B54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15B6E1-CB85-00F9-D25A-E46C9E305CF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EBE2937-CC83-44F2-03E0-A22453F08F3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AC100D-12A3-21F0-1468-DA5E9F462DE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688CFD-BE4A-4095-78A9-165CB5E0448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CB3698-64F7-A8D5-9D94-CB02C7FB181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C7DC91-0497-8704-A4A1-CF432A80FA1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1EBDA9-B198-F645-D9F0-2D337EBBB72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1ED046-295E-E6CF-4691-50783EC8594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D9E52E-27DE-4780-29A4-10B4141B31E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7C689D8-8E71-CF4D-144C-FE98693E753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F581F5-3C4A-823F-E659-EBFF2C4CB2F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4C515D-5EA0-3A4D-BCF5-D5ADFA4BB07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9FFCEBC-FE72-587D-2D0C-85C263D86FA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DEF1DC-FFAB-AC32-7AD9-CAE9D0FC16D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EF0B6E6-6694-EAF7-F8BD-0A800BA763D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B8C6A3D-6C4D-C5ED-B8D3-9A673F6325F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D0CAC0-F55E-F1A3-B814-7D09FBEA0DC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3FBB9E-7857-BD3B-2985-82A578E06CA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8280D2-768F-41CD-9267-39B81607215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68801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D68A8-1F9B-1A2B-9F24-E29B3CC1E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9CF033-40BF-907E-03DA-62C7782901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(Note 42/24 pair in Column 6.)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3043FCF-1F02-70F4-B741-BFDCCE869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25BF440-E9F5-17AF-914B-AD8B82073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905C126-D42B-E397-5868-5E8008C586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1997678-06B4-4E2F-C237-F2A2AB0BD4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C9E9162-849D-7025-00B5-20C44515835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42C077-746F-BB42-143D-D6A18AEDF85D}"/>
              </a:ext>
            </a:extLst>
          </p:cNvPr>
          <p:cNvSpPr txBox="1"/>
          <p:nvPr/>
        </p:nvSpPr>
        <p:spPr>
          <a:xfrm>
            <a:off x="3138310" y="226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EBA35E-5276-9411-402B-6C324B341E2A}"/>
              </a:ext>
            </a:extLst>
          </p:cNvPr>
          <p:cNvSpPr txBox="1"/>
          <p:nvPr/>
        </p:nvSpPr>
        <p:spPr>
          <a:xfrm>
            <a:off x="7157158" y="35640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D0C617-7871-3E59-7EFF-211FB9FDBAF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934D10-FAE0-76B9-FF1E-754000D468A7}"/>
              </a:ext>
            </a:extLst>
          </p:cNvPr>
          <p:cNvSpPr txBox="1"/>
          <p:nvPr/>
        </p:nvSpPr>
        <p:spPr>
          <a:xfrm>
            <a:off x="3640666" y="377268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B21F690-8F34-DCC9-3E8B-E2BF2F03BEA9}"/>
              </a:ext>
            </a:extLst>
          </p:cNvPr>
          <p:cNvSpPr txBox="1"/>
          <p:nvPr/>
        </p:nvSpPr>
        <p:spPr>
          <a:xfrm>
            <a:off x="3138310" y="406499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49CABF-B576-A7F1-1A5B-8BEC3B7A4835}"/>
              </a:ext>
            </a:extLst>
          </p:cNvPr>
          <p:cNvSpPr txBox="1"/>
          <p:nvPr/>
        </p:nvSpPr>
        <p:spPr>
          <a:xfrm>
            <a:off x="3640666" y="4565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012217-E52F-1902-5FE0-90883776C1F4}"/>
              </a:ext>
            </a:extLst>
          </p:cNvPr>
          <p:cNvSpPr txBox="1"/>
          <p:nvPr/>
        </p:nvSpPr>
        <p:spPr>
          <a:xfrm>
            <a:off x="4645378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6511CB5-A0B9-CA9F-91E6-94DCEE9AD89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9CF1484-4716-F55B-56B3-B74F6D519451}"/>
              </a:ext>
            </a:extLst>
          </p:cNvPr>
          <p:cNvSpPr txBox="1"/>
          <p:nvPr/>
        </p:nvSpPr>
        <p:spPr>
          <a:xfrm>
            <a:off x="4645378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662D812-C3CA-F89B-6D1A-305679391368}"/>
              </a:ext>
            </a:extLst>
          </p:cNvPr>
          <p:cNvSpPr txBox="1"/>
          <p:nvPr/>
        </p:nvSpPr>
        <p:spPr>
          <a:xfrm>
            <a:off x="5650090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BBCA383-BA9A-FC64-296D-F0DCCEDC036F}"/>
              </a:ext>
            </a:extLst>
          </p:cNvPr>
          <p:cNvSpPr txBox="1"/>
          <p:nvPr/>
        </p:nvSpPr>
        <p:spPr>
          <a:xfrm>
            <a:off x="6152446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5628114-984B-5226-F5A2-A524F10EB35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E0FCF9-A71E-B358-E949-9E986D64E3A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B636CF2-9331-BE74-D909-D0A0E9AFCAA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0740BAB-A590-9891-7D72-4E5A9B46BE2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3AC5350-ABA6-1944-1DF6-AC62001F119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1B945E3-54A5-8C5C-EBB9-4E07E2C3C18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D912DF-8385-3C66-F99A-D3D3DAD41BF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8F041C-74FF-5EE5-1C79-67A4A9A6C0D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01CCB5-2758-7A0E-5689-BAABEDF0B17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A2B42D-ADA3-09AB-C231-85B8B686FB4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630987-79F5-FEDB-4BB4-BA26E958081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EAEFF7-7062-2E04-4B15-A13AC0DBFF5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E4CB1AA-0948-A49F-1626-EF05AC0BBE9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E72C7E3-3E24-7613-005F-413BA609BCC7}"/>
              </a:ext>
            </a:extLst>
          </p:cNvPr>
          <p:cNvSpPr txBox="1"/>
          <p:nvPr/>
        </p:nvSpPr>
        <p:spPr>
          <a:xfrm>
            <a:off x="3640666" y="25571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A9993D-B88E-0ECA-A707-6D8798D48F9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FF4F16-0A12-F109-0C61-1F7A61E2498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D08863-62C8-018F-8581-0875DA30F5A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F153E56-C791-6CF7-EE22-D93911A2697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94AB41C-4C6E-09D0-8EBD-4048A331D77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376C280-CD44-C530-56DE-04F8001BD7C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4C6779-2817-9A2F-CC0D-4A4D2E5DBCF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B539B6-0CE1-12AE-AA84-44F01E25B0C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E406163-7DA4-ABC5-5349-02895F2B49F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485A75-200A-B634-0EC8-677A149CB65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7A4105-CEB1-32B0-D206-6DB07F893B6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DEBDEC-CBB4-7ED4-C52C-1BCDFB2094A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AC223EE-E726-96D4-58A6-28698EFA2C6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CC064F8-8A30-C635-62FB-F854F1E3409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40C6C2-315C-6B9F-F657-868D2FCEDEF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E6C4DE-4FBE-68DC-6987-95C55FC0442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B836FC6-D2F9-EE14-AB98-8A09F4B58E3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43E6FDB-AA80-4E83-9F25-559937592E7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9532C11-6B2B-BF6C-0AC6-F442515B65B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6C079D8-CC1B-1618-6A83-4DAA6481982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EB9AD4A-ADDF-6E69-9A87-873F6D64B87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D7EB8E1-2EF9-EA19-C86F-D42003E066B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93D863E-F51F-6B8B-A19D-B2446F438EA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C806F5A-A168-3DF6-AEE1-7D5425BA3F4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69851B6-28EC-0E26-B57C-73D9C080C33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1F3DF88-FEE6-F422-EA7D-B8C38F46002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E7C921-A88F-17DA-6894-110664E29B8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FE92E8-3A72-F136-9FB0-8ACB2BD22E8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0EBC8F-16D0-9A30-B434-52C97BA644E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87A9AB-4232-A140-7A1E-42EBCD26B03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4809F65-66E3-3AB5-871A-A3DE3BE66AF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6A015E-5007-F337-A414-969B401D186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094572-80BB-8884-7FA1-3822C5DBBC5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FC70C2-31B1-CACE-262E-B8AA1B5BD20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7926AE-194B-0264-E0F3-044EF458DD5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C7966C-C532-CC58-DF6C-D13552C4182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1107EB-9B8E-0D0B-DEBB-B406F076B6D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37A90F-2BB1-6074-5F51-B1C33180236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EAD0BE-9F02-1C9A-0812-E8BBC8B0BA3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BF88B0D-8C5B-7D4B-1BDC-3B9E198DBBE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8E6364-611A-9931-E3CE-62C426D1338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5CD6F3D-B026-F9CB-ADE2-29DD2D3351F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2DA8272-7501-43CF-87A4-E225C156136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46BBA6-50F7-E1BB-F3AE-D9F0427D385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C91D37-5747-9AF7-4850-55CF194507E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8EE9A4-E088-A36D-F5B2-B23F36D0235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B914FE-3578-85DA-2B0D-2068D61A11C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7B80FC-154A-6A0B-1391-9F2D60C8BD2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217DDB6-2916-8CD3-F241-A89B610F196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FBA7F65-1B70-D3A0-5FA0-6EC3EC38E26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CF5D75-41CE-74DA-6E5E-A54B2D97F2C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A9C34B-A6C5-988D-D176-ADAB67CD2AE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0C3223-39B1-1EDE-FA4E-6709E3C9DD8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64F978-7E84-C646-343C-5D2A651F054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A45084-33CE-BD70-C96B-FA02965D6C5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30461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4AE0C-AF61-3EC7-C771-479CE0F12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676E22-FFFB-06A1-D856-061CDB37F6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3935F5A-A794-18AF-1ADF-712C1F435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60DF022-771B-8B50-E606-85756B33E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0E4FC9F-C05E-CD44-5D69-BD291D4714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07CE721-6523-82CB-BC18-E1F25681B4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683FEAF-F9FB-839F-3F0E-7F67A47259A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266536-2ABC-115B-CB73-A82CF0185B90}"/>
              </a:ext>
            </a:extLst>
          </p:cNvPr>
          <p:cNvSpPr txBox="1"/>
          <p:nvPr/>
        </p:nvSpPr>
        <p:spPr>
          <a:xfrm>
            <a:off x="3138310" y="226985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AF6A84-96B2-35A8-A2CB-3F52D7A17DFC}"/>
              </a:ext>
            </a:extLst>
          </p:cNvPr>
          <p:cNvSpPr txBox="1"/>
          <p:nvPr/>
        </p:nvSpPr>
        <p:spPr>
          <a:xfrm>
            <a:off x="7157158" y="35640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07EF65-4A56-98F6-FABA-5097F33AA3E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D8AFF73-A850-2353-7ABE-A40905C04D2C}"/>
              </a:ext>
            </a:extLst>
          </p:cNvPr>
          <p:cNvSpPr txBox="1"/>
          <p:nvPr/>
        </p:nvSpPr>
        <p:spPr>
          <a:xfrm>
            <a:off x="3640666" y="377268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42965C6-210B-DD24-F62A-4883836E1D50}"/>
              </a:ext>
            </a:extLst>
          </p:cNvPr>
          <p:cNvSpPr txBox="1"/>
          <p:nvPr/>
        </p:nvSpPr>
        <p:spPr>
          <a:xfrm>
            <a:off x="3640666" y="4565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35F3C12-DBB0-8D18-B527-B088294BCCB5}"/>
              </a:ext>
            </a:extLst>
          </p:cNvPr>
          <p:cNvSpPr txBox="1"/>
          <p:nvPr/>
        </p:nvSpPr>
        <p:spPr>
          <a:xfrm>
            <a:off x="4645378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7427E3E-6E37-859C-5430-3EEDDC83CD7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A46D332-5CF0-5F8A-D0C5-DE70023F1BEE}"/>
              </a:ext>
            </a:extLst>
          </p:cNvPr>
          <p:cNvSpPr txBox="1"/>
          <p:nvPr/>
        </p:nvSpPr>
        <p:spPr>
          <a:xfrm>
            <a:off x="4645378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2758DA4-FA33-2AE5-FAC8-AAB4F91878C4}"/>
              </a:ext>
            </a:extLst>
          </p:cNvPr>
          <p:cNvSpPr txBox="1"/>
          <p:nvPr/>
        </p:nvSpPr>
        <p:spPr>
          <a:xfrm>
            <a:off x="6152446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987DFDC-2F23-911A-6F47-C243EA27F40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C599027-42E8-0FBE-E0DC-80D2D34F8E6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15C9612-B2E4-ABFC-0A2D-28BE3BA279E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5C09C28-1E54-83FF-F609-B3AA5C98BC8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3CA0647-7842-1829-B4D9-D3686F76006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EBF6329-15A0-5DA4-667C-08C6EE59501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2BC270-C02B-EA10-1AD5-4F3B42FF514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3F82E8-DE90-D2F7-FCD9-C5C113ED1DA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6F457E-802B-34FC-76BD-976F6ECF986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CF28FC-7D1E-7376-56DB-1741EE3AB4C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B2179D-9CC3-12D3-8AA0-25AD0DDF768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42BCC3-62B0-B56B-58DA-4B86E9B1B08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62ACB0A-6540-AE70-0181-568579A6D45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528C292-9C92-0785-4E71-F12CF7EE2E64}"/>
              </a:ext>
            </a:extLst>
          </p:cNvPr>
          <p:cNvSpPr txBox="1"/>
          <p:nvPr/>
        </p:nvSpPr>
        <p:spPr>
          <a:xfrm>
            <a:off x="3640666" y="25571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1A8C60-460F-5762-FC46-AA892773ECD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A049D8-757A-7D5C-CA1D-3F4615602A8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5276E7-CD8F-3405-3430-59AFF380501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F886F3B-DAC9-75FC-4317-55045567FC5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34FDA5B-98AF-70EA-6C59-2F3B360C16A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5FA45ED-53FE-0DE9-A088-2106885388A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6E6AB5-C1A5-734E-C4DD-2D3F6315D83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7AC6292-4862-2C24-0A6A-126CE47D058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30E7008-E15C-5E01-249D-4B7693B6A01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16F035-2822-5A49-306A-D9449F4D2DB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B47C5A-8F91-9BA4-CA19-9550A3F5C95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790866-4490-0FDA-C8E7-C30FF2AA218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0C31B55-A92D-8724-26EB-80C90D4E113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CE0013-0411-332A-870D-6256DC8E741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A48D2E-77CC-5531-A65B-CB24D5EA69A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8577106-428E-DB5C-DAA2-9907C967704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144451-612B-2554-F478-3BB06267460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DFE1DA-EDE8-D368-FB82-FC7CF0C7E01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2E003D4-B469-FBFA-4A52-AE68CAB9AFF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BDFEF84-6930-DB97-858F-2FCE03EEB6B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9D6A387-1A20-F03D-01B2-C372A17BF1C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8988901-4D15-186C-A499-AEE5D7C54E8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5688489-9B48-B056-6C1A-EFD2140B214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94EF5D6-10BD-EE45-5AEF-2F9AC44AAFB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89A4B7A-272F-260C-0678-1B7D39C82C6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632BD83-839B-212B-D3D3-53F03C75694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023500-BA45-E3E5-447A-843C9288CEB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D65844-91C2-FF72-EC49-8138F7D6F6C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47F7F3-00F4-C5B4-B173-77606F6F241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374266-DB9F-78B4-FC4F-E4E089BFFF6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1207C6-FA6D-77B3-E9B3-641AEA11840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AD2286-6C2C-D019-C025-B303E9F8AD5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C0FE50-C025-7505-8EE6-DDE5C1905F0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BD6ADB-65BB-4DEF-8DBF-DB1B8DC7C43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86620E-47E2-1B0A-E47C-DD02E78AE89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567337-DC21-06B7-0AC7-70C99465027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95D785-101E-078C-D413-BB921F84B66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1DFE5D-8FCE-D4F6-08AF-0C8856CA069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E31B4E-30E9-8715-81D8-F1189574DED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61EA4D-E208-79E1-F90C-B22E7D8BCF9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050ED5D-D3B9-B530-6C90-324CACA5AE9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2B872E1-06D8-5B44-3E60-C0458AEC49D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5274A4-A2D1-987D-9A80-A3263AB0A03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CBBB14-4E1F-A246-36B9-3CFA95F0705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AB4A9B-9FC1-AA1B-74B4-7978B4D4725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D8D42E-5FCA-5E43-7F0C-B150BA073E3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E2287E-B909-FAB1-7515-7FE63BB8ACC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9EFDB0-1FBA-CDF1-CBB3-3D84FFBA6FE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9F47CE-07C5-05B0-8698-A962D2FADA0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9CCD78-DEFB-456D-D8F6-E69222ABB5D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A9AA25-663F-A8A0-11D4-D70F8DA78C5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ACFC7CD-A142-BF59-F2D6-138347BBC17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24A696-2C8D-6C38-130D-92E27E91DC1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371DFF3-E95A-38C5-9B36-C0EC5FC9D1F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4B3C47-EA68-880C-9469-7CAF6431136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5D8981-05BE-11FD-65E2-EB42C81AA5D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74266F-FC4C-233E-ECED-8280D977EC5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326185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4724A-219A-6266-1BC3-2E189C8EA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52AE4E-2584-8FDB-48B3-A83820EABB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C8A33FF-FFD5-E5B1-6020-625BFD538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8983CBA-B378-053A-3B92-8FDFEACC9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61236C9-FB33-942E-14A1-D4211F61C5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F50AB35-C3BD-0C43-443C-926E933F20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C7BA340-8FD1-DFA5-DAD9-D810FA5E1E0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DCFE18-75D1-8C8B-654C-AA34A84DF022}"/>
              </a:ext>
            </a:extLst>
          </p:cNvPr>
          <p:cNvSpPr txBox="1"/>
          <p:nvPr/>
        </p:nvSpPr>
        <p:spPr>
          <a:xfrm>
            <a:off x="3138310" y="2269855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129E73B-8D90-9BB8-F844-C0286593DC0D}"/>
              </a:ext>
            </a:extLst>
          </p:cNvPr>
          <p:cNvSpPr txBox="1"/>
          <p:nvPr/>
        </p:nvSpPr>
        <p:spPr>
          <a:xfrm>
            <a:off x="4645378" y="427363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52C0720-5573-C225-CA2C-7F09B56C8A98}"/>
              </a:ext>
            </a:extLst>
          </p:cNvPr>
          <p:cNvSpPr txBox="1"/>
          <p:nvPr/>
        </p:nvSpPr>
        <p:spPr>
          <a:xfrm>
            <a:off x="4645378" y="506687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F263C83-7B32-1C46-E498-BEC5D44BCAC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2F68171-7CD7-A056-1C62-C3F40B8A65C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77B3ED2-CC57-64F7-9B97-63F941FA0C5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C796494-5DC8-BFFD-4F67-5199FF35F9E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FA5D9DD-70D4-2542-D10E-17E7F0619BC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203EA5-77B4-16E6-D322-941CA9481AA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057351-1ED0-0B70-BBD6-B39E7739875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936382-19B9-CE20-3E9A-294C0C0F5BD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78D7F-65BB-B695-BDCF-92C6FA95F6D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66FF5E-5827-6CCD-7A25-9A18F74E77F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04C5D2-520A-1526-BEAE-8058FB8C6F1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3B2D2D-D8A4-D217-9445-3BB2855092E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0C1E151-F9B0-9186-0DDD-05F49DCC8C8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288816E-2228-3B64-E3E6-8AC41058906F}"/>
              </a:ext>
            </a:extLst>
          </p:cNvPr>
          <p:cNvSpPr txBox="1"/>
          <p:nvPr/>
        </p:nvSpPr>
        <p:spPr>
          <a:xfrm>
            <a:off x="3640666" y="2557171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B76232-D61E-9168-D41B-DB77BA4125B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CEFA1B-B23B-CF72-CFF5-EA69EEE070E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635D1D-8AF8-157E-E6C2-8570716999E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F48D258-728C-7E2B-2A6F-DDAABDAB90E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FF57471-AB46-85B7-EE1B-334A0E7E040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020FBB9-5B2E-E563-669A-846E9BDC9D0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D0C6C1-D9D7-B22A-E318-8018647D520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9E4281-999A-515F-00F2-324162EC36E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461CF1E-197A-BCFF-4550-EBC1C7747BE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CE4E8A-DEE8-58A3-9620-B79CFDA57DF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2F3D30-8DCF-5376-7F3F-1BA7FAFA332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64514D6-9B64-DBAD-1AB3-B5268870292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835B90F-DDB4-B91B-3AC3-68DED2C5856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070C2E-5199-03D4-F148-1B200545530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7A9A35B-FD16-EF49-B06F-77953DC53E5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32CA97-62D4-AC5D-A52E-5470E313ABE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4A19CDB-A800-91C2-E8F8-7B4A6A9A5C1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31B5E7-E6F0-1226-D43B-FC94D3A4FED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3F81871-83F5-4833-356F-CDB5BC15B24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6989949-3A38-2DC1-93D3-4B1B590B30B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36B7B03-D9BE-9CB3-23A9-E675A27887E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BFBCCA7-CAC3-B755-ACEA-32B52D36D6D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9933103-3587-A640-C535-12BD58B2A0D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DF1E13C-1C59-2BC1-B0FC-0CF09602228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55A0E30-3A05-9BE1-0E52-71CA2D2FF48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9EB1664-6A14-847A-5F28-B382E860B41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82BEF6-B38F-4119-DB18-C4BAFEAD278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C23982-68F1-386C-D45A-F2D6DDD8367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26AA61-DDF6-D358-6857-0DE2A056D99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CD96A6-901E-74F3-6EA7-358661523F5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366F67-2DB7-39FE-4E7B-9E66793ABA4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04FA26-D67A-68E1-20B6-40F9BE940E4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99B148-4402-FDC9-23BA-AB8F4B804C1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949BDF-545A-B12F-0AF4-F78F006EE4E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3A9377-0663-FAE4-24ED-49B16405948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3ADA67-6304-E802-2E77-063B419BB32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ED9D82-9FBE-7D21-C741-02140DE8406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763B8D-B149-C51E-9D72-48DB5D46970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ACD8C85-FD1C-D344-941B-5AEDBBBFA37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075FDB-0340-9DE5-13E7-17DDFF9965D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F6B035-9929-6D37-C934-A8EB3728752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7BFA6EE-10BF-8D9A-5031-D34F5564F97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A4F0C4-6E40-5EF7-FA47-E18966C3596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F5E289-2EA2-C40C-5EB7-23FA47EB71D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252932-4AB8-2873-3E1F-0378F5FC1A4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981894-E2AC-F961-A0B3-3384D3252F5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983F63-330A-C050-325A-B14CADAEA8B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92AD37-22D7-9E25-D1BD-80711C856BB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BBC51A-582F-EC1B-6F85-998B391EDFC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1A83E4-D48D-F95D-7DDA-916745F246A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E75A69-E7E7-E219-FD7E-B3F0919A995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1CDEF0-D311-0103-8EDB-426C2BA0CE5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4A6F22B-3974-8FAF-582F-BC96387FC01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CDABEE8-78C9-6D09-5036-915FAC8B99F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9668D31-A39E-8688-398A-6B3A13422D5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B2A194E-8F30-BF20-418F-A17CEFFAD2F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B77C68F-BF2B-DC2A-7200-7C2D51831FD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408A563-8B48-0AFF-5B98-A918BE74FB3A}"/>
              </a:ext>
            </a:extLst>
          </p:cNvPr>
          <p:cNvSpPr txBox="1"/>
          <p:nvPr/>
        </p:nvSpPr>
        <p:spPr>
          <a:xfrm>
            <a:off x="3640666" y="4565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1B1D904-628F-81D9-77B4-7390EB39D2C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2E9ECE4-6342-9254-BAE5-EBB9A4D8827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6D11F-8BAB-14E2-27D8-B27CB81477F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F2AAA7-06B3-9F59-E74A-D984227C676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8DABE3-EB89-4F1A-EF95-7A4ED6B3624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09908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7A36D-0A32-33CD-E395-8EA6B68F9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59014C-1FDD-71E2-E9F8-8981B9B2C7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D4FB9BC-874C-4257-4BBA-F170D44A1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A2980A4-0B54-5F5B-07A5-D97D1D591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40BEDBB-9D72-2929-D495-0476B38E5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CA1ABEA-2824-7681-C99B-E149327CC6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25A6C3D3-1B3C-6063-E8C7-C4BADD0B82D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095C2EF-E555-1CF9-5EC1-23556D7FD14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8174431-2750-5799-9062-FE5CD01D8EC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3942161-25C1-065B-B709-EF734B5FD77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C92FFB9-3CF6-BFE1-7E93-35A54E01F90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6FB7CF4-12FF-3211-DAF3-46C571FE71A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47D75B-06A7-3E8F-4D09-BCAD5956AD1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9CD368-2494-A95F-F190-5AD212CE413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355E77-9266-A704-01D7-50E6FE946B3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EF6DCC-4E77-9EF9-DFDC-B0377345C31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981ABA-C0E9-A8D6-511B-646199B2E58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0E8964-E41C-3AC0-C672-0A9CE82625E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2710279-A171-417B-7683-B2149583FC7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C0F302-AAC6-D7D8-766F-FD9CA608BBC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674679-F230-5208-36FC-48B45D91025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CFAFD3-EE98-1120-EBA4-C0F71B392EC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5D8A299-BBFB-EC59-2DF0-05AAB94285A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5B503B1-B976-7473-3398-756CBDEDB47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135459C-2E77-09FB-4670-09A6BE92731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2DF3BD-11A5-E503-ADAA-96594A05A0E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D8F1DC-65B8-7D4D-AFD3-610DE74269D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467535F-A7BD-4CD1-EA6B-248FF99CC4E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C23DE3-5795-138D-2682-FBC7AE3D46A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F0E2F0-A8E8-673E-867C-E508E641178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98B81C-B5C9-A9F4-6E53-C572FDF3412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8EA738B-2DB9-40FA-B11F-F08A83096B3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4E333E-6772-88C3-EC05-958C9781ADE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EF6A4F9-A834-C7A5-1508-33E6695F3D2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5291A16-4481-13AD-7F36-A6844AE49B2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95EE1F7-94D8-CD7F-7DFC-B827B0AFB50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4893EA-5E77-140C-B590-EEC00083DE5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0DA2E85-B55C-D5A6-66F2-99625123048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542C05-052F-63FE-777D-B3D0BE7A5E0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1AEE668-1D5C-BE35-0781-CCF11746DE9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259F94D-3394-5677-3B5E-D0E5C23DB20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3394792-05C0-09BB-72AC-4B0D69C36B3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250BDCF-9607-1B93-72F3-592B0137A70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56A4670-6BD6-7C09-497C-A8F135065C5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8BAD685-5ED6-3AA9-7202-4AA82A9A9EA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3DB766-588E-97F2-B45E-A11759406BF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C15B88-52D7-6984-A898-DAA9AD9B7DC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FABFA0-2484-B5BF-FA3B-CAD27FFF7A1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0F2C4B-0B08-A977-E72F-96F723A12B1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DE8DFE-54E2-2B89-FB11-637E88E3436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89CFB7-201E-A007-0317-97F31D7CBCA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CEE31F2-2029-5EDC-905E-4953D67EB51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3F4794-5FE9-8026-1C60-EC1D1A416CB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B36662-9B53-154C-3F14-09715778179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2C89F0-FB82-3195-0C5B-206956D1BA0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65D2BB-242A-44D7-36CE-5CADB8FDBE0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6F3D7E-8BC9-1490-6D7A-9072B288357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AF80BE-7BC7-0230-0C25-EE4BA73D8C0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058583-34A9-5C4E-A226-C63EAF52528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0E041B-3D19-778A-5195-E08C5CA6AF2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8D2CF98-36B4-B7E3-2C28-9C576CF698C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2258A7B-1701-4481-A0D8-363AA632564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90A64F-83A6-6BA1-2762-20CFC566937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0E1041-E015-8A9C-6F08-7628D0F80BA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49FE9D-BAD8-B9C0-A1E3-57CF7318304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A692CB-7F5E-0D9E-9A52-9283ABD5DF6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D0BAEB-4BDF-CD27-FDB3-0476F40D013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2C17E0-A7F1-FC05-3BFF-EF8050C18EB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49C309-C4FE-2930-0009-EBD908F3175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9389AE-D8C8-DDE4-B806-631B1AC67E7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E3894F-4B92-31D2-01FA-1FC1BDA65CF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C84909-47DC-5671-B632-C21BD1C908F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40278D-7AF5-5D9B-DB99-52918B03873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86B009-442C-C2C1-F7B6-3436B6FD260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767227C-3A77-4D3D-F917-803AC5AD954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D7EBE82-5058-5536-98AC-01CAC417F1F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09EAC58-833C-8C68-B982-6AA578B5498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D692D7E-E53A-91F3-C423-8379E065957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BB095E0-51B2-F49B-6C36-3CA036B3087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6EBDBE2-6AB3-2BBF-F4D3-1AFE74FE11F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228898F-9096-7966-306E-15C26C96B62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0C6BA11-5675-C3C0-C618-959DBD7D411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21C3C66-AC97-EE6C-3E25-B6ADFD8FFB9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5011962-057B-533F-9BEA-2B99F5F8975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939BDE2-D2D2-CC57-79EA-F76ED11F581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E568960-2311-64A9-0DB6-2F901B8A9F5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A004B4A-E79D-5EC5-3615-6E310E32BB6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87802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10251</TotalTime>
  <Words>1866</Words>
  <Application>Microsoft Macintosh PowerPoint</Application>
  <PresentationFormat>Widescreen</PresentationFormat>
  <Paragraphs>1631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418</cp:revision>
  <cp:lastPrinted>2025-12-02T00:08:17Z</cp:lastPrinted>
  <dcterms:created xsi:type="dcterms:W3CDTF">2024-03-19T02:13:08Z</dcterms:created>
  <dcterms:modified xsi:type="dcterms:W3CDTF">2026-10-12T19:14:23Z</dcterms:modified>
</cp:coreProperties>
</file>