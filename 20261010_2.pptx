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457" r:id="rId2"/>
    <p:sldId id="531" r:id="rId3"/>
    <p:sldId id="532" r:id="rId4"/>
    <p:sldId id="533" r:id="rId5"/>
    <p:sldId id="534" r:id="rId6"/>
    <p:sldId id="535" r:id="rId7"/>
    <p:sldId id="536" r:id="rId8"/>
    <p:sldId id="537" r:id="rId9"/>
    <p:sldId id="538" r:id="rId10"/>
    <p:sldId id="539" r:id="rId11"/>
    <p:sldId id="542" r:id="rId12"/>
    <p:sldId id="540" r:id="rId13"/>
    <p:sldId id="541" r:id="rId14"/>
    <p:sldId id="543" r:id="rId15"/>
    <p:sldId id="544" r:id="rId16"/>
    <p:sldId id="545" r:id="rId17"/>
    <p:sldId id="546" r:id="rId18"/>
    <p:sldId id="547" r:id="rId19"/>
    <p:sldId id="548" r:id="rId20"/>
    <p:sldId id="549" r:id="rId21"/>
    <p:sldId id="550" r:id="rId22"/>
    <p:sldId id="551" r:id="rId23"/>
    <p:sldId id="552" r:id="rId24"/>
    <p:sldId id="553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332"/>
    <p:restoredTop sz="94618"/>
  </p:normalViewPr>
  <p:slideViewPr>
    <p:cSldViewPr snapToGrid="0">
      <p:cViewPr varScale="1">
        <p:scale>
          <a:sx n="111" d="100"/>
          <a:sy n="111" d="100"/>
        </p:scale>
        <p:origin x="167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67FF3A-0051-AADB-7557-C61A4D044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EDF864-6AC4-7CAC-D636-AE5D3DA3C4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45E54C-0119-693F-674E-2C8453C540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55833D-A411-3378-39A9-9455B5DBB1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8793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31526-3966-2AA2-DCA3-49DE7B3E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E0D1DD-3360-EC80-1F0E-8F27FF69E4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0D4D8-76F8-1620-F410-2C80DEF9B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D0052C-B0CC-131A-CB73-64DAF39EF5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2044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2F8F0-75B6-8F07-9161-9A262FA49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360D30-92EC-82F1-A79A-B28A0E4367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5E3928-8848-84E9-797B-E530108A87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910476-418E-617E-F6A1-B62BCDDA92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8319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03217-CA53-6075-C07C-A9A1B4650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EEC352-F8D9-7C20-DF50-BDC83C9BD8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C91FCD-2E2B-C40A-E3FF-00B6AF48BA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16BB9B-B4C5-E76C-D3AF-387C5C6F13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0829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EFC9A3-4187-9B0B-5E74-BD376A778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6B2C9D-2830-5AE7-44EA-2E36456188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C18BEA-B70D-43DE-C202-902B571AB3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6D62D5-936F-8732-6368-FD5B636653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0386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3CB32-CF65-B2C1-49AF-8139ED623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E110AD-9206-FCAB-A8C9-D34A10147E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CD282A-0BC7-1DB3-00C0-7EF388B678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AB8D5E-AD8D-F1B8-AE16-B0B591EAAC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5764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40872-E921-7FBE-F694-4B3D57A8C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8911C1-85F3-8F72-39D0-E78530D1CF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62A5A4-4B88-6D7D-212A-FBD9DD18A1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1D03C9-44E7-5469-5F51-7AE6A13F3E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0525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C8AC48-E8FE-3559-8FB3-E8953C5F0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5706AD-5F11-6564-23E1-5EEE4A3315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391239-4B4E-243C-7E7B-9CE99DCB29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D8C779-C3AC-88B8-23E0-0AD441E615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0046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47426-6B50-B319-24A5-18708B612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C52F11-B500-8DE8-AF91-DF687906BC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22098F-8F31-4414-5334-B37E04BD8B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3F1D3-D3D2-992A-77B9-DD174926F5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15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DE793-9D61-3A8A-2F48-E1B0F023A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158937-ABB8-1D5F-E0CC-1B81889BFB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1025B2-C04E-DA82-F3AB-90931C367F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64C6B7-A4CE-47F9-D5BE-5BF0F5A058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2951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02DD6-83F8-7CA8-A4FB-8E0D29ED8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B3A74F-222A-C468-3076-967B5F7C5B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DAF939-7595-AB68-A8C5-E51BAD5AD0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7CAA55-5A7B-16AC-F9F2-BAA46B68FB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1827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45E9F-B9A4-1ECE-8139-6257D966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2CA553-C61B-A36F-3B0C-80FA3B3FCF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E3E624-75DB-3DDB-4CAE-3E859A5EB2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55C605-CB27-BF3D-E6E7-2CE5F4F280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7220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06B2A-2BEA-8B3D-685D-FDA95BB12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B34A89-52D3-8B73-ECFA-9D065A2853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AF2AC7-A9A3-33D8-0035-935F53C890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5DCCD0-5418-916F-675A-78406270DE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1090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01F38-7FA8-FBD0-8F85-71AC8EEBA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5FDAD3-A9ED-1E22-F2C7-976EBAD4C7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C11813-BED2-0AD7-CC7A-A67F4C7E8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4E370-0F49-4259-98E6-FE36AEC9EA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842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0EE3F-292F-5566-3033-1C55DBB81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60429-DB2C-99DA-9BF2-AE3FD8011A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DB91EE-9597-2494-95AE-4CDED2F30E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4438BA-D3D3-5122-9F97-842229E999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1035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264CE-6067-6BFE-66FA-B09B867E6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6FF8B4-AC1C-8756-9713-5AE317CF6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83623F-1748-44E9-8250-0815781FA5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30027E-6849-E65F-BBA4-426ADCD2D6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16409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86DC0-C10B-A122-883D-BE041B44A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2D57F2-6939-57C3-03CF-00AD94DA0F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DD7046-0A1E-26B6-BD1D-E26F1F3756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0E01B3-4E74-C0ED-D391-041BBA61A8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8191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3A473-4D03-EDCA-9432-D56EE1AD6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C72408-2F2C-9ED9-9BAB-54BE0374B9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D549AF-E549-6112-F18B-8917D7CBA1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9B7790-B607-3501-37EB-4E8384C99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05600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82A1C-A002-D180-1DC6-94E5820C1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B4D6C3-4559-8A9E-FB72-105C587D4F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92A8DE-06F8-09AE-F6BB-D405B27001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82C9B0-502B-88B4-A610-90049E43AE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96418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6B17B-5D6E-1813-D696-4F9E109ED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37A57A-E587-849F-AD7F-81F97D749D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D1FA7D-E0F8-7452-EA72-DFE5F211E8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90F704-E53F-16BF-485B-1EBC2CADBD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24853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51ADF-AC56-D3AB-2A9B-17F49FD7A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0C492A-9373-61B1-ABBC-683A785703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E11705-7056-8660-3759-236A155DB7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BA211B-BA2B-477A-86FE-86AAD2E097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96726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12DE6-A43A-1695-43A9-5EE8F9D3A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C26C9D-D122-196D-FE23-B78965C00E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A0CA38-F69C-4B2A-266D-E80E3C3C83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93780-4AE9-431E-2F2C-E846E7DAB5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93119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AF1D0-C799-F679-E469-769464571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636C8F-A7A4-1278-906E-4FE2F476D1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335F95-F6F2-8AA7-71F8-B42A515EA3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A0CF03-C733-5BB0-65F9-B23827830D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5791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247E9-E990-9201-6897-C677AABE10EC}"/>
              </a:ext>
            </a:extLst>
          </p:cNvPr>
          <p:cNvSpPr txBox="1"/>
          <p:nvPr userDrawn="1"/>
        </p:nvSpPr>
        <p:spPr>
          <a:xfrm>
            <a:off x="270933" y="166629"/>
            <a:ext cx="116501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Unforeseen by </a:t>
            </a:r>
            <a:r>
              <a:rPr lang="en-US" sz="14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CtC</a:t>
            </a:r>
            <a:endParaRPr lang="en-US" sz="14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4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 sudoku rules apply. Along the loop, all digits are even. Along a thermometer, digits increase from the bulb end.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A8E5BC-05CB-255A-2F53-4F7230B1DA0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756088"/>
            <a:ext cx="4541916" cy="4541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A164B-839C-E316-EE05-AC1BF8D3C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FA748B8-A784-E9FD-47D3-9A7DCA39C7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eight blocks though which the blue loop travels, it covers four cells. Since there only four even digits, this completely separates the even and odd digits in those blocks.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20B3F31-AC33-5B84-B221-06BF4262A5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2719F50-BBF7-FDFA-F05A-509F720FAF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38B48F2-A473-AB15-D2EE-2DE34C6C58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18627E5-BDF8-16D5-77E7-3F52AAEB4C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4E2CB15-37EC-7D3C-7DBB-4E1329CF396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229569-29F2-67DA-BF50-9D799B99CD60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DA4E33-3254-DAB1-5F70-CA9002667104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3CB4E7-76DD-537F-6C25-D5225C3FA2C4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CC1EDB-546F-6DCD-B3C8-35924F4891C6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B54416-98BB-2139-9302-83E3F37FA7D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32AC99-8F6F-2F8D-AE81-4AC421E8E03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3196A9-24D4-B3C8-C836-66CDDB5AF7B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0C12A55-DFDE-FC94-8C89-AB562B74A8F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A7B2DF-74C9-E031-604A-4EA88D29C01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98B16B4-DD75-103A-9BF1-EB8ED298D13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1234F3-D9B2-E62B-F9C1-F80716363B1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C7EAB4-5A08-AE38-144A-C9147924068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FCE31C1-B5ED-3F9F-CE07-559C626FDA68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54BB6D2-EED3-CC1A-1BD2-559714FD17CF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35FAC01-8CFC-2AF2-56C2-7C44A66D2EFC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23029E7-0CBB-1859-DCE8-6D38D7C0E18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22EDB4C-A746-B7AC-EDD0-842EF1A4659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863DFA9-57D1-48B1-5FDB-DF39C71AFA2B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21F5BB-B3A4-2823-8AB2-B374E1A9D3C1}"/>
              </a:ext>
            </a:extLst>
          </p:cNvPr>
          <p:cNvSpPr txBox="1"/>
          <p:nvPr/>
        </p:nvSpPr>
        <p:spPr>
          <a:xfrm>
            <a:off x="4143022" y="20537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6180838-73AB-C4D9-4483-75B3DE79B95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0EAC31-B693-D277-B25B-5EA2B6A8792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5A0C76-3BA3-3EDA-89FD-B24E4D24299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5931E5-DC6C-FBB3-905F-1CC1A5E8E77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B88914-868B-5CEB-27C2-EDFA0DCCD034}"/>
              </a:ext>
            </a:extLst>
          </p:cNvPr>
          <p:cNvSpPr txBox="1"/>
          <p:nvPr/>
        </p:nvSpPr>
        <p:spPr>
          <a:xfrm>
            <a:off x="6654802" y="206121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2DBE03-AB6F-3E3B-703C-5A05398A9166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5D8A23C-4A80-5357-6BB1-C1B8352A7C4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3B9D9AD-9471-B249-1A04-A801E4B43C15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0A229C1-E0C9-42BE-256F-3BE2618D48E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FE014D6-417C-B268-87FF-F92B0FE84FF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97D93D9-F963-F357-F77F-A7204A37C90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8E8FD56-E32E-46C5-556A-4E768CEC919F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EF9791-77E5-10AA-134D-64FC5A5DD71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DF9688-C6F8-D2E3-4373-CA5D41B2B1D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1B1D9DC-3FCB-2AEA-7E57-7DABB713DAE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033F9E4-099B-EB31-137F-8C9618C971E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42FAF62-ACBD-B048-92E9-40941E9C68C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0887FD6-4CE4-6285-4CCB-5BCB20AC50D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F6F39C0-2F9E-63FB-F6D0-DE67F0AF276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990B3F-AAD7-A2D3-ABCB-2028771D8343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DAA6A8A-446B-F247-24E8-261C45B59A8D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9F33EF4-FE04-2824-A825-DAB23C9E11D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EBC6C79-4CDE-4398-9334-965C74481587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B8390D0-4AAB-DA69-66E0-E4CA623E539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5C1288E-34F2-9FFA-D68E-31441A7FD2D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A240AE4-2A38-B21C-D0C3-62D35019A9C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1EFD55A-92C0-9179-2534-250EF5C0B7F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46C0A90-EB60-647C-66B4-796BA1BB603E}"/>
              </a:ext>
            </a:extLst>
          </p:cNvPr>
          <p:cNvSpPr txBox="1"/>
          <p:nvPr/>
        </p:nvSpPr>
        <p:spPr>
          <a:xfrm>
            <a:off x="615244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80F2E70-323A-53B5-4B64-4CF9FB5FFC79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D3F0104-CFEA-6F03-92AC-0CB8AE5A90B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F3CBF6A-FE80-B540-D442-5FDBDD00A123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1A7EFC5-64DF-A96F-7EDC-15B3C844B16C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39356E5-33F1-7C3B-41F3-7CE3D816C7C1}"/>
              </a:ext>
            </a:extLst>
          </p:cNvPr>
          <p:cNvSpPr txBox="1"/>
          <p:nvPr/>
        </p:nvSpPr>
        <p:spPr>
          <a:xfrm>
            <a:off x="4143022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E819A91-C3A5-CED3-BCB7-FD576B263637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A62F334-E3AB-7440-B427-0820D6806D0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4423E45-D1E4-4B4E-57C4-FB8FADA90AB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48BF76A-08FF-5B84-9E2E-CDC162BE666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4AF05FE-B5B1-685D-BC96-5ED668F92EB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0AD8777-BE48-294B-5DEE-911DFA8ADDA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5FC6916-D9DB-E031-F95D-0BDE2D55A59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EFA632E-69F8-7DC3-3791-282E622F928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8E58E8E-151A-AE67-59DF-5AD16100EC6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E6E5576-FFB9-ADB2-F009-880487FAAF42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2CA60F2-A5AF-09CD-2031-54644A0AE0A3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EF2E0CD-D405-6BC1-803B-DDDF69ABCEED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83694E8-C1B1-4C45-1521-9E120C364D52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3BD5F3D-4A9E-5810-346A-3F6FCF89DF6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5EB02FF-76C1-FD37-9B8D-B87E28DAD22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E6291F2-61E4-19A7-B32D-8612D79C699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C0D990F-F1BF-AFD7-761E-2F1E2489308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07A8217-5C26-8B62-C7FE-C5DB9238D8C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E7B7648-D249-CB62-4736-397C72EC0BDF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</p:spTree>
    <p:extLst>
      <p:ext uri="{BB962C8B-B14F-4D97-AF65-F5344CB8AC3E}">
        <p14:creationId xmlns:p14="http://schemas.microsoft.com/office/powerpoint/2010/main" val="34695387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13BBE-49B7-613B-E0AE-18E87F5DA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23B55C9-6EAA-EA40-16B0-6B6023CE0DE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This thermometer has five cells that must be odd numbers (of which there are only five) and one even cell in between.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703F37E-4BEB-C095-8D43-832A9C67D9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7EBD8AF-E069-A040-D8B9-EB59C79477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9E14730-BE2B-9EB1-A06C-262233B893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8200600-336C-2886-78FF-46C531A171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48B6F1E-3EB7-7DDD-B560-291021E4F2E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26C713-63C9-D8B4-11A2-8D32CE7D156A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B613CC-2173-E07C-B375-D99532310246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315609-449D-D71C-D3B3-DA19B95EB610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9CFF47-3DD6-4BB5-68CF-E25D618D58C9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A739CE-7F86-56EC-4F4C-66630CF501A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6074AFA-7DEF-6105-00C4-EE0DBC11841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DF0A7B-02D0-BAA7-D478-69FCB610821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8DBFB5-3CFB-1EA9-E750-085B95ED6EF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1DCF953-B289-F60C-96A4-928CC9DC56A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0448E2-1AD7-23D1-537B-1861D961FF47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A1FE4C-F91F-59D3-6953-D5FAFF3D0FA5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A552D2A-499A-1150-41BF-929E6620A42E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63CBEB9-F822-21B0-0118-4E99A9661F3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9C70BD-9ECC-47A9-D8A8-CCB4743605B1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199E9C-2F73-3C7C-A25F-973716FB90ED}"/>
              </a:ext>
            </a:extLst>
          </p:cNvPr>
          <p:cNvSpPr txBox="1"/>
          <p:nvPr/>
        </p:nvSpPr>
        <p:spPr>
          <a:xfrm>
            <a:off x="4143022" y="20537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572927F-5E82-1B23-7D86-E31D211A7F9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EA8CBCC-D24D-1D1F-3BA5-5570EA17E4A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BE95368-0D47-334C-7EC7-BAF7F736245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3CB321D-9A2A-B5D6-D1ED-5CCBBFBB496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84BA48E-85FE-A983-F021-48C1E591A97A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713552-FD07-C5D7-9AB6-7B16400F115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9535CA0-694A-D898-AB09-39AEED60864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28D7FCE-4619-26D9-E790-6D9D199439D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705FBB0-5013-1872-8933-AF8DA8ECDE0A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2217E1-C220-FD62-2DD2-81FE2CA66A8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96747DF-981D-3674-351C-956963C9719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EAD80BA-53CC-8557-B45B-B6B4385D65E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FA9099A-F3BD-6716-83EB-CCE1FD9F812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FFDD925-7798-47DA-0DBB-CF51A4B49B8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A4A648-E19A-8B40-9DF9-F4A01F760FA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6FA69CD-D0B4-3E5D-D849-083AF754CCE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D440CF2-1BCF-7EE3-1D05-3DE51E086325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51C3F0-D909-86F0-6987-D97D797844A7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68F979D-A8AF-9664-86C2-191E80069B2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160419A-B16F-FE9C-9DC7-44F03D93F26F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65A5EDE-CB50-EBDA-3248-752548507A6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AA455F6-27C1-59D0-14ED-62C89966A30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2E43343-B177-5EEA-FAB2-7BD56DCB535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80084C8-FD95-700E-C205-ADD5B2C693B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2316EF-38A0-CD1E-AC4D-F761329167CE}"/>
              </a:ext>
            </a:extLst>
          </p:cNvPr>
          <p:cNvSpPr txBox="1"/>
          <p:nvPr/>
        </p:nvSpPr>
        <p:spPr>
          <a:xfrm>
            <a:off x="615244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054A09-2CFA-F073-18AE-FAE4035C6D57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AF6F72E-BD19-57CC-2FDF-2CE5A948BBF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84790B5-BB29-F829-B54E-EFBD4B0DD342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93B50B1-C854-CA07-E87D-A69C2602748F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9E89BEE-FEF6-7833-4B9A-5BB1696D3444}"/>
              </a:ext>
            </a:extLst>
          </p:cNvPr>
          <p:cNvSpPr txBox="1"/>
          <p:nvPr/>
        </p:nvSpPr>
        <p:spPr>
          <a:xfrm>
            <a:off x="4143022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3D8A025-59F4-EA49-3863-B8CE7F12838F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1542868-2537-6A34-4148-7BA31EE65C5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5FCD9FB-7F72-3E70-5197-AC0E26DE493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3E14DCB-825E-AD35-2B9F-75E600EB1C0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720BC59-3BCC-4DFC-D37A-B5C84731138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C678938-1CE7-C778-8CBA-4C3C0D981CB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3DFEAAA-B46A-E3B8-2F84-48F1D458BC3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36A0DA9-157A-C339-6C04-AD9BAB9133C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3AAA89E-4949-60B3-0F02-0484723FD6D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0C6DD7C-DD9F-B50F-8BC7-936EEFD87287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69FDD0B-D2FD-B03F-A07E-5C79ACCADA07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95CDEF-ED3B-8A3B-EF6C-3FCD981E51B0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38E873-3CAE-5328-6C8A-B466144FE2E1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2B16E5B-50F6-1A52-FED6-D375B72E4A2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7CA3C5A-E7A0-6810-2E96-0D62D1F21D6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AFD03AD-0D82-29BC-CC70-D13E608015D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621B83F-8AF9-E947-BDAA-7D984ED7CCF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8049513-9667-38AF-44AF-2400CC2AFE4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33FC540-A1DF-8421-5B2C-B688BE49A11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C20262B-2AD6-3489-609F-59320B34C2F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9A0AB2A-0A4B-57E4-51CE-78FAA8050B7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40D8313-74A2-C5D5-42BA-DBB4D885C77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898BE1B-A071-CC0D-DAE4-7C2E1D013AC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D874B2C-E476-1829-E4B5-650FD236D63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963A9F5-A51E-0697-60FC-0549E580062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E32DB3A-7F3D-C7F8-8742-55618B1785AA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</p:spTree>
    <p:extLst>
      <p:ext uri="{BB962C8B-B14F-4D97-AF65-F5344CB8AC3E}">
        <p14:creationId xmlns:p14="http://schemas.microsoft.com/office/powerpoint/2010/main" val="2594591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94459-0E6D-A29F-3424-3286473A9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DEBEAC6-96F9-60D6-ABB3-87E41C47C2C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This thermometer has more possible variations.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940A3A9-E315-1239-2C3C-B4AB2C4162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0826D1F-EC19-FAFE-C742-4C5C7EC503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A55DE9B-3502-8E01-E50F-87525EB9B7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F1C2817-4B16-EB51-7484-3AECB10E56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8665AA-732A-8555-2D22-240C2230BB6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8FF47C-B359-CEE2-C48E-AF236D1BC64C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FD1D81-AF62-115B-EC7D-C40E49C5CA4D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CD1D9E-AF90-DC5F-9438-8CC6CB439F34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675BEE-9377-B354-7027-089B02E3F761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1B41B6-114D-76A1-2F19-FA03A246D17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AA89A4-B790-4051-A70C-82501899E9D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A1C5B6-8C45-2706-3C2F-AB0FD34F3B7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A14C87-AC87-7F5C-02AC-488F1EB26F6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2584F3-608E-043D-090F-F32DABC2ACEE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98F298-AEBB-A22A-C181-3AC923B7F1B9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4834CD-C23E-7C0D-3BD5-93AC24759A94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68B479E-7CA9-461A-3F07-FB0F7162322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9BB834D-DE73-CACD-017C-BC6861BB3E29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A08A949-CE57-C718-9FD4-C005411AA57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651613A-B55B-BE3A-D28C-E2F30EB1EA3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C59380-A77B-D5AB-BEAC-1BAD2BACA9C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6D06EBC-A31B-F226-36C2-18E1D223965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AF6A801-B81E-C08B-717E-ABAFF5F527A1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BDB47CB-1274-04DD-EEF2-6DC0B804280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0CA2D06-778E-2AAD-8723-2B0EB3BEC3A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38C5FC6-7E8B-314E-2FDD-A815F4C638B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4476F9C-D87B-E018-1B8A-443F82FFBD99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668C329-D099-CCDD-4881-9782E15DF04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54F3DF5-6B3E-47F7-F0C9-DCBCB3748E3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6136DAD-B693-6A2F-73E9-5C05914250F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A5D0B5C-235A-C51B-98A4-84D15C8DDB1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1E8D5D1-D821-2C23-C703-140F3E75F13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B951901-6EFA-90DE-9048-5BA04FC8FFC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57D37EB-635A-7958-54B4-0F38069E1AA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C6E0B6-F635-194D-2759-9B4292351E69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91D0EE6-F009-F2F8-2307-0C1EA582506F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215AB06-8130-DB96-F3B4-19578DCECD2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640D6AB-E9D1-7A63-0825-6FA94E7229D1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7220205-9715-F5F0-D798-D05B0938B66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9BE2F9A-CF3E-CE07-034D-CF00953668C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A6429A-BAE4-1D9D-1A1E-949BE928FC5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DE07921-1B0B-B42B-BDBE-3A5A32CCB17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F952E37-7A76-BAFF-9556-FE315D1AA9CB}"/>
              </a:ext>
            </a:extLst>
          </p:cNvPr>
          <p:cNvSpPr txBox="1"/>
          <p:nvPr/>
        </p:nvSpPr>
        <p:spPr>
          <a:xfrm>
            <a:off x="615244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8A041B0-9359-12B2-EEE1-3739DAF5BAB2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2CE28B7-DC18-914C-CEDD-F739450C8FB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3770FAD-D576-3C5F-D0E9-F8758F0195C9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2A1B74A-218C-F429-4F18-0F110AA45118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9F8487A-667C-E22F-6CE4-6D114EAA1609}"/>
              </a:ext>
            </a:extLst>
          </p:cNvPr>
          <p:cNvSpPr txBox="1"/>
          <p:nvPr/>
        </p:nvSpPr>
        <p:spPr>
          <a:xfrm>
            <a:off x="4143022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4B5EAA5-CABE-20B7-2FD9-701990C957B7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3A9664B-4D11-0C37-1573-5BA68088444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DF4D7F8-498F-B588-2428-B47CEFC8A26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1F58797-76E1-1DD1-CD44-92F1ABB760B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8291A23-3978-BD41-4EE8-8C5CAF94C9E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AE622A6-A878-5930-3BC7-A2675877C40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7BAD423-DC60-5953-2702-53CFBF6D71A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23AA96A-F1AA-E9F0-653A-5B5B2AAF9BC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92109D7-F21C-99D9-A115-FEC736E1CEA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0FE173C-662E-6A7B-8533-8BE317438F75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2585055-85D0-921E-9AA5-56FDF4DDE11B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AFB4749-9368-D37A-6232-E93987E3043E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741D206-6C30-026F-6F83-2E8779BDA45F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8F0CAC3-DC23-1D4A-A0EA-DDCF39F76A1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ED2B996-FC1B-D74E-8A5A-04F8469B17F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AB530A5-21A8-547C-9AEB-ACB572330B9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7CF925F-9361-CBED-A2BB-6214DFAEEE7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7850B69-9176-3893-4BA2-14B34CC1ADE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44C4204-D9CA-825B-45B3-C86D51A12E6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6E554DE-65A9-5668-57B7-207A4279C6D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0F310C2-80D1-AF72-2F80-7E8EB5CCBCD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3E769CC-E5C4-1298-6413-D7643782650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6CAA800-AC01-47C3-8344-6BAD41E07A7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E7638EA-2C87-F18A-3245-F68E0DEC48A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2FB2056-2CC3-81BE-6759-281CE5CDC0D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36A883-3E23-4865-DF61-E7CE1A54A6F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3FEE26-055F-E16B-F8AC-F42547E1E2B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DCF5BE6-FE53-CFC8-1AEF-C4A875C8CFA7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E184D4-418F-2542-59E3-538D07D59A70}"/>
              </a:ext>
            </a:extLst>
          </p:cNvPr>
          <p:cNvSpPr txBox="1"/>
          <p:nvPr/>
        </p:nvSpPr>
        <p:spPr>
          <a:xfrm>
            <a:off x="5147734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AF235EE-A73B-BF4B-C895-CFF80625CAF5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</p:spTree>
    <p:extLst>
      <p:ext uri="{BB962C8B-B14F-4D97-AF65-F5344CB8AC3E}">
        <p14:creationId xmlns:p14="http://schemas.microsoft.com/office/powerpoint/2010/main" val="22621522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B49B8-F0DA-87C8-F243-F006A9E1C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21CABA-30C0-E378-E4A0-200B5B4309E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Likewise, this thermometer has possible variations.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FD684D7-4F63-492F-FCA5-83D843EA66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CB66DA7-5ECB-4FC5-473E-ABD93F7113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9D67E3F-2A4B-842D-34DB-9BC923B940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F6A2869-853D-F42E-D75B-8387A20741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364B541-6526-755C-0410-8767DBC7E62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3E422A-3C04-3229-8807-F59004E87BDB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E9814A-C46C-5C9D-EC3D-65093F29C695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DB4947-3C50-6AD6-AE4D-21C39FDD587E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0ADD10-AB54-360D-C503-B285948E0170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0F58A4-13B4-F132-11B5-8272E1F58C1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239E9E4-D4A4-DBF9-55BB-2CE6BEA0C95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655DF0-A640-960F-F7CE-BAEE62032CE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14BBE19-BEDF-57C9-C850-94A1F119928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36055-EB0A-44E3-9E8D-9BCAB4C190C5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489A714-9F8C-DC54-0179-F656296A7852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CA34FA-C671-ECED-1A0D-5AA768DE7C39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F69AA5-F0EE-71FB-E746-A56E86989A6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6C5D640-7B1D-94A7-DC72-0D7452D5E4C5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6F3737D-774D-B896-A154-5BBCEF1B4F0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2026BC-230A-6FB5-B724-BB75036811A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E10047-E6D1-3C0B-AF6B-93593EA0193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B534960-9C6D-6B4A-3039-2FD52E6A516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DFF067C-07FD-AE17-85C3-6DCCCEE66DAD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EE14359-77F7-AC51-A673-107D6407894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F2455E0-6CD8-4A73-08D4-6781170FBF1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91054F8-BA93-5FE8-F9AE-7590A07EF50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099D97A-D0E6-6108-6E76-00A4B0006136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CA70CDD-C41E-5FFE-80EF-5D10B7E4F3D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C19C568-DC6C-6953-0B43-2DBB6AE98AC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24115D-EEF8-F98B-58BC-85F34E8A9E2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7A5B60A-48C1-4B47-16AA-C5451234FAB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B03CF42-B493-5FD6-EFA3-5C21B948490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24FD5D-1C5E-6A95-AB8B-5608EA8F5F8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9928CAC-EDF3-C685-73E6-053049D4826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A22A054-E6A4-FF21-0D03-96F286EFA0C4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A03C9FC-B639-CBFC-D24E-74835ADEB32D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C8FD824-6933-35EE-8885-D8210549756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42BE1B0-A74A-E76C-6C2E-B1AA5B0EA416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22ED838-4E60-B1CD-EF6D-59692E6AC7B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D0B505E-5F8D-1BCD-F1FB-E92421B6626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0839B46-957E-1222-C52F-0278D2ABA96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0979BAC-4A01-D6C9-24BE-060ABE7FF2F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7BE7443-ABC8-D7E7-F075-B429208B24D0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3D0D877-F5E5-6E9B-2158-4FCD1E25A2E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7C76AF-3B7B-97A9-8BD1-1AAED72472E0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800DBF5-1E2B-ABBD-F0F7-87BB6360103A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3B06562-4652-A1BB-2C2E-4F1D29DC770F}"/>
              </a:ext>
            </a:extLst>
          </p:cNvPr>
          <p:cNvSpPr txBox="1"/>
          <p:nvPr/>
        </p:nvSpPr>
        <p:spPr>
          <a:xfrm>
            <a:off x="4143022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AE397CE-8803-D3AA-26CB-9B98A93936AC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12C823C-5366-0A51-2C1E-DA4DC76D858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0848093-BF74-7902-ED64-712F127A747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19DBEAD-61F2-50EA-6F5F-DBBEA4EB918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A7CFF2F-9059-12A7-EC69-667FB8C31A1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76D9624-8389-1CEA-0FE8-BC5759E95AA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3489B80-93D4-FD50-680A-06114AA14BB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32CDBD9-A240-A24B-3877-2F0C08273D6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02832B4-706B-DE56-9734-3C891EDA8075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E70B0CF-15FE-A471-D713-34461C40F9E3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3DC8B09-2E56-A8C8-D6F7-1F5DFF127733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FE692EF-5D51-8EDF-1413-3669A1A72B1A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2C62D4C-C6AC-2F4C-2A9F-E99B7937BD1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0981F53-075E-C50D-26DD-8EE75EE1052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08F1603-DBF1-D230-1214-9E7F2C1C7E9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2837446-4AFC-811D-7A5F-2379A8EB97E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2265210-8C64-8D85-28F6-0D07CFAA2EA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47401EC-BA10-F71A-B490-F91ACCA4208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2D5237E-5344-D0CD-9002-F237301646E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84F8710-91AC-107F-21F4-C6DF06A1D50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EA15315-88E3-59EB-98E9-68489BC9C8D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D0044CB-E445-DF37-7375-DF5E79E363F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A2594A-2884-0256-764C-4E98421352F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4EFD36-2504-BA6A-CA8B-FD07388710C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54D9868-1999-8E0A-2300-CDF8A94C1D63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ADF161-3887-7659-F1C7-2334656D35BA}"/>
              </a:ext>
            </a:extLst>
          </p:cNvPr>
          <p:cNvSpPr txBox="1"/>
          <p:nvPr/>
        </p:nvSpPr>
        <p:spPr>
          <a:xfrm>
            <a:off x="5147734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05EA95-7C21-89D3-1176-FEA54C41FF9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FF1F3B-F9E0-7B89-BCC7-62B953DB5E4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15A2715-6F7C-7214-1CAF-2D122A9AF3A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67C1903-97F4-64FE-607C-924672F40DA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6CF793D-B45B-A21A-8B4C-48BB363A1A84}"/>
              </a:ext>
            </a:extLst>
          </p:cNvPr>
          <p:cNvSpPr txBox="1"/>
          <p:nvPr/>
        </p:nvSpPr>
        <p:spPr>
          <a:xfrm>
            <a:off x="4645378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C4C9E91-B8A5-CAC8-D66D-BD761DEB50EE}"/>
              </a:ext>
            </a:extLst>
          </p:cNvPr>
          <p:cNvSpPr txBox="1"/>
          <p:nvPr/>
        </p:nvSpPr>
        <p:spPr>
          <a:xfrm>
            <a:off x="5147734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5970A28-20C9-C9E3-3D04-040A520397B2}"/>
              </a:ext>
            </a:extLst>
          </p:cNvPr>
          <p:cNvSpPr txBox="1"/>
          <p:nvPr/>
        </p:nvSpPr>
        <p:spPr>
          <a:xfrm>
            <a:off x="5650090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56F4A50-886E-A8DC-E180-1F554EEA5D6E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</p:spTree>
    <p:extLst>
      <p:ext uri="{BB962C8B-B14F-4D97-AF65-F5344CB8AC3E}">
        <p14:creationId xmlns:p14="http://schemas.microsoft.com/office/powerpoint/2010/main" val="2794300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6D67D-5353-17E0-DDF9-6EE289F0E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C6BC6BF-35C1-E400-30C2-5C3284A227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two short thermometers must follow the adage that a 1 on a thermometer must be on the bulb and a 9 on a thermometer must be on the tip.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DBE64B8-107D-E099-C7AB-081AF99826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D126CA1-22FC-4D77-D164-F070C8594E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26C3A3E-ECA5-F76D-B1DE-979CB25EE7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E8448BC-E778-EE8D-7B22-2084E894D5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4F265AE-4FEF-2EE5-A3B6-1564978D413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40D36B-5166-0F37-6283-E9E8FAB7BF34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342B00-324F-BF62-F6E4-0C4096B634B5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108F24-E0AB-D609-6587-7AF44AA50EC4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932060-98FE-9E6C-EE87-01C602483135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E14595-DF88-2DB1-EDF9-DEBBE93D53A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80A3F4-4784-96E2-397E-C2C001160E6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84CC3-4409-65BB-BC88-7A6485A0EA2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125E7A-2B75-17F5-6C9A-6F73273D10C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CAE3370-0EE8-9EE7-DD19-ED7E7FF192F7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68C68E-1BF7-C0C3-6830-5396C5E4609F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4DE2FA8-9C31-EBF8-80D3-6DCA9BB894CD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5EEDC2-1BF6-8909-7254-90FAC9FDC7F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548731-009E-2368-C4EE-61AF71B6A144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B1A47D1-EE18-0F43-C5BD-D83B654583E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14D3BAF-523C-6DAB-62CF-0225FF7D9CE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C7024DF-9EBE-B4F8-C351-80AA9EAEB6F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BDC349-0070-61BB-9514-1980F679320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2649520-228C-DBA0-4115-48B9991A0007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11FB416-4A0E-585B-0407-FE7D81DD7B8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41413A5-6888-D5F9-AC6A-4D87DF0AE17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95B2867-97E1-0C70-BFB0-E959156BA8F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A2E7E24-B440-3F9B-CF7D-6ECC786E0C9A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08B6B2D-8D70-4B3D-7C15-63C0E4A4A33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F1E8D75-6A86-DF1B-0B11-AE831C065B6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103A4E6-383D-D18A-8D52-5009732869A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5026947-9EDB-8AC3-214B-D6D5FF891D7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A95385-7E90-A65D-2593-E9D3552665C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6359E4B-C432-2A01-7BF1-D19B4A9386D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B403E9A-38CC-DC48-B0E0-D750E3BC0AB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FDE3E78-5710-1100-F684-C33EE7032D67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59BE28B-32D1-69DC-6961-3B1C49D160FD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B7302D3-BF00-B493-13D7-466E4DB6DE6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7C7DCDD-102C-9135-54A5-C176F7A40F4A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CDD83A1-9136-71C4-C13E-66FA9F579FA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9BEAD03-8698-E998-DAF5-61E8AEE3619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845557-3200-DDFB-1BA3-4E6DF865125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82FAD3F-B665-256F-9F1A-2EBD8A85CFF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A911C58-205B-CA96-A596-67CFC582ADFB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C09A790-2972-064D-79FC-FA0A3522A04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5217570-86E5-909A-1540-BAA26A5B0ACE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1722B5D-0CDA-0960-27D1-5712A47AECBC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63E0628-CD94-4110-5793-8793FCBE28D7}"/>
              </a:ext>
            </a:extLst>
          </p:cNvPr>
          <p:cNvSpPr txBox="1"/>
          <p:nvPr/>
        </p:nvSpPr>
        <p:spPr>
          <a:xfrm>
            <a:off x="4143022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02A1260-675D-8D7D-B4D3-1EFF28BEA44F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6AA10ED-56BD-AB6B-118E-8CE01F8993D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E49D77F-8DED-156A-875F-98034410E62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81686FF-1697-77BA-8D90-BE1819552D4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1F2E336-1A40-D831-22C4-2FCA4774FE3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85EDB72-7CC8-30E7-0EE1-F73D750D948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5756246-8E97-241D-DED5-E50589F0D36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47CB0A5-D075-2837-8B3E-E1809BAD113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02AEDA6-B79E-306B-B682-2D3694EAA947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2B0CEEE-A09F-B732-75B5-C651CDB631B7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EF4A3BC-3BBC-E8C0-FD6B-27B69301FE42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B681302-069B-A5ED-B853-616F0C995387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92E0A4B-A1DC-DFBB-8399-BF6E1FE3483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E0D53D3-1786-A950-4441-E2D59D2FEF8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9732FBE-D5C6-BD9A-B91A-95F1475F42C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7ABB4B5-2AFD-70BE-255A-A246347CD4F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59E9F96-097A-9ECE-14C5-AB9D35DEA15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EF6BDE2-6727-6227-523D-B1E5332ED22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F353420-CB35-821C-EF56-CE481A9CD2F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579654D-A2B6-E817-87E8-8F1A57F577D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7FF5FFE-3496-279B-3885-86513BBFF5E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192ED92-9522-B9D2-1F4B-3B873E5FA52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3078FC-B734-F463-A764-47009C73D91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ECC753-8D45-B450-D84C-4215338628F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855092-AFCA-46D2-727A-6DEE5D9B8B6D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4E32FFD-BB2F-DF4B-DDA7-0548AA88DD07}"/>
              </a:ext>
            </a:extLst>
          </p:cNvPr>
          <p:cNvSpPr txBox="1"/>
          <p:nvPr/>
        </p:nvSpPr>
        <p:spPr>
          <a:xfrm>
            <a:off x="5147734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484998D-9F73-3E2A-C8EE-BB288111737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B6D6619-B034-E617-12DB-62961F72197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E649B7B-D00D-0D56-B98A-2F3E1700B1F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429BEB2-9E69-945A-1FF7-350EFA3958B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B38AB0E-F1D2-CB84-DBE7-1E88E498AD5B}"/>
              </a:ext>
            </a:extLst>
          </p:cNvPr>
          <p:cNvSpPr txBox="1"/>
          <p:nvPr/>
        </p:nvSpPr>
        <p:spPr>
          <a:xfrm>
            <a:off x="4645378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DABCE83-EE95-0500-804E-6D4CE9F04B30}"/>
              </a:ext>
            </a:extLst>
          </p:cNvPr>
          <p:cNvSpPr txBox="1"/>
          <p:nvPr/>
        </p:nvSpPr>
        <p:spPr>
          <a:xfrm>
            <a:off x="5147734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EF63B3D-5674-70DA-408C-E2DE2E6CC54F}"/>
              </a:ext>
            </a:extLst>
          </p:cNvPr>
          <p:cNvSpPr txBox="1"/>
          <p:nvPr/>
        </p:nvSpPr>
        <p:spPr>
          <a:xfrm>
            <a:off x="5650090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6CB733F-9EF0-9DD8-331F-4763F5C14680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</p:spTree>
    <p:extLst>
      <p:ext uri="{BB962C8B-B14F-4D97-AF65-F5344CB8AC3E}">
        <p14:creationId xmlns:p14="http://schemas.microsoft.com/office/powerpoint/2010/main" val="22033146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23AAE-059E-F8D2-C9C6-5A2DC7AFE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80F459-8E26-D9E2-CFFD-F706BC0E5BA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center block, note that there five cells that must be within 56789.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E4B4B26-0497-3E07-911F-DB0E97E0E8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7FA18EA-8A49-B5C3-D15C-13F7423E05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CA4546F-9572-938C-A3BB-6070AD3552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821C778-7557-CEA4-F01A-0A179D355E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61316E4-5C5C-12D7-C1C8-F0A34FE4C84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768875-EA8B-4017-0136-5B353126236D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E9E966-7A87-EAC6-6AC3-663BC4C3A97F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E27E57-D3CD-CF92-B258-5F936A7B09A2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69284C-1340-FDA1-D72D-29A5E52D4D3E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E4DFE5-BC99-0BA3-FCD8-23963FADA5F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B17E63-C1A9-818C-F9EE-6C0B41C9C1A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C64C212-F950-31F6-D48A-6B055FB0388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ACA7E1-24D8-228C-446F-3C88980B9DE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62382A-DFA8-A5A2-0DB5-93D16414D0BE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8A493B-1318-8163-396F-F307AEB112BE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65F0F6-6AF1-26F6-BDA0-CBDA0714A598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079EEA4-6361-D1AA-A737-B19A222819E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5C84412-1CB7-2933-B168-1D199073FDB3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311DF54-4618-DB7A-0E7D-01025E25FBE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6D4C803-E3CC-61EB-E3F9-6A03D0EF26A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B14EF4F-CD3B-0C5A-6752-E747F0901A4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083F5AD-DDCD-AA7F-986D-DA9EFEEEFC7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10BB8F9-2A3A-5365-43EA-0F81E955B37C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9DF2053-093F-2019-DCF3-7CAFE6E5BAC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821192F-601C-88B2-CB07-76322A47FDF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DEF335D-BDF6-F1FD-DA8B-CC34A51F76C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A41A4FD-B3B4-8838-86EB-C757BA9A4791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F94453-F908-9FC6-C414-E556605689D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9E0BECC-6B8D-82B0-5181-09457CA21CD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D907F15-8F87-5E41-79F1-12473D0AE05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AA4F53-58A4-A2E2-19BF-9834D732E1A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C3953E0-067F-47BC-6E1C-561F549BB4D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ED169C9-94B1-F7C6-5C76-632B724BA3A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86693C5-A13B-144D-A70A-CDEEE93D81E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BC250F9-D432-9899-2208-E87919B00DAD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F99E571-B45E-8B58-9D72-DE02F46681E4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8F240A4-3924-F4A0-7E10-0E5FF1907D3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3F7D816-8287-E1C5-74D6-2AAF7ED64F63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D47D7D9-5751-E31E-EF22-7102DAEF5FB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AA4BE96-C508-ED4F-3F1B-1267967AB075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F3827DC-2F9E-E491-37D3-40B4A380C69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3BA5300-64B2-C752-A5F8-F2C2029987D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F0DCB2A-057A-557E-968E-B8EA93D20AB1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8A01AB-8897-550F-1A44-AC714B4DA60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AE18C97-D674-EC3B-4C05-8EE541A32D42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FC5C807-CAD2-12D4-28FB-11391A5D2A49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1557686-AA64-E992-37EB-028B80551D7A}"/>
              </a:ext>
            </a:extLst>
          </p:cNvPr>
          <p:cNvSpPr txBox="1"/>
          <p:nvPr/>
        </p:nvSpPr>
        <p:spPr>
          <a:xfrm>
            <a:off x="4143022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F7B4000-E4DC-498B-FC12-E8A8D14B08B0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463302F-6819-0EEF-64FC-673CD7833D1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5A801B0-1743-D1E3-6845-B6C8A9F78F9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08AB78D-C4D7-AD98-A02F-22B1F7A097A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BC01F58-91D0-C17C-7DE0-DDB48A2B2B9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0A227B5-CD57-E64F-EB07-B15BD6A1FA4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13EB528-B0B6-10E7-EF50-A5ACACA3119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3C263A7-9E3C-39E6-AB7F-CCFCD8C0105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88A8FDE-0D4C-7CC3-B5E3-268C085043CD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B91B161-CD95-FF36-F699-5DA93C5269AB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F8FA8A6-9A51-DBCD-2D4C-ED6E9D666F4B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5242215-5871-0A94-8989-549B47FFE6E1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0B6EDA0-CCEC-99C6-99D0-304EC2DDB1A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91AC9C8-C9D6-9A4E-7BD5-3918D77A944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E65BBA2-0738-3A85-AAEF-B02FCF094AA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99AACE8-DEC8-0F1D-C264-D8DD851E353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945AB13-DF6C-DADC-5DFF-A6FB6289AA8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EE0CD6C-01B6-C65D-6AE2-A87339CC9BC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8BA90DC-7007-028D-5281-831035BEBB6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9AB8418-5D57-3D06-06D5-AC1D21ECF82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FE25F92-8EEA-043A-8ACA-747BA2479F7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9B102FC-52BE-E7F7-CF11-0C5BB23C5E5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5B21BC-AF08-04DF-A5D3-AF44F5BC49C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335545-9933-26A1-8553-E3B9B787548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303BC4-0DD3-FDC0-061A-203F4C615688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96E84A7-B180-48D6-2683-D3A3227D9A7B}"/>
              </a:ext>
            </a:extLst>
          </p:cNvPr>
          <p:cNvSpPr txBox="1"/>
          <p:nvPr/>
        </p:nvSpPr>
        <p:spPr>
          <a:xfrm>
            <a:off x="5147734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36BEE4-7A9F-7699-DD4C-797C57F77A0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E22198B-FED2-BF3D-E4FA-9B730B2CD4A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77644EA-9008-F574-CF2D-6B58DD291FE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D92B09B-9034-2672-1E50-3AB6CB66CC4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569F5F6-A48B-00D1-231C-44924F080FB7}"/>
              </a:ext>
            </a:extLst>
          </p:cNvPr>
          <p:cNvSpPr txBox="1"/>
          <p:nvPr/>
        </p:nvSpPr>
        <p:spPr>
          <a:xfrm>
            <a:off x="4645378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77FFD5F-8309-CF8F-7D6E-68339E2B9D6F}"/>
              </a:ext>
            </a:extLst>
          </p:cNvPr>
          <p:cNvSpPr txBox="1"/>
          <p:nvPr/>
        </p:nvSpPr>
        <p:spPr>
          <a:xfrm>
            <a:off x="5147734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7039096-4A59-66EC-0D47-80902624BCA9}"/>
              </a:ext>
            </a:extLst>
          </p:cNvPr>
          <p:cNvSpPr txBox="1"/>
          <p:nvPr/>
        </p:nvSpPr>
        <p:spPr>
          <a:xfrm>
            <a:off x="5650090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59B009A-3B5A-6414-2BEB-B4D1F7FBD49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6367936-15A1-C271-91CC-C098F9EB50C8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775E56E-DF0B-CC2C-34AF-6A786871278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AC3ADF5-4FA7-5953-405B-68E790FFCED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BC2CCFA-47FA-B437-86DC-787C8EB4CCEF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</p:spTree>
    <p:extLst>
      <p:ext uri="{BB962C8B-B14F-4D97-AF65-F5344CB8AC3E}">
        <p14:creationId xmlns:p14="http://schemas.microsoft.com/office/powerpoint/2010/main" val="37500889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F216E-BC63-F08F-3614-D50727E02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BC49638-D482-5ABE-B729-B9F17FA3773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3B33F11-5B39-E375-27EC-C367A60A8C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6B15B96-6B0F-B7CB-B351-0ED73CB17F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55AE47E-4F44-AFE8-01AE-25082D71FB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23F0671-2CA3-C43A-4892-A5C20D267B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A041587-AC5E-6BFE-1D2A-4141FF7E613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5C1C18-4F0E-FC41-211C-D93FB69753D5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BD3A0F-C73E-3A47-8282-3B268170D29A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CF494A-C1AA-AD54-8FFF-31BA11994A9F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F5677F4-1713-438A-D87E-934CC9379EF3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C9E1AE-308B-09E2-541C-AB08A93AD72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F9BA30-F830-1D9C-670E-1D517C79FAC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DC9049-F2AC-2B37-61D2-9C93D6EABD3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CA5F65-CF67-1DE9-7748-B1022476D55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971CD7-9C2A-6158-CD55-D3FA03927012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A409B7A-706F-6C3F-122D-23976D5302C9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CA2474F-8D09-98F5-05FE-F023373EF844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4259E33-1744-03E4-0774-A4826F37658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9E2BF7-0391-9965-3A59-789C529A333F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84B8621-9280-938D-05B9-F81A1AB8483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03D588F-F2E9-6787-1D06-9D67FF0DC00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13B12D5-E812-FEED-F53A-CE97B3129FE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49EC21-0B6B-7CB8-EC29-6D8D626FB6E1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2085B50-CCCF-3367-5674-84CCDF8278D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C2E0A61-B07A-7BBC-CADD-6D867DDCAD1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F4CBA5-5C0D-26CA-8DBD-0624CCDA0BE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EF343B5-457B-8CEB-B83C-FBF3E8DB4679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4D19E02-9970-60C2-1C08-8857B7A9386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B447037-F581-616E-814D-264D69DDD66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73EC63D-6B5F-DB75-E8B5-DF856E846FA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02FC684-2989-B912-C9F8-6137310F7F5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E86AD76-FF64-A980-3608-55A45423CB9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8A7E922-DC34-34F9-0968-CDFDF8E553B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EAC45F2-EE1A-CC41-DEA2-F3D8767608F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F6B9D0F-3F37-AF71-C58D-03B00CC5D677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310FECD-6139-94BA-5A33-A2ED0025FDF1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3E289D7-D436-4356-39FC-7D88FC6BA17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165A151-19B8-8A76-ED9C-B62A6CB68B02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A8124E-9B27-3F1B-AACC-DDCAFA449A6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86AD0B-5F4A-A843-8A0A-033D6843534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14ECA2F-293F-7216-BD02-356337E8490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61DB95A-B511-5BAF-83E7-DF80D0DF889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3F6D3E9-8371-B16D-C741-4BBFB30C03BF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CB741BF-AF73-71CC-36E0-96C970424C4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5335A58-7E43-BE1E-15F8-2FFF7C15E393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529D23F-46C8-EC55-B0F7-197B9FB09840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DD23AE2-629E-0122-78FB-6317B19BC805}"/>
              </a:ext>
            </a:extLst>
          </p:cNvPr>
          <p:cNvSpPr txBox="1"/>
          <p:nvPr/>
        </p:nvSpPr>
        <p:spPr>
          <a:xfrm>
            <a:off x="4143022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296AE6B-BDB5-6A0C-BDCF-B2A2C05BC4E2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CAC3706-F300-83C5-CAA1-DDD3946D687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09835CC-2AA1-3585-AA23-99AA8B295B3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DF227A6-F52B-449A-3DEB-BA45D484E45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36FFEA9-3E87-DD1B-F3EC-4356714CF76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A29078D-EE1D-A65B-3CC4-0BDE03A15E4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B11BA0C-DB73-A288-62DE-E7E3184B44C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184EDC5-51FB-99BB-F8E3-2FB8C54D3C8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73324A4-E983-611A-5B8D-D9F322839FF2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333E1EA-55BC-138B-2422-9D2414F53635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3A6CE5F-0850-70CF-866D-F87F7439AE6E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3FEEB51-6AED-B705-6652-1D3DFC8CA8EC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7FF4430-E24A-A526-3DB4-093FB299DD8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290889-AF29-2AFE-9148-CAC7985A12C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4A1D156-517E-005E-CBCA-6F343F6151C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6E89C4A-26D3-D5C9-1AD4-275DA560D7B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3BF62AE-B0AE-E533-5296-36D55EA22171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40D98B1-CF36-3166-12A9-218683045A7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2F1D1DD-3698-512A-88BB-155EA713C1C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CD5379B-8BDE-B8AF-43C6-A797322001A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5A6D09D-ED1B-B6AD-AE17-C58DF318627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C6EAD18-3648-A09C-0659-91EB3CEA84C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CC4FAE-1D5D-4BDD-4373-0E08B744EA1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3FD1F4-DFC4-690B-1A64-961DF08BDD6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39E6F63-0748-D303-FC22-0290C2A45365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D2DB515-7624-3CDE-8808-38AD1759D942}"/>
              </a:ext>
            </a:extLst>
          </p:cNvPr>
          <p:cNvSpPr txBox="1"/>
          <p:nvPr/>
        </p:nvSpPr>
        <p:spPr>
          <a:xfrm>
            <a:off x="5147734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40E902D-2658-36DA-3059-76CBD589B04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28A1F6-BDDC-EE65-7D8A-B08A117DE02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7965811-962B-7DBF-1B1B-EDF421C800B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9917416-326F-0A37-7A2C-CB82CFA50F1D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E15046A-3363-E461-821D-E85FC2B6D5A9}"/>
              </a:ext>
            </a:extLst>
          </p:cNvPr>
          <p:cNvSpPr txBox="1"/>
          <p:nvPr/>
        </p:nvSpPr>
        <p:spPr>
          <a:xfrm>
            <a:off x="4645378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1CAB5FD-908E-2D8D-A79D-30D866B42A83}"/>
              </a:ext>
            </a:extLst>
          </p:cNvPr>
          <p:cNvSpPr txBox="1"/>
          <p:nvPr/>
        </p:nvSpPr>
        <p:spPr>
          <a:xfrm>
            <a:off x="5147734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AF51331-DAFC-D745-9666-55E332EAD336}"/>
              </a:ext>
            </a:extLst>
          </p:cNvPr>
          <p:cNvSpPr txBox="1"/>
          <p:nvPr/>
        </p:nvSpPr>
        <p:spPr>
          <a:xfrm>
            <a:off x="5650090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4C5C1AC-E087-83C5-031F-AD44D009C97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D04C57C-19D7-1E20-0B72-4B68405B2AE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1F5755D-044A-2185-7AEA-7462BBDAA0C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97CD28F-3CF1-1716-F5FD-50E43694A43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D02BF1B-08F8-DAC3-4848-496EBE402F7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01BD38A-D3F6-0E2C-70A2-4FD95546F549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</p:spTree>
    <p:extLst>
      <p:ext uri="{BB962C8B-B14F-4D97-AF65-F5344CB8AC3E}">
        <p14:creationId xmlns:p14="http://schemas.microsoft.com/office/powerpoint/2010/main" val="42147884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0D043-C46D-1B74-5ECB-7A292AE82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C10AF58-19F7-27B6-C19F-EA1FAF0F4A9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Clean up thermometer.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2C0B9F9-FA53-D68F-3961-9685C61D44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A55445-5F0E-D952-DC40-7ABB7159C0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FA8C421-1360-27D5-2C34-68E8EB4C6D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403CF86-8A7C-9DEE-2AA0-966A24492C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0A730B2-A741-3348-1F5F-3767040DBC8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F2D0CD-F216-103F-4357-539A8226252C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F4C380-CBC9-956B-A4E0-7D5B628C1542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545570-04BF-5E9C-3D07-359D356FFB90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F58B75-59E7-7037-287D-7BF55D20B443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7507BAD-58DC-FC54-7D9B-7B835AE498A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C3F5DE-80FE-F587-DF55-D81B76A7A6B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86D560-94F4-1CCB-FCDB-DF1C6A7615A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D2D443A-11DA-1E24-893F-30485110FE8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BB358B-3CB2-89BE-403C-C89AE39DFCE8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79F0DB1-D4BA-CC8B-2F97-43E800885CF9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1B0AC02-AC03-58B5-48F5-50A12FA25C6F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424708C-9CFD-2A14-D851-3A44247EFB2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6CDBC01-DD1B-5390-CE5F-2C0B6A613CCB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A729ABA-5232-6757-36DC-AC89EB27C3E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CF24285-DACD-B918-B36E-9771EF8D6CE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489C99A-CB04-C33E-00AB-AB86EBF1046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5E3217D-5DBF-68A2-3F1A-E4B9C6D1D0DD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D9F8B3E-D47B-E685-84DA-8A47091C50B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5FC497B-623F-B8D1-8F50-5C7797388DC2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2E84859-046C-CD77-FAB2-E5C5D72FDED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364093F-5FF4-B165-9201-4FC0924BC64D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B425A34-BF76-3529-391F-931064FC144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58818C5-4E66-E295-6E73-42917136EE1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D8A25E0-3421-E789-8F8C-D35EDD7F291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1AFEC61-FCF9-A352-BCCF-EE787A7CFC7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AF66F89-493B-69AB-D244-243DD89674E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0CC9E0B-7E68-6546-3D50-AC49D99CE86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EE553BB-DD98-2E41-A502-08137D448E7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C2BB185-2220-1104-0F7F-22092D2CC15A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15ECBA5-7CF7-4D32-04E6-0697F375923B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BC4E271-85F9-BC8A-A874-6A77450D07B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67D26EC-B846-1957-5AC9-93CC4B94765B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DAC987D-161F-CE39-A73E-2D1DF72AA4D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0196328-46FB-E71C-5D16-BF57E902F81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F63405F-BCD6-F1DB-9457-4877256E957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1902179-F744-56A9-B99B-B1A368BB6A08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FB0783C-C6A9-EBF9-0D59-0F2B52415DA6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D97A5A5-DB22-FFB4-2461-B091AC0BF3B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AA21D46-6DDE-5377-ED9E-C5AB84834310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5B91487-AEBD-F4E0-FCB3-710B3B9C3AE2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921CF6F-90BB-284F-047B-814911540E2D}"/>
              </a:ext>
            </a:extLst>
          </p:cNvPr>
          <p:cNvSpPr txBox="1"/>
          <p:nvPr/>
        </p:nvSpPr>
        <p:spPr>
          <a:xfrm>
            <a:off x="4143022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8EE5D2A-158D-EE2D-DF1E-8F92F24CC182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1F096D0-AE45-C328-7647-B201D3A2E3F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764F297-F705-8CE6-9A1A-73363F40EC8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F8D95D8-0778-174C-2D3C-C06077E7ECA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E9353B4-1D71-735F-3186-918BC87D76B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8087559-C213-EC52-2DBC-6B7EF76EC30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BBB9879-B2A8-FE25-37B0-C86CA4EDF48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8EA01A2-FFA3-5D6B-E328-A1508D6CB12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642AC7F-CC02-0078-2430-E1209B6E997C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579EC5D-E15D-E5C8-06C1-6D7992962985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CDA4D78-807D-4DED-F8BC-8C316BA4D54F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6FF123A-0EC5-29FC-19D9-0EE1D2D430BD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E36C56B-09C4-62D1-2EB8-AFC6CBC5E41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0B6270-1672-3E07-442C-9C7073D2996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B03E73E-118F-259F-0BC4-FD2E77A6036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9A36886-A5C9-ABD0-E2F9-ED7370484FD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1E297A2-F655-58F7-3679-95BEDA8F38C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B0E1F10-7745-DE1B-F121-4EA39D60A0D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3BA3DFB-5B1E-D83E-6568-5D918945562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3DBE1A5-A82A-69A9-DF5F-DC70D66E1F2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2AF377B-08D7-05B0-EDE0-C78303FA9F9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D543B94-446B-A4DB-0A8B-3659297BBE1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E2DEB4-6816-4127-C77A-112908BE397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BA32B1-ECF0-E7FA-E1B3-DFEDFB2A4F0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4ADFD1-0FBA-7B34-8CF5-2CF550E9D3BD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CBD9E5-EB30-F07E-2632-14DBCE646AD8}"/>
              </a:ext>
            </a:extLst>
          </p:cNvPr>
          <p:cNvSpPr txBox="1"/>
          <p:nvPr/>
        </p:nvSpPr>
        <p:spPr>
          <a:xfrm>
            <a:off x="5147734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4FD260-38F3-6E25-DC31-DA51B47E998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08C1F97-C32B-80DC-911E-8385E707BCA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99D3C26-1AAA-787E-F84F-FF1E6FD9455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0B2AB5B-4A4C-0283-6008-A6EBEF1BBCB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6388E66-E953-9CB7-D944-E156BD826FA8}"/>
              </a:ext>
            </a:extLst>
          </p:cNvPr>
          <p:cNvSpPr txBox="1"/>
          <p:nvPr/>
        </p:nvSpPr>
        <p:spPr>
          <a:xfrm>
            <a:off x="4645378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81C097E-1E90-916D-FF31-FA83CF7974ED}"/>
              </a:ext>
            </a:extLst>
          </p:cNvPr>
          <p:cNvSpPr txBox="1"/>
          <p:nvPr/>
        </p:nvSpPr>
        <p:spPr>
          <a:xfrm>
            <a:off x="5147734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707A905-EC52-E5C7-DEE9-7CFA93F5B411}"/>
              </a:ext>
            </a:extLst>
          </p:cNvPr>
          <p:cNvSpPr txBox="1"/>
          <p:nvPr/>
        </p:nvSpPr>
        <p:spPr>
          <a:xfrm>
            <a:off x="5650090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C0A9306-276D-38AD-A427-B4293BA0FB0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38E4EA1-B1F6-7D00-CD5F-A5A018E0984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572DE44-07F0-2C16-3E10-E3967EFC2E8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4765B2E-28E6-CE85-0302-5F29382E3CE8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BFE53FF-8EA2-829E-11E5-E48875D8032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7AE86C-4C93-F89C-0C7E-3A82D1E1A1B8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</p:spTree>
    <p:extLst>
      <p:ext uri="{BB962C8B-B14F-4D97-AF65-F5344CB8AC3E}">
        <p14:creationId xmlns:p14="http://schemas.microsoft.com/office/powerpoint/2010/main" val="9985319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E2476-F60A-0EF2-04D1-223751DAE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72797AA-54E3-76AD-BA61-F763D838E2D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center block, 1 must be in Row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96D0B4F-3A86-71F3-16D6-D01789E41A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11C40E6-F982-042A-ABD1-D5FA2FCBE8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947B1CA-C5A8-7013-D286-EEEFA10A34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D53D970-7965-9B99-C37E-CF09101F2E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4D7E9E0-FCBE-46F7-F832-BA42210CD0F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1F74E7-BC1D-9225-46AB-790D791F5283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A35BC1-F7E0-0D7F-3642-5FE8651ACA1C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6A3AB9-9683-1F04-F656-75228AB07CB8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400BC2-A5F3-08DB-49EB-1D731180B8E7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69CB5C-5AE3-D24C-ECA8-E05C05D6C47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3F603AD-5AE4-453F-2958-FBE16C88EF6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E8A7F3-C21B-09BC-CB68-7549B032865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FA01E5F-3E1F-EBDF-A8D0-6D7F7DFE298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DA48C0-0EF3-EF4C-EF3A-C5E56F5C2378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7401991-585A-E4FD-1318-01FA484260A2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6CCD457-C9BA-F47F-0039-8B76C34E00AA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620A2C-7C9A-81BD-FDA8-431A474118B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2BE6BA-8ECF-33CD-F337-F4C5AF169358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47C188F-F9EA-D8A9-A9BD-45EA8F0654F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6B6430-30AD-7311-2FE7-0F1DBD0A15B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05FFCC1-69F0-C353-9592-E6F62F37825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666386D-9961-907C-D819-97770DF0D454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C3A1B20-97E2-97A2-2DF9-49A8D661EB3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DC7C324-73A2-2894-E288-432464A9046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AB4DB19-6975-1E13-56D1-93583139E8B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44D5D73-2BA9-1A3C-7037-90C409B058BC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175F1E-F108-7711-FD4D-C8354313DFF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8C9D2C-2E5A-2C09-F1F0-61564F179ED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A86CC7E-AAEE-A785-B41D-09B6FBB8B9D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B14DF94-0824-51DA-31FE-E4036330506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B5D192D-9646-0578-423F-F6BC664E7C1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EEF980-9EF3-B877-370B-41599AA6F1C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F2301F2-7651-5240-A6DB-F6BD3B2F247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A1F6C2-A3D0-6C9E-D054-3B8A48A0F396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A388BDE-81BA-561E-5A7B-0523BD9F4296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E9263EE-0661-B417-0981-030F2D609AE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8C654ED-5964-2E92-8D4E-0D57B3DB0825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FF38395-4311-7547-D2C6-F6F3D5EA46A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9CFBEF0-043B-9864-71CE-1775B01A519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59E58E1-4073-542B-79B8-9B9C808D295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1075A0A-3166-654E-3558-87293F7886A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AD06CF3-8D0F-1DC1-10C2-F5FF40DBD0A3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B7E456D-C717-1D9F-EF8D-2AF1926FC09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9BFF0D2-2943-9505-FC27-3BC9A2183C62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5C42EA4-63BB-7074-0F12-0733A61B5BAF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9EDFFF6-BAE9-BB88-90C4-5B4DE0F6CA4E}"/>
              </a:ext>
            </a:extLst>
          </p:cNvPr>
          <p:cNvSpPr txBox="1"/>
          <p:nvPr/>
        </p:nvSpPr>
        <p:spPr>
          <a:xfrm>
            <a:off x="4143022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C7F0B75-C19B-12C1-DC87-A48D399084F4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8A7575A-9470-F157-38E4-47EBBF80077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FAABF7C-F27A-26A5-8960-73522676A68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D944A8C-B002-C7AF-526B-8B126BF77D7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2CF39E9-0409-E7FC-336A-1564111EA73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1F40103-D2AC-3EFD-E460-814DEC039DD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759D6C2-392C-AF08-6E44-A00534F8D2A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D19DBEF-F3EA-E040-06E9-11B36283B5F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306943E-23A4-6D5D-29FD-25A6939DF265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FD720F2-A832-89C5-96CF-9B3649133F7C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BB283A0-2A78-6CEA-2245-3CB238B8E618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39FCEF8-93A8-4B55-D856-7485E6501380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D12B275-ACC6-FEFF-1992-13CFD7E6956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273B90A-4898-9C69-CFDF-9509843B01B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A23D55C-1C6B-0114-309B-53E4BD7B14D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A1D5087-40E4-4393-0D91-DF5EB1025F2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1E64CA9-A375-CB47-4F89-5619EC00686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9CA3E05-897A-DDAD-9E63-1F4D3163221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01071A9-2FF2-FE33-6DB2-F8930497A67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1AC65DC-7899-8E24-DAB8-C9175690D20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3C77655-2824-2CEC-14B6-5D314D98671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475D090-3DC7-171A-9B1C-AF6D8A1B90D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99C1446-3DB0-6F81-057E-37C523F54E1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F9CB48E-BC75-FB29-24B8-B96DA4D83E6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20EB98C-C4DC-35BF-328E-86DED7BD273E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9C8AE5-2B25-73CE-2C1F-FF2E13D434C2}"/>
              </a:ext>
            </a:extLst>
          </p:cNvPr>
          <p:cNvSpPr txBox="1"/>
          <p:nvPr/>
        </p:nvSpPr>
        <p:spPr>
          <a:xfrm>
            <a:off x="5147734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247CCB-E5A0-8456-5AE3-7BEB9D9DB20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C61B8B-D8E0-BC30-093B-812612A864D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568B6E-9BF6-4FB2-2F82-7312C108D97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24DCEF8-A05E-D839-2C4D-F287FEB39C6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AA13399-1616-9E0A-B5B5-4FAE4122B7A4}"/>
              </a:ext>
            </a:extLst>
          </p:cNvPr>
          <p:cNvSpPr txBox="1"/>
          <p:nvPr/>
        </p:nvSpPr>
        <p:spPr>
          <a:xfrm>
            <a:off x="4645378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FB2EB8F-B4A4-3FD4-3F01-1947D416A797}"/>
              </a:ext>
            </a:extLst>
          </p:cNvPr>
          <p:cNvSpPr txBox="1"/>
          <p:nvPr/>
        </p:nvSpPr>
        <p:spPr>
          <a:xfrm>
            <a:off x="5147734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9E1EBF8-A94B-C03C-FB1B-70D79135CCB0}"/>
              </a:ext>
            </a:extLst>
          </p:cNvPr>
          <p:cNvSpPr txBox="1"/>
          <p:nvPr/>
        </p:nvSpPr>
        <p:spPr>
          <a:xfrm>
            <a:off x="5650090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759D23E-FDA1-5A1E-FB04-1DDA53DF93F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CD5DD6F-08C5-EC85-8238-A0C9AA1CE4E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5BA1DFF-F7C7-E6E2-599E-AC7194850493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D937F4E-0AF8-DDA1-5891-45CE9C62935B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35D0238-D4BC-94E5-F596-5947DEF2400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4ECFE26-E9D3-C561-9FB6-BD98099A41A7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</p:spTree>
    <p:extLst>
      <p:ext uri="{BB962C8B-B14F-4D97-AF65-F5344CB8AC3E}">
        <p14:creationId xmlns:p14="http://schemas.microsoft.com/office/powerpoint/2010/main" val="370924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7AC3E-D5DB-671D-F4D4-B1EC41440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641398-9F26-4C9A-F222-E98238D86CF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top left block, 2 must be in Column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1ABEA03-8755-961B-F006-ACFB1ED1A7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437DEC6-AFEE-94E0-361C-47BD436D33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2962626-53A5-EA8E-C645-F3FF40F0C2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EB34319-84F5-7A63-41ED-E08C899399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1369BDE-AD0A-6315-96A9-3B1389173A2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6348A2-5123-442F-76BA-C4C6CEA97785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617F0B-2105-BFC3-615B-8707322415AD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1CF1CC-7792-D1B4-EB9C-1F96D9CE237E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2021915-7573-62EF-6F55-41891B123CEA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E20C79-734B-27F5-24E3-B29220A3747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0AAB9D-4FC4-7654-E4E2-E1EBB48B281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356F85C-A602-6F00-2810-1BDAAFBF8A7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761E02D-6A6A-5F4A-88B1-F236695A99A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78265D-EEF3-77E2-F8BC-A757CB84BB75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16DC392-8DB4-98B2-4896-14CBCA28A58A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459D21-1440-7A7E-0FEE-7D4AEA88F584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726F94-E537-0889-079D-E902D62961C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E534661-FB0C-81DD-BEC7-EB54DBAC1135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1166A9-CC68-1855-4D7B-29FEDBD0A29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92AF9D0-5963-5910-7CDE-040BD8AFF4E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61A9D00-0D96-E818-AED6-CE5CC3709DE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B57C879-84BB-7882-7FB4-AADFBFF29ADD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6159E9B-074F-D201-BB3E-4260C6831CB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8BB97A2-2C84-3606-A7A5-23580FD3733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EB651E3-54FE-D3A0-2315-A696EC71D08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EF5445-3546-BEAD-0E2C-064B451D7742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832B2FD-0B56-D69F-778D-533F6DE821B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876864-7E81-0B51-C3B9-5DFABF41092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69DB1CC-B47E-54BD-5BB8-77B2FEEC384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CADFC2-FEEE-6C94-41E6-5A33F795D46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E7E2D4-9EAA-6B30-8CA5-9710D879235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01691D5-E7C2-20EE-301A-A4A8BF4D1A4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B377BBC-5014-EF54-20B8-70221E2B67D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E6B575-28CC-2D3D-BA81-7CBD121B53FE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094BA31-CE46-70C9-4DC4-95B3460159B1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33C2E7E-7E11-6564-77DB-F6F261672DD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BCB1A82-BE50-E972-7E80-57772B3B4861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4DE058A-230F-58B8-BEAE-CE9304061A0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54B2F2F-F654-8178-3643-F8FBDDC1A97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A610B8F-68BE-5FC4-0CEB-7CF7E8C48DE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E223535-3277-C308-A05E-E0DF08092F0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D4D9ED3-38A9-263F-622A-72192EB4C495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DD2A50A-C84D-0328-7EA3-D368597C82B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DA8D806-AFF4-91EB-8935-2840EB4A018B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E20820B-1C6D-81D9-3984-CEBD9F1B7355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95815D4-9C24-74E5-82DC-EBE30A06E224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ABF6DE0-222A-EBA4-3FAA-5F48CFA2D16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529A589-3840-C245-CB3D-A53C94ED9FD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0F2230A-42E6-6534-44CC-06F7CA40DEE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9A7D6DC-726F-D1C8-E9E8-85526ADC88B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973E15E-3464-1254-803F-5581914D381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0416B72-AD31-E731-ACCE-DE894EBFD3A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E0B619A-A058-3944-0DD5-6CFEDCC356F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E178E3C-8C92-3E97-D7B2-9C74FD06AD6C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786EFDE-D6E3-30F3-465F-7400EF6D378E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7CDC5CB-584C-EC36-50D2-40FC209E4E15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B4E17F9-C65E-4FE8-162F-72C8F3EA13DF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8673A67-6FF4-8A85-2E76-09FA080D701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1D7F91D-E84B-544F-D98F-973651D5C53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BB853B-3969-2DA7-E998-30E11596A08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0F1EB5D-9A3C-6991-2D90-EC8A2A03D9D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411BA68-3EA1-CC82-E631-9D0BB2DF700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7136E0-5608-BBD6-BA09-AB7233F4A66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5111396-67C4-680F-4363-EF12E492D0C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1BA3B89-3823-1406-72F9-76B818B1D75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FBB3068-19E3-558E-05AF-BC599B0EAA5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FCBFCEC-DD98-B814-9B0B-26EC10115A3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FDF3D2-4729-C60B-4ABA-4D89FA833BA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B04A89-FBA6-6A98-C963-6F86051AA02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F6A1853-C019-ACB0-7EAB-CE9E349ACC13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DBFDB1E-2A6F-5C30-B408-32976C7BB945}"/>
              </a:ext>
            </a:extLst>
          </p:cNvPr>
          <p:cNvSpPr txBox="1"/>
          <p:nvPr/>
        </p:nvSpPr>
        <p:spPr>
          <a:xfrm>
            <a:off x="5147734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F91538-AA0A-46E6-A241-54C1FFEF3F8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BFB519-22EA-AC85-D1BC-015F4A41806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3411A81-4236-6BC3-F445-0DB4F84C927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F747037-48CA-D884-FD54-BF262EAAB57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A7C8D5F-147A-E3D9-5C5C-7245806F0778}"/>
              </a:ext>
            </a:extLst>
          </p:cNvPr>
          <p:cNvSpPr txBox="1"/>
          <p:nvPr/>
        </p:nvSpPr>
        <p:spPr>
          <a:xfrm>
            <a:off x="4645378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B9B9337-47CE-DDD3-B8F7-82028E308317}"/>
              </a:ext>
            </a:extLst>
          </p:cNvPr>
          <p:cNvSpPr txBox="1"/>
          <p:nvPr/>
        </p:nvSpPr>
        <p:spPr>
          <a:xfrm>
            <a:off x="5147734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AB8DC0B-DD8A-31BC-C82C-5AEBAADA322F}"/>
              </a:ext>
            </a:extLst>
          </p:cNvPr>
          <p:cNvSpPr txBox="1"/>
          <p:nvPr/>
        </p:nvSpPr>
        <p:spPr>
          <a:xfrm>
            <a:off x="5650090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9474236-05C8-2772-F210-8970A60F0B8F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A3752BD-D34C-E1C6-20D7-6BEC7CE378B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4B54B55-6FCD-8136-970A-AE4EE0BD2764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61879E4-ACEE-9A95-631D-5971C45893A2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63CEBCD-093D-03A4-6176-2165EA40943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0937A21-E032-C0C8-E010-1D553713F18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343E02E-D23B-319A-FE15-5B562AA19B08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</p:spTree>
    <p:extLst>
      <p:ext uri="{BB962C8B-B14F-4D97-AF65-F5344CB8AC3E}">
        <p14:creationId xmlns:p14="http://schemas.microsoft.com/office/powerpoint/2010/main" val="14858026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4C5FD-8E67-EF9D-5D20-7DFC39D47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D3E434C-C5B1-63AA-5F02-0A074E308DA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1 in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9F30B09-B5EF-9DCB-F187-B87CEDBEA1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436B672-6FD3-3954-4F56-F17167D17E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597080F-CC16-FE2D-C611-6B242F46EB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BCB51E0-234D-2BEB-2967-A3BDE5AA1F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AF0B7E2-2825-2EA8-C61A-B7E4BA8EE79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185BEF-FAED-6B62-DA36-8D2C29CF6AD4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8889E3-71A8-47C1-C3C3-1FBD21ADB726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A935AC-3023-93D0-1630-A9942DAD2490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1BF3D4-2F61-E02D-1D83-2ABF9BD8E46D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5CC55E-002B-F51F-4AAF-7314B0FCC22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27E4333-FC1D-1EE8-66CB-AAD7D6D7A0D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BBFAB0-040B-68D7-FB08-036B93FEC92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E20607-3BCF-51E6-90B4-B24F507A9B84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17D91BD-4FE5-0A40-E1E5-FAF5DB77D015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1EEA93-27A2-87A6-DE54-D98A5ED8EF00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B939969-7826-7C42-67E6-D4ADE4E75367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E8C5421-126C-89BF-92D7-7C36EC51BE0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310F88-2C28-8385-1DBC-8D8BF62EB4AA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172E466-C38F-A751-AE00-178681D0714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6C6C6B-408B-4052-A962-6A006B1BDE3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800E71-E17C-6497-FBB4-1951A6FEE2C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23E10C4-CE1A-5141-1420-8E965E9136C8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3EF2014-C5F5-0DD8-74F2-B1BED846FCC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998FA7A-5942-8516-2D0B-1E82DBAB72E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53213A4-7235-D40A-5DD1-7BF90663F5C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7C9EBD-1E90-6323-D770-75961C68E930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481A2CE-8289-095B-0B99-BAD39C8A0CB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6D6E202-5270-DFA0-CD7E-02B594833D8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DFA2D6C-9A70-530A-D9D8-72E6EE63F06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13B9FBE-E5F2-52EA-2BFC-D860AF4E012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D31360A-CF6D-CE0A-8EE8-A0201C2746D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4813754-38FE-F2D6-44F8-3EC792D7495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420E65-99AB-106A-5158-65ADF5C545C8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E12A1EC-D341-40FD-BCF1-5397CF749E04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2DBE9AF-85FF-10B5-7091-4D1C4706D52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9356B73-0578-33F6-BF2E-948498DF489F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05EEBC4-92DC-3D9B-3268-7D82F9DC1B1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E52D6FF-EEFC-F17D-06E8-16F64EBCD3A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A83195-CF15-C65B-4A15-3908859B8FC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871C9DB-35C4-6AF7-04CE-40BACF22F07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1ACDC29-D54E-E310-54E6-7BEC1E35A5B1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3A05FE8-D89E-FE74-303F-D1825695CBF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33E209A-E05E-6249-98C9-8A965D75B689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8C1262C-023D-BE90-05AD-600296090226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15B6F4A-A462-D5B3-EF85-48625BDBF058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47F55A7-31EF-2F66-A5E6-DEDDBAE6FC0F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EA4DD1C-9519-20D0-8629-46403257DCC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742174E-F738-F763-6EF2-8031A8BB110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CC3E41B-B2A7-2B5E-5957-2056CD72E90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2073D6E-4C6B-5E22-E380-A8742463B7B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BDEE55C-8F4E-17DA-2044-D0B81AC1BBD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C88233E-1505-6E0C-BD24-CCA40AEDB79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88B3974-4B9F-B31E-3DDD-E3240F722AC9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00BED29-D020-B9FD-4BF0-750136A614E0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31B086-5688-06F8-D9FE-3BED22678CD5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885018E-E3B9-2956-BA60-5210D921E86D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4BB67D2-771D-A755-C101-28E576063F7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95C35BF-D547-11BA-42C0-8C2C52F494F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BF5359B-97A2-D294-129D-83D0252015F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7072334-1E24-B09F-BF8F-1740ED43807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5D81A5C-B732-78FD-042B-12735287DCD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9C9FA53-8795-F399-FB35-FC5336C3F82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1A83916-375B-25D7-11C9-DABE6159CB9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DBD5827-4D46-C525-1265-CEEC314A174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A214173-6013-95A8-5D58-4D338AB2177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5E4A2D6-DAC7-5A5C-DE03-40E570EC389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0EB028-4308-051E-4BC5-C0C93E2FD72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C70A73-4369-FD4F-CF69-80E150B0BDE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023D14F-D167-81A7-116A-A9ADA5F9CA47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EE86442-5541-4B80-9BE4-3D1AFD1E7266}"/>
              </a:ext>
            </a:extLst>
          </p:cNvPr>
          <p:cNvSpPr txBox="1"/>
          <p:nvPr/>
        </p:nvSpPr>
        <p:spPr>
          <a:xfrm>
            <a:off x="5147734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6280ED-BD04-6131-26CD-0DB6115F3FD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9276FC-5882-9B7A-4329-9CA1521BE24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EAEC3B6-068E-6D5E-E090-274AAA1F2CD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F7055C-E1FA-E3ED-20DD-E6CB6BDACD1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DB1215B-6EEB-590C-098B-7028CF76D5E2}"/>
              </a:ext>
            </a:extLst>
          </p:cNvPr>
          <p:cNvSpPr txBox="1"/>
          <p:nvPr/>
        </p:nvSpPr>
        <p:spPr>
          <a:xfrm>
            <a:off x="4645378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119DBB1-66A0-D9C1-2673-E99D14562EE0}"/>
              </a:ext>
            </a:extLst>
          </p:cNvPr>
          <p:cNvSpPr txBox="1"/>
          <p:nvPr/>
        </p:nvSpPr>
        <p:spPr>
          <a:xfrm>
            <a:off x="5147734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E8745F3-A650-23F8-E273-E54E75B2B404}"/>
              </a:ext>
            </a:extLst>
          </p:cNvPr>
          <p:cNvSpPr txBox="1"/>
          <p:nvPr/>
        </p:nvSpPr>
        <p:spPr>
          <a:xfrm>
            <a:off x="5650090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7ED7680-ED3F-A531-102D-CC8A4F88C48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A3EECF3-645B-6D39-D245-5067AFFB831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A22E3B6-E7E4-1DBD-53A6-646B5B5BEB3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0C33263-3AF1-31EC-2FBC-3DD2443A081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B247D71-CA21-250A-C4C8-B39001A9C89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63191EB-C7F4-4956-F50A-9D0E47B0C32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011A05D-FD49-6978-1A74-AC781648D96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56BCB95-9D6C-1B42-8976-46A58568B0F7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</p:spTree>
    <p:extLst>
      <p:ext uri="{BB962C8B-B14F-4D97-AF65-F5344CB8AC3E}">
        <p14:creationId xmlns:p14="http://schemas.microsoft.com/office/powerpoint/2010/main" val="37556774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3AF71-75EE-C04A-47E3-079A99507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694DAE3-39E1-1E2E-632A-B204A1C8A87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21DDE90-5EC6-07AB-640C-0ACC95A21A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30F14A8-7B0E-F3E9-10D0-067A6ACC57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FEBFB6D-30A3-C406-9444-68B6A327A9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2AC987F-9B12-7076-E75F-58314DAB5B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6E51F90-D2F2-05CB-B46B-6DECB0826E17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1A92CE-8A37-0FE3-2507-A69090DF4875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46ED62-4645-11F3-138E-89454EDE90D4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AC015E-5A39-1402-A5C8-2183FF6AFE21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4BB63B-21F3-C0BE-06EB-91BE789C451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C59885-082A-C392-B7E9-08A0590A96B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0F6DDD-AB83-61D1-9C6E-B7A32CD467A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637FF01-609D-E66F-E2FC-8E7261184C8E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1A80CD9-325D-ACAB-3964-9D49952973FD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363CC5F-1E6F-6DA4-6F47-5354622ADBEC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256718-AD90-B61D-FFAD-A26C31874D8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1DDFD62-13C2-AEAA-012A-360A0A28B61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E774764-E11F-8600-5FE0-6CA42FE78C6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DD1183-AE39-3769-34BF-FDDA8247351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DD7814-B920-F4F5-4188-AC2F9901DBCF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C4B079-DD9F-3262-71E9-09702A68EBA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C45D1E9-3F32-EBD1-7EF3-382DE645C2D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D32859F-4FE9-1FC6-97A8-67DDDA3D4D3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77576B5-6A5E-C9EA-8457-6150EBB9D963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4DA0FE4-7660-4E2C-6711-9C75F8C084C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A537359-AA29-C2CB-D9AC-1FC9D021436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7A36EE0-51B5-CC9A-804C-B5F913F3436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53BAFF9-4DD8-4A88-5E53-A21DCBF48D2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CE5A58A-1A97-D33D-39F7-38C227EECA5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6BE7C52-0D18-B523-6926-2D2359DC822A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D48DE29-D8AA-0A21-BF13-D60AF1A0605B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3B61E7F-E458-9389-81C0-9E0011ABAD0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907CD72-3CAB-1D59-74F4-A610BE0FB50D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964CEA8-2C44-9281-D493-A3B82D59C0E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9C3D07F-30ED-F234-D337-2B0F87AC343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D4312E4-D096-19CF-B615-5DFB284D228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D5A3FDD-1704-412F-44E7-129E781ECEB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0210584-94F4-E1CF-4C31-0C652C77101A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89CE03E-5421-F20D-CABD-B5E37EA12AC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F28EBF2-43E1-BCBA-514E-D37E1910E065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EB26C9B-A0CD-7534-BA9F-A025FFFBFE7F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0D2DC5-7915-1624-D651-FF8534C617CD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0F2FA71-8007-18E0-F7A6-F2ED781A17A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61333C4-B520-C597-4CB6-8D5A9023E11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F85D791-CED9-6078-8420-BB7C7831F1B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E8DA95C-5034-F2FE-9401-096064FCA4F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B6DC30C-CB6C-3A27-1810-B2098D572AD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E983552-9DC9-D648-F92A-8D9C73DE011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6FDB93D-1B86-33C8-A578-1A4EA1A447F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629D620-FD09-C478-F59D-5B704D9F5AEA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6D00876-B11B-0048-C362-EAF837F69B26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3A97624-9191-AF24-1A79-1EB6812C0E69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DCFF70E-44B4-C268-AD75-A4F12608FB2F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F32808F-F0CA-75BC-AD8E-D97F188345D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DC44CDD-DC1A-3091-649B-A74423C58B4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9AFBD56-6712-E82A-18D5-FE0F89A3BAE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8CCD11E-0642-F0EB-3CD1-DBB136EFF99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C5337FD-E8FA-6127-E01B-C4A42C91BCC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70E5FDA-5254-7F5F-F28F-EABAC7F7071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F0014EE-8C50-54BD-DF2E-F9C1712571C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FEC8498-D6A4-4639-FEBA-AB84718F226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F53818B-E315-40C0-942D-588D50263FC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E41DA9-020F-61A8-0FF5-DCF2B05DB79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0AE198-2354-E43F-CD16-7179CE3ED4D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0413E6-6E16-BBB7-1C35-C1A4F4AC3BC5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F3740FB-9B0A-39F6-9DC4-845ADE735167}"/>
              </a:ext>
            </a:extLst>
          </p:cNvPr>
          <p:cNvSpPr txBox="1"/>
          <p:nvPr/>
        </p:nvSpPr>
        <p:spPr>
          <a:xfrm>
            <a:off x="5147734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0DFF8E2-0158-730A-718B-11AD7F3B089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AF4150-1D6D-540B-D44E-E084779369F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B6DF43-98ED-60A1-6E68-1C30A6C4062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87B433F-4268-3086-2C0B-37CDB52199F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498AA5A-DC65-8C36-0BA8-FF7FCE97B7D2}"/>
              </a:ext>
            </a:extLst>
          </p:cNvPr>
          <p:cNvSpPr txBox="1"/>
          <p:nvPr/>
        </p:nvSpPr>
        <p:spPr>
          <a:xfrm>
            <a:off x="4645378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414D735-85A0-2EBF-2574-AC0EFD9E026F}"/>
              </a:ext>
            </a:extLst>
          </p:cNvPr>
          <p:cNvSpPr txBox="1"/>
          <p:nvPr/>
        </p:nvSpPr>
        <p:spPr>
          <a:xfrm>
            <a:off x="5147734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A35FCEC-D75B-8899-0620-DF8A73A91159}"/>
              </a:ext>
            </a:extLst>
          </p:cNvPr>
          <p:cNvSpPr txBox="1"/>
          <p:nvPr/>
        </p:nvSpPr>
        <p:spPr>
          <a:xfrm>
            <a:off x="5650090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B1A717E-5159-9F3B-4599-BE77FD76DFD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82D444D-783A-B027-E170-E318F32763D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3AF3CD4-3DBC-5600-2105-4AA457BDD1F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A28423F-61A9-587C-D2E0-8F5CDE32266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09B606D-638B-AECF-9C07-8C2AC9B545D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8D7E93-BAF7-C639-310E-613DA57DB2E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468FE1F-E94B-C451-4A81-8CC9F18F93AD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2FC28EF-6120-F314-D2A8-1DB3EEA2B68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6466352-D236-A9AE-CBFA-383D44E028E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C18B022-6178-BE50-BB2D-767B12D9AE4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EBA47E5-96C8-C275-AA7D-6E0783FEE7D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0ED1CC6-563C-8C44-119B-1609DE25B13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BDBF4D1-F100-EB87-6322-FBB8BE7D7C1C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</p:spTree>
    <p:extLst>
      <p:ext uri="{BB962C8B-B14F-4D97-AF65-F5344CB8AC3E}">
        <p14:creationId xmlns:p14="http://schemas.microsoft.com/office/powerpoint/2010/main" val="535598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B5600-8B62-16EE-3BE0-94001AF56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C732237-C9DA-D169-81AD-6B2EB99F063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D5FE253-4735-3C9B-7555-81C25A54C5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8C505BF-8467-AA6E-7AE2-873E6B7E20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7EB7CAA-BACD-8A71-6C28-EA6F396776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0258321-4C93-C723-41BD-9872A30F17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E9C49D3-38B8-9876-95D7-FFA8FE8FECDC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71D2B1-3386-5382-08F5-DCACAB1A7CEA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203BDA-A761-AC82-AE5C-28E99525448E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4C023F-76D6-7F57-3266-9B65DA0BF03A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2F6913-257F-D581-9168-D34DC4932FF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6850A9-8D77-CFA1-356B-BA455D23067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EC086F6-28D1-CD2B-3C8E-80FC0D9CDB6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499DD9-34A6-2907-AD9F-16E8A65D69DA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AC6501-3EC4-98BD-0AB4-DD268BD4AEEB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A650B7-0950-62F7-730E-B61A3F286B1E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3E2E998-7B52-97F8-70A7-DC7F2BC0D67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16F9A00-376C-5E43-EA32-46D21667D6F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BD694F7-ED14-87EF-1FAA-E732A8129A7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5F1436-B999-45EF-3654-639F06E57FC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F421252-B512-80EC-E9FC-C30CF126585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BABE48-BC6F-0B63-A532-BAA24154EC7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815732C-23FC-B99D-D1FB-CE537E45777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6097651-310D-48D6-0D70-7BF821B76A4C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17753F3-2389-1A21-2E97-640A57C13A2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D869F54-262B-3F3C-AE18-D8551B0290D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F5BE7DE-9C38-A721-BE67-C0C51234FA7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CA6B1A4-B0DA-C6BF-479A-D98ABFDB8DA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5A6BEF7-6FD4-DA3A-7A73-B0DF487E47CE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2759154-755D-B4A1-6989-5BFB2CD58A6E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FE4F5C0-17A5-95EC-1AFA-8FCCEC7201B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56D32C4-4908-9B56-AA6F-D43D6718C0A3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CFB5502-E913-B786-7F2F-C7331DFFF42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B83037F-D581-96BF-9501-6E4DED392EE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B3162EB-4143-B6CE-CD62-21F017FDA8D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353DD7F-B9D0-DE6F-AD44-667082F4212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8A19F08-E4B1-5535-A70C-FEBA96C21866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39B218A-8546-4D5C-6BDE-CF21C091C83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A2424C5-E8CD-9647-82F9-F5B8A5971C8E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B540792-0750-7A03-828A-95D2324369A8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2C3846C-0774-2C3A-0714-BCDCB017BF11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C50E166-3BF6-0863-581E-F5623140733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C62013E-EFF7-3D58-31FC-8BDC9578B93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633E74C-48B6-0D37-A6CF-6AD8A83B34D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0BB0538-2825-8A9E-693B-B59107CDEB9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2CADA75-406C-1CEB-E3E0-6BF1A600A7D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B5493AE-F693-74B6-6A07-C8411581E9D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EDF898-0C48-94D8-EF3F-9FEFBFE54B7C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69EFD1D-3C64-0646-B67F-DD9AB5C0413F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8D75451-361E-6412-1551-406BDC3A9463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C45C8E7-DD85-0E43-748B-536EE54F1185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556093-973D-BACD-71A6-CD2082223F6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5FDC1C8-8A27-2F16-9540-A65A07A02AA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A96CF84-FBA6-2147-1184-160B6F22167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B2CAE13-958B-A2A8-A1AD-AE6F9E9DD9C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B5E5F24-3199-2ABB-D604-4F7C624EF69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5404A7A-8C5C-5B0A-3ABB-1416B3124DA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67334BE-02C3-3C1F-C4F2-5F0238A52B5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4DBACED-7BBD-2709-E666-D2E50B37453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B0E861A-8567-5CC1-5C0C-FC2EF46912C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A5764B-A69D-1F5E-8FB9-1DF52E32E66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6709C6-1236-00D9-C06E-B4970FADB51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23F9269-5D5D-E4E3-9E76-4622A3CD620D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B169C10-A10E-B561-0D9A-80957D32FD7A}"/>
              </a:ext>
            </a:extLst>
          </p:cNvPr>
          <p:cNvSpPr txBox="1"/>
          <p:nvPr/>
        </p:nvSpPr>
        <p:spPr>
          <a:xfrm>
            <a:off x="5147734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50256C-4648-CD4E-EA44-77BD9CA22C5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5AF339-A03C-64C5-5DAB-C575104957E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8C10270-AB93-5B3A-35A8-3E0A05E892A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CA59D7-BCA6-093D-ABA5-FB3B5A54B90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DD114F4-B87B-CA6D-D34A-95742EA11F54}"/>
              </a:ext>
            </a:extLst>
          </p:cNvPr>
          <p:cNvSpPr txBox="1"/>
          <p:nvPr/>
        </p:nvSpPr>
        <p:spPr>
          <a:xfrm>
            <a:off x="4645378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F518F6F-3A6C-B88B-E06B-EF84CF87FF94}"/>
              </a:ext>
            </a:extLst>
          </p:cNvPr>
          <p:cNvSpPr txBox="1"/>
          <p:nvPr/>
        </p:nvSpPr>
        <p:spPr>
          <a:xfrm>
            <a:off x="5147734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03494A4-103A-D839-D8A2-A90BD9B0E411}"/>
              </a:ext>
            </a:extLst>
          </p:cNvPr>
          <p:cNvSpPr txBox="1"/>
          <p:nvPr/>
        </p:nvSpPr>
        <p:spPr>
          <a:xfrm>
            <a:off x="5650090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2C19C28-5886-3B20-F05B-9504069CA5FC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CA63B67-879E-6A0D-014B-44BFDCF9A84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0F69042-AE0C-3343-6901-A6C4F99B6BB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633C71F-979D-1C67-E889-D0002153ADE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2634C19-354F-4C3D-586D-75E082CBB55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835C1F3-A894-97D2-110A-6A93DBC06E7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8ED393A-9B4A-B9A5-FBC9-B5D86F6F188F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D9F51F8-1D9B-49F1-D555-D59BBDD716A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9DD83EE-8E3D-3F42-037C-ACCA5E9923D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94AFDE-7352-C8E6-A2E3-4916D866C67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4701BF-476E-412E-FD8E-7CAB8A56BAF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F2496BB-ECA7-A540-FB85-6D57A4C3CB4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CBC85E1-4BC8-4414-F1FE-C6451310826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D4E838E-6F7C-2BFA-8E00-0D4F24B08ABF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873EC0F-9548-A7A1-06EA-486DC27AFE9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D332E64-5679-7EF1-48C4-C5C3BAE3F1B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2732982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65C492-4C7F-2327-8386-0EE94970D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497D353-F068-0F28-726E-ACE16F503A8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D52BF68-E7DB-87DD-9FD6-E30390943A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D7F4C0A-38A0-6203-B836-8181B1EAEC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2161467-4998-30AE-D263-90E2216723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1946FE3-D1C1-E71A-4E14-E069E89537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95B21EC-4485-C932-3059-E01AEB05036A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DAFC84-8EEE-65E4-F0E7-ADE4465149FA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B09187-7446-30F7-F6FB-5B265B47001B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837393-766A-C2D5-1851-24BFDE3075DC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9D4C41-83C3-9414-AE32-A97B536AAC2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0FB9E8F-160B-E63E-4CCD-5996EDA4515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5082C33-EC12-3490-83E3-45023A8ADE5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58A6EFF-430A-67C5-1F7E-CFA0F8DE7E4C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0C8CAB9-D5F8-4B4E-D4D1-E6F6CE6AFA15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ED524DB-B7D1-D812-B074-F3AD1C55108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C1AAEC-A253-CA0F-48B8-8837A17DEDB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CF9A571-28C8-158F-3F73-481A98350F5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BFB1D8F-50DD-0999-5F03-2DB259CE82B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ADA1FF7-3AFD-C3A1-730F-099893A70CF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C90DF0C-9262-906D-1D8C-B73B4C171C5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67DDD5A-CBE0-BC22-02B7-61D5537B198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B046B2B-EA86-21C8-D48A-C4DEEB53EB96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9C3FFF4-696C-7FAC-F167-323F614D6F5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E0ABEDA-B930-A346-E431-7FD7EE1D6B9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F43BBBD-4BC7-02CD-9C0A-E8B60FE489C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92862A0-81A8-82E6-8F47-B99EBD62759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D9E5D0F-CEDB-016D-9065-87B698802546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436D79B-F6F2-7B9F-0B09-BE98F8E0800B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4760419-1C99-B3D0-E8DE-2CEF3CD3295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83C320C-C9EA-F6AC-51E9-F90FF90FA3CB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9F26217-8EFF-4793-4988-7ACC62E2143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499844F-8083-8059-B44C-2B9EDCC7FC4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E9B25DE-046C-4A01-D72B-BB8EBCB7D1A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8E93A28-524C-B1CE-3372-445CFF9AFBE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71782E0-764F-0707-83E8-4E58C1EE7FF1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71F1A8B-FBE0-D9DD-0209-AABEB8E5EBB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155AA6A-C34D-2F1A-807F-9C687752D944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27271FF-5DD2-0FB8-FAAB-591283EA9B7E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1ED3209-4F4C-5C57-2C3D-0E2FAB2934AD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43FB488-FA3E-3234-A6FE-8A1A34864BB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7815B90-0060-1E82-9C2F-61C0534CB12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33A3D5B-90E8-B10D-DFAC-F0DFA9C54B24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17CBC5B-6179-99CA-228E-F7F999C7CFE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104B4CF-6444-E292-FA46-0DAAA9EC18A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247122A-0C96-A007-21FB-D1D732DBD6B1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C684EA2-C221-F795-AEF3-4B627FE8B4D0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C995340-658F-35E2-0E05-D376E08A94F2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811B69B-B391-B64A-3F7D-E8544B8525FB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8AABEEA-4F7B-4997-E53B-EAD3EDAB98D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D3FFE1B-40F8-E886-1349-B9AB126D4BE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0C49F1C-5183-E59F-355F-8BCA069CDA7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B55879C-12D7-5441-34AD-F264CE9856E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ECE3B5E-246F-D116-A478-67AF0C5F43B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1CCB6B8-DABA-9BF1-1726-CC1621F9C51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08EB7E6-AA69-6993-CFD8-42E4E31FD28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4CDC363-C111-66AF-059E-127222E3B47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43728D5-2A9D-39DA-CFF2-AB2F16D46A0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A23F10-9CF5-A299-8AA4-BDE768B240C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A1FBF6-0AA4-88C6-A345-60582F1D7815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EEE295-31A8-8685-AC58-83A3BF321A1D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23790F4-28A2-DCDF-4D0C-A6CE27DEC743}"/>
              </a:ext>
            </a:extLst>
          </p:cNvPr>
          <p:cNvSpPr txBox="1"/>
          <p:nvPr/>
        </p:nvSpPr>
        <p:spPr>
          <a:xfrm>
            <a:off x="5147734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A4E159-7B0E-A351-37E9-E8B2750478E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DD49A3-ECE0-A33A-139A-EA2D504B5E2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6EEACC-7D84-5942-57DC-1BEADD86B02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148B4FE-D326-3038-9526-86626207C60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6B9215E-33FF-32BD-5153-3007BAF87DB8}"/>
              </a:ext>
            </a:extLst>
          </p:cNvPr>
          <p:cNvSpPr txBox="1"/>
          <p:nvPr/>
        </p:nvSpPr>
        <p:spPr>
          <a:xfrm>
            <a:off x="4645378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73D9605-CF48-E7FE-5331-E194B64100F7}"/>
              </a:ext>
            </a:extLst>
          </p:cNvPr>
          <p:cNvSpPr txBox="1"/>
          <p:nvPr/>
        </p:nvSpPr>
        <p:spPr>
          <a:xfrm>
            <a:off x="5147734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A0E67F4-71BF-852A-9828-FCCB8B5D5CED}"/>
              </a:ext>
            </a:extLst>
          </p:cNvPr>
          <p:cNvSpPr txBox="1"/>
          <p:nvPr/>
        </p:nvSpPr>
        <p:spPr>
          <a:xfrm>
            <a:off x="5650090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27CEFB-5BF7-710E-E230-4E1114FEA2B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8E7A1D9-7471-9BC1-5869-90B24D93C45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F5E5F63-FE6F-A71B-0016-295C8CF0A6C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56B2B23-2983-DF5F-A620-833B91DB5B0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A867C48-F16F-C2A8-19D5-CFB536AC87E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D8C381-A24A-36F7-A258-720FA091DFF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5AC27F-871F-4250-0892-0641BC21769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719F3DC-29D1-F365-CC01-04B7B2D9E65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292306A-CBBB-FA15-A13C-7FDC1577686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DB90BB-D1E0-C33B-C23B-E5FC74FBDC5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815D28-ABFE-2933-A6EB-CD97F4D87F3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A13E24A-0C6E-EE52-0873-C39C87B8E7C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8F4B1E3-67BF-9BEB-035D-20C0FA015A3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9684D75-1AF8-0B9C-89D8-EF14CB9AB59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653D264-4305-DB20-5D38-AA45AF286211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2D9448E-CA42-8CEC-C133-F9FB62B3F94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2F5F64E-18CA-31F5-5062-470038E8FEE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88D06FD-4A59-CD8E-2586-7635B19B760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44509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BFDA9-AD81-32F3-FA89-3EED6A84F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7F9274-81C9-3D55-895A-CF055813CF3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5A8BD05-B315-7F3E-C89D-4991BC5734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5F0B9D5-DB22-E4A5-19EB-A900B2AE1D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F99C0D2-7EB2-5332-1426-BF6FA961CC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BBBFDEF-951B-F49A-43A4-D3EBD4B562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CE965B8-F358-E1D0-8E91-DBD6FD109D59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46E191-AF72-E3A9-78D8-073EC3B03773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3ED35E-7AAE-360B-50E2-61DF39F7774D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57BD82-CD29-E0FF-6321-4AA0751ADA22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09056A9-56FB-DF49-1E09-A280F8AEA70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390F32-0689-CA5D-E8A1-B9257331983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4211C7-CD57-2142-A950-B3BA7052A1C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3728487-4DF9-EB35-5D06-EE9872C27CE0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4D2CA9-029E-1DAB-8E15-E58A33553D1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1B9C934-E6D0-49C7-96DC-B5534AACF2F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F7095E-2663-DEF1-4898-3BAED146610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D6BD87-6E0B-8293-7257-A50A7738E4F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FA1EA0-78BD-8504-A3F4-D8BB6656707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F21EBE4-1E0B-5417-FDF6-6662EF2DD57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65A9D3C-094D-3CB9-661C-D2689871E5F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4B36150-A301-8AE8-5288-4FD87BA8B7EE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382327B-E50A-64C8-AD59-99EF2F628C5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2179974-DDE9-562E-A085-81A2C9D4100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D925955-824C-6645-1641-29B92B2E5C6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6375744-A4DD-481B-AF87-F9C7A8814C4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A456C01-FAF6-B697-B0E4-1CB4787D2D64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AD27A72-1859-7725-6E64-A39560447BA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E1E4059-74E4-0C97-9273-E2021598E079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28E57A6-74D7-EC2C-26FF-40EB7501B76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B9EFDD4-B58B-439B-A7BF-7EE403954115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E661511-0418-844E-D0A3-CBC3732DCF3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A235B62-0678-CBC2-EFD2-35F283EBBED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67B84E5-AE7A-3792-4588-09B0C688BF5C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C3A3434-B260-112A-A3AD-D292E2395A6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EC089BE-678C-4ABF-B05D-54AE62E59A7F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4558FF8-E342-0E0D-C522-23A6836A1D41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9B963B9-1580-C252-6660-4FBF76ADA145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E8583D6-6B46-CA99-FC03-AF8754CE40B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03E99AC-2BCD-DADE-3D48-1335C9E2A57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E5DA281-F922-0243-C658-9A5332F9208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A3F9E1B-D471-B1A6-66F3-31F68FC6577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E0DEB2F-E9BB-619A-0848-1D7769705964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3555B43-9F01-973C-A97E-BE331EE548B5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EC364D0-32D1-A3C7-20AA-00AE0459B943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AF1E193-7334-8559-C685-FF73E09B5CCA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EFD2FC3-F0FD-9A89-5976-621E50F8D14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300E488-666F-4CFD-18AA-A7DBDE2E58C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3498366-BCD1-4AAF-8CE6-29C5C39A076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503D47E-A736-3A10-0EBB-92C0A92DCF8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FF2BD73-E530-69AF-1889-73258111E3A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6763680-D5FD-C3D5-1759-9A545752671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D0265FA-E28B-4460-6424-48C34B12CAF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D17C128-CA6B-3315-E25E-2B8F8E0FFF6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770E16-B42D-F3ED-3E5D-9C9A8749404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872852-8EB7-1F26-78B4-79C1A25CB0E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88D515-0E1F-BDB8-F7D2-7875B9033FF6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1E97EEB-F62B-AA7D-B6BC-0C3186E706B8}"/>
              </a:ext>
            </a:extLst>
          </p:cNvPr>
          <p:cNvSpPr txBox="1"/>
          <p:nvPr/>
        </p:nvSpPr>
        <p:spPr>
          <a:xfrm>
            <a:off x="5147734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A1A576-9C34-9627-17C5-AE814C32502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6392BF5-1627-299A-A9F3-B9EDC7BF3D2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24DE24-2E43-692E-B9B4-E98A9EBB06B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7ADC560-C839-45E6-A607-D94F50F5EF0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FF80B8A-179D-D883-433A-87164CDC9E3D}"/>
              </a:ext>
            </a:extLst>
          </p:cNvPr>
          <p:cNvSpPr txBox="1"/>
          <p:nvPr/>
        </p:nvSpPr>
        <p:spPr>
          <a:xfrm>
            <a:off x="4645378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E059751-7521-5079-CC2F-F0EC2EDD958B}"/>
              </a:ext>
            </a:extLst>
          </p:cNvPr>
          <p:cNvSpPr txBox="1"/>
          <p:nvPr/>
        </p:nvSpPr>
        <p:spPr>
          <a:xfrm>
            <a:off x="5147734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3F6066B-EDAE-2075-5CA6-88C2B58C97E0}"/>
              </a:ext>
            </a:extLst>
          </p:cNvPr>
          <p:cNvSpPr txBox="1"/>
          <p:nvPr/>
        </p:nvSpPr>
        <p:spPr>
          <a:xfrm>
            <a:off x="5650090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4B50592-93C5-E617-5C25-D8FF4D9FFAA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6A3F922-CBD4-592C-17C3-D7E4145DF41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9F94F5D-BA42-415F-77DE-FDF8A149B79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5E3A1E9-F51D-51CE-FCF2-6978CDEEDB4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45D9B8E-D580-E716-9732-8617B8832C6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DD27C8-E503-D992-1D48-A07FAD1CA61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42563A-D5BB-C9C8-7825-B564229DB810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5C8BDF4-D24F-8BDC-C647-AC3F8D325DB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FC6F14B-8E71-94F1-C436-5E9A6F0EDF5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6441C-A066-E00D-089B-F5FA036646B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BCFB33-520D-91B2-63E0-BDFE21FDF82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2A529D4-E601-AE18-750F-66BA8A5B4DD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AD80045-9113-5A4B-3C51-B412AB3CB20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ABE7193-CA89-51F6-BEC8-501AF854B05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2551BB1-7367-1A68-2FC7-7826CAFBECA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FFD9EA7-5B6B-7F61-33EB-B87E73C8452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A0DEBEA-4B48-11AE-6EBD-46DC582134B5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8CF94EC-C9C9-FB55-5084-2999426A7C4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FD909C1-14AD-0237-B5B1-B7BAA02F89E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E68CEB7D-7CD1-933D-8D43-0865079561D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68473FA9-AFB9-9015-29BE-9C58A67B898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7ACA1D-F83E-0798-6CBA-28B3C44D403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8941357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E9515-E7FA-51FF-8E8D-F85530EA2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E491F1E-CD51-FC54-7986-C1F0F334835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E2A23A9-291F-4715-4A28-29AC8D1C47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32ADA6D-034C-0CAD-87BA-8BA3145F1C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E636FA5-6E6D-E3DE-FBEE-A63C608FEC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442ADBB-45C9-DF07-E01D-6B04DC6861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F03D74E-7351-BC99-F6C1-14E356277442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8323EF-6BF6-FC53-75C7-1587761DA020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F10BC5-EAA3-CD0A-0249-C02C0D5AD224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975D06-E4F5-2411-6372-7A7FDADFAE80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24E2D0E-0CA0-0BA9-56D5-69AD9354C20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9C7ECF-79B4-4361-192F-FDBD7929738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8F49EC-D97A-44C0-D5A8-99AF2913A43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2ADA45-EF95-6960-7490-3C40720D7C58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C46AE23-7F53-F214-CA84-A52428B45CC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71F5B79-C676-BB8F-E598-F07B2B81C40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468CBF3-95C2-A3A3-9CA6-4311103A4DD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287F59-92F1-88F3-DCF1-9526FE4E219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0D2D2E9-E6DE-F3B4-BC9F-1315BAF31D0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1FA9AC-F0D4-0086-7A3E-C8275E17AF3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0E340C8-CC2F-8AB6-9A40-B75EB103B7E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861DC3E-C76C-1097-92EB-C9FB1C46C49B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4250BF7-9603-3F27-462F-3493C98A294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AFF264F-A7D6-7E62-6A3A-980D1233CBA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2669F83-C281-6B35-4DA3-19A624BFAB6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B256C8E-8D4F-30BF-3E01-1E33BC6B866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4E87CAC-BF46-9968-9034-260959440BF0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4B2E0FB-8538-471E-F2BC-CA7DAFD9A92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3951462-4878-40E5-5254-DAAA5557DB06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1C1B27E-7540-DCF3-1977-A29F4E5C3B4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3BFDE38-48C8-9DE0-BD6B-297F860A714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33A42B7-AF44-8FF8-8390-26AA8807CB8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6771D31-6E8F-3803-839D-E33AAF634AC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3CCCF6E-566D-05B0-A9CC-D8738A182887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4045B94-1DAD-74F8-9440-BA928EFF5E2F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5374B24-2451-03E8-2F64-B1402D0530BD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A44B5DB-73D3-A8B4-4133-DD56D51A6FD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9DE6310-C4BD-2583-5910-87F88876D56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6071FCF-E5DA-DD9B-3702-6AF09E5CA13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2E6A37B-77CE-4032-A597-6248F48C4A8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D0449F3-2705-B056-F3B5-48AAA2EB7C00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93AC95F-5EDD-0DE0-B789-0981FBEC3B5C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6250CC6-26EA-E379-2BFD-2EABDC414F27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F9AA1C1-6695-E554-834A-337969E22555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89108F0-92A7-5E5F-7341-7231A4B2E00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2E4EB05-6C84-96B0-F50E-83B3A3D5379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0DC07B4-05E4-0687-F264-7761DBE07C03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8A07DE3-7DB4-F129-799D-2153A7FA044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A032A03-257B-E25C-B84E-78ABE144B62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86FA50E-4CEF-EF1A-8C6A-813470630AC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9A861EE-B784-EE25-CB1F-A2AE8E15AD6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0FF5F9E-BB07-9E72-6AB9-13A6283C4F3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731E32-97BF-F15A-BFC5-1B9B41E0308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162444-D2CF-7FA4-EFA8-A834530F464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E8FB0A5-A664-DAD6-38FE-5294E0A79B7A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96F486F-1D05-04C5-C0A7-EBEB3A2DA7BF}"/>
              </a:ext>
            </a:extLst>
          </p:cNvPr>
          <p:cNvSpPr txBox="1"/>
          <p:nvPr/>
        </p:nvSpPr>
        <p:spPr>
          <a:xfrm>
            <a:off x="5147734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379D99-258C-5536-B116-F036C055D66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60A5037-0E0A-04C0-BA9B-817473400AF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338F85E-FE18-33AE-1E1A-89BA4843A2A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40958BE-6FFC-BFC3-FE59-1F5D11E97A6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8626FE5-C304-64AA-AEA4-9C3A4429751F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5742141-AABB-E6D1-1A9C-46E949A6B28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5FFC87-74CF-1E96-16E4-62A16A370AE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25D72D8-503B-DB53-B654-857D82F4E05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E269A8A-5938-D975-076C-266DC63D2D0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6B704B5-062C-AF61-546A-671D0999791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484BB97-DF2C-5D10-B37E-387D0F4F849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D79B5F5-AC73-43E0-4F15-89D28F57D8D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1AC946D-E3E9-BCE1-8556-A6D2CE0E098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C40783-4D8D-9DF9-83DA-C6060D0DF23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484AB8-AE4F-384A-4EB4-E28D0CE4EBC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950B06B-B8A8-2CB8-28D4-B9468E27123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EAB1991-0427-F6E2-FFDF-B4606722281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330D2B9-2A7E-1F36-E261-D2590082871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7B52CF1-882D-B965-291C-384BA84DCA7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C3F6310-0E9D-6882-8CCD-3C2F12B26C6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A2996DE-030D-28B3-F1C7-912E8A3878A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E0DE140-16B3-B222-9BF6-322E921523E5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9C48740-C356-A3BA-2730-DEFD8B090AC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4F6F5EA-9D6D-25FB-5E4B-879169B4B24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06F0B90-95F8-D39C-B171-C215E1D1F260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EA82788-4720-5A47-6197-3BD69FDBD5F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3B0A9E56-6B5D-BE3E-6757-AE72A780305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A845E0A-12BE-F16A-12E0-3200042EBF2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D060E00-965D-B659-80D9-9BFE028720D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891B815-9D6D-273B-04B9-431A532C83A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5F874D6D-4D2B-DE09-9DD6-F99CB563281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15365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8C89F-D4F4-F737-6C41-A3CED5F75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BFBA25-62A8-9EA2-0FA4-C7F9F9A9C6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9C58BF3-9C5E-8CCA-DCFA-0B68B4E6B5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26CCEDF-BBC5-D267-D7E4-11F1702B1A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24AA0D2-FDFE-C92B-D142-740DF47122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F222EE7-662D-E051-70B6-DCC57A3716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63224D-9533-BD25-DB08-1121547B3988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5E2975-FD05-B047-FD4F-991D84848772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9AC617-0710-E542-7847-736A9A8BA537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D18ED0-4899-A3BC-4093-8AD5CDBF6FCF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4AF3BD-2CC6-C4FD-FA70-04993C128CC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857F1F9-6814-DAA0-F970-3162855571B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9922A95-C6FF-44D3-5244-0EF5AAE0A1D4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9DB1099-FB7C-58F3-5EB9-87A39032460C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ED4EF5-745B-0F5F-2427-0D79E0A6D7E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E78F739-37F4-26B8-D2AF-A1F25ED4D1D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C94A94F-B383-E19C-179C-3FE557C2307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33C1493-8DA6-0EA5-37BB-22A0DCC0E9A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A33759B-D760-B897-351D-7DDE354CEFD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1F36A5-14A5-CA6B-584D-0B2E6FF64A7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EE6BBF1-5999-5E39-C22C-843780B2457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B1D5329-580B-9831-33B0-263506C47F7A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8D99002-DE32-C694-F8B1-6E76973F034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EFFD59F-E106-C997-7DBD-7C12B264047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22C3DCE-CB71-CA7F-1808-4C976B235BA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B3D834E-F812-CAE0-BB37-881994E87AB6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AE1E40A-BED2-5AB8-E2BA-EA5CF00B046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1252B4E-56D0-8B44-22BA-2D62FD9AFFE1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02AEF9D-C268-86BC-295C-8FFDFE27641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0201BAD-A3AF-52DA-BF36-0DD549B70C4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3E15B7B-3501-B517-F283-737AC0FDB2D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5808F6F-2C08-6B6E-F16A-6D3D98D44443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A8F94B9-4AA7-3012-2EB4-B5B768D66FD7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FA09DF-DA4C-5472-15BB-E01DA5F097C3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38690E3-855E-1C6B-B766-C8F657F51BC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5CDBE3A-7C6B-D6CE-C181-F4464904239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09BD1F9-7A67-D0D9-354A-6044D66EF652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AF3224A-1A4B-1F77-1574-3CA083876CE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D0A2555-9F66-F474-9712-B83D606FB844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C34047A-510C-B39F-113B-D9B1795098C8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6D6E6C9-37D8-DD5E-FE12-B4343F21EDF3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3C5152E-A2E1-F50D-B072-FBBEB4E33EB0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CC0561C-B776-E348-3DE2-F3858F38B76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0EF6540-2ACF-6A66-E160-FC82208329D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942C6FF-4B7E-FFBF-7CA4-B1541B30945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28F10B7-CE3D-1BE5-8545-CD3FC0F463A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02FD085-7ADC-DB83-1E33-71700CDF5EF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5D41B00-5222-B68C-8DDD-7DC41995D90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295524F-6F01-BD32-557D-ACA1C0B0B81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846B360-0AC0-E691-0603-96DEBA7F716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9DE0895-4C64-3629-9B8A-CEE931EAF28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E93218D-3A0D-5472-FEF7-658258C85035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3F6D4A-D4D6-D5BB-4104-C0DC1615F51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735DFA-2107-892E-DFEB-B13907B3365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912AD8-6FD3-2446-F252-8E993F3287C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23B1278-8DB8-94E3-C5D6-84B09857BF5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0C533F7-2534-4893-485D-A6FAF70B83B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2782E7E-0018-56F0-4114-0457E83FAA1D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5270E75-03FA-15B9-135A-2922C2133D7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1BF2D88-F941-7511-C4AD-55C43604661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8C3C348-A8A3-D22A-D16E-8F951CED53B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4DC661E-F87F-B416-3CAF-B79DF1484B0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03529E9-4C6B-8121-A1D0-B017428E6152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4BB3D29-4BD7-C0CA-2239-92DFCB811DA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6377B50-F3EB-A21C-B60F-FA79F68EAFD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F415B7-C24C-A9C6-7BAA-899D8A01020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8F4263-6493-6E3E-6E2B-16E1EE81FA0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69ADC7C-628E-C531-38A9-3F75F3755BB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C908F26-066A-6FE4-5502-0F470E80224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53724CC-CFCD-630B-1B60-B17B5E8941E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E11ABF5-5377-2A24-1A76-728ED486659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52B06F-8199-BD39-B9EC-C7F5980DD4E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ED7E54B-F07B-3E18-750E-E71AEB3EF23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1E731A3-3BD3-1BF3-FE2C-DD929954B07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6E0D4F4-1FE3-802C-6F0D-BC537D2D5B4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A4DB588-9F23-9EC8-7E92-159EE35166F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60D8AA4-7374-5D0D-0268-3A363424373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BB18363-8CC8-279A-4D8B-C7C4CE1D7C7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837C54F-5A73-7CE3-349D-868B8291987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2FA8D07C-A6EC-4B23-89B1-CE24075DC56E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4B77E56-7661-F9EB-914A-89EDE229234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3874E23A-C3B8-DBE3-AE76-794389F81AD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01E96AB-F2F1-E122-12F9-783488F01B5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8DFBBA8D-757B-C73E-AAC3-0B936DA6F1F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409B7A9-4380-917B-E560-E5A5E0C3120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CB0729C4-1771-4378-BE15-100ABF2B2EA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81D6AA2-749F-0408-EC08-AE3A7FFF443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9685484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0BE86-21A4-BB86-B389-D18D54CDC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69D0C22-D9F8-8A84-2E7C-600D1EA3372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0EE7631-895D-F42C-8568-10B68126C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B3F5950-7874-BE00-AA82-78F93A3CFE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02BD305-C4CE-1382-888A-83B9B9B27B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20A1FEE-0415-7FA6-0E5F-5E19E8B3EA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27D33BC-AB4A-41F6-589B-3E9F589613A2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3C0A49-E55A-AE27-E4FB-CC980789964E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592874-430C-672A-2D89-CD9AE923F400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78A82D-51E5-0222-24E5-25317D9C0731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97FA7CA-6F38-0232-F793-404EF23114D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B57A59F-FB62-B5C5-F39F-4FF75A7BBE9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51D079C-81D0-236D-17BD-61C7CCFCEA8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1D7098-31EE-9B8F-00DE-32B873BCBD4C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5314A6-3F00-BD1F-6102-042E371D922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4CC55FE-ABAD-0A6B-B9EA-AEB4B79B38A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58E187-BA04-BC0A-97ED-3F2B3EC25C4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D7D6489-6D53-82A6-B62E-F4B88414BA0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DC421E8-484E-249E-2EAF-A3B5E89937B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005E72E-A26F-9CD1-E022-969064A3D45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D24B3D3-BF55-908B-B5CB-7D7CF8B1678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5C0C09B-562D-157C-A806-2E7879F990D5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58D03FA-1464-8994-86D5-EDEC22CC2BE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1220FFC-CA94-68C1-6007-B873CEBCF98A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63AD712-FADC-E251-DE25-6F82A38B5F7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F0B98CE-3082-15F3-3B73-CC09684CC6BE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185AACE-E8AE-0F68-A783-5ACCBBE6BA6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F266F61-92A7-7615-18EA-D7F873F0F46E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4C80392-F07E-6E81-1C44-6CE650F85ED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6B61852-5FCB-148E-D36A-E3F1B3C1B7F9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C8279CE-755F-0BC6-FE7A-F8C3F0811D05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481E926-0A40-1AAB-AA81-5E825ED2FA2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7EF151E-5DF8-D0E6-B0B7-96D510000A7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DFE4601-5782-088A-03AE-1FFACBDF57A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1D37E9D-DC3E-4DF5-BA4A-9BCFB70C7916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E798EDA-C48C-0328-A505-015595E77CB2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36BF7B0-12ED-6E02-8FFF-84800214FFE4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F049AB6-F20E-B13F-D01C-97D7FECD7FA1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1F53E08-D9E0-05F6-8B1C-9D0E6AFF56A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7DE48D3-408C-B0B4-0977-A0995AEE92A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2FD4FFA-58AA-E69E-CE13-623FD9F6163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C368E02-8CDB-97CE-095D-061AED462CE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4FAC383-C685-1DA8-DE5A-CBC3E068F96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8F805AE-1CD4-7AB4-A1D7-5E0A2E3C3D2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1ADE228-B10D-2BA4-B051-90187A4E4E2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97E5B77-3BF9-526F-BBEF-B75161C873F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68A26F-34B0-2902-F51A-A095531E36C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6471C1-9961-7A7B-3A53-0E8E29FE1345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EAF5A7-B9FB-5C50-1EBC-ADA8F7F2E48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C44410-5171-25F0-57B6-E979FB717DA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ED5368-35B1-1D45-0947-DDB489E0FF5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7CDC42C-D719-D4F5-73B7-88D04449FD0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5D15635-61B9-BDE5-B217-674C4BA6CF2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F73309E-DFE8-56A0-83E6-7AA6D68BBC5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EBF7E5E-C16C-14D7-2AF7-C02B38D9B71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85503FE-7F8D-11F7-0A3C-AE42B5614F4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5AE3D44-77ED-7A1C-D869-D4229E9CAD0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E31FC8B-477A-1750-EEC0-39D03C9D33D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E36C44C-4C07-FD2B-E94F-DEBFE0A95BB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E7EFD1E-9A24-4A3B-5545-B0AF8B485F1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7E82D9-3E09-5CF7-C02B-6CE163EF045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4A2368-3C82-2973-8DC0-C2AA76B5003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1C06B0-8441-70E4-36B4-C0D2943A9C6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DF71F4C-0908-91AE-4529-D453D8E332C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7977CDE-98AF-A317-F285-6F993FDF833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40145D-376E-C51A-B55E-98F51D0D7D2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9C243AE-38C7-4BDC-14AF-2937B646DCC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57388F2-9AC9-5AAA-2EE8-6685DC9F319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41AA752-B9D4-AC13-989B-C044E72D042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2ADA681-E484-26BB-978E-ED8F144C62D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909C2E4-D84C-BEB8-9331-870CDA85FC2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3784CBF-2104-57ED-7D04-436740E8544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821FEA9-7ABF-1530-50C9-57F16318889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237F239-42D4-B0BA-77EA-34C2151E573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735B156-51B0-53F8-0DDD-20BBBBA2EF8A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8672F9C-E64E-F6EE-EF19-8383887EFF7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F26C673-FAD3-B805-F100-8164DDC7406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2E72BBE7-A689-9E98-2EE4-BD0083917EA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55B8CF2-E272-2461-7550-DB8D74584AA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25AD91CA-2EF0-A1EF-3AD3-18463B4982B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B0012BD-980A-CB20-1E35-080B276C414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505067F-3764-5017-6505-AE56CF50058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2D3960D-C7B2-B741-0959-479F0221D5B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1E022FAE-603A-5C43-4CF8-8E1062997F1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C6F0ADE3-FA2F-8CC4-AA4A-F74F1D48B04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0F333A5-31D2-FF34-1C66-7C9A07D3AE4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4FEE658-02DF-1F06-99C9-A4338261E66C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051362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C9410-ECC0-261D-5282-9F8FD2995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CA0D2D1-9058-1D00-228B-5E93A30A651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 (Note that 8 cannot precede 7 on a thermometer.)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DE39C7D-F8F4-6C14-E0EB-C69C1DDE1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6B6A1F6-D558-44A8-B5A3-70226596D0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E9B0573-5961-C2D6-D59F-FADD8ACA1E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EF70794-CAA6-C9FA-E059-E7F74AD604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F872BC-701C-95F3-A8A6-9178760E3A3D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5C230C-1179-71A3-5883-8F12CD53C6FB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2D3FA7-B77F-CC21-A31F-C3921C10C748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ECD9CF-D71C-CA4D-312E-A53842A40437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875E277-6E73-FE75-6450-2D72089167E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538C41-A41B-C1D5-98F6-2558B9BF035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9055D7-0266-494C-0B32-CA9EE88CD885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A37A1B8-63AB-9A93-1FFD-01465D77341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043E15A-276E-C7ED-F17D-7DA80AB3E98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A8908C2-7ECD-05A4-E8EF-7EBC6650B6D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4247C61-813E-571F-0642-EB03BF4EC1E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63FA10A-F49D-9FEE-67B9-FC876E866DB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B7C3AA1-B04F-B750-15C7-CFFF23602F1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7CE317F-C443-F4FB-421F-E0127B616AB7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D6175F0-3FF6-5302-0212-B97E050C9E5E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075F830-4E50-07C4-D670-1734F39BCA0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BDD4D8F-956B-1C30-1F2A-31DE13E97153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69523A1-0CE5-7F6A-C192-96ECC6E9BD2E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00AB6AA-BE72-7AEC-391E-59EF07DBA8F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37B10FA-63F1-713C-6CB0-B7A6B2B9B6AE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B1AB1D6-D714-DA6A-BC49-236778D8CC4A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912442D-5BE9-7921-0043-0334B3C7D1E9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2B573C9-EBD2-35DC-3B10-0838C92E23F8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33E5744-EB51-0506-742E-932F9D881F9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B7EC469-770F-48E8-66BC-645F9810F4C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1E3A3C3-8561-DC54-34A4-D92BEEDB1D5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CC8676A-784B-A068-97B0-663EA7909C5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BD0BB5A-D229-22B7-4AA5-6B05E18C8E3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636E1F2-BDCC-AB14-218D-EEEB4D56C3A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ACC942-8A97-2DC3-F810-F51BF31EF10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F4543D-70F9-1520-75BE-30FC8153913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74C829-8CFC-3BD0-0E33-122934C16D0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A74DF5-7C24-5B7D-D9B4-496FC783F92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897BF8E-2923-8994-68F7-55B1F7C6FD0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3A0CA91-F604-9DC3-4E49-085C17316C2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2CE7CFC-B3B7-C899-C4E0-30AC3987D01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7A2D59-A2EB-9EA5-AF95-94051E8B94B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1BC8F87-5746-CB14-E336-4B5FB98F2A9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A2C3C98-303F-7696-70A1-1165CBC355E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A31311E-24C5-840B-9607-57A27E3DF5A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CDC5ADC-C3DE-3CA0-B614-1EB54E961F4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D086558-026E-D5B8-D9F4-4A1AC7BF16B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CB22535-3BE2-ADD8-5997-0FBB9FD63D9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C1ED0F-2CEE-C1F8-9864-5859EDEAC34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68D6CD-2F73-C527-66AA-099053C0387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FFDEDB-F713-53C6-86EF-D62FAB46140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E571379-F4E1-01DD-FD83-141F83635A0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A83AB20-DE27-AE88-3C8E-FAFF506FCA3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94FAE22-9919-24AF-1ADC-92F666A5609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CCC40CE-8730-A816-5731-A5D7AE9696F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D31732E-09A1-1B47-69E4-A4228C91F69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8073346-1BA0-5FA5-A51E-07682CEB309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6EC2C20-FA0B-C0BC-844A-418392B5654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39F9270-4458-E747-84C7-984DDE151426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3AE1BD-7E51-28BD-A83F-864723CB1BB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E28445C-D291-F48B-99D6-7CD1AA8A763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21D4B8D-5212-94A3-7BE6-2C5EDF96CFC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7E6712C-7FC7-1F7E-FAB7-0DD6394531F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F3C3B89-F4FA-ED52-2942-2233415E0B3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E876C7F-C124-CD0C-A93F-2E7E128D7B81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9F9012E-78B5-DE8B-C5FC-3CC1E376BE6F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22D37C7-966B-95D8-67D6-BFABC1467E2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AB6CEAF-28C5-39F5-A456-411DC705457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27115A5-9C35-2922-C64D-79FCCFB9367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04B3A6E-B8AC-EA9C-4224-D19727ED926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A2453FB-575F-D5B9-90A9-F65C8B85186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CAEC367-C24B-3EAF-940B-EB2AD382999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2D7C315-3777-9ED8-2BF0-C06AC525D5B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AAAC26A-E922-7DBC-46CA-9B1B92C3A02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8BC42A0-20FD-6999-E2B8-4E359074377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2A0A214-FED6-C6E6-03C8-AEB0B1830C4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078423B9-3C9D-51ED-1720-86EC7A07048B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416977C-53D6-B762-3030-C57829EDFF1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41889268-25BD-D81E-467F-05178127DD3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955F64B-7760-8685-CF92-AA842E45FC4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2EB89141-6D47-B65A-6F42-1E9429D37C8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F3409796-ECD8-8EF9-DD3C-008C664D4FF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433841D-6E1C-EB29-094E-F4D4FFBED0B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8158CB96-6483-8F8D-825E-C26E911FD2E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2ED289E-2B3C-1FC3-A5E8-D0972376CA2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7B6AF6BD-B659-FC28-8573-157F7C0F2B7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2659111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508FF-D7ED-5C72-C8E3-9F2809432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47E6B8-B966-CE46-3FC9-685B11183B3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C4935C5-935C-E2ED-6E8E-576B0D9496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12B992C-8C97-338B-5E12-8B1B8C361A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C677FB4-67F0-C0D2-584C-4B952F950B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01353A1-BE2B-EEDD-CA17-79A3D94F30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A6BFCB8-FDF8-7AFA-2FE5-6E25B8148B13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D86BB1-9791-480C-391E-C0CCB267A4A8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8733B3-2634-69D2-B9D5-B03CF42B29C6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5D0578-4FE7-6846-1ED9-FC2236A0D095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9613CE-CB01-23AD-A514-1D329F0AB2F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28420D-3AC8-7B3C-0DDE-C05724942D9C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8B8E33B-642F-EF51-7F8C-291308311DE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3EA3457-8AAF-299C-D23B-50ACF879181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C3E2855-8960-7B74-C9E6-B40C0FC4B44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D74FD84-72BB-B811-E4B0-F990A26B38CB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EA2C520-0335-33C1-2473-64B8478A2847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E3C3018-367F-0D6E-08E7-AB30C06A627B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678849A-53D0-7BF1-C9AE-0DFFCABC15D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5FF7A22-07BE-543B-FF7A-F26C117C110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D3529D5-E8B9-14D6-1BC0-3A371E4AA3A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ED58CFA-66E7-9368-9A79-FDBF8B5F205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8A719BD-937D-8A27-3716-FE770EEFB09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F79631B-8E31-178E-CF36-F5306349836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B0BDC3-EBEA-5574-49BE-3AE5A454320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6B8239-F909-17FC-853B-B582C1D00D7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327F49-2CDC-1718-CD25-3CEFDC8F97A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4344344-2431-EA7B-E318-008BBC03F18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D7CC1BD-08D1-4EBA-18E1-DBBE77927D6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A51CFD-B411-21BD-1A3C-6D01531EC90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330B131-A406-A24A-2DE9-E08A30B3B66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96611AA-8730-1897-2C4D-6BB0B9C1D99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97B81DD-7F17-0FAC-FD49-2534A8379C53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2D91C1D-708D-816A-B170-FE4AE9CB113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D2969DA-B50B-0175-BBA0-8377FFC7C4C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5BF6359-4B8F-96DC-2A67-A374E75234A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34C37EC-8740-CAA6-5DBD-A968F3DC9C3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44CFD1C-EC73-D888-F302-88A015B429B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2D65A9-F8A0-BDA3-0B1A-76A9FE23961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2C1D1C8-F89B-2DB9-927D-BD784D4E52F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8C855E7-FB28-B715-1E56-3094CBBD4CD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70DAA56-2FA5-DAC4-6A10-0D6DFFB96D4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B5E9E07-E14C-FB73-26A6-2CBAFB9FC3E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2C262E5-9464-3DA9-1985-8BF88FA96B2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654B0A6-B16D-79EB-25F2-08881EC0C73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E8CC7A5-B137-DEDC-5E78-66BE1D79AD6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D564706-5041-0A1C-0DFF-3E5F332493F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89A27B0-04F5-9C1A-51E3-1C4C46437FF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E57F830-189D-5F8B-C3B3-3CA37396FD1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50E2E7-F89B-826D-6B2E-49ED7FA0848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792D0C9-5098-A524-4491-3C8C1605FF8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B542544-7523-D154-5882-9A8631198A5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A03A48B-DF19-BC15-82D2-82FB8F406F2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F48C200-5598-B2BC-6773-97F488506F0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5348E1E-40AD-1360-6361-180AE6B7F006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BD41AA-078A-AA05-98CE-134E066844D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9132180-C794-94D7-E181-86F16E68DA84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56B702C-EEFB-0EF0-6D42-C27768378566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F8FA75E-C945-1122-C249-F8C3E38A9F4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1A19198-D655-36E0-307C-2260A1E01C6F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AD6AA0E-5A96-EBED-8B8E-806C75E6014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9EC4B1F-CDEA-9E21-0C1A-768D312BF0E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D60B88C-253D-240F-4279-781D79E67C3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8BC72D0-483B-DB91-3596-01F70CF8989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B64A2D1-A780-96D7-EC50-C607F3F9442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47A1C79-64DD-73B9-B165-8D6E5E69F4F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17E486E-246A-6370-336B-A6136897F76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B68F156-D10B-5949-29A3-06511699A83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F2FF7DD-7172-148F-0F2E-46DD611FBD8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64FFD9A-B84F-6002-1756-EC1388266BE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A1D7AD9-6035-BFD0-5594-87E97E7CCC3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7271F5F-3831-92C8-7285-E40AFDA7750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2188935-F248-F165-3357-0E381A95647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7A55C7EC-5F97-711A-3A20-C3C9DAA76CF3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CE27D39-9573-6206-79E0-7273E488208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E5CD60BE-9FFF-F437-EB1B-4358F8FA935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1575E05-CB79-C806-F01A-1A3E60E7DE01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75A18F18-6398-26CD-68B7-0DCB340B84F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3CB8485C-0679-E816-7AAC-1505CB4D80B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A7276754-A8A0-99A1-B460-628843A6B43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4F67A8D8-D7C0-AC7E-5BE5-3AC6111307D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3EA30DB6-525C-676B-3CE2-5B4F23B0C13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61092E4F-64AE-EB30-570D-023175442CB2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7A435EDE-F76C-E2DE-D34C-C66B84E7267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5FE70F2-D4AE-8C07-D496-697D54C88DFC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B193D2F0-1175-15E3-750F-0B90C7A8BF3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0DA7A7D8-1613-1CE4-D936-961AE54786D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5193477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7530E-844F-5B34-F549-2A1F06857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18D937F-C363-E62E-A2BF-805FAD3BE50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3E18449-4F99-429D-2790-2FE738B369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BC2B1A6-8B8F-E8F0-83FB-65230330FD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8DD457E-6332-7E56-8463-0AD9D5A35A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2BF6595-85BC-6628-AB5B-007E389956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F44314A-1B02-B7F0-49CA-6E7B6F661897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26BBCE-AA0B-9A56-30F7-90128093CE84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57E319-9739-B286-F479-43F603B7247A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19B6C6-3231-AA4A-4596-576CE10C918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EDA968-CE3E-E781-02E3-728FAD7A8E16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6AE4CCF-896A-80F7-DAA0-15BC6DC3BA98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1B5D9A-2079-C40A-290E-419482B8B05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0114774-779C-4E79-BD3C-C6F18DB9100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778A57B-D471-3150-6994-341B55BF4A0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186831D-430F-99FD-AEBE-3F1BA4E4667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E3A3C40-5B5F-D115-45DD-4249AF221B2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905A0AF-1D92-772D-8A4E-D7D60B14D9A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07E94A-C895-A372-476D-C33D6E1784E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934FA9-A0D8-F774-6CB8-98654703B4E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5A4CFA-1417-9A6B-CA9E-0CC8446AD23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9B3DF0-6EE5-DA85-61A8-A84383EE07B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3D08448-2895-D1FC-4EF2-1DB6151A754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98E51EF-1949-B01E-1BED-CEBC0E73C47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C626E72-9F0D-BF35-272E-C413096B845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783FCDB-D3DA-C896-6B50-E2BBEA772D3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94CD1AC-41CB-2072-919C-45077007791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B4367FC-70A7-3A40-6F72-9E786444290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4F8F662-7021-7D94-B0FE-A58353DC8EA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7C174B4-0CDA-EB69-C3BE-C67D0A81FDC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356B7E4-46A7-D3A4-3BD6-DAE0BB225AC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9EB3E7-25E9-FE19-D666-8DDAE88BAA44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F66755-990A-B804-AEAA-09F7A342ED3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020F0D3-7B68-EAE6-2133-4E02754D122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F8911CD-9346-54AF-A21A-39A75D44C70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145A789-6637-329F-F046-971F0137A4F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CD5A9E-6C60-F4E0-D662-A2EB7293D7F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D250BF7-2830-ACAA-7317-F1C3A31550F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8C5ED49-C688-CCB4-BE2B-51C5A543EDE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D3BB2F0-A69D-61F9-21D4-663B0791C45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579F00B-3562-7474-3309-390D512D876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B41FC01-2AF8-B69B-DF5A-DC358E3FDE8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E66395-C1F8-7C9F-3204-639E65A7C18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087831-E5E8-870E-E46D-3E09B3D5929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7DE4690-CB76-5203-860B-DEA6E1EA71F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529EA49-4FFE-13B8-07B1-37F9F14A9609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F81438-22A5-916D-C3FD-021F6AD1ABC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0C767EF-7218-4C28-0896-CBB0F700486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A8BD0F7-FDD8-20DE-57AB-B7F10008811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761E3A8-0224-A75D-E760-6755A96F227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2509CC6-E9BD-7796-4C53-B20EE797029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28CC57F-FA70-7CA8-DBFE-6BA655A4CF2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37D00BA-DEA2-6011-CC93-13A55B998E2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61A4483-E23A-30A7-78E5-C546424C925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F56B7BD-2906-5D95-6991-C008CFD5909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50D71C7-4C1A-8A5E-EB4F-097335359F6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898EE20-E64B-B1C9-DACA-72E1A033F90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CDBD311-4549-9235-8796-02F3EA4CC48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ED51844-CEBF-A5F5-3E49-7F569927B69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12A307F-9B1E-7387-CB60-A4D1BB59500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B71D4B63-BF9A-3E57-8E9D-0A58B5B3448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49B3528-1BE3-F0B3-D9D8-59F54B060E0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10EC4C20-4A31-07FB-FB1D-BB4C62EF853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81AA2C0-3E8C-2B86-D649-B91EC4418EE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1B595017-747D-6D25-CB90-DA436F3E2FE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7E57C895-6A41-7C37-272A-B1867AC93B7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1CECDE6-BCB6-DED1-6D10-3217298BBB9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22922392-FD3F-46E3-9A8E-72338820750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84F1DD49-34A2-8902-5422-DA6A089E45C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289E549F-6A0D-4F53-0BC0-F2E285F9F3F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7A0E9085-ECD9-3358-BDE6-F9279148819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A1F8C12-6C4D-A036-E472-12EDF3008F18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8C87D0B6-C08A-FC38-09DB-0AB1BED0B73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CFD66F68-0755-91A4-D832-E2C189B00DB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107C75E-D242-D7C0-056B-770714016A8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14C626C0-590F-34C6-AB8B-92AF177E50D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EE070BA-9434-B89C-BC1E-C2380CD644B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8D8F7674-2EF0-95AE-F962-96548EF0E13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DA11E24-A38F-1D4A-6882-C1FEA9F8C94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98EF7CD-15B7-B267-0F26-A9E41D2C3C6F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BE64E504-6471-EB43-18EE-930DCFCFD9E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21A4801-3B5A-DAF6-82A8-319DAAED820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D529CD07-28DB-818F-DDA4-E6CBFEDEF1F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ACCA3E0-3121-C541-C536-934DEE84BAB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77D1360-2203-3475-42D3-95F4708A46E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5E12A009-E56B-3889-9AF2-170C3768D29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EF848E3F-A521-5B33-53CB-0D8215A6EFB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3762409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3BAFF-3026-9A0C-8B09-6BDE087F5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B4B411-4F36-CCD2-396C-306849654C3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7331F8A-3DC3-107C-8338-485B5D7AF4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E6C5452-88E5-5E84-F6FA-219B7AD149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8074F2D-9947-B1B7-0678-EA47794AF2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706923D-09EF-A9B3-A803-081D5B1927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FD0D500-D069-3C28-A095-4E97209AEDB8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B90D87-D6D1-D76F-7688-4FB27AF1A51C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F9EA6C-BE06-B464-2D05-B529E24087D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C7D0308-AB7F-A888-8F78-D12009A2D16E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11EE24F-F822-2650-B049-B04E621FC7B1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42D624A-F838-4A64-20ED-E5F8A5C4CD7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146AA10-277B-5D51-E306-9BC7CF17E8A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6FC3196-7EE2-8523-E5AB-99276722714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CF8BAF4-D89E-3499-B47A-13B69AA7B41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19DD350-41A3-A074-A08A-7C3B4C89FF4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C1554B-6442-985F-5C03-29C2C4176A7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0466C57-1627-E291-3249-BD9BB8F7412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0FC9C3-D96E-7547-86DF-CD4A16E570D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71A05A-785A-351C-A9B8-3A88DB1E32B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7E28A5-C5B7-9950-E06A-BD325CBE33A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76D8B2E-C7E6-2B93-1BD1-4925ADBAD7A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D96EA34-5B8E-BC45-B851-9D23862F00C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8D2D6DD-70D4-5DB0-3562-765FD95D287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F1D3071-C9D9-691F-4775-A7522109C23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611E56C-5F07-4DA9-833D-218FAC26433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043A943-65E6-0DEE-00C6-B97BEEAA948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649A522-429B-FB7A-31A8-BF01619E1A2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A103A6-BF72-A05F-5BCA-1531C71A16D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5981D6-DF70-E881-2C57-1238402333A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866A087-654B-1961-C598-4D43F254B73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4568948-7079-78CA-13E1-9B8700701C3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730E59F-84BC-8B2D-6DE9-551B9F0E9DB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808D265-F6AC-5139-3F15-CE6BBF05740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0801289-8D82-CF34-8943-D524480CBC0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916672-D335-FB50-B8B1-F7311A62275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5A02F8F-DF06-82E9-D719-FFD776D87AF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BD655C7-DA46-7C97-DA55-DDAFC7675FC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7B437B2-2988-550A-88D3-13C1473FCD6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52F3A35-CA4F-5B46-C7A7-4043136F93E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0774E91-C197-22C9-ADA5-3AD73EB3A5F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E31D257-8DB6-7A26-A617-3936B07620D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A23233F-FB44-15F0-C45D-6EB4C436BE5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D5B221A-C58D-A3FF-89D2-BA97B755216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AF43C83-69EF-1A40-4214-CEC07B280325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C6AA63D-137F-6316-0923-4338BC99A49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14BB969-9D51-3468-B264-79D4A1208B4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9971FBF-51E6-7112-2D24-73C6512FB79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F80EE6D-27C0-4E87-4496-1ABC8AA0934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7091631-F104-EEAB-15CC-DD64FA7BC9A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B1B2871-9CEA-B1E1-E588-BC3AFE4D23E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144E71E-86F8-755E-B029-2F0ABAFC184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117A1F5-E0E8-7D0A-9E68-24D1C79BFBE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3A40A3B-9A5C-F0B8-36C4-10F2F0D3818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2B49DAE-BB2B-6084-6F29-B80C7977B00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293731F-AE6B-8023-2635-FAF0641A419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6430E7F-C172-8C0A-617F-DF807639C7B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3FCA8F9-CF96-A17C-47BF-9EF971C729E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92F6F62-5D2F-E5C0-6DA2-DE03AA8E2AE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A578BAA-6A01-2C49-FB93-F6C51BF94BD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05C4E1E-B548-CF8C-CB8E-6483EA1C35F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64A2681-5992-F965-4EE2-CC14F3719A7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FCEBEA0-3E8D-5C1B-6DB9-32651733723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C10467E-FAD8-CD98-98B1-CD48AC7AD8B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C99544C-387E-10AD-B5DC-772919BBE6B3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B6D967FA-D2A2-AFFB-E48B-5B0B0D7A207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158E928-136F-9FD3-99F8-269E89DB49A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BBAEBE8-00E1-B0B3-50EE-D79953BAEF21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944362B-812B-6B41-62A3-32D310E49BC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E669CAB-A8BA-D9C8-A62C-2DF34D59AB7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9F09DD5-8578-FF2A-9873-962C43673C66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19EF4F1-4916-A3DC-330A-A9254A652E4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6DCF86DB-F7B4-31A2-62AA-A1C84AA5379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D3F15CF-5BCE-1C2B-A9EB-2B527B31BC1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39300E5E-C602-89E2-A7DA-4CE62D67472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BCE25E7-A449-7266-0384-D07C4482A00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2030F13C-B5A2-27A6-7B26-06742105FA5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282DA835-11B1-A8C7-6DC0-5EC03A1CBA42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A6C4A143-7BAF-0DDA-1E4B-FB88E9F74C4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62E56879-352D-056D-A0E2-BFDD255A72A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3FFC5295-767C-ED23-08AC-21408D737AC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6AE27D95-B942-106A-00DB-4278408E76A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C8ABDC52-CBB4-9D3E-ECA6-0D8B6BABD45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1BCF5F3-38E4-2B90-70EB-441710E68F4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2C1C715-9659-0FCC-E9A3-A77F1B385DD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CC507CC-DFAE-6088-96BB-8F8654B381F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88C70478-07A4-E8D3-DE58-6CAFC23F527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0421892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8FE03-5E38-6E16-C166-C4F065ED2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1A82220-E5D2-1050-CDA2-F0FCDA1825A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75D5205-9A22-DA03-6353-6A6975BB36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61D28B0-80B4-9CD1-5B1D-DE072BE0C9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B7EFE0A-9D50-724F-0F29-188F726AA2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4038E25-20E7-469C-7585-E849EC2871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79" name="TextBox 78">
            <a:extLst>
              <a:ext uri="{FF2B5EF4-FFF2-40B4-BE49-F238E27FC236}">
                <a16:creationId xmlns:a16="http://schemas.microsoft.com/office/drawing/2014/main" id="{B32F56D4-2D27-56B2-1461-148ACC99224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0CF351A-3D41-A839-5BE9-96A40119F94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829BE33-459F-9133-3C9C-D47454138A6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3B1BD67-3C93-1005-CA0E-EFB5C5C8AD3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F02F6FD-7390-D241-EAAF-9ECA6AA014C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7F5D3BB-6F6B-9DAD-BC77-55540ABAF2E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E4958A-23B6-D403-C411-F42191A0B13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94FCA0-F051-BFE3-A585-A9756DC729D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C1E591-1B7B-0DF9-0A1C-57791CF383B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5393AF3-8123-4373-F328-2FC21194651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1BB66E0-7479-D6CF-4204-0F478AA6F4F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AC30419-8271-184E-CD07-74FD4729F23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6282040-B6B1-AF52-FF8D-97539FF630A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0F6EE78-4F9C-4F84-6B5C-995ADA71590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84EC6EC-52CC-EF43-5192-FB680B2DFB12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3E6EDF1-D377-E40D-50BE-AC1159D2F4F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754969F-AF1A-46FC-73AC-8C2956F809F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4F74F5-285A-F0BB-7EA9-5B631DDC8E7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A306A1-C568-3E57-8195-4FE9E22ED9B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41DD52F-223D-79C1-4EF3-5CA07E30D31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0F1077B-6825-7BDC-923D-B27A95F412D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53ABC94-8380-2A84-4F1E-D1E969629FC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DFD201E-B45A-3886-B2E0-8AE40A4277E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D08BDF-E001-5441-27E7-CEDFA3876D1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3B229AD-F973-6DEB-723D-721EC0D1808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5E24AD9-17C0-6748-E6F8-36864096449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5C3C3BB-3014-3344-DE9A-B1865A63EF8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0EB6E6C-74AB-E357-66CB-B37E9DD86C3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52E9CC4-D293-158B-D6C0-E54CD171FCE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85CF565-768F-61B6-1203-FEA6BEF6E0F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575E691-A6EB-0716-EB55-67C984DEC4F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F376693-4BC3-2F53-3A18-585D1D21C40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8560F60-E831-30DF-34D3-EA3705D219C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2819CE37-B166-5D01-B576-EB1B20B5009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480ADCD-C073-C783-FCE1-BA15E7CD8F5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A8EAF39-1D2E-3D36-4273-5FE618C08BE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535A392-C9B4-326F-98DF-25F16513437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89FADE3-AFF4-0FE2-FD54-EA89E0751A1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5047AE7-4A25-A0F8-2B27-69D1F6AEB13E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2366494-1911-49E2-B405-8C6935AE758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E3A275C-1975-6993-DDA6-C75820BDE07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3083B03-22E4-4234-15B9-A888F17C7A8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2C55068-6402-3933-CA91-D43AEE0868A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7AFAC60-F087-6054-E1C9-307C528FE40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E0DFA82-5957-ABF7-CAD8-9FC684D43C9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D793A1E-CEAE-E3FD-8831-E6A945B9474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7B67EAD-310E-54A9-E4ED-FD6EAA1B465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382EAF1-1166-BB2C-D119-A658358BC82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6204728-1B42-D899-5320-2B1475AABFA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BB6D1D-89B8-1DBF-42E2-0CE9877801F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FC90733-41D3-7AC8-4051-3030E6E8B71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4E39EC0A-5CC4-D1E3-C3DC-8C515E20350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5ED6EC3-1462-1F3F-58CA-40DDC129490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7947DA-927B-7C1D-77D1-9D9BA9D6593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B31883-F807-BBC9-25F6-FD4CB4B5F88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40A80B-06F0-9C89-6F49-2714E855B76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179550A-2AC4-DAE2-FAD0-6136CA23E00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9C85F5C-565B-F07F-D59D-0943698D4BF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5F696DE-ABF4-1FF4-3499-7EE3A8F9C70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2CF7E9B-2F8C-6AAD-41F5-CC43B69AAB3B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763198-772E-B17A-C83C-FD49DF6CE0F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82100B8-3CB2-2EB7-2D1F-06ECADD0A45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4EB9B61-DEA4-FC1F-542A-10A85BAF30B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4746CD3-4885-D701-92D8-1C1B27FF21B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D60A4E3-1C6A-8A4A-85FF-56C1AE56B08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2D57F1F3-CF3C-BFFD-5775-469071AD5F9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CF13D16C-6125-CF01-335C-43FC9E64CEA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544F217-1683-0E89-4E30-033655D6E58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18B1D46-A0EF-72D3-2046-3028EF898B1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88700A71-8C3A-5216-6107-3D15C8D113B8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1DC30DB-B188-958E-EA82-DE5F115BA10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78D83D0F-3A3C-B7F1-138F-A6FA08DAE78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BEEECE8-2268-6D16-9E7E-48D06F43073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281DC293-A541-5B71-C510-D98B5E522AA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59E1C659-5E1D-2881-754F-F38EA92622A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6E62BB81-7A14-ABBF-26EA-4E07C3EE945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39BA2FB6-9E64-43BC-A993-3835799AEB7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40083BFD-9FC8-23AE-F21B-8F3E14A25512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7E7AC4C-42B1-22AF-71D3-E72CC6EA04A8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7C56394-219F-6E0B-E099-73F8834001B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69DE016-C381-4337-98A4-6A52D9620F8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1261747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9905</TotalTime>
  <Words>2052</Words>
  <Application>Microsoft Macintosh PowerPoint</Application>
  <PresentationFormat>Widescreen</PresentationFormat>
  <Paragraphs>1878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398</cp:revision>
  <cp:lastPrinted>2025-12-02T00:08:17Z</cp:lastPrinted>
  <dcterms:created xsi:type="dcterms:W3CDTF">2024-03-19T02:13:08Z</dcterms:created>
  <dcterms:modified xsi:type="dcterms:W3CDTF">2026-10-08T19:28:37Z</dcterms:modified>
</cp:coreProperties>
</file>