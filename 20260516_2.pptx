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0"/>
  </p:notesMasterIdLst>
  <p:sldIdLst>
    <p:sldId id="457" r:id="rId2"/>
    <p:sldId id="531" r:id="rId3"/>
    <p:sldId id="532" r:id="rId4"/>
    <p:sldId id="533" r:id="rId5"/>
    <p:sldId id="534" r:id="rId6"/>
    <p:sldId id="535" r:id="rId7"/>
    <p:sldId id="536" r:id="rId8"/>
    <p:sldId id="537" r:id="rId9"/>
    <p:sldId id="538" r:id="rId10"/>
    <p:sldId id="542" r:id="rId11"/>
    <p:sldId id="543" r:id="rId12"/>
    <p:sldId id="544" r:id="rId13"/>
    <p:sldId id="552" r:id="rId14"/>
    <p:sldId id="553" r:id="rId15"/>
    <p:sldId id="557" r:id="rId16"/>
    <p:sldId id="558" r:id="rId17"/>
    <p:sldId id="559" r:id="rId18"/>
    <p:sldId id="560" r:id="rId19"/>
    <p:sldId id="561" r:id="rId20"/>
    <p:sldId id="562" r:id="rId21"/>
    <p:sldId id="563" r:id="rId22"/>
    <p:sldId id="564" r:id="rId23"/>
    <p:sldId id="565" r:id="rId24"/>
    <p:sldId id="566" r:id="rId25"/>
    <p:sldId id="567" r:id="rId26"/>
    <p:sldId id="568" r:id="rId27"/>
    <p:sldId id="570" r:id="rId28"/>
    <p:sldId id="573" r:id="rId29"/>
    <p:sldId id="576" r:id="rId30"/>
    <p:sldId id="574" r:id="rId31"/>
    <p:sldId id="577" r:id="rId32"/>
    <p:sldId id="578" r:id="rId33"/>
    <p:sldId id="579" r:id="rId34"/>
    <p:sldId id="580" r:id="rId35"/>
    <p:sldId id="581" r:id="rId36"/>
    <p:sldId id="582" r:id="rId37"/>
    <p:sldId id="583" r:id="rId38"/>
    <p:sldId id="584" r:id="rId39"/>
    <p:sldId id="585" r:id="rId40"/>
    <p:sldId id="586" r:id="rId41"/>
    <p:sldId id="587" r:id="rId42"/>
    <p:sldId id="588" r:id="rId43"/>
    <p:sldId id="589" r:id="rId44"/>
    <p:sldId id="590" r:id="rId45"/>
    <p:sldId id="591" r:id="rId46"/>
    <p:sldId id="592" r:id="rId47"/>
    <p:sldId id="593" r:id="rId48"/>
    <p:sldId id="594" r:id="rId49"/>
    <p:sldId id="595" r:id="rId50"/>
    <p:sldId id="596" r:id="rId51"/>
    <p:sldId id="597" r:id="rId52"/>
    <p:sldId id="598" r:id="rId53"/>
    <p:sldId id="599" r:id="rId54"/>
    <p:sldId id="600" r:id="rId55"/>
    <p:sldId id="601" r:id="rId56"/>
    <p:sldId id="602" r:id="rId57"/>
    <p:sldId id="603" r:id="rId58"/>
    <p:sldId id="60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273"/>
    <p:restoredTop sz="94670"/>
  </p:normalViewPr>
  <p:slideViewPr>
    <p:cSldViewPr snapToGrid="0">
      <p:cViewPr varScale="1">
        <p:scale>
          <a:sx n="113" d="100"/>
          <a:sy n="113" d="100"/>
        </p:scale>
        <p:origin x="1496"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CCCFB1C-7F6E-CC48-8B12-2D5A9AE1C913}" type="datetimeFigureOut">
              <a:rPr lang="en-US" smtClean="0"/>
              <a:t>5/14/26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0E9560A-78B4-504A-9396-2AE516B1349B}" type="slidenum">
              <a:rPr lang="en-US" smtClean="0"/>
              <a:t>‹#›</a:t>
            </a:fld>
            <a:endParaRPr lang="en-US"/>
          </a:p>
        </p:txBody>
      </p:sp>
    </p:spTree>
    <p:extLst>
      <p:ext uri="{BB962C8B-B14F-4D97-AF65-F5344CB8AC3E}">
        <p14:creationId xmlns:p14="http://schemas.microsoft.com/office/powerpoint/2010/main" val="30599270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4D157-A7E6-0CD3-8266-DE0939AE4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26FDA5-ABD9-E89C-43FB-F19D8441B2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8E2E9E-AD91-B134-310C-59487A42F7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9F40DBF-0F4C-781C-F266-8D63105C1D0C}"/>
              </a:ext>
            </a:extLst>
          </p:cNvPr>
          <p:cNvSpPr>
            <a:spLocks noGrp="1"/>
          </p:cNvSpPr>
          <p:nvPr>
            <p:ph type="sldNum" sz="quarter" idx="5"/>
          </p:nvPr>
        </p:nvSpPr>
        <p:spPr/>
        <p:txBody>
          <a:bodyPr/>
          <a:lstStyle/>
          <a:p>
            <a:fld id="{C0E9560A-78B4-504A-9396-2AE516B1349B}" type="slidenum">
              <a:rPr lang="en-US" smtClean="0"/>
              <a:t>1</a:t>
            </a:fld>
            <a:endParaRPr lang="en-US"/>
          </a:p>
        </p:txBody>
      </p:sp>
    </p:spTree>
    <p:extLst>
      <p:ext uri="{BB962C8B-B14F-4D97-AF65-F5344CB8AC3E}">
        <p14:creationId xmlns:p14="http://schemas.microsoft.com/office/powerpoint/2010/main" val="1795578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6790-4549-5588-BC34-0F9BA62D89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CC357-14B7-10E2-994C-7F15F7C1DD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1D9101-1CCC-A5D6-7087-CC5E0AFAD6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F7EF4CE-129C-B591-3652-00C8148E4046}"/>
              </a:ext>
            </a:extLst>
          </p:cNvPr>
          <p:cNvSpPr>
            <a:spLocks noGrp="1"/>
          </p:cNvSpPr>
          <p:nvPr>
            <p:ph type="sldNum" sz="quarter" idx="5"/>
          </p:nvPr>
        </p:nvSpPr>
        <p:spPr/>
        <p:txBody>
          <a:bodyPr/>
          <a:lstStyle/>
          <a:p>
            <a:fld id="{C0E9560A-78B4-504A-9396-2AE516B1349B}" type="slidenum">
              <a:rPr lang="en-US" smtClean="0"/>
              <a:t>2</a:t>
            </a:fld>
            <a:endParaRPr lang="en-US"/>
          </a:p>
        </p:txBody>
      </p:sp>
    </p:spTree>
    <p:extLst>
      <p:ext uri="{BB962C8B-B14F-4D97-AF65-F5344CB8AC3E}">
        <p14:creationId xmlns:p14="http://schemas.microsoft.com/office/powerpoint/2010/main" val="16562719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2A633-4CDA-BFAF-530F-3FBDF282F0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249980-853A-F74D-268B-2C8CF749D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00853E-40BE-C69C-0759-FA22937C83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4909DF-4CCC-7519-EC79-921E4DD73C01}"/>
              </a:ext>
            </a:extLst>
          </p:cNvPr>
          <p:cNvSpPr>
            <a:spLocks noGrp="1"/>
          </p:cNvSpPr>
          <p:nvPr>
            <p:ph type="sldNum" sz="quarter" idx="5"/>
          </p:nvPr>
        </p:nvSpPr>
        <p:spPr/>
        <p:txBody>
          <a:bodyPr/>
          <a:lstStyle/>
          <a:p>
            <a:fld id="{C0E9560A-78B4-504A-9396-2AE516B1349B}" type="slidenum">
              <a:rPr lang="en-US" smtClean="0"/>
              <a:t>3</a:t>
            </a:fld>
            <a:endParaRPr lang="en-US"/>
          </a:p>
        </p:txBody>
      </p:sp>
    </p:spTree>
    <p:extLst>
      <p:ext uri="{BB962C8B-B14F-4D97-AF65-F5344CB8AC3E}">
        <p14:creationId xmlns:p14="http://schemas.microsoft.com/office/powerpoint/2010/main" val="1407093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BC30E-8DD5-7AAC-B851-9CC6E50C8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EC26A-75B2-8594-0060-D456222FAE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B62C4F-3300-9B96-157C-FBCDD07C2A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7B3095-8943-23E3-5A68-9A916559BE1A}"/>
              </a:ext>
            </a:extLst>
          </p:cNvPr>
          <p:cNvSpPr>
            <a:spLocks noGrp="1"/>
          </p:cNvSpPr>
          <p:nvPr>
            <p:ph type="sldNum" sz="quarter" idx="5"/>
          </p:nvPr>
        </p:nvSpPr>
        <p:spPr/>
        <p:txBody>
          <a:bodyPr/>
          <a:lstStyle/>
          <a:p>
            <a:fld id="{C0E9560A-78B4-504A-9396-2AE516B1349B}" type="slidenum">
              <a:rPr lang="en-US" smtClean="0"/>
              <a:t>4</a:t>
            </a:fld>
            <a:endParaRPr lang="en-US"/>
          </a:p>
        </p:txBody>
      </p:sp>
    </p:spTree>
    <p:extLst>
      <p:ext uri="{BB962C8B-B14F-4D97-AF65-F5344CB8AC3E}">
        <p14:creationId xmlns:p14="http://schemas.microsoft.com/office/powerpoint/2010/main" val="716444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7821E-2986-1D03-32D3-D850C330A0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BB7AD2-F31E-4C60-EEBC-2517B8946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6C3F98-1583-C719-DEFE-D3722E5D67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C9E05C-B26F-1C14-6AF9-6D18A992625D}"/>
              </a:ext>
            </a:extLst>
          </p:cNvPr>
          <p:cNvSpPr>
            <a:spLocks noGrp="1"/>
          </p:cNvSpPr>
          <p:nvPr>
            <p:ph type="sldNum" sz="quarter" idx="5"/>
          </p:nvPr>
        </p:nvSpPr>
        <p:spPr/>
        <p:txBody>
          <a:bodyPr/>
          <a:lstStyle/>
          <a:p>
            <a:fld id="{C0E9560A-78B4-504A-9396-2AE516B1349B}" type="slidenum">
              <a:rPr lang="en-US" smtClean="0"/>
              <a:t>5</a:t>
            </a:fld>
            <a:endParaRPr lang="en-US"/>
          </a:p>
        </p:txBody>
      </p:sp>
    </p:spTree>
    <p:extLst>
      <p:ext uri="{BB962C8B-B14F-4D97-AF65-F5344CB8AC3E}">
        <p14:creationId xmlns:p14="http://schemas.microsoft.com/office/powerpoint/2010/main" val="14207871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48E45-3808-359C-97E6-63193D13EC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8424A4-D095-1026-9F2D-F2FC8FED02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074FDA-4791-76DF-06F1-554FC78D6F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9FF612C-DA59-51FE-31E0-AB6FD029D19D}"/>
              </a:ext>
            </a:extLst>
          </p:cNvPr>
          <p:cNvSpPr>
            <a:spLocks noGrp="1"/>
          </p:cNvSpPr>
          <p:nvPr>
            <p:ph type="sldNum" sz="quarter" idx="5"/>
          </p:nvPr>
        </p:nvSpPr>
        <p:spPr/>
        <p:txBody>
          <a:bodyPr/>
          <a:lstStyle/>
          <a:p>
            <a:fld id="{C0E9560A-78B4-504A-9396-2AE516B1349B}" type="slidenum">
              <a:rPr lang="en-US" smtClean="0"/>
              <a:t>6</a:t>
            </a:fld>
            <a:endParaRPr lang="en-US"/>
          </a:p>
        </p:txBody>
      </p:sp>
    </p:spTree>
    <p:extLst>
      <p:ext uri="{BB962C8B-B14F-4D97-AF65-F5344CB8AC3E}">
        <p14:creationId xmlns:p14="http://schemas.microsoft.com/office/powerpoint/2010/main" val="20849971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1B7C99-A728-CCF0-CF73-AE85918B1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9B5BD4-ACD7-1E91-942A-990289EEA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293C4F-1B61-5FE2-693D-9DA7F5C1C79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08D361-CC15-D12A-F931-2A74853F53DF}"/>
              </a:ext>
            </a:extLst>
          </p:cNvPr>
          <p:cNvSpPr>
            <a:spLocks noGrp="1"/>
          </p:cNvSpPr>
          <p:nvPr>
            <p:ph type="sldNum" sz="quarter" idx="5"/>
          </p:nvPr>
        </p:nvSpPr>
        <p:spPr/>
        <p:txBody>
          <a:bodyPr/>
          <a:lstStyle/>
          <a:p>
            <a:fld id="{C0E9560A-78B4-504A-9396-2AE516B1349B}" type="slidenum">
              <a:rPr lang="en-US" smtClean="0"/>
              <a:t>7</a:t>
            </a:fld>
            <a:endParaRPr lang="en-US"/>
          </a:p>
        </p:txBody>
      </p:sp>
    </p:spTree>
    <p:extLst>
      <p:ext uri="{BB962C8B-B14F-4D97-AF65-F5344CB8AC3E}">
        <p14:creationId xmlns:p14="http://schemas.microsoft.com/office/powerpoint/2010/main" val="2529636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C8136-879A-B69D-512D-F90019948B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576375-9110-6AFA-777A-01643D622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A361DD-AABF-CCC6-C14A-9DB4A44DA8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89D3D2-ACD4-C382-E88E-1B920EFCBCD9}"/>
              </a:ext>
            </a:extLst>
          </p:cNvPr>
          <p:cNvSpPr>
            <a:spLocks noGrp="1"/>
          </p:cNvSpPr>
          <p:nvPr>
            <p:ph type="sldNum" sz="quarter" idx="5"/>
          </p:nvPr>
        </p:nvSpPr>
        <p:spPr/>
        <p:txBody>
          <a:bodyPr/>
          <a:lstStyle/>
          <a:p>
            <a:fld id="{C0E9560A-78B4-504A-9396-2AE516B1349B}" type="slidenum">
              <a:rPr lang="en-US" smtClean="0"/>
              <a:t>8</a:t>
            </a:fld>
            <a:endParaRPr lang="en-US"/>
          </a:p>
        </p:txBody>
      </p:sp>
    </p:spTree>
    <p:extLst>
      <p:ext uri="{BB962C8B-B14F-4D97-AF65-F5344CB8AC3E}">
        <p14:creationId xmlns:p14="http://schemas.microsoft.com/office/powerpoint/2010/main" val="3865301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6299E-E451-E69F-5E75-78CD9A78C5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15DB3E-3038-AA7B-59DE-D88102118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AE20C9-140F-DFBA-529F-56DEA35881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1DA965-7C4C-80C2-1FD9-A9867F8CB5AB}"/>
              </a:ext>
            </a:extLst>
          </p:cNvPr>
          <p:cNvSpPr>
            <a:spLocks noGrp="1"/>
          </p:cNvSpPr>
          <p:nvPr>
            <p:ph type="sldNum" sz="quarter" idx="5"/>
          </p:nvPr>
        </p:nvSpPr>
        <p:spPr/>
        <p:txBody>
          <a:bodyPr/>
          <a:lstStyle/>
          <a:p>
            <a:fld id="{C0E9560A-78B4-504A-9396-2AE516B1349B}" type="slidenum">
              <a:rPr lang="en-US" smtClean="0"/>
              <a:t>9</a:t>
            </a:fld>
            <a:endParaRPr lang="en-US"/>
          </a:p>
        </p:txBody>
      </p:sp>
    </p:spTree>
    <p:extLst>
      <p:ext uri="{BB962C8B-B14F-4D97-AF65-F5344CB8AC3E}">
        <p14:creationId xmlns:p14="http://schemas.microsoft.com/office/powerpoint/2010/main" val="1698142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85657-F347-4D33-DE4F-DB98A22E45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AF3E9-B5ED-A578-22DB-F60E760FB3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7A16D3-F2C3-A6C8-4F5F-5AE0D4259C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1C1464-1EC2-96E9-A7AA-944A529B87FE}"/>
              </a:ext>
            </a:extLst>
          </p:cNvPr>
          <p:cNvSpPr>
            <a:spLocks noGrp="1"/>
          </p:cNvSpPr>
          <p:nvPr>
            <p:ph type="sldNum" sz="quarter" idx="5"/>
          </p:nvPr>
        </p:nvSpPr>
        <p:spPr/>
        <p:txBody>
          <a:bodyPr/>
          <a:lstStyle/>
          <a:p>
            <a:fld id="{C0E9560A-78B4-504A-9396-2AE516B1349B}" type="slidenum">
              <a:rPr lang="en-US" smtClean="0"/>
              <a:t>10</a:t>
            </a:fld>
            <a:endParaRPr lang="en-US"/>
          </a:p>
        </p:txBody>
      </p:sp>
    </p:spTree>
    <p:extLst>
      <p:ext uri="{BB962C8B-B14F-4D97-AF65-F5344CB8AC3E}">
        <p14:creationId xmlns:p14="http://schemas.microsoft.com/office/powerpoint/2010/main" val="3599976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733CD0-8B44-F683-BA5E-B11AF06AD9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D52028-FCDD-5800-C74F-E63903CA4D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35FCCF-2968-F37A-6DD8-56D4CC2868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C35732-B7AB-B587-DFC8-26D5962858E1}"/>
              </a:ext>
            </a:extLst>
          </p:cNvPr>
          <p:cNvSpPr>
            <a:spLocks noGrp="1"/>
          </p:cNvSpPr>
          <p:nvPr>
            <p:ph type="sldNum" sz="quarter" idx="5"/>
          </p:nvPr>
        </p:nvSpPr>
        <p:spPr/>
        <p:txBody>
          <a:bodyPr/>
          <a:lstStyle/>
          <a:p>
            <a:fld id="{C0E9560A-78B4-504A-9396-2AE516B1349B}" type="slidenum">
              <a:rPr lang="en-US" smtClean="0"/>
              <a:t>11</a:t>
            </a:fld>
            <a:endParaRPr lang="en-US"/>
          </a:p>
        </p:txBody>
      </p:sp>
    </p:spTree>
    <p:extLst>
      <p:ext uri="{BB962C8B-B14F-4D97-AF65-F5344CB8AC3E}">
        <p14:creationId xmlns:p14="http://schemas.microsoft.com/office/powerpoint/2010/main" val="226796638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CDBA7-31CB-7E9E-1820-C6BBD6EB05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D7FFD1-12B6-F69A-8718-8A814DDA97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A08A24-F1A2-D64F-091E-AB323FAC5A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352F7C-2754-EEAD-555F-8F03A32870E8}"/>
              </a:ext>
            </a:extLst>
          </p:cNvPr>
          <p:cNvSpPr>
            <a:spLocks noGrp="1"/>
          </p:cNvSpPr>
          <p:nvPr>
            <p:ph type="sldNum" sz="quarter" idx="5"/>
          </p:nvPr>
        </p:nvSpPr>
        <p:spPr/>
        <p:txBody>
          <a:bodyPr/>
          <a:lstStyle/>
          <a:p>
            <a:fld id="{C0E9560A-78B4-504A-9396-2AE516B1349B}" type="slidenum">
              <a:rPr lang="en-US" smtClean="0"/>
              <a:t>12</a:t>
            </a:fld>
            <a:endParaRPr lang="en-US"/>
          </a:p>
        </p:txBody>
      </p:sp>
    </p:spTree>
    <p:extLst>
      <p:ext uri="{BB962C8B-B14F-4D97-AF65-F5344CB8AC3E}">
        <p14:creationId xmlns:p14="http://schemas.microsoft.com/office/powerpoint/2010/main" val="40502874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5D8605-8653-3F12-2ECF-93DD1F4097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178E1-9D1B-932D-42F5-E07BB6D3F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7B865B-AEE7-58E9-CEAC-741EE51C9B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1A9D03-CBD4-B065-EC4E-444700BFDE62}"/>
              </a:ext>
            </a:extLst>
          </p:cNvPr>
          <p:cNvSpPr>
            <a:spLocks noGrp="1"/>
          </p:cNvSpPr>
          <p:nvPr>
            <p:ph type="sldNum" sz="quarter" idx="5"/>
          </p:nvPr>
        </p:nvSpPr>
        <p:spPr/>
        <p:txBody>
          <a:bodyPr/>
          <a:lstStyle/>
          <a:p>
            <a:fld id="{C0E9560A-78B4-504A-9396-2AE516B1349B}" type="slidenum">
              <a:rPr lang="en-US" smtClean="0"/>
              <a:t>13</a:t>
            </a:fld>
            <a:endParaRPr lang="en-US"/>
          </a:p>
        </p:txBody>
      </p:sp>
    </p:spTree>
    <p:extLst>
      <p:ext uri="{BB962C8B-B14F-4D97-AF65-F5344CB8AC3E}">
        <p14:creationId xmlns:p14="http://schemas.microsoft.com/office/powerpoint/2010/main" val="1653683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D8716-D838-400F-60D3-10FF30C24C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210172-7428-FC73-6599-728FA93DC7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AE0DF6-2724-BF18-D9A5-ECA11C05EA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71DC1E7-F0A0-D844-BD7E-320CCC965956}"/>
              </a:ext>
            </a:extLst>
          </p:cNvPr>
          <p:cNvSpPr>
            <a:spLocks noGrp="1"/>
          </p:cNvSpPr>
          <p:nvPr>
            <p:ph type="sldNum" sz="quarter" idx="5"/>
          </p:nvPr>
        </p:nvSpPr>
        <p:spPr/>
        <p:txBody>
          <a:bodyPr/>
          <a:lstStyle/>
          <a:p>
            <a:fld id="{C0E9560A-78B4-504A-9396-2AE516B1349B}" type="slidenum">
              <a:rPr lang="en-US" smtClean="0"/>
              <a:t>14</a:t>
            </a:fld>
            <a:endParaRPr lang="en-US"/>
          </a:p>
        </p:txBody>
      </p:sp>
    </p:spTree>
    <p:extLst>
      <p:ext uri="{BB962C8B-B14F-4D97-AF65-F5344CB8AC3E}">
        <p14:creationId xmlns:p14="http://schemas.microsoft.com/office/powerpoint/2010/main" val="10854804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48CB3-4950-D6A2-9262-B36F5BCDB6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F2E1FE-51D2-D2B8-2273-584ACE477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DDC0A7-B101-5DF0-6D53-738D59063C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4F8508-BFB0-2C63-234C-09681A511549}"/>
              </a:ext>
            </a:extLst>
          </p:cNvPr>
          <p:cNvSpPr>
            <a:spLocks noGrp="1"/>
          </p:cNvSpPr>
          <p:nvPr>
            <p:ph type="sldNum" sz="quarter" idx="5"/>
          </p:nvPr>
        </p:nvSpPr>
        <p:spPr/>
        <p:txBody>
          <a:bodyPr/>
          <a:lstStyle/>
          <a:p>
            <a:fld id="{C0E9560A-78B4-504A-9396-2AE516B1349B}" type="slidenum">
              <a:rPr lang="en-US" smtClean="0"/>
              <a:t>15</a:t>
            </a:fld>
            <a:endParaRPr lang="en-US"/>
          </a:p>
        </p:txBody>
      </p:sp>
    </p:spTree>
    <p:extLst>
      <p:ext uri="{BB962C8B-B14F-4D97-AF65-F5344CB8AC3E}">
        <p14:creationId xmlns:p14="http://schemas.microsoft.com/office/powerpoint/2010/main" val="42699677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61DE8F-A624-7220-10CB-8312AC8616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96FD06-D661-F150-FB29-FEE8F7855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8A9C7-AF38-D138-FA07-16AE7FE1DF7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67703B-0850-44BA-CEA9-AB704D097C34}"/>
              </a:ext>
            </a:extLst>
          </p:cNvPr>
          <p:cNvSpPr>
            <a:spLocks noGrp="1"/>
          </p:cNvSpPr>
          <p:nvPr>
            <p:ph type="sldNum" sz="quarter" idx="5"/>
          </p:nvPr>
        </p:nvSpPr>
        <p:spPr/>
        <p:txBody>
          <a:bodyPr/>
          <a:lstStyle/>
          <a:p>
            <a:fld id="{C0E9560A-78B4-504A-9396-2AE516B1349B}" type="slidenum">
              <a:rPr lang="en-US" smtClean="0"/>
              <a:t>16</a:t>
            </a:fld>
            <a:endParaRPr lang="en-US"/>
          </a:p>
        </p:txBody>
      </p:sp>
    </p:spTree>
    <p:extLst>
      <p:ext uri="{BB962C8B-B14F-4D97-AF65-F5344CB8AC3E}">
        <p14:creationId xmlns:p14="http://schemas.microsoft.com/office/powerpoint/2010/main" val="16940609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56823-20EB-E083-91E7-539DABCDE4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EB6885-0EDC-B711-D6DE-2E14DE253E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3C3D37-6CC3-2DE6-F874-0D522E4FB0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200279-7F8C-E2F8-646A-C1DECF0CD26B}"/>
              </a:ext>
            </a:extLst>
          </p:cNvPr>
          <p:cNvSpPr>
            <a:spLocks noGrp="1"/>
          </p:cNvSpPr>
          <p:nvPr>
            <p:ph type="sldNum" sz="quarter" idx="5"/>
          </p:nvPr>
        </p:nvSpPr>
        <p:spPr/>
        <p:txBody>
          <a:bodyPr/>
          <a:lstStyle/>
          <a:p>
            <a:fld id="{C0E9560A-78B4-504A-9396-2AE516B1349B}" type="slidenum">
              <a:rPr lang="en-US" smtClean="0"/>
              <a:t>17</a:t>
            </a:fld>
            <a:endParaRPr lang="en-US"/>
          </a:p>
        </p:txBody>
      </p:sp>
    </p:spTree>
    <p:extLst>
      <p:ext uri="{BB962C8B-B14F-4D97-AF65-F5344CB8AC3E}">
        <p14:creationId xmlns:p14="http://schemas.microsoft.com/office/powerpoint/2010/main" val="224622627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266A-134F-FDDC-160B-CC7268869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B1926-CC94-6313-EB17-2A941E6BF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F084F7F-5790-6AC2-9FD7-F74D0BDA79D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DB46F5C-309C-F061-B02C-BDC470F41720}"/>
              </a:ext>
            </a:extLst>
          </p:cNvPr>
          <p:cNvSpPr>
            <a:spLocks noGrp="1"/>
          </p:cNvSpPr>
          <p:nvPr>
            <p:ph type="sldNum" sz="quarter" idx="5"/>
          </p:nvPr>
        </p:nvSpPr>
        <p:spPr/>
        <p:txBody>
          <a:bodyPr/>
          <a:lstStyle/>
          <a:p>
            <a:fld id="{C0E9560A-78B4-504A-9396-2AE516B1349B}" type="slidenum">
              <a:rPr lang="en-US" smtClean="0"/>
              <a:t>18</a:t>
            </a:fld>
            <a:endParaRPr lang="en-US"/>
          </a:p>
        </p:txBody>
      </p:sp>
    </p:spTree>
    <p:extLst>
      <p:ext uri="{BB962C8B-B14F-4D97-AF65-F5344CB8AC3E}">
        <p14:creationId xmlns:p14="http://schemas.microsoft.com/office/powerpoint/2010/main" val="22306976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D82D7-2C14-7407-8588-D36D7CAF4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03433-0F33-76AA-F5B7-A7E2D672C1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F179F5-DC1E-2EE2-C2FB-FE030D2EBE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49046A-EB1A-8371-CF88-04454FD74803}"/>
              </a:ext>
            </a:extLst>
          </p:cNvPr>
          <p:cNvSpPr>
            <a:spLocks noGrp="1"/>
          </p:cNvSpPr>
          <p:nvPr>
            <p:ph type="sldNum" sz="quarter" idx="5"/>
          </p:nvPr>
        </p:nvSpPr>
        <p:spPr/>
        <p:txBody>
          <a:bodyPr/>
          <a:lstStyle/>
          <a:p>
            <a:fld id="{C0E9560A-78B4-504A-9396-2AE516B1349B}" type="slidenum">
              <a:rPr lang="en-US" smtClean="0"/>
              <a:t>19</a:t>
            </a:fld>
            <a:endParaRPr lang="en-US"/>
          </a:p>
        </p:txBody>
      </p:sp>
    </p:spTree>
    <p:extLst>
      <p:ext uri="{BB962C8B-B14F-4D97-AF65-F5344CB8AC3E}">
        <p14:creationId xmlns:p14="http://schemas.microsoft.com/office/powerpoint/2010/main" val="5728333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5524B-A990-3F18-4DD8-E19A25A87D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C710DD-62C7-D9EF-E566-AA0053641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0550AA-3498-F38B-AF09-0AAAB569A1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DEF9BB1-1346-1CE7-28BB-A738E024CE90}"/>
              </a:ext>
            </a:extLst>
          </p:cNvPr>
          <p:cNvSpPr>
            <a:spLocks noGrp="1"/>
          </p:cNvSpPr>
          <p:nvPr>
            <p:ph type="sldNum" sz="quarter" idx="5"/>
          </p:nvPr>
        </p:nvSpPr>
        <p:spPr/>
        <p:txBody>
          <a:bodyPr/>
          <a:lstStyle/>
          <a:p>
            <a:fld id="{C0E9560A-78B4-504A-9396-2AE516B1349B}" type="slidenum">
              <a:rPr lang="en-US" smtClean="0"/>
              <a:t>20</a:t>
            </a:fld>
            <a:endParaRPr lang="en-US"/>
          </a:p>
        </p:txBody>
      </p:sp>
    </p:spTree>
    <p:extLst>
      <p:ext uri="{BB962C8B-B14F-4D97-AF65-F5344CB8AC3E}">
        <p14:creationId xmlns:p14="http://schemas.microsoft.com/office/powerpoint/2010/main" val="4102434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A38E-96B1-9091-8082-3C2866055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0932EF-68F6-43EB-3FBF-B75C288F79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373AD5-2660-1BFA-16F5-06B4E13121F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44F61C-FA95-4615-ABED-CB7363F4D2C4}"/>
              </a:ext>
            </a:extLst>
          </p:cNvPr>
          <p:cNvSpPr>
            <a:spLocks noGrp="1"/>
          </p:cNvSpPr>
          <p:nvPr>
            <p:ph type="sldNum" sz="quarter" idx="5"/>
          </p:nvPr>
        </p:nvSpPr>
        <p:spPr/>
        <p:txBody>
          <a:bodyPr/>
          <a:lstStyle/>
          <a:p>
            <a:fld id="{C0E9560A-78B4-504A-9396-2AE516B1349B}" type="slidenum">
              <a:rPr lang="en-US" smtClean="0"/>
              <a:t>21</a:t>
            </a:fld>
            <a:endParaRPr lang="en-US"/>
          </a:p>
        </p:txBody>
      </p:sp>
    </p:spTree>
    <p:extLst>
      <p:ext uri="{BB962C8B-B14F-4D97-AF65-F5344CB8AC3E}">
        <p14:creationId xmlns:p14="http://schemas.microsoft.com/office/powerpoint/2010/main" val="1127740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94621-09E1-FDB3-4E23-27BC2CC757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138BE-CF9D-3C3F-C926-5ECCE55B60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23D3F3-E824-C53E-99EB-4388C2ABCB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3E232D-9CEB-E215-FF05-0E4153CA0FFC}"/>
              </a:ext>
            </a:extLst>
          </p:cNvPr>
          <p:cNvSpPr>
            <a:spLocks noGrp="1"/>
          </p:cNvSpPr>
          <p:nvPr>
            <p:ph type="sldNum" sz="quarter" idx="5"/>
          </p:nvPr>
        </p:nvSpPr>
        <p:spPr/>
        <p:txBody>
          <a:bodyPr/>
          <a:lstStyle/>
          <a:p>
            <a:fld id="{C0E9560A-78B4-504A-9396-2AE516B1349B}" type="slidenum">
              <a:rPr lang="en-US" smtClean="0"/>
              <a:t>22</a:t>
            </a:fld>
            <a:endParaRPr lang="en-US"/>
          </a:p>
        </p:txBody>
      </p:sp>
    </p:spTree>
    <p:extLst>
      <p:ext uri="{BB962C8B-B14F-4D97-AF65-F5344CB8AC3E}">
        <p14:creationId xmlns:p14="http://schemas.microsoft.com/office/powerpoint/2010/main" val="252039548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948794-3E96-F8A3-AF84-28F56F8985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95717F-862B-F473-5272-F59368A2C6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C2E782-F63A-A6A5-5D2A-FC7DE8E038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7405CD-4639-8A67-7546-D651DD83DC2B}"/>
              </a:ext>
            </a:extLst>
          </p:cNvPr>
          <p:cNvSpPr>
            <a:spLocks noGrp="1"/>
          </p:cNvSpPr>
          <p:nvPr>
            <p:ph type="sldNum" sz="quarter" idx="5"/>
          </p:nvPr>
        </p:nvSpPr>
        <p:spPr/>
        <p:txBody>
          <a:bodyPr/>
          <a:lstStyle/>
          <a:p>
            <a:fld id="{C0E9560A-78B4-504A-9396-2AE516B1349B}" type="slidenum">
              <a:rPr lang="en-US" smtClean="0"/>
              <a:t>23</a:t>
            </a:fld>
            <a:endParaRPr lang="en-US"/>
          </a:p>
        </p:txBody>
      </p:sp>
    </p:spTree>
    <p:extLst>
      <p:ext uri="{BB962C8B-B14F-4D97-AF65-F5344CB8AC3E}">
        <p14:creationId xmlns:p14="http://schemas.microsoft.com/office/powerpoint/2010/main" val="210293873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A5C2D-F6E3-F095-0352-E5D895E507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DFC31B-DCE6-11DE-0121-4C8BEB387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CAE7F-99BA-C162-F5C3-6699F74B4F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0A561A-441C-90F5-2C13-884199EC430E}"/>
              </a:ext>
            </a:extLst>
          </p:cNvPr>
          <p:cNvSpPr>
            <a:spLocks noGrp="1"/>
          </p:cNvSpPr>
          <p:nvPr>
            <p:ph type="sldNum" sz="quarter" idx="5"/>
          </p:nvPr>
        </p:nvSpPr>
        <p:spPr/>
        <p:txBody>
          <a:bodyPr/>
          <a:lstStyle/>
          <a:p>
            <a:fld id="{C0E9560A-78B4-504A-9396-2AE516B1349B}" type="slidenum">
              <a:rPr lang="en-US" smtClean="0"/>
              <a:t>24</a:t>
            </a:fld>
            <a:endParaRPr lang="en-US"/>
          </a:p>
        </p:txBody>
      </p:sp>
    </p:spTree>
    <p:extLst>
      <p:ext uri="{BB962C8B-B14F-4D97-AF65-F5344CB8AC3E}">
        <p14:creationId xmlns:p14="http://schemas.microsoft.com/office/powerpoint/2010/main" val="13686295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40E0-470B-ACBC-EE5F-A743EBE7C5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BCDD2D-429D-51D0-3D47-FCA61E0018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AA8996-A66F-0F93-5C8F-911F81D26A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C6211D-D0A2-E0CC-FC43-F6717C087E88}"/>
              </a:ext>
            </a:extLst>
          </p:cNvPr>
          <p:cNvSpPr>
            <a:spLocks noGrp="1"/>
          </p:cNvSpPr>
          <p:nvPr>
            <p:ph type="sldNum" sz="quarter" idx="5"/>
          </p:nvPr>
        </p:nvSpPr>
        <p:spPr/>
        <p:txBody>
          <a:bodyPr/>
          <a:lstStyle/>
          <a:p>
            <a:fld id="{C0E9560A-78B4-504A-9396-2AE516B1349B}" type="slidenum">
              <a:rPr lang="en-US" smtClean="0"/>
              <a:t>25</a:t>
            </a:fld>
            <a:endParaRPr lang="en-US"/>
          </a:p>
        </p:txBody>
      </p:sp>
    </p:spTree>
    <p:extLst>
      <p:ext uri="{BB962C8B-B14F-4D97-AF65-F5344CB8AC3E}">
        <p14:creationId xmlns:p14="http://schemas.microsoft.com/office/powerpoint/2010/main" val="841362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2F0A9-2EA6-A4F8-BC81-A3F87F7B33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564806-ED86-06DE-633C-01851564A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69517F-30CA-B19E-9DB2-235BA555ADF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A175F9-EAC6-4A71-9E2F-02DFC1441B01}"/>
              </a:ext>
            </a:extLst>
          </p:cNvPr>
          <p:cNvSpPr>
            <a:spLocks noGrp="1"/>
          </p:cNvSpPr>
          <p:nvPr>
            <p:ph type="sldNum" sz="quarter" idx="5"/>
          </p:nvPr>
        </p:nvSpPr>
        <p:spPr/>
        <p:txBody>
          <a:bodyPr/>
          <a:lstStyle/>
          <a:p>
            <a:fld id="{C0E9560A-78B4-504A-9396-2AE516B1349B}" type="slidenum">
              <a:rPr lang="en-US" smtClean="0"/>
              <a:t>26</a:t>
            </a:fld>
            <a:endParaRPr lang="en-US"/>
          </a:p>
        </p:txBody>
      </p:sp>
    </p:spTree>
    <p:extLst>
      <p:ext uri="{BB962C8B-B14F-4D97-AF65-F5344CB8AC3E}">
        <p14:creationId xmlns:p14="http://schemas.microsoft.com/office/powerpoint/2010/main" val="1166917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FA631-F241-DD8A-5A6D-4ABE38C88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CA776A-95CC-64EE-5EE2-9903E3820B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170D13-DD8A-82FE-BED0-4764B64EB40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091A99A-2F89-2318-F632-67BBDBBDDF00}"/>
              </a:ext>
            </a:extLst>
          </p:cNvPr>
          <p:cNvSpPr>
            <a:spLocks noGrp="1"/>
          </p:cNvSpPr>
          <p:nvPr>
            <p:ph type="sldNum" sz="quarter" idx="5"/>
          </p:nvPr>
        </p:nvSpPr>
        <p:spPr/>
        <p:txBody>
          <a:bodyPr/>
          <a:lstStyle/>
          <a:p>
            <a:fld id="{C0E9560A-78B4-504A-9396-2AE516B1349B}" type="slidenum">
              <a:rPr lang="en-US" smtClean="0"/>
              <a:t>27</a:t>
            </a:fld>
            <a:endParaRPr lang="en-US"/>
          </a:p>
        </p:txBody>
      </p:sp>
    </p:spTree>
    <p:extLst>
      <p:ext uri="{BB962C8B-B14F-4D97-AF65-F5344CB8AC3E}">
        <p14:creationId xmlns:p14="http://schemas.microsoft.com/office/powerpoint/2010/main" val="357890533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9DC56-A95A-51C2-5D11-224EDF210F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4C4B6-28F5-00EC-64B0-A4ACBA1388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DA9666-9D7C-94AB-9B15-9061DC6B2B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E505437-8217-654E-B476-F6E4EF0AF192}"/>
              </a:ext>
            </a:extLst>
          </p:cNvPr>
          <p:cNvSpPr>
            <a:spLocks noGrp="1"/>
          </p:cNvSpPr>
          <p:nvPr>
            <p:ph type="sldNum" sz="quarter" idx="5"/>
          </p:nvPr>
        </p:nvSpPr>
        <p:spPr/>
        <p:txBody>
          <a:bodyPr/>
          <a:lstStyle/>
          <a:p>
            <a:fld id="{C0E9560A-78B4-504A-9396-2AE516B1349B}" type="slidenum">
              <a:rPr lang="en-US" smtClean="0"/>
              <a:t>28</a:t>
            </a:fld>
            <a:endParaRPr lang="en-US"/>
          </a:p>
        </p:txBody>
      </p:sp>
    </p:spTree>
    <p:extLst>
      <p:ext uri="{BB962C8B-B14F-4D97-AF65-F5344CB8AC3E}">
        <p14:creationId xmlns:p14="http://schemas.microsoft.com/office/powerpoint/2010/main" val="21099638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EA487-0C15-00C1-E9B8-5A5300B09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14999-B646-C522-EC6A-67F4628059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3E41F6-1AC0-6A37-4EBE-216DE131D5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33E7DE3-6696-0168-8498-42BAB75BBB08}"/>
              </a:ext>
            </a:extLst>
          </p:cNvPr>
          <p:cNvSpPr>
            <a:spLocks noGrp="1"/>
          </p:cNvSpPr>
          <p:nvPr>
            <p:ph type="sldNum" sz="quarter" idx="5"/>
          </p:nvPr>
        </p:nvSpPr>
        <p:spPr/>
        <p:txBody>
          <a:bodyPr/>
          <a:lstStyle/>
          <a:p>
            <a:fld id="{C0E9560A-78B4-504A-9396-2AE516B1349B}" type="slidenum">
              <a:rPr lang="en-US" smtClean="0"/>
              <a:t>29</a:t>
            </a:fld>
            <a:endParaRPr lang="en-US"/>
          </a:p>
        </p:txBody>
      </p:sp>
    </p:spTree>
    <p:extLst>
      <p:ext uri="{BB962C8B-B14F-4D97-AF65-F5344CB8AC3E}">
        <p14:creationId xmlns:p14="http://schemas.microsoft.com/office/powerpoint/2010/main" val="39789747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51C2E-BDAB-EA7F-EA63-7AD1C1496E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844DB-648B-DEF3-3134-4444A7E08E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FC9137-917E-9E6F-92A5-4434FAE0A8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89B464-E78F-8384-6E6C-257556643135}"/>
              </a:ext>
            </a:extLst>
          </p:cNvPr>
          <p:cNvSpPr>
            <a:spLocks noGrp="1"/>
          </p:cNvSpPr>
          <p:nvPr>
            <p:ph type="sldNum" sz="quarter" idx="5"/>
          </p:nvPr>
        </p:nvSpPr>
        <p:spPr/>
        <p:txBody>
          <a:bodyPr/>
          <a:lstStyle/>
          <a:p>
            <a:fld id="{C0E9560A-78B4-504A-9396-2AE516B1349B}" type="slidenum">
              <a:rPr lang="en-US" smtClean="0"/>
              <a:t>30</a:t>
            </a:fld>
            <a:endParaRPr lang="en-US"/>
          </a:p>
        </p:txBody>
      </p:sp>
    </p:spTree>
    <p:extLst>
      <p:ext uri="{BB962C8B-B14F-4D97-AF65-F5344CB8AC3E}">
        <p14:creationId xmlns:p14="http://schemas.microsoft.com/office/powerpoint/2010/main" val="7533551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E089F1-E14F-D69B-EA51-C0428A615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04376-3C4B-B8C3-431C-469B18FF32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AF8A4-B9C6-C8F8-4D5A-206330F3AB0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855B194-DC4D-7D3B-E8BD-0C2A9B2A5491}"/>
              </a:ext>
            </a:extLst>
          </p:cNvPr>
          <p:cNvSpPr>
            <a:spLocks noGrp="1"/>
          </p:cNvSpPr>
          <p:nvPr>
            <p:ph type="sldNum" sz="quarter" idx="5"/>
          </p:nvPr>
        </p:nvSpPr>
        <p:spPr/>
        <p:txBody>
          <a:bodyPr/>
          <a:lstStyle/>
          <a:p>
            <a:fld id="{C0E9560A-78B4-504A-9396-2AE516B1349B}" type="slidenum">
              <a:rPr lang="en-US" smtClean="0"/>
              <a:t>31</a:t>
            </a:fld>
            <a:endParaRPr lang="en-US"/>
          </a:p>
        </p:txBody>
      </p:sp>
    </p:spTree>
    <p:extLst>
      <p:ext uri="{BB962C8B-B14F-4D97-AF65-F5344CB8AC3E}">
        <p14:creationId xmlns:p14="http://schemas.microsoft.com/office/powerpoint/2010/main" val="356361226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DC1694-E07E-2158-6C85-74503CA920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7F854-322F-6391-A520-5A8BF6D7D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9E6C51-244A-A063-F034-C1A661BA68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29DCDB-99DE-EC98-6BBE-5F41B61D0B4D}"/>
              </a:ext>
            </a:extLst>
          </p:cNvPr>
          <p:cNvSpPr>
            <a:spLocks noGrp="1"/>
          </p:cNvSpPr>
          <p:nvPr>
            <p:ph type="sldNum" sz="quarter" idx="5"/>
          </p:nvPr>
        </p:nvSpPr>
        <p:spPr/>
        <p:txBody>
          <a:bodyPr/>
          <a:lstStyle/>
          <a:p>
            <a:fld id="{C0E9560A-78B4-504A-9396-2AE516B1349B}" type="slidenum">
              <a:rPr lang="en-US" smtClean="0"/>
              <a:t>32</a:t>
            </a:fld>
            <a:endParaRPr lang="en-US"/>
          </a:p>
        </p:txBody>
      </p:sp>
    </p:spTree>
    <p:extLst>
      <p:ext uri="{BB962C8B-B14F-4D97-AF65-F5344CB8AC3E}">
        <p14:creationId xmlns:p14="http://schemas.microsoft.com/office/powerpoint/2010/main" val="39813755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27E9B-D194-A0BC-F5E5-EB708D3F6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E2A16E-1F6A-6F2E-2D7A-014A1C4F49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A14CC-B087-5B7A-0594-8F8E39A3FAF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B444EE9-8566-F395-A8F9-23A4D0C72133}"/>
              </a:ext>
            </a:extLst>
          </p:cNvPr>
          <p:cNvSpPr>
            <a:spLocks noGrp="1"/>
          </p:cNvSpPr>
          <p:nvPr>
            <p:ph type="sldNum" sz="quarter" idx="5"/>
          </p:nvPr>
        </p:nvSpPr>
        <p:spPr/>
        <p:txBody>
          <a:bodyPr/>
          <a:lstStyle/>
          <a:p>
            <a:fld id="{C0E9560A-78B4-504A-9396-2AE516B1349B}" type="slidenum">
              <a:rPr lang="en-US" smtClean="0"/>
              <a:t>33</a:t>
            </a:fld>
            <a:endParaRPr lang="en-US"/>
          </a:p>
        </p:txBody>
      </p:sp>
    </p:spTree>
    <p:extLst>
      <p:ext uri="{BB962C8B-B14F-4D97-AF65-F5344CB8AC3E}">
        <p14:creationId xmlns:p14="http://schemas.microsoft.com/office/powerpoint/2010/main" val="7949506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6ECDF-F2B3-C7A3-EE7A-C02B55FEE8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10CD26-8E37-1BC3-8C3F-D74A17C74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124F38-4871-0BC5-EB77-538E99BF3C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428798-8397-AF68-F1E9-CB6557839A53}"/>
              </a:ext>
            </a:extLst>
          </p:cNvPr>
          <p:cNvSpPr>
            <a:spLocks noGrp="1"/>
          </p:cNvSpPr>
          <p:nvPr>
            <p:ph type="sldNum" sz="quarter" idx="5"/>
          </p:nvPr>
        </p:nvSpPr>
        <p:spPr/>
        <p:txBody>
          <a:bodyPr/>
          <a:lstStyle/>
          <a:p>
            <a:fld id="{C0E9560A-78B4-504A-9396-2AE516B1349B}" type="slidenum">
              <a:rPr lang="en-US" smtClean="0"/>
              <a:t>34</a:t>
            </a:fld>
            <a:endParaRPr lang="en-US"/>
          </a:p>
        </p:txBody>
      </p:sp>
    </p:spTree>
    <p:extLst>
      <p:ext uri="{BB962C8B-B14F-4D97-AF65-F5344CB8AC3E}">
        <p14:creationId xmlns:p14="http://schemas.microsoft.com/office/powerpoint/2010/main" val="1505339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21B4C-1682-25EE-8958-C567308A4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B7BC6-9E52-11B2-126C-B7108A2849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1851B9-4F13-F40B-EFA0-525D6D84276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7F62DDB-C1B2-0DCA-D1AF-715C519416C1}"/>
              </a:ext>
            </a:extLst>
          </p:cNvPr>
          <p:cNvSpPr>
            <a:spLocks noGrp="1"/>
          </p:cNvSpPr>
          <p:nvPr>
            <p:ph type="sldNum" sz="quarter" idx="5"/>
          </p:nvPr>
        </p:nvSpPr>
        <p:spPr/>
        <p:txBody>
          <a:bodyPr/>
          <a:lstStyle/>
          <a:p>
            <a:fld id="{C0E9560A-78B4-504A-9396-2AE516B1349B}" type="slidenum">
              <a:rPr lang="en-US" smtClean="0"/>
              <a:t>35</a:t>
            </a:fld>
            <a:endParaRPr lang="en-US"/>
          </a:p>
        </p:txBody>
      </p:sp>
    </p:spTree>
    <p:extLst>
      <p:ext uri="{BB962C8B-B14F-4D97-AF65-F5344CB8AC3E}">
        <p14:creationId xmlns:p14="http://schemas.microsoft.com/office/powerpoint/2010/main" val="30072519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EE8953-F6A4-EDB2-5AE4-7C8A4DFE63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88EF92-DE20-979F-ACD7-AE7DB946B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55DDFA-75EC-3F7E-EB16-D17BDBE7BB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EB6C3-EB81-1426-BD08-7D98BB27A5E9}"/>
              </a:ext>
            </a:extLst>
          </p:cNvPr>
          <p:cNvSpPr>
            <a:spLocks noGrp="1"/>
          </p:cNvSpPr>
          <p:nvPr>
            <p:ph type="sldNum" sz="quarter" idx="5"/>
          </p:nvPr>
        </p:nvSpPr>
        <p:spPr/>
        <p:txBody>
          <a:bodyPr/>
          <a:lstStyle/>
          <a:p>
            <a:fld id="{C0E9560A-78B4-504A-9396-2AE516B1349B}" type="slidenum">
              <a:rPr lang="en-US" smtClean="0"/>
              <a:t>36</a:t>
            </a:fld>
            <a:endParaRPr lang="en-US"/>
          </a:p>
        </p:txBody>
      </p:sp>
    </p:spTree>
    <p:extLst>
      <p:ext uri="{BB962C8B-B14F-4D97-AF65-F5344CB8AC3E}">
        <p14:creationId xmlns:p14="http://schemas.microsoft.com/office/powerpoint/2010/main" val="14753258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AA14A-5E99-4C25-EFF7-8CC4A27B0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0B2D7B-DEBD-2E7D-5680-26D3F1A982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D272F0-7F31-A575-BC2C-DF1888A4D5A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211D2F-2738-9204-BCDD-3E9F35AED19B}"/>
              </a:ext>
            </a:extLst>
          </p:cNvPr>
          <p:cNvSpPr>
            <a:spLocks noGrp="1"/>
          </p:cNvSpPr>
          <p:nvPr>
            <p:ph type="sldNum" sz="quarter" idx="5"/>
          </p:nvPr>
        </p:nvSpPr>
        <p:spPr/>
        <p:txBody>
          <a:bodyPr/>
          <a:lstStyle/>
          <a:p>
            <a:fld id="{C0E9560A-78B4-504A-9396-2AE516B1349B}" type="slidenum">
              <a:rPr lang="en-US" smtClean="0"/>
              <a:t>37</a:t>
            </a:fld>
            <a:endParaRPr lang="en-US"/>
          </a:p>
        </p:txBody>
      </p:sp>
    </p:spTree>
    <p:extLst>
      <p:ext uri="{BB962C8B-B14F-4D97-AF65-F5344CB8AC3E}">
        <p14:creationId xmlns:p14="http://schemas.microsoft.com/office/powerpoint/2010/main" val="15353092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C7E99-8908-B25B-0EF2-ECEFB8E0D1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AE03D6-17CE-4AB6-2196-1A4C3624F6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ACE041-AEE4-B024-B725-E1DC115522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542DCFA-F4F2-997B-43D8-F100A8A9DDF4}"/>
              </a:ext>
            </a:extLst>
          </p:cNvPr>
          <p:cNvSpPr>
            <a:spLocks noGrp="1"/>
          </p:cNvSpPr>
          <p:nvPr>
            <p:ph type="sldNum" sz="quarter" idx="5"/>
          </p:nvPr>
        </p:nvSpPr>
        <p:spPr/>
        <p:txBody>
          <a:bodyPr/>
          <a:lstStyle/>
          <a:p>
            <a:fld id="{C0E9560A-78B4-504A-9396-2AE516B1349B}" type="slidenum">
              <a:rPr lang="en-US" smtClean="0"/>
              <a:t>38</a:t>
            </a:fld>
            <a:endParaRPr lang="en-US"/>
          </a:p>
        </p:txBody>
      </p:sp>
    </p:spTree>
    <p:extLst>
      <p:ext uri="{BB962C8B-B14F-4D97-AF65-F5344CB8AC3E}">
        <p14:creationId xmlns:p14="http://schemas.microsoft.com/office/powerpoint/2010/main" val="401077126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F32C6-1B87-4AAD-CE19-8DFDD88E6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3CFD3F-4238-5D5F-9AE8-7B4A91CBA14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249EB7-E2F0-51A2-E75E-6303F43643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CD5451-11FB-EC5C-F8EC-2D76683AEB2A}"/>
              </a:ext>
            </a:extLst>
          </p:cNvPr>
          <p:cNvSpPr>
            <a:spLocks noGrp="1"/>
          </p:cNvSpPr>
          <p:nvPr>
            <p:ph type="sldNum" sz="quarter" idx="5"/>
          </p:nvPr>
        </p:nvSpPr>
        <p:spPr/>
        <p:txBody>
          <a:bodyPr/>
          <a:lstStyle/>
          <a:p>
            <a:fld id="{C0E9560A-78B4-504A-9396-2AE516B1349B}" type="slidenum">
              <a:rPr lang="en-US" smtClean="0"/>
              <a:t>39</a:t>
            </a:fld>
            <a:endParaRPr lang="en-US"/>
          </a:p>
        </p:txBody>
      </p:sp>
    </p:spTree>
    <p:extLst>
      <p:ext uri="{BB962C8B-B14F-4D97-AF65-F5344CB8AC3E}">
        <p14:creationId xmlns:p14="http://schemas.microsoft.com/office/powerpoint/2010/main" val="2948862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DF42E-F239-53DC-B56F-57E90CDD13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660EE4-5A6E-18E9-6647-0E066E4B4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F8B2A-FF74-9E2E-97EA-5762969AAD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B268C59-7B31-D90D-1B8F-73AC2C92423E}"/>
              </a:ext>
            </a:extLst>
          </p:cNvPr>
          <p:cNvSpPr>
            <a:spLocks noGrp="1"/>
          </p:cNvSpPr>
          <p:nvPr>
            <p:ph type="sldNum" sz="quarter" idx="5"/>
          </p:nvPr>
        </p:nvSpPr>
        <p:spPr/>
        <p:txBody>
          <a:bodyPr/>
          <a:lstStyle/>
          <a:p>
            <a:fld id="{C0E9560A-78B4-504A-9396-2AE516B1349B}" type="slidenum">
              <a:rPr lang="en-US" smtClean="0"/>
              <a:t>40</a:t>
            </a:fld>
            <a:endParaRPr lang="en-US"/>
          </a:p>
        </p:txBody>
      </p:sp>
    </p:spTree>
    <p:extLst>
      <p:ext uri="{BB962C8B-B14F-4D97-AF65-F5344CB8AC3E}">
        <p14:creationId xmlns:p14="http://schemas.microsoft.com/office/powerpoint/2010/main" val="39283729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9A029-BBD5-8995-27A0-0E9678C23C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A2A166-FFA6-8DAC-5009-50640B2F82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00CCB0-5722-108E-D10C-86103C2EE9E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8C73B6-E392-AF3A-49F5-B43E8876F00E}"/>
              </a:ext>
            </a:extLst>
          </p:cNvPr>
          <p:cNvSpPr>
            <a:spLocks noGrp="1"/>
          </p:cNvSpPr>
          <p:nvPr>
            <p:ph type="sldNum" sz="quarter" idx="5"/>
          </p:nvPr>
        </p:nvSpPr>
        <p:spPr/>
        <p:txBody>
          <a:bodyPr/>
          <a:lstStyle/>
          <a:p>
            <a:fld id="{C0E9560A-78B4-504A-9396-2AE516B1349B}" type="slidenum">
              <a:rPr lang="en-US" smtClean="0"/>
              <a:t>41</a:t>
            </a:fld>
            <a:endParaRPr lang="en-US"/>
          </a:p>
        </p:txBody>
      </p:sp>
    </p:spTree>
    <p:extLst>
      <p:ext uri="{BB962C8B-B14F-4D97-AF65-F5344CB8AC3E}">
        <p14:creationId xmlns:p14="http://schemas.microsoft.com/office/powerpoint/2010/main" val="22198948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E401A0-CDF4-F71F-3AB2-B4343FC21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CCA8D8-D61B-2ED1-26DB-D8990A81F9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EF5161-6801-9067-6F15-A80D7DD705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95276B3-CA91-8DD1-8342-EE1F991C6A67}"/>
              </a:ext>
            </a:extLst>
          </p:cNvPr>
          <p:cNvSpPr>
            <a:spLocks noGrp="1"/>
          </p:cNvSpPr>
          <p:nvPr>
            <p:ph type="sldNum" sz="quarter" idx="5"/>
          </p:nvPr>
        </p:nvSpPr>
        <p:spPr/>
        <p:txBody>
          <a:bodyPr/>
          <a:lstStyle/>
          <a:p>
            <a:fld id="{C0E9560A-78B4-504A-9396-2AE516B1349B}" type="slidenum">
              <a:rPr lang="en-US" smtClean="0"/>
              <a:t>42</a:t>
            </a:fld>
            <a:endParaRPr lang="en-US"/>
          </a:p>
        </p:txBody>
      </p:sp>
    </p:spTree>
    <p:extLst>
      <p:ext uri="{BB962C8B-B14F-4D97-AF65-F5344CB8AC3E}">
        <p14:creationId xmlns:p14="http://schemas.microsoft.com/office/powerpoint/2010/main" val="428729155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1AE7E-0C92-75DF-06BC-BEB1E7B5BA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F108D1-E10C-D853-3784-ADF10A6A60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B6BEE-0755-4A11-13F8-A3202FA81C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FD7F46-4D31-C612-180B-A20145958661}"/>
              </a:ext>
            </a:extLst>
          </p:cNvPr>
          <p:cNvSpPr>
            <a:spLocks noGrp="1"/>
          </p:cNvSpPr>
          <p:nvPr>
            <p:ph type="sldNum" sz="quarter" idx="5"/>
          </p:nvPr>
        </p:nvSpPr>
        <p:spPr/>
        <p:txBody>
          <a:bodyPr/>
          <a:lstStyle/>
          <a:p>
            <a:fld id="{C0E9560A-78B4-504A-9396-2AE516B1349B}" type="slidenum">
              <a:rPr lang="en-US" smtClean="0"/>
              <a:t>43</a:t>
            </a:fld>
            <a:endParaRPr lang="en-US"/>
          </a:p>
        </p:txBody>
      </p:sp>
    </p:spTree>
    <p:extLst>
      <p:ext uri="{BB962C8B-B14F-4D97-AF65-F5344CB8AC3E}">
        <p14:creationId xmlns:p14="http://schemas.microsoft.com/office/powerpoint/2010/main" val="2625120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23480-2811-BA28-5CF9-D01CB6CC34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D1044C-1438-51E6-ACDA-A547F9731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F21526-5F61-5DF2-B647-5C2561B05A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38604E-3261-AE09-FB2C-472B472E7B28}"/>
              </a:ext>
            </a:extLst>
          </p:cNvPr>
          <p:cNvSpPr>
            <a:spLocks noGrp="1"/>
          </p:cNvSpPr>
          <p:nvPr>
            <p:ph type="sldNum" sz="quarter" idx="5"/>
          </p:nvPr>
        </p:nvSpPr>
        <p:spPr/>
        <p:txBody>
          <a:bodyPr/>
          <a:lstStyle/>
          <a:p>
            <a:fld id="{C0E9560A-78B4-504A-9396-2AE516B1349B}" type="slidenum">
              <a:rPr lang="en-US" smtClean="0"/>
              <a:t>44</a:t>
            </a:fld>
            <a:endParaRPr lang="en-US"/>
          </a:p>
        </p:txBody>
      </p:sp>
    </p:spTree>
    <p:extLst>
      <p:ext uri="{BB962C8B-B14F-4D97-AF65-F5344CB8AC3E}">
        <p14:creationId xmlns:p14="http://schemas.microsoft.com/office/powerpoint/2010/main" val="428387675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44441-3C26-54E3-410D-1B73C46C5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E3A496-501A-1CB1-4EAC-BBA1D1B0A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198306-1384-E3A7-C1A9-C9614C15647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D3867A-EB6D-3A87-CAE6-5515156CDDE5}"/>
              </a:ext>
            </a:extLst>
          </p:cNvPr>
          <p:cNvSpPr>
            <a:spLocks noGrp="1"/>
          </p:cNvSpPr>
          <p:nvPr>
            <p:ph type="sldNum" sz="quarter" idx="5"/>
          </p:nvPr>
        </p:nvSpPr>
        <p:spPr/>
        <p:txBody>
          <a:bodyPr/>
          <a:lstStyle/>
          <a:p>
            <a:fld id="{C0E9560A-78B4-504A-9396-2AE516B1349B}" type="slidenum">
              <a:rPr lang="en-US" smtClean="0"/>
              <a:t>45</a:t>
            </a:fld>
            <a:endParaRPr lang="en-US"/>
          </a:p>
        </p:txBody>
      </p:sp>
    </p:spTree>
    <p:extLst>
      <p:ext uri="{BB962C8B-B14F-4D97-AF65-F5344CB8AC3E}">
        <p14:creationId xmlns:p14="http://schemas.microsoft.com/office/powerpoint/2010/main" val="254454884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F30C5-CC5E-AD87-0C33-CFD3B419CF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9D73CF-050E-91E1-3583-392FE262E8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84A85B-EECE-2D36-F317-9421869797D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D39FB8-86E8-0B4E-E605-08CD418EFBA2}"/>
              </a:ext>
            </a:extLst>
          </p:cNvPr>
          <p:cNvSpPr>
            <a:spLocks noGrp="1"/>
          </p:cNvSpPr>
          <p:nvPr>
            <p:ph type="sldNum" sz="quarter" idx="5"/>
          </p:nvPr>
        </p:nvSpPr>
        <p:spPr/>
        <p:txBody>
          <a:bodyPr/>
          <a:lstStyle/>
          <a:p>
            <a:fld id="{C0E9560A-78B4-504A-9396-2AE516B1349B}" type="slidenum">
              <a:rPr lang="en-US" smtClean="0"/>
              <a:t>46</a:t>
            </a:fld>
            <a:endParaRPr lang="en-US"/>
          </a:p>
        </p:txBody>
      </p:sp>
    </p:spTree>
    <p:extLst>
      <p:ext uri="{BB962C8B-B14F-4D97-AF65-F5344CB8AC3E}">
        <p14:creationId xmlns:p14="http://schemas.microsoft.com/office/powerpoint/2010/main" val="293001638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AD208C-55E2-B240-50C7-D292F83592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03188B-4977-222C-C723-62C00CEF1B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00C992-2F32-FB3B-6054-FB12B3DC2B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BE25875-BFC3-A495-96E2-AB0E587DB583}"/>
              </a:ext>
            </a:extLst>
          </p:cNvPr>
          <p:cNvSpPr>
            <a:spLocks noGrp="1"/>
          </p:cNvSpPr>
          <p:nvPr>
            <p:ph type="sldNum" sz="quarter" idx="5"/>
          </p:nvPr>
        </p:nvSpPr>
        <p:spPr/>
        <p:txBody>
          <a:bodyPr/>
          <a:lstStyle/>
          <a:p>
            <a:fld id="{C0E9560A-78B4-504A-9396-2AE516B1349B}" type="slidenum">
              <a:rPr lang="en-US" smtClean="0"/>
              <a:t>47</a:t>
            </a:fld>
            <a:endParaRPr lang="en-US"/>
          </a:p>
        </p:txBody>
      </p:sp>
    </p:spTree>
    <p:extLst>
      <p:ext uri="{BB962C8B-B14F-4D97-AF65-F5344CB8AC3E}">
        <p14:creationId xmlns:p14="http://schemas.microsoft.com/office/powerpoint/2010/main" val="174105129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3DE7A-FDDA-4290-00A5-0BD87F00E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D126C5-6111-253F-4063-3ACB6FE2FB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C64CE-D766-34C9-292F-482A8F8ACD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30619F-99CF-19A1-0D4B-348270AEE3B8}"/>
              </a:ext>
            </a:extLst>
          </p:cNvPr>
          <p:cNvSpPr>
            <a:spLocks noGrp="1"/>
          </p:cNvSpPr>
          <p:nvPr>
            <p:ph type="sldNum" sz="quarter" idx="5"/>
          </p:nvPr>
        </p:nvSpPr>
        <p:spPr/>
        <p:txBody>
          <a:bodyPr/>
          <a:lstStyle/>
          <a:p>
            <a:fld id="{C0E9560A-78B4-504A-9396-2AE516B1349B}" type="slidenum">
              <a:rPr lang="en-US" smtClean="0"/>
              <a:t>48</a:t>
            </a:fld>
            <a:endParaRPr lang="en-US"/>
          </a:p>
        </p:txBody>
      </p:sp>
    </p:spTree>
    <p:extLst>
      <p:ext uri="{BB962C8B-B14F-4D97-AF65-F5344CB8AC3E}">
        <p14:creationId xmlns:p14="http://schemas.microsoft.com/office/powerpoint/2010/main" val="28585370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B8182-92BB-EC6A-FB36-E6DA8DEEF5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BD35D6-5D82-0514-48A6-B9EFB1E41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2B0CF-B778-C799-46D6-A904AD8D3D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F67073E-4FA6-12F5-76EC-4CA293C33DFE}"/>
              </a:ext>
            </a:extLst>
          </p:cNvPr>
          <p:cNvSpPr>
            <a:spLocks noGrp="1"/>
          </p:cNvSpPr>
          <p:nvPr>
            <p:ph type="sldNum" sz="quarter" idx="5"/>
          </p:nvPr>
        </p:nvSpPr>
        <p:spPr/>
        <p:txBody>
          <a:bodyPr/>
          <a:lstStyle/>
          <a:p>
            <a:fld id="{C0E9560A-78B4-504A-9396-2AE516B1349B}" type="slidenum">
              <a:rPr lang="en-US" smtClean="0"/>
              <a:t>49</a:t>
            </a:fld>
            <a:endParaRPr lang="en-US"/>
          </a:p>
        </p:txBody>
      </p:sp>
    </p:spTree>
    <p:extLst>
      <p:ext uri="{BB962C8B-B14F-4D97-AF65-F5344CB8AC3E}">
        <p14:creationId xmlns:p14="http://schemas.microsoft.com/office/powerpoint/2010/main" val="122713169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836B11-A7BF-E241-0E7E-112A769A6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CFB617-87EB-58B4-D352-C3C1B158FE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E6F5D0-CCAD-A03C-43FF-DE8CC8A3DF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AD31A21-F302-BA8B-A4DC-F64AD7A45D5B}"/>
              </a:ext>
            </a:extLst>
          </p:cNvPr>
          <p:cNvSpPr>
            <a:spLocks noGrp="1"/>
          </p:cNvSpPr>
          <p:nvPr>
            <p:ph type="sldNum" sz="quarter" idx="5"/>
          </p:nvPr>
        </p:nvSpPr>
        <p:spPr/>
        <p:txBody>
          <a:bodyPr/>
          <a:lstStyle/>
          <a:p>
            <a:fld id="{C0E9560A-78B4-504A-9396-2AE516B1349B}" type="slidenum">
              <a:rPr lang="en-US" smtClean="0"/>
              <a:t>50</a:t>
            </a:fld>
            <a:endParaRPr lang="en-US"/>
          </a:p>
        </p:txBody>
      </p:sp>
    </p:spTree>
    <p:extLst>
      <p:ext uri="{BB962C8B-B14F-4D97-AF65-F5344CB8AC3E}">
        <p14:creationId xmlns:p14="http://schemas.microsoft.com/office/powerpoint/2010/main" val="6123463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96A96-3426-E171-1AB1-D7BA4836A2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4505C-0D05-D1B8-DFD1-7125EB10F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0279B-A2D5-100E-CD35-CE61A9EA9A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F009E6-9CD5-5125-3660-B20CBA28AFD6}"/>
              </a:ext>
            </a:extLst>
          </p:cNvPr>
          <p:cNvSpPr>
            <a:spLocks noGrp="1"/>
          </p:cNvSpPr>
          <p:nvPr>
            <p:ph type="sldNum" sz="quarter" idx="5"/>
          </p:nvPr>
        </p:nvSpPr>
        <p:spPr/>
        <p:txBody>
          <a:bodyPr/>
          <a:lstStyle/>
          <a:p>
            <a:fld id="{C0E9560A-78B4-504A-9396-2AE516B1349B}" type="slidenum">
              <a:rPr lang="en-US" smtClean="0"/>
              <a:t>51</a:t>
            </a:fld>
            <a:endParaRPr lang="en-US"/>
          </a:p>
        </p:txBody>
      </p:sp>
    </p:spTree>
    <p:extLst>
      <p:ext uri="{BB962C8B-B14F-4D97-AF65-F5344CB8AC3E}">
        <p14:creationId xmlns:p14="http://schemas.microsoft.com/office/powerpoint/2010/main" val="117937049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DB6F6-38DF-8C5A-1895-4DF91821AA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0BF5A-73B4-6BDE-9C40-3D8A0A1F1C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B475D3-7536-984A-D401-365CFCE1889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590C6-B9B8-167F-BBF2-F1EE388C628E}"/>
              </a:ext>
            </a:extLst>
          </p:cNvPr>
          <p:cNvSpPr>
            <a:spLocks noGrp="1"/>
          </p:cNvSpPr>
          <p:nvPr>
            <p:ph type="sldNum" sz="quarter" idx="5"/>
          </p:nvPr>
        </p:nvSpPr>
        <p:spPr/>
        <p:txBody>
          <a:bodyPr/>
          <a:lstStyle/>
          <a:p>
            <a:fld id="{C0E9560A-78B4-504A-9396-2AE516B1349B}" type="slidenum">
              <a:rPr lang="en-US" smtClean="0"/>
              <a:t>52</a:t>
            </a:fld>
            <a:endParaRPr lang="en-US"/>
          </a:p>
        </p:txBody>
      </p:sp>
    </p:spTree>
    <p:extLst>
      <p:ext uri="{BB962C8B-B14F-4D97-AF65-F5344CB8AC3E}">
        <p14:creationId xmlns:p14="http://schemas.microsoft.com/office/powerpoint/2010/main" val="198239702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D491-BE77-F0DD-69BC-4613A184ED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418E41-5A67-9E61-F0AB-BFE362E913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9AE786-71FA-0378-EC03-1D6B060D72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1F72C9C-8CA9-FEBF-7678-3CD1751DD2BD}"/>
              </a:ext>
            </a:extLst>
          </p:cNvPr>
          <p:cNvSpPr>
            <a:spLocks noGrp="1"/>
          </p:cNvSpPr>
          <p:nvPr>
            <p:ph type="sldNum" sz="quarter" idx="5"/>
          </p:nvPr>
        </p:nvSpPr>
        <p:spPr/>
        <p:txBody>
          <a:bodyPr/>
          <a:lstStyle/>
          <a:p>
            <a:fld id="{C0E9560A-78B4-504A-9396-2AE516B1349B}" type="slidenum">
              <a:rPr lang="en-US" smtClean="0"/>
              <a:t>53</a:t>
            </a:fld>
            <a:endParaRPr lang="en-US"/>
          </a:p>
        </p:txBody>
      </p:sp>
    </p:spTree>
    <p:extLst>
      <p:ext uri="{BB962C8B-B14F-4D97-AF65-F5344CB8AC3E}">
        <p14:creationId xmlns:p14="http://schemas.microsoft.com/office/powerpoint/2010/main" val="272047255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7F48A-4436-91E5-F413-23410BC89A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FB0D1C-2242-E350-7B7C-0F3A03EB72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5C8C2-BBF7-6F7A-70FC-50BD2BBEA3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C4CCAA-FE9F-DFEE-0E64-427488CDF831}"/>
              </a:ext>
            </a:extLst>
          </p:cNvPr>
          <p:cNvSpPr>
            <a:spLocks noGrp="1"/>
          </p:cNvSpPr>
          <p:nvPr>
            <p:ph type="sldNum" sz="quarter" idx="5"/>
          </p:nvPr>
        </p:nvSpPr>
        <p:spPr/>
        <p:txBody>
          <a:bodyPr/>
          <a:lstStyle/>
          <a:p>
            <a:fld id="{C0E9560A-78B4-504A-9396-2AE516B1349B}" type="slidenum">
              <a:rPr lang="en-US" smtClean="0"/>
              <a:t>54</a:t>
            </a:fld>
            <a:endParaRPr lang="en-US"/>
          </a:p>
        </p:txBody>
      </p:sp>
    </p:spTree>
    <p:extLst>
      <p:ext uri="{BB962C8B-B14F-4D97-AF65-F5344CB8AC3E}">
        <p14:creationId xmlns:p14="http://schemas.microsoft.com/office/powerpoint/2010/main" val="19953469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D9ED-5A96-36D5-CDF1-F29659B863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2B6861-E45F-2757-52FC-7C4EBA20B8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FA161E-91FD-80B1-3446-84914310AA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E4C68DB-0B39-F814-DB01-18BFE7FBE048}"/>
              </a:ext>
            </a:extLst>
          </p:cNvPr>
          <p:cNvSpPr>
            <a:spLocks noGrp="1"/>
          </p:cNvSpPr>
          <p:nvPr>
            <p:ph type="sldNum" sz="quarter" idx="5"/>
          </p:nvPr>
        </p:nvSpPr>
        <p:spPr/>
        <p:txBody>
          <a:bodyPr/>
          <a:lstStyle/>
          <a:p>
            <a:fld id="{C0E9560A-78B4-504A-9396-2AE516B1349B}" type="slidenum">
              <a:rPr lang="en-US" smtClean="0"/>
              <a:t>55</a:t>
            </a:fld>
            <a:endParaRPr lang="en-US"/>
          </a:p>
        </p:txBody>
      </p:sp>
    </p:spTree>
    <p:extLst>
      <p:ext uri="{BB962C8B-B14F-4D97-AF65-F5344CB8AC3E}">
        <p14:creationId xmlns:p14="http://schemas.microsoft.com/office/powerpoint/2010/main" val="182508966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CC580-E16A-0EC3-74BA-7357FA8A24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8CB9E-35A9-D091-8C6C-CC82B4EAED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9ECDF6-A33C-E6E5-560C-189EED3127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BFEBD59-89A4-5BF1-1D51-157B5627096B}"/>
              </a:ext>
            </a:extLst>
          </p:cNvPr>
          <p:cNvSpPr>
            <a:spLocks noGrp="1"/>
          </p:cNvSpPr>
          <p:nvPr>
            <p:ph type="sldNum" sz="quarter" idx="5"/>
          </p:nvPr>
        </p:nvSpPr>
        <p:spPr/>
        <p:txBody>
          <a:bodyPr/>
          <a:lstStyle/>
          <a:p>
            <a:fld id="{C0E9560A-78B4-504A-9396-2AE516B1349B}" type="slidenum">
              <a:rPr lang="en-US" smtClean="0"/>
              <a:t>56</a:t>
            </a:fld>
            <a:endParaRPr lang="en-US"/>
          </a:p>
        </p:txBody>
      </p:sp>
    </p:spTree>
    <p:extLst>
      <p:ext uri="{BB962C8B-B14F-4D97-AF65-F5344CB8AC3E}">
        <p14:creationId xmlns:p14="http://schemas.microsoft.com/office/powerpoint/2010/main" val="322137161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08BD2-397D-671E-44DD-65E745775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46D28B-D92F-8F1F-BBA8-91621E1B4F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AB6F4E-E10B-C45A-2355-DA8E1705DBD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13437D-F2B0-3C36-F3B2-3EDA5BD78754}"/>
              </a:ext>
            </a:extLst>
          </p:cNvPr>
          <p:cNvSpPr>
            <a:spLocks noGrp="1"/>
          </p:cNvSpPr>
          <p:nvPr>
            <p:ph type="sldNum" sz="quarter" idx="5"/>
          </p:nvPr>
        </p:nvSpPr>
        <p:spPr/>
        <p:txBody>
          <a:bodyPr/>
          <a:lstStyle/>
          <a:p>
            <a:fld id="{C0E9560A-78B4-504A-9396-2AE516B1349B}" type="slidenum">
              <a:rPr lang="en-US" smtClean="0"/>
              <a:t>57</a:t>
            </a:fld>
            <a:endParaRPr lang="en-US"/>
          </a:p>
        </p:txBody>
      </p:sp>
    </p:spTree>
    <p:extLst>
      <p:ext uri="{BB962C8B-B14F-4D97-AF65-F5344CB8AC3E}">
        <p14:creationId xmlns:p14="http://schemas.microsoft.com/office/powerpoint/2010/main" val="4028647985"/>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E3EA4E-63F7-E030-0CBA-18224D72A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39B01-C03B-40B1-7CAA-CCCA8B1B90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BD4D1-292E-E961-70AD-EE73250B9D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200C2E-798C-AF2E-A724-F69686894A8A}"/>
              </a:ext>
            </a:extLst>
          </p:cNvPr>
          <p:cNvSpPr>
            <a:spLocks noGrp="1"/>
          </p:cNvSpPr>
          <p:nvPr>
            <p:ph type="sldNum" sz="quarter" idx="5"/>
          </p:nvPr>
        </p:nvSpPr>
        <p:spPr/>
        <p:txBody>
          <a:bodyPr/>
          <a:lstStyle/>
          <a:p>
            <a:fld id="{C0E9560A-78B4-504A-9396-2AE516B1349B}" type="slidenum">
              <a:rPr lang="en-US" smtClean="0"/>
              <a:t>58</a:t>
            </a:fld>
            <a:endParaRPr lang="en-US"/>
          </a:p>
        </p:txBody>
      </p:sp>
    </p:spTree>
    <p:extLst>
      <p:ext uri="{BB962C8B-B14F-4D97-AF65-F5344CB8AC3E}">
        <p14:creationId xmlns:p14="http://schemas.microsoft.com/office/powerpoint/2010/main" val="33067899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D2A13CC-C504-41E9-8B53-3494D1E43971}"/>
              </a:ext>
            </a:extLst>
          </p:cNvPr>
          <p:cNvPicPr>
            <a:picLocks noChangeAspect="1"/>
          </p:cNvPicPr>
          <p:nvPr userDrawn="1"/>
        </p:nvPicPr>
        <p:blipFill>
          <a:blip r:embed="rId2"/>
          <a:stretch>
            <a:fillRect/>
          </a:stretch>
        </p:blipFill>
        <p:spPr>
          <a:xfrm>
            <a:off x="3164561" y="75677"/>
            <a:ext cx="4545359" cy="5222327"/>
          </a:xfrm>
          <a:prstGeom prst="rect">
            <a:avLst/>
          </a:prstGeom>
        </p:spPr>
      </p:pic>
      <p:sp>
        <p:nvSpPr>
          <p:cNvPr id="8" name="Content Placeholder 2">
            <a:extLst>
              <a:ext uri="{FF2B5EF4-FFF2-40B4-BE49-F238E27FC236}">
                <a16:creationId xmlns:a16="http://schemas.microsoft.com/office/drawing/2014/main" id="{F9BDA2A3-0B56-A4BC-FB3E-5478898E2B5F}"/>
              </a:ext>
            </a:extLst>
          </p:cNvPr>
          <p:cNvSpPr>
            <a:spLocks noGrp="1"/>
          </p:cNvSpPr>
          <p:nvPr>
            <p:ph sz="half" idx="1"/>
          </p:nvPr>
        </p:nvSpPr>
        <p:spPr>
          <a:xfrm>
            <a:off x="1371600" y="5486400"/>
            <a:ext cx="9445752" cy="1143000"/>
          </a:xfrm>
        </p:spPr>
        <p:txBody>
          <a:bodyPr/>
          <a:lstStyle>
            <a:lvl1pPr marL="0" indent="0">
              <a:buNone/>
              <a:defRPr sz="2000">
                <a:latin typeface="Arial" panose="020B0604020202020204" pitchFamily="34" charset="0"/>
                <a:cs typeface="Arial" panose="020B0604020202020204" pitchFamily="34" charset="0"/>
              </a:defRPr>
            </a:lvl1pPr>
          </a:lstStyle>
          <a:p>
            <a:pPr lvl="0"/>
            <a:r>
              <a:rPr lang="en-US" dirty="0"/>
              <a:t>Click to edit Master text styles</a:t>
            </a:r>
          </a:p>
        </p:txBody>
      </p:sp>
    </p:spTree>
    <p:extLst>
      <p:ext uri="{BB962C8B-B14F-4D97-AF65-F5344CB8AC3E}">
        <p14:creationId xmlns:p14="http://schemas.microsoft.com/office/powerpoint/2010/main" val="3834513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B94743-B086-9A1D-3BE2-DD15285A74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CEFC70-38F9-BD71-579C-1F4DEDA47A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F92569-D687-F730-54A4-431B655508E3}"/>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8B703A70-2667-EDB6-55AA-33F2B75DF9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08A86A-DF98-B80A-F92A-0243739D268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7520186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10CD2-26EC-3693-3584-A1A3B203F1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FE58AA-4CD0-A17C-27E6-209C794D9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4697F3-ACE3-F75F-B6DB-E2EDCB101DDB}"/>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E877B070-E19C-7C7A-25CB-AF7C97F4AB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37F193-7B3D-9447-B9FC-64FB2E720B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6095000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894EB-0995-8BC4-1C13-B926701ED8C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BE455E3-AE09-9D5C-4866-DBCAEF2977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809359-F2A6-099E-D457-FB4976E8B617}"/>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E868D10E-33CC-A61E-F850-633C403F3C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E52A36-99CB-F55C-ACC1-D46F4EBF2A8E}"/>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2658606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0032E-D76D-01DC-ACC3-A5F6F34C0BB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3181452-1F3E-95FB-1DCF-20830E009B8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2B7308B-161F-AA81-3B91-25A7195D6A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7584CB4-2FAA-C87B-0278-FD1F16105A6B}"/>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6" name="Footer Placeholder 5">
            <a:extLst>
              <a:ext uri="{FF2B5EF4-FFF2-40B4-BE49-F238E27FC236}">
                <a16:creationId xmlns:a16="http://schemas.microsoft.com/office/drawing/2014/main" id="{E9EB3548-58B7-CC82-7526-F47EECC6312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725728-77DE-9067-C037-0F4A37C618F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3386737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D220DA-D412-1E6E-D212-C26FE2AE103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C6D9DE2-8BC9-5CD3-98A2-2F07C05E3F7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E52FD07-250B-0FD6-7698-EFBA488CF8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7AE512E-5E7E-6D45-2D58-1B044598D79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5F8E62-62B7-FF78-DD11-69774DDB6C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FE82641-31B3-87F3-FC9C-760F5B5EFBC3}"/>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8" name="Footer Placeholder 7">
            <a:extLst>
              <a:ext uri="{FF2B5EF4-FFF2-40B4-BE49-F238E27FC236}">
                <a16:creationId xmlns:a16="http://schemas.microsoft.com/office/drawing/2014/main" id="{175D0B37-C72D-AB40-FC50-0F2BA55DA8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EC0F554-9EE5-C216-0F66-7B3B4944571D}"/>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9153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96625-DF37-5199-8B5F-0AD4D7EB812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CC992C-BF00-880C-96C0-7042C394ED33}"/>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4" name="Footer Placeholder 3">
            <a:extLst>
              <a:ext uri="{FF2B5EF4-FFF2-40B4-BE49-F238E27FC236}">
                <a16:creationId xmlns:a16="http://schemas.microsoft.com/office/drawing/2014/main" id="{AA390746-6A20-2222-138F-BDCA2EDA12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D7D388B-382C-CD6D-1A3B-DE8DF017D387}"/>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2593375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BC02C-7483-7A7A-5354-1616AA5D5C28}"/>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3" name="Footer Placeholder 2">
            <a:extLst>
              <a:ext uri="{FF2B5EF4-FFF2-40B4-BE49-F238E27FC236}">
                <a16:creationId xmlns:a16="http://schemas.microsoft.com/office/drawing/2014/main" id="{660BC8C8-CDC3-97B6-5888-93197E1549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EB0F-BDCE-E810-451C-168B2B13A2B9}"/>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41323639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63DE7-75FC-0404-38C4-4C8BA62E7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496F1FB-D688-5CBE-3F6B-2779251017A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1E1062-A0F8-7378-6259-452596C601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4FF6140-8766-DC48-76B8-3CCA9AE814CA}"/>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6" name="Footer Placeholder 5">
            <a:extLst>
              <a:ext uri="{FF2B5EF4-FFF2-40B4-BE49-F238E27FC236}">
                <a16:creationId xmlns:a16="http://schemas.microsoft.com/office/drawing/2014/main" id="{A75EF2E7-A2CA-3672-1E8B-91BB7056409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F05B17-1A06-FFD4-9DA2-DD17D363CE25}"/>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0434035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4234A-C922-2D66-252C-D286F8F886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0A83645-2F0A-288D-3E4A-4B2A0F3993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23567A8-683E-46D7-65F7-FE65B0279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FF03D4-5799-29C2-B960-ACB1D94C369A}"/>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6" name="Footer Placeholder 5">
            <a:extLst>
              <a:ext uri="{FF2B5EF4-FFF2-40B4-BE49-F238E27FC236}">
                <a16:creationId xmlns:a16="http://schemas.microsoft.com/office/drawing/2014/main" id="{4F4B8BCD-EAE3-2871-51C7-771B7DF075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75741F1-D331-2192-5F65-9DB5585C4DCB}"/>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17056092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831E0-2506-463B-6A1D-2E997B58E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C2888F-D6C9-FAC2-0EB3-EF63307BB1C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ED9D78B-309E-CCD2-C0DA-8B2E3D16B11A}"/>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49318859-EB6C-DBE7-E231-BD638FBF7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CCD95-C583-5245-72DF-6AD690D353E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36750675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F69EFD7-1358-426B-0140-A202A2D530C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6D7B90-D96C-BD6E-65E7-55E7D91F25C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CB66A-8728-B88E-C058-E9DC9E0E00A0}"/>
              </a:ext>
            </a:extLst>
          </p:cNvPr>
          <p:cNvSpPr>
            <a:spLocks noGrp="1"/>
          </p:cNvSpPr>
          <p:nvPr>
            <p:ph type="dt" sz="half" idx="10"/>
          </p:nvPr>
        </p:nvSpPr>
        <p:spPr/>
        <p:txBody>
          <a:body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864AFAF8-3C65-F3B5-B108-F27717ECDD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642F-5721-9D1C-3D1D-6C1ABCC72C93}"/>
              </a:ext>
            </a:extLst>
          </p:cNvPr>
          <p:cNvSpPr>
            <a:spLocks noGrp="1"/>
          </p:cNvSpPr>
          <p:nvPr>
            <p:ph type="sldNum" sz="quarter" idx="12"/>
          </p:nvPr>
        </p:nvSpPr>
        <p:spPr/>
        <p:txBody>
          <a:bodyPr/>
          <a:lstStyle/>
          <a:p>
            <a:fld id="{51F62E73-FB30-9C4C-8DFF-19E2C751B483}" type="slidenum">
              <a:rPr lang="en-US" smtClean="0"/>
              <a:t>‹#›</a:t>
            </a:fld>
            <a:endParaRPr lang="en-US"/>
          </a:p>
        </p:txBody>
      </p:sp>
    </p:spTree>
    <p:extLst>
      <p:ext uri="{BB962C8B-B14F-4D97-AF65-F5344CB8AC3E}">
        <p14:creationId xmlns:p14="http://schemas.microsoft.com/office/powerpoint/2010/main" val="25077431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6A456F-C771-8F4B-C98D-9BDEE57818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FD23516-7E50-1256-7BC0-68CAD2D90D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011502-CDE0-E081-1B9D-874EEBF9B1B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69363D2-3164-4145-A578-C91A7CE0BB59}" type="datetimeFigureOut">
              <a:rPr lang="en-US" smtClean="0"/>
              <a:t>5/14/26</a:t>
            </a:fld>
            <a:endParaRPr lang="en-US"/>
          </a:p>
        </p:txBody>
      </p:sp>
      <p:sp>
        <p:nvSpPr>
          <p:cNvPr id="5" name="Footer Placeholder 4">
            <a:extLst>
              <a:ext uri="{FF2B5EF4-FFF2-40B4-BE49-F238E27FC236}">
                <a16:creationId xmlns:a16="http://schemas.microsoft.com/office/drawing/2014/main" id="{9473C5F3-3A43-75DF-E382-0F9630A01C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EC1DBE2-D540-2BBE-7791-BE410B8C51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1F62E73-FB30-9C4C-8DFF-19E2C751B483}" type="slidenum">
              <a:rPr lang="en-US" smtClean="0"/>
              <a:t>‹#›</a:t>
            </a:fld>
            <a:endParaRPr lang="en-US"/>
          </a:p>
        </p:txBody>
      </p:sp>
    </p:spTree>
    <p:extLst>
      <p:ext uri="{BB962C8B-B14F-4D97-AF65-F5344CB8AC3E}">
        <p14:creationId xmlns:p14="http://schemas.microsoft.com/office/powerpoint/2010/main" val="1299515533"/>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AD0A50-E4B8-B9C3-5177-C6AFBE291E5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8EABAD0-26FF-2429-AA3C-799A8664316C}"/>
              </a:ext>
            </a:extLst>
          </p:cNvPr>
          <p:cNvSpPr>
            <a:spLocks noGrp="1"/>
          </p:cNvSpPr>
          <p:nvPr>
            <p:ph sz="half" idx="1"/>
          </p:nvPr>
        </p:nvSpPr>
        <p:spPr/>
        <p:txBody>
          <a:bodyPr/>
          <a:lstStyle/>
          <a:p>
            <a:r>
              <a:rPr lang="en-US" dirty="0"/>
              <a:t>Start.</a:t>
            </a:r>
          </a:p>
        </p:txBody>
      </p:sp>
      <p:pic>
        <p:nvPicPr>
          <p:cNvPr id="4" name="Picture 3" descr="A grid of sudoku puzzle&#10;&#10;Description automatically generated">
            <a:extLst>
              <a:ext uri="{FF2B5EF4-FFF2-40B4-BE49-F238E27FC236}">
                <a16:creationId xmlns:a16="http://schemas.microsoft.com/office/drawing/2014/main" id="{F6091D9C-BB94-C92F-54B6-41DFBD939B5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00F2C2C-B17C-CAE0-2A94-0B0164D60A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B6A1E27-B0EF-0D2E-77F3-45C5486A13F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6A3FFB8-54B3-D7CD-B299-A02362981388}"/>
              </a:ext>
            </a:extLst>
          </p:cNvPr>
          <p:cNvPicPr>
            <a:picLocks noChangeAspect="1"/>
          </p:cNvPicPr>
          <p:nvPr/>
        </p:nvPicPr>
        <p:blipFill>
          <a:blip r:embed="rId6"/>
          <a:stretch>
            <a:fillRect/>
          </a:stretch>
        </p:blipFill>
        <p:spPr>
          <a:xfrm>
            <a:off x="4584700" y="2311400"/>
            <a:ext cx="0" cy="0"/>
          </a:xfrm>
          <a:prstGeom prst="rect">
            <a:avLst/>
          </a:prstGeom>
        </p:spPr>
      </p:pic>
    </p:spTree>
    <p:extLst>
      <p:ext uri="{BB962C8B-B14F-4D97-AF65-F5344CB8AC3E}">
        <p14:creationId xmlns:p14="http://schemas.microsoft.com/office/powerpoint/2010/main" val="39131366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BDB8B-1014-44BC-EF54-6F656AB254C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30F8C3F-31DF-2638-5E78-21529127AA0E}"/>
              </a:ext>
            </a:extLst>
          </p:cNvPr>
          <p:cNvSpPr>
            <a:spLocks noGrp="1"/>
          </p:cNvSpPr>
          <p:nvPr>
            <p:ph sz="half" idx="1"/>
          </p:nvPr>
        </p:nvSpPr>
        <p:spPr/>
        <p:txBody>
          <a:bodyPr/>
          <a:lstStyle/>
          <a:p>
            <a:r>
              <a:rPr lang="en-US" dirty="0"/>
              <a:t>Last possible 6 in center block.</a:t>
            </a:r>
          </a:p>
        </p:txBody>
      </p:sp>
      <p:pic>
        <p:nvPicPr>
          <p:cNvPr id="4" name="Picture 3" descr="A grid of sudoku puzzle&#10;&#10;Description automatically generated">
            <a:extLst>
              <a:ext uri="{FF2B5EF4-FFF2-40B4-BE49-F238E27FC236}">
                <a16:creationId xmlns:a16="http://schemas.microsoft.com/office/drawing/2014/main" id="{BBBCF5C8-8DF2-9885-F8D8-EDB0B4D348F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F819FA0-9E70-6937-3E65-A7A9352EBC5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74FA16-0791-2517-92A7-5D04E1A2724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DF044A6-090D-063A-E609-7BB214D7D6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E94BD83-3EF1-313A-6052-EE185D9C101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Tree>
    <p:extLst>
      <p:ext uri="{BB962C8B-B14F-4D97-AF65-F5344CB8AC3E}">
        <p14:creationId xmlns:p14="http://schemas.microsoft.com/office/powerpoint/2010/main" val="3662388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6C0B67-26FE-18AD-5A27-2893BC2B11C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A4A89B-D1A8-FF8A-FB64-A2F6539696A6}"/>
              </a:ext>
            </a:extLst>
          </p:cNvPr>
          <p:cNvSpPr>
            <a:spLocks noGrp="1"/>
          </p:cNvSpPr>
          <p:nvPr>
            <p:ph sz="half" idx="1"/>
          </p:nvPr>
        </p:nvSpPr>
        <p:spPr/>
        <p:txBody>
          <a:bodyPr/>
          <a:lstStyle/>
          <a:p>
            <a:r>
              <a:rPr lang="en-US" dirty="0"/>
              <a:t>Range of possible first digits on two-digit numbers.</a:t>
            </a:r>
          </a:p>
          <a:p>
            <a:r>
              <a:rPr lang="en-US" dirty="0"/>
              <a:t>(Note:  There is no 0 to allow a 6+7+8+9=30.)</a:t>
            </a:r>
          </a:p>
        </p:txBody>
      </p:sp>
      <p:pic>
        <p:nvPicPr>
          <p:cNvPr id="4" name="Picture 3" descr="A grid of sudoku puzzle&#10;&#10;Description automatically generated">
            <a:extLst>
              <a:ext uri="{FF2B5EF4-FFF2-40B4-BE49-F238E27FC236}">
                <a16:creationId xmlns:a16="http://schemas.microsoft.com/office/drawing/2014/main" id="{13001072-806C-BECD-F506-B8EC1D52B3E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62592C8-83B1-F442-E6AE-DD5C53700B0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22DAD6C-B4F5-4994-578A-AE88E64853B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48A92A-E173-4E70-DC6C-CF8CA37F3FC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9A8CFB6-6596-F31A-1BC8-4BAD947CB59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1B572D3-E3F3-2DFF-2A52-CD941B5C2A2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9" name="TextBox 8">
            <a:extLst>
              <a:ext uri="{FF2B5EF4-FFF2-40B4-BE49-F238E27FC236}">
                <a16:creationId xmlns:a16="http://schemas.microsoft.com/office/drawing/2014/main" id="{9F3AC4B7-79A4-C1A6-A683-53DF1FFB6287}"/>
              </a:ext>
            </a:extLst>
          </p:cNvPr>
          <p:cNvSpPr txBox="1"/>
          <p:nvPr/>
        </p:nvSpPr>
        <p:spPr>
          <a:xfrm>
            <a:off x="5147734" y="901933"/>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B99D5C3A-B713-6C47-70A8-F51EF3D1F83D}"/>
              </a:ext>
            </a:extLst>
          </p:cNvPr>
          <p:cNvSpPr txBox="1"/>
          <p:nvPr/>
        </p:nvSpPr>
        <p:spPr>
          <a:xfrm>
            <a:off x="7157158" y="901933"/>
            <a:ext cx="570089" cy="230832"/>
          </a:xfrm>
          <a:prstGeom prst="rect">
            <a:avLst/>
          </a:prstGeom>
          <a:noFill/>
        </p:spPr>
        <p:txBody>
          <a:bodyPr wrap="square" rtlCol="0">
            <a:spAutoFit/>
          </a:bodyPr>
          <a:lstStyle/>
          <a:p>
            <a:pPr algn="ctr"/>
            <a:r>
              <a:rPr lang="en-US" sz="900" dirty="0"/>
              <a:t>123</a:t>
            </a:r>
          </a:p>
        </p:txBody>
      </p:sp>
      <p:sp>
        <p:nvSpPr>
          <p:cNvPr id="11" name="TextBox 10">
            <a:extLst>
              <a:ext uri="{FF2B5EF4-FFF2-40B4-BE49-F238E27FC236}">
                <a16:creationId xmlns:a16="http://schemas.microsoft.com/office/drawing/2014/main" id="{A797897A-6FA1-1D66-C348-3FD51F98BF2D}"/>
              </a:ext>
            </a:extLst>
          </p:cNvPr>
          <p:cNvSpPr txBox="1"/>
          <p:nvPr/>
        </p:nvSpPr>
        <p:spPr>
          <a:xfrm>
            <a:off x="5650090" y="1402877"/>
            <a:ext cx="570089" cy="230832"/>
          </a:xfrm>
          <a:prstGeom prst="rect">
            <a:avLst/>
          </a:prstGeom>
          <a:noFill/>
        </p:spPr>
        <p:txBody>
          <a:bodyPr wrap="square" rtlCol="0">
            <a:spAutoFit/>
          </a:bodyPr>
          <a:lstStyle/>
          <a:p>
            <a:pPr algn="ctr"/>
            <a:r>
              <a:rPr lang="en-US" sz="900" dirty="0"/>
              <a:t>12345</a:t>
            </a:r>
          </a:p>
        </p:txBody>
      </p:sp>
      <p:sp>
        <p:nvSpPr>
          <p:cNvPr id="12" name="TextBox 11">
            <a:extLst>
              <a:ext uri="{FF2B5EF4-FFF2-40B4-BE49-F238E27FC236}">
                <a16:creationId xmlns:a16="http://schemas.microsoft.com/office/drawing/2014/main" id="{0F53392B-E9D4-F8EE-C4BB-3A05A4BFFE84}"/>
              </a:ext>
            </a:extLst>
          </p:cNvPr>
          <p:cNvSpPr txBox="1"/>
          <p:nvPr/>
        </p:nvSpPr>
        <p:spPr>
          <a:xfrm>
            <a:off x="3138310" y="1402877"/>
            <a:ext cx="570089" cy="230832"/>
          </a:xfrm>
          <a:prstGeom prst="rect">
            <a:avLst/>
          </a:prstGeom>
          <a:noFill/>
        </p:spPr>
        <p:txBody>
          <a:bodyPr wrap="square" rtlCol="0">
            <a:spAutoFit/>
          </a:bodyPr>
          <a:lstStyle/>
          <a:p>
            <a:pPr algn="ctr"/>
            <a:r>
              <a:rPr lang="en-US" sz="900" dirty="0"/>
              <a:t>12</a:t>
            </a:r>
          </a:p>
        </p:txBody>
      </p:sp>
      <p:sp>
        <p:nvSpPr>
          <p:cNvPr id="13" name="TextBox 12">
            <a:extLst>
              <a:ext uri="{FF2B5EF4-FFF2-40B4-BE49-F238E27FC236}">
                <a16:creationId xmlns:a16="http://schemas.microsoft.com/office/drawing/2014/main" id="{80A898B6-5018-BAF3-27DB-1A2E343D86CF}"/>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8B92A819-8139-C786-803F-96E1686FD438}"/>
              </a:ext>
            </a:extLst>
          </p:cNvPr>
          <p:cNvSpPr txBox="1"/>
          <p:nvPr/>
        </p:nvSpPr>
        <p:spPr>
          <a:xfrm>
            <a:off x="3138310" y="2905709"/>
            <a:ext cx="570089" cy="230832"/>
          </a:xfrm>
          <a:prstGeom prst="rect">
            <a:avLst/>
          </a:prstGeom>
          <a:noFill/>
        </p:spPr>
        <p:txBody>
          <a:bodyPr wrap="square" rtlCol="0">
            <a:spAutoFit/>
          </a:bodyPr>
          <a:lstStyle/>
          <a:p>
            <a:pPr algn="ctr"/>
            <a:r>
              <a:rPr lang="en-US" sz="900" dirty="0"/>
              <a:t>123</a:t>
            </a:r>
          </a:p>
        </p:txBody>
      </p:sp>
      <p:sp>
        <p:nvSpPr>
          <p:cNvPr id="15" name="TextBox 14">
            <a:extLst>
              <a:ext uri="{FF2B5EF4-FFF2-40B4-BE49-F238E27FC236}">
                <a16:creationId xmlns:a16="http://schemas.microsoft.com/office/drawing/2014/main" id="{8897A599-CB27-45C3-A9F7-FDE9F4F8BAC4}"/>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E0854DF8-D99B-2980-C413-6E2A3AEE2DFE}"/>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89FBC9A8-E449-2622-A93A-90A083CD1BDA}"/>
              </a:ext>
            </a:extLst>
          </p:cNvPr>
          <p:cNvSpPr txBox="1"/>
          <p:nvPr/>
        </p:nvSpPr>
        <p:spPr>
          <a:xfrm>
            <a:off x="4143022" y="4408541"/>
            <a:ext cx="570089" cy="230832"/>
          </a:xfrm>
          <a:prstGeom prst="rect">
            <a:avLst/>
          </a:prstGeom>
          <a:noFill/>
        </p:spPr>
        <p:txBody>
          <a:bodyPr wrap="square" rtlCol="0">
            <a:spAutoFit/>
          </a:bodyPr>
          <a:lstStyle/>
          <a:p>
            <a:pPr algn="ctr"/>
            <a:r>
              <a:rPr lang="en-US" sz="900" dirty="0"/>
              <a:t>123</a:t>
            </a:r>
          </a:p>
        </p:txBody>
      </p:sp>
      <p:sp>
        <p:nvSpPr>
          <p:cNvPr id="19" name="TextBox 18">
            <a:extLst>
              <a:ext uri="{FF2B5EF4-FFF2-40B4-BE49-F238E27FC236}">
                <a16:creationId xmlns:a16="http://schemas.microsoft.com/office/drawing/2014/main" id="{D39907E7-2532-A25B-8202-6A59F831FA7A}"/>
              </a:ext>
            </a:extLst>
          </p:cNvPr>
          <p:cNvSpPr txBox="1"/>
          <p:nvPr/>
        </p:nvSpPr>
        <p:spPr>
          <a:xfrm>
            <a:off x="4143022" y="4909484"/>
            <a:ext cx="570089" cy="230832"/>
          </a:xfrm>
          <a:prstGeom prst="rect">
            <a:avLst/>
          </a:prstGeom>
          <a:noFill/>
        </p:spPr>
        <p:txBody>
          <a:bodyPr wrap="square" rtlCol="0">
            <a:spAutoFit/>
          </a:bodyPr>
          <a:lstStyle/>
          <a:p>
            <a:pPr algn="ctr"/>
            <a:r>
              <a:rPr lang="en-US" sz="900" dirty="0"/>
              <a:t>123</a:t>
            </a:r>
          </a:p>
        </p:txBody>
      </p:sp>
      <p:sp>
        <p:nvSpPr>
          <p:cNvPr id="21" name="TextBox 20">
            <a:extLst>
              <a:ext uri="{FF2B5EF4-FFF2-40B4-BE49-F238E27FC236}">
                <a16:creationId xmlns:a16="http://schemas.microsoft.com/office/drawing/2014/main" id="{60A6DB35-A4C6-617E-8B46-C07777F6A5D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FAFCFA8-9FBA-3B8A-53D2-BEEA4ED07059}"/>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043106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2F412-3AD9-2CCE-76CD-798110D9A76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54D6655-B8DF-BA41-C7C7-2429C91F9736}"/>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09D0111-638E-FA51-C772-67151A328AB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B68CC3A7-0099-29C6-EDE4-5D28CE806CE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9C44820-C89F-FB99-C0D2-3691972775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07F70D0-D45E-ECE8-2906-36542F84BD2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2429DC-03DC-9ADC-730C-769D47AD343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8FDBAC5-8EBB-53F0-4489-37F7D97A39E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0" name="TextBox 9">
            <a:extLst>
              <a:ext uri="{FF2B5EF4-FFF2-40B4-BE49-F238E27FC236}">
                <a16:creationId xmlns:a16="http://schemas.microsoft.com/office/drawing/2014/main" id="{5C3AA73D-8524-E02B-6737-692806DB5E22}"/>
              </a:ext>
            </a:extLst>
          </p:cNvPr>
          <p:cNvSpPr txBox="1"/>
          <p:nvPr/>
        </p:nvSpPr>
        <p:spPr>
          <a:xfrm>
            <a:off x="7157158" y="901933"/>
            <a:ext cx="570089" cy="230832"/>
          </a:xfrm>
          <a:prstGeom prst="rect">
            <a:avLst/>
          </a:prstGeom>
          <a:noFill/>
        </p:spPr>
        <p:txBody>
          <a:bodyPr wrap="square" rtlCol="0">
            <a:spAutoFit/>
          </a:bodyPr>
          <a:lstStyle/>
          <a:p>
            <a:pPr algn="ctr"/>
            <a:r>
              <a:rPr lang="en-US" sz="900" dirty="0"/>
              <a:t>23</a:t>
            </a:r>
          </a:p>
        </p:txBody>
      </p:sp>
      <p:sp>
        <p:nvSpPr>
          <p:cNvPr id="11" name="TextBox 10">
            <a:extLst>
              <a:ext uri="{FF2B5EF4-FFF2-40B4-BE49-F238E27FC236}">
                <a16:creationId xmlns:a16="http://schemas.microsoft.com/office/drawing/2014/main" id="{5EBB6659-B327-6701-3066-C59F6CE00B8B}"/>
              </a:ext>
            </a:extLst>
          </p:cNvPr>
          <p:cNvSpPr txBox="1"/>
          <p:nvPr/>
        </p:nvSpPr>
        <p:spPr>
          <a:xfrm>
            <a:off x="5650090" y="1402877"/>
            <a:ext cx="570089" cy="230832"/>
          </a:xfrm>
          <a:prstGeom prst="rect">
            <a:avLst/>
          </a:prstGeom>
          <a:noFill/>
        </p:spPr>
        <p:txBody>
          <a:bodyPr wrap="square" rtlCol="0">
            <a:spAutoFit/>
          </a:bodyPr>
          <a:lstStyle/>
          <a:p>
            <a:pPr algn="ctr"/>
            <a:r>
              <a:rPr lang="en-US" sz="900" dirty="0"/>
              <a:t>2345</a:t>
            </a:r>
          </a:p>
        </p:txBody>
      </p:sp>
      <p:sp>
        <p:nvSpPr>
          <p:cNvPr id="13" name="TextBox 12">
            <a:extLst>
              <a:ext uri="{FF2B5EF4-FFF2-40B4-BE49-F238E27FC236}">
                <a16:creationId xmlns:a16="http://schemas.microsoft.com/office/drawing/2014/main" id="{45730C54-8014-4D15-AAAC-E64C8B022063}"/>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4" name="TextBox 13">
            <a:extLst>
              <a:ext uri="{FF2B5EF4-FFF2-40B4-BE49-F238E27FC236}">
                <a16:creationId xmlns:a16="http://schemas.microsoft.com/office/drawing/2014/main" id="{0BB34E33-1570-B381-5B3F-789E711A2B38}"/>
              </a:ext>
            </a:extLst>
          </p:cNvPr>
          <p:cNvSpPr txBox="1"/>
          <p:nvPr/>
        </p:nvSpPr>
        <p:spPr>
          <a:xfrm>
            <a:off x="3138310" y="2905709"/>
            <a:ext cx="570089" cy="230832"/>
          </a:xfrm>
          <a:prstGeom prst="rect">
            <a:avLst/>
          </a:prstGeom>
          <a:noFill/>
        </p:spPr>
        <p:txBody>
          <a:bodyPr wrap="square" rtlCol="0">
            <a:spAutoFit/>
          </a:bodyPr>
          <a:lstStyle/>
          <a:p>
            <a:pPr algn="ctr"/>
            <a:r>
              <a:rPr lang="en-US" sz="900" dirty="0"/>
              <a:t>23</a:t>
            </a:r>
          </a:p>
        </p:txBody>
      </p:sp>
      <p:sp>
        <p:nvSpPr>
          <p:cNvPr id="15" name="TextBox 14">
            <a:extLst>
              <a:ext uri="{FF2B5EF4-FFF2-40B4-BE49-F238E27FC236}">
                <a16:creationId xmlns:a16="http://schemas.microsoft.com/office/drawing/2014/main" id="{FEBCA53E-4137-184E-B8AB-D9789C4534CB}"/>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966A6553-FC6F-706F-1B70-201A50D46103}"/>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197090D-888B-B187-44FB-DB726C8E8A0D}"/>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CBA2C3B3-E180-8F19-96AD-5DF07795476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40DAF2BB-0C15-C291-CBFF-D2E321AEDC3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E26E61C-A7E3-23E5-A1B0-995025ED9E00}"/>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24AFFFE-2390-1160-CCF9-3E731B985B04}"/>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81272BD9-3657-5133-C39F-687041B952D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463100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6502A-2375-4903-AD89-8BCAA14B7C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8695A9-DA2A-4F24-8EB5-72D8C763F55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55C07D4-EE6B-4453-0DC6-583AF55E0F3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DDD9FFA-E57D-0CCC-752E-40848DE37D9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4C0664D-0DC7-84FD-9A1A-6483E4CC8A3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BD632E-A92D-6A92-732B-F84DCAAD1F3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F727F38-BD4F-789E-6E86-538C1C33BFB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3E26FCE-06D0-F97C-B78E-04F38C7EA7B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A2222A4F-A652-3C89-DA0D-F5EB28300C17}"/>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73095C33-35EC-37C9-F0A9-50F7B097604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9F0519A-19CB-E6B4-8375-9B17705F0E3C}"/>
              </a:ext>
            </a:extLst>
          </p:cNvPr>
          <p:cNvSpPr txBox="1"/>
          <p:nvPr/>
        </p:nvSpPr>
        <p:spPr>
          <a:xfrm>
            <a:off x="3640666" y="3406653"/>
            <a:ext cx="570089" cy="230832"/>
          </a:xfrm>
          <a:prstGeom prst="rect">
            <a:avLst/>
          </a:prstGeom>
          <a:noFill/>
        </p:spPr>
        <p:txBody>
          <a:bodyPr wrap="square" rtlCol="0">
            <a:spAutoFit/>
          </a:bodyPr>
          <a:lstStyle/>
          <a:p>
            <a:pPr algn="ctr"/>
            <a:r>
              <a:rPr lang="en-US" sz="900" dirty="0"/>
              <a:t>123</a:t>
            </a:r>
          </a:p>
        </p:txBody>
      </p:sp>
      <p:sp>
        <p:nvSpPr>
          <p:cNvPr id="16" name="TextBox 15">
            <a:extLst>
              <a:ext uri="{FF2B5EF4-FFF2-40B4-BE49-F238E27FC236}">
                <a16:creationId xmlns:a16="http://schemas.microsoft.com/office/drawing/2014/main" id="{CF7B7EAE-BF87-FEC0-0E13-048301921CD4}"/>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FF010B9F-9E7F-A475-5C0E-CDFBE478B37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536C6889-DD97-F5B9-C332-AD17DBEC5463}"/>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2D1A4519-D068-4D25-D9EF-6A728BC1933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EB460DA-0B65-E554-A144-D0775FE343A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658140A-3629-C2B5-0AC5-E11357AD4AE9}"/>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49DD803A-18D3-68B2-7717-5E2A92E264B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0" name="TextBox 19">
            <a:extLst>
              <a:ext uri="{FF2B5EF4-FFF2-40B4-BE49-F238E27FC236}">
                <a16:creationId xmlns:a16="http://schemas.microsoft.com/office/drawing/2014/main" id="{D65DD700-72BE-084D-49E5-3AE40A4C5280}"/>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3" name="TextBox 22">
            <a:extLst>
              <a:ext uri="{FF2B5EF4-FFF2-40B4-BE49-F238E27FC236}">
                <a16:creationId xmlns:a16="http://schemas.microsoft.com/office/drawing/2014/main" id="{7E746816-F9FC-9498-DB46-28FBA922FF8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5162145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46F3F-2DC8-B011-0EBE-CEEC6476219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5075532-A80E-3571-DE92-F77010699EF2}"/>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E73916E-8CEE-49E3-14FF-C224E70CB5C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C8AB2FB-E520-78B2-1065-789D96AFE16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08113A4-B820-1950-37D4-BC6716610AF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E928669-049D-C194-847B-FD25C634C81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E5E8DF2-5D4C-DDA7-CC54-752E30B1819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7AE9BAC-CA3F-4816-18E1-F11C91A23F4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5D5BAE0-F878-F506-726D-C511708A502E}"/>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881487DA-CB02-5191-A542-EA45CC40CEC5}"/>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8F5E72B-7712-DD1D-0E4D-0AE8E1839C32}"/>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5E33B9AB-5324-00BB-47FC-8AB7AFD03781}"/>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FB02025B-8AE9-108F-50F4-F2B468EE7A9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AC2F988B-6358-1C96-532E-9180C7A6A0F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F8D43B48-0333-BA2B-7FF6-2DE46BAECAA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D18867F-F9C7-E62B-A978-1FA303C3A82B}"/>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9CD7E1C-ECE1-6EF0-20FC-2FDA071510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05D8D04-135A-43DD-89E1-A2D92DA2F64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687A5964-2A39-EDAD-D352-C08CA5DCF8F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0" name="TextBox 19">
            <a:extLst>
              <a:ext uri="{FF2B5EF4-FFF2-40B4-BE49-F238E27FC236}">
                <a16:creationId xmlns:a16="http://schemas.microsoft.com/office/drawing/2014/main" id="{4C457B3C-F6B6-3F7D-F58D-10DAD9FDCC45}"/>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553089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26DBC3-03EB-E481-7696-0F4EBFCB8E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E4B1FD-2805-BA61-7394-7E6C0CD0C93F}"/>
              </a:ext>
            </a:extLst>
          </p:cNvPr>
          <p:cNvSpPr>
            <a:spLocks noGrp="1"/>
          </p:cNvSpPr>
          <p:nvPr>
            <p:ph sz="half" idx="1"/>
          </p:nvPr>
        </p:nvSpPr>
        <p:spPr/>
        <p:txBody>
          <a:bodyPr/>
          <a:lstStyle/>
          <a:p>
            <a:r>
              <a:rPr lang="en-US" dirty="0"/>
              <a:t>Initialize 2-Arrows.</a:t>
            </a:r>
          </a:p>
        </p:txBody>
      </p:sp>
      <p:pic>
        <p:nvPicPr>
          <p:cNvPr id="4" name="Picture 3" descr="A grid of sudoku puzzle&#10;&#10;Description automatically generated">
            <a:extLst>
              <a:ext uri="{FF2B5EF4-FFF2-40B4-BE49-F238E27FC236}">
                <a16:creationId xmlns:a16="http://schemas.microsoft.com/office/drawing/2014/main" id="{705681BC-CBC3-614D-3DB6-BE611B52990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2DE2C75-7925-2C63-5CB2-498B6AFA32D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B252559C-5FC3-C9A5-04AB-DF59E88CFA6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0C2120-F52A-A8ED-1B75-1FF062C207C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4D0D8D3-25D9-DE3A-D229-2536CFD7CD1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2C36EBA-7AF3-70A8-5DC2-BE2BBD88D01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56295DF3-30F0-41C7-0571-062ADAC02476}"/>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9D622CF9-5514-1742-A55C-6F0E11E0FCB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8B2B2DF-2948-7655-38DE-69C77C714F47}"/>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10C69924-4C38-E8CB-F1B6-364F27BFDCF2}"/>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957E419-8BEE-2D5E-4E4D-FDDBEB5A35B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4B5D451C-E057-956C-F6FF-4163CA5BB6FA}"/>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7F0A4335-D88F-92C5-0972-C91A15E9D7A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7B6AA9C-07BF-E612-838A-11F5C691687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47457E39-630E-DF42-1106-AE309614320D}"/>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97330C3F-DD6F-0534-6D37-A970A383B28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2C0D6487-5818-0B71-6C76-50841E03BB7C}"/>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5568330D-66CB-3223-C990-60B6464F1B41}"/>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7B457ABF-2144-67DC-B3A4-7F74FF32D81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98535E2-20CA-3A94-ABA9-F9901C72EEFB}"/>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E523941E-AF4C-89C0-173D-2E7A0355059F}"/>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5ACCCAAB-07A5-AE4F-3149-C43E6CEC27B5}"/>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B885E7A7-0327-3701-4FB8-1914B12774A0}"/>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52A95632-BA0C-E708-32E7-7E829F78E3FA}"/>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3493344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6608D0-57CD-C545-CC50-F0C619717F0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C7FC64-FF9A-D857-D21B-DFC73FCBAF32}"/>
              </a:ext>
            </a:extLst>
          </p:cNvPr>
          <p:cNvSpPr>
            <a:spLocks noGrp="1"/>
          </p:cNvSpPr>
          <p:nvPr>
            <p:ph sz="half" idx="1"/>
          </p:nvPr>
        </p:nvSpPr>
        <p:spPr/>
        <p:txBody>
          <a:bodyPr/>
          <a:lstStyle/>
          <a:p>
            <a:r>
              <a:rPr lang="en-US" dirty="0"/>
              <a:t>Last possible locations of 1 and 2 in left center block.</a:t>
            </a:r>
          </a:p>
        </p:txBody>
      </p:sp>
      <p:pic>
        <p:nvPicPr>
          <p:cNvPr id="4" name="Picture 3" descr="A grid of sudoku puzzle&#10;&#10;Description automatically generated">
            <a:extLst>
              <a:ext uri="{FF2B5EF4-FFF2-40B4-BE49-F238E27FC236}">
                <a16:creationId xmlns:a16="http://schemas.microsoft.com/office/drawing/2014/main" id="{F0819D33-395C-6562-936E-121A8BB7B24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CC6ECAD-EEF0-8FC3-D534-AA254A2E31A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C9A51C-49CB-813F-EE5A-44E4DA82775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ED93FB4-B08C-C52E-4824-B1D30D02EB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0732CF-229E-AFDB-82C0-A45DD650579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E15D8D9-4C9C-03FA-0554-8FB7BF5C275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6D6A7976-F7D4-FFF7-5D39-FCC0695941AF}"/>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CE6390CA-FB18-F98A-489A-A6B8344278A1}"/>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9409962-ACC8-AED9-5525-58B24F826768}"/>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502B1004-968D-B94E-AF53-9366F794C37A}"/>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CB45B848-1AA4-F9B2-5AED-4BEA55BAF0B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1BA2762D-99C2-68DE-376A-9D3D47EE9AC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581DC373-B744-D668-BD43-4E16D4ACDCE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37A0537-CD1F-E5A5-27D8-E90FEDB55390}"/>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43DFFA7-4CBA-0E29-A355-D2B403FD943F}"/>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D66336E9-15AE-C217-419F-885B8CC8CFB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6A2466D7-02D6-4BBB-1294-01222F28A86A}"/>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F8492E1A-519D-4177-4F97-2B21E1BB1C50}"/>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90D23F69-5D94-A67A-2D52-686DB3CCDEFC}"/>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C2DE85F-1DE5-11E4-C043-92A55E97B8A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CB08FF77-5E07-519E-1A23-2B41A4085696}"/>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582788CF-AED8-22C2-5671-D939B7993EBB}"/>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8396B59C-4A41-C754-376D-4DC9A7F3D1C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7DF7F330-40A6-3962-8614-7D363BBE029E}"/>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3D52729F-742E-BD35-E577-D1D7D347291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Tree>
    <p:extLst>
      <p:ext uri="{BB962C8B-B14F-4D97-AF65-F5344CB8AC3E}">
        <p14:creationId xmlns:p14="http://schemas.microsoft.com/office/powerpoint/2010/main" val="25200213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B5C93A-F2D5-7DFC-87BE-A989D1838B1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F57251-FFF3-DF4A-FBDC-D293007C857F}"/>
              </a:ext>
            </a:extLst>
          </p:cNvPr>
          <p:cNvSpPr>
            <a:spLocks noGrp="1"/>
          </p:cNvSpPr>
          <p:nvPr>
            <p:ph sz="half" idx="1"/>
          </p:nvPr>
        </p:nvSpPr>
        <p:spPr/>
        <p:txBody>
          <a:bodyPr/>
          <a:lstStyle/>
          <a:p>
            <a:r>
              <a:rPr lang="en-US" dirty="0"/>
              <a:t>Initialize cells with six or fewer possibilities.</a:t>
            </a:r>
          </a:p>
        </p:txBody>
      </p:sp>
      <p:pic>
        <p:nvPicPr>
          <p:cNvPr id="4" name="Picture 3" descr="A grid of sudoku puzzle&#10;&#10;Description automatically generated">
            <a:extLst>
              <a:ext uri="{FF2B5EF4-FFF2-40B4-BE49-F238E27FC236}">
                <a16:creationId xmlns:a16="http://schemas.microsoft.com/office/drawing/2014/main" id="{1231BD28-DFD0-504D-19AC-556E83D83A3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F03CFC2-6882-0E40-2670-8D6FADAFE4E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A90DA8B-2638-4E27-C7B7-3B5E7892171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F1011BB-1A65-53B9-8619-30C2474F801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339FDCB-BC82-4C20-EA9E-343A5BF566B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D0EFAC9-7F2E-DA4C-CB52-FCFDE37EF4EB}"/>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DB42E861-B9FC-7F19-BA00-BC62F3CE42DD}"/>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613B4E8C-B0E1-6A2C-A827-C2CD23DE445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E91F2C8-5E2F-C873-8C4D-9E78EACA0B45}"/>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338B0A87-8417-60FC-992E-2B053DD86428}"/>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4B6B0EF3-A341-1815-C51B-C40F7A2E580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64632090-2E9D-F425-5737-D217EADF634C}"/>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7FB5AA54-A688-042A-E535-402CC24CAE5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C40FDE1-17F5-AB35-42DA-BCF1B229D46E}"/>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590207B-1DCB-546E-F499-07E53169A52A}"/>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45F66A51-4281-2FC8-7ED7-CD00BE9C49A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0313277-7B18-55E8-AACE-4AA449B26D29}"/>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8D2777C9-E9CD-4D1A-A5AF-2A68A532F355}"/>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72462775-5202-26BF-8CF6-6EFDDF98ACA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AB7617A2-B255-FFB7-0402-F2A264009DDD}"/>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9D5C5D14-582A-862B-733C-7396B0890B74}"/>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2AD52555-9A36-228E-9923-B34B378C44E3}"/>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1DF9579B-32B5-227B-0041-0AA6A7B7414A}"/>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A8F4E47E-2B7C-3781-DE34-F1D2E3A6FC6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B49CB8D-C203-04F5-9C1F-A0C0BEA94F0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488C2A7D-D178-88EE-6FC1-DA8D292CB66C}"/>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83FFDC3B-D9E9-0DFC-E984-F86210DED53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E65EC81B-83D5-1F59-B793-9A40F7ED428A}"/>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3CB67308-0101-5992-B676-09C8212D4E69}"/>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1440159E-61AE-E514-DCC4-67ED89EEA1E9}"/>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7BE409A6-A9B4-5528-7EDE-D5BB0BAE26E3}"/>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44CF8100-E61F-724A-E20F-3AC2214A9998}"/>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512330E0-A5D8-22B2-E3C5-620B33B52ED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7E71E0FA-CC99-4E1C-9AA0-36B24D605C45}"/>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9FE1A9D3-5B99-7C8D-FFDE-EF99626CB6DD}"/>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8" name="TextBox 37">
            <a:extLst>
              <a:ext uri="{FF2B5EF4-FFF2-40B4-BE49-F238E27FC236}">
                <a16:creationId xmlns:a16="http://schemas.microsoft.com/office/drawing/2014/main" id="{D2509C42-F3E2-D94D-EF0B-6EC9258ADBD8}"/>
              </a:ext>
            </a:extLst>
          </p:cNvPr>
          <p:cNvSpPr txBox="1"/>
          <p:nvPr/>
        </p:nvSpPr>
        <p:spPr>
          <a:xfrm>
            <a:off x="3640666" y="1402877"/>
            <a:ext cx="570089" cy="230832"/>
          </a:xfrm>
          <a:prstGeom prst="rect">
            <a:avLst/>
          </a:prstGeom>
          <a:noFill/>
        </p:spPr>
        <p:txBody>
          <a:bodyPr wrap="square" rtlCol="0">
            <a:spAutoFit/>
          </a:bodyPr>
          <a:lstStyle/>
          <a:p>
            <a:pPr algn="ctr"/>
            <a:r>
              <a:rPr lang="en-US" sz="900" dirty="0"/>
              <a:t>345789</a:t>
            </a:r>
          </a:p>
        </p:txBody>
      </p:sp>
      <p:sp>
        <p:nvSpPr>
          <p:cNvPr id="39" name="TextBox 38">
            <a:extLst>
              <a:ext uri="{FF2B5EF4-FFF2-40B4-BE49-F238E27FC236}">
                <a16:creationId xmlns:a16="http://schemas.microsoft.com/office/drawing/2014/main" id="{FFD9DDDA-357B-8D7F-C855-93BB0DAC92D9}"/>
              </a:ext>
            </a:extLst>
          </p:cNvPr>
          <p:cNvSpPr txBox="1"/>
          <p:nvPr/>
        </p:nvSpPr>
        <p:spPr>
          <a:xfrm>
            <a:off x="4143022" y="1538345"/>
            <a:ext cx="570089" cy="230832"/>
          </a:xfrm>
          <a:prstGeom prst="rect">
            <a:avLst/>
          </a:prstGeom>
          <a:noFill/>
        </p:spPr>
        <p:txBody>
          <a:bodyPr wrap="square" rtlCol="0">
            <a:spAutoFit/>
          </a:bodyPr>
          <a:lstStyle/>
          <a:p>
            <a:pPr algn="ctr"/>
            <a:r>
              <a:rPr lang="en-US" sz="900" dirty="0"/>
              <a:t>45789</a:t>
            </a:r>
          </a:p>
        </p:txBody>
      </p:sp>
      <p:sp>
        <p:nvSpPr>
          <p:cNvPr id="43" name="TextBox 42">
            <a:extLst>
              <a:ext uri="{FF2B5EF4-FFF2-40B4-BE49-F238E27FC236}">
                <a16:creationId xmlns:a16="http://schemas.microsoft.com/office/drawing/2014/main" id="{2FC5C221-5333-E003-41D4-402B6B1CAC72}"/>
              </a:ext>
            </a:extLst>
          </p:cNvPr>
          <p:cNvSpPr txBox="1"/>
          <p:nvPr/>
        </p:nvSpPr>
        <p:spPr>
          <a:xfrm>
            <a:off x="5650090" y="901933"/>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E911D5DB-EDB7-AB32-754A-502830EE7933}"/>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345789</a:t>
            </a:r>
          </a:p>
        </p:txBody>
      </p:sp>
      <p:sp>
        <p:nvSpPr>
          <p:cNvPr id="48" name="TextBox 47">
            <a:extLst>
              <a:ext uri="{FF2B5EF4-FFF2-40B4-BE49-F238E27FC236}">
                <a16:creationId xmlns:a16="http://schemas.microsoft.com/office/drawing/2014/main" id="{BB86979D-846F-3236-A902-E6D58567D510}"/>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EDB5F217-F728-799A-2671-6843FE10042B}"/>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245789</a:t>
            </a:r>
          </a:p>
        </p:txBody>
      </p:sp>
      <p:sp>
        <p:nvSpPr>
          <p:cNvPr id="50" name="TextBox 49">
            <a:extLst>
              <a:ext uri="{FF2B5EF4-FFF2-40B4-BE49-F238E27FC236}">
                <a16:creationId xmlns:a16="http://schemas.microsoft.com/office/drawing/2014/main" id="{323C28D2-C027-ED8A-FCDD-11B811040039}"/>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04A3212B-CB3F-9656-18D8-BB9C0B2CB9E1}"/>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9D70F51B-A6FA-34F7-06A4-3EC86119C11E}"/>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707C2BEA-C8EF-E31B-01C5-51D99BAE54E2}"/>
              </a:ext>
            </a:extLst>
          </p:cNvPr>
          <p:cNvSpPr txBox="1"/>
          <p:nvPr/>
        </p:nvSpPr>
        <p:spPr>
          <a:xfrm>
            <a:off x="6152446" y="766465"/>
            <a:ext cx="570089" cy="230832"/>
          </a:xfrm>
          <a:prstGeom prst="rect">
            <a:avLst/>
          </a:prstGeom>
          <a:noFill/>
        </p:spPr>
        <p:txBody>
          <a:bodyPr wrap="square" rtlCol="0">
            <a:spAutoFit/>
          </a:bodyPr>
          <a:lstStyle/>
          <a:p>
            <a:pPr algn="ctr"/>
            <a:r>
              <a:rPr lang="en-US" sz="900" dirty="0"/>
              <a:t>45789</a:t>
            </a:r>
          </a:p>
        </p:txBody>
      </p:sp>
      <p:sp>
        <p:nvSpPr>
          <p:cNvPr id="54" name="TextBox 53">
            <a:extLst>
              <a:ext uri="{FF2B5EF4-FFF2-40B4-BE49-F238E27FC236}">
                <a16:creationId xmlns:a16="http://schemas.microsoft.com/office/drawing/2014/main" id="{34C8A19B-8909-9B27-ECAF-5FF465979E37}"/>
              </a:ext>
            </a:extLst>
          </p:cNvPr>
          <p:cNvSpPr txBox="1"/>
          <p:nvPr/>
        </p:nvSpPr>
        <p:spPr>
          <a:xfrm>
            <a:off x="6654802" y="766465"/>
            <a:ext cx="570089" cy="230832"/>
          </a:xfrm>
          <a:prstGeom prst="rect">
            <a:avLst/>
          </a:prstGeom>
          <a:noFill/>
        </p:spPr>
        <p:txBody>
          <a:bodyPr wrap="square" rtlCol="0">
            <a:spAutoFit/>
          </a:bodyPr>
          <a:lstStyle/>
          <a:p>
            <a:pPr algn="ctr"/>
            <a:r>
              <a:rPr lang="en-US" sz="900" dirty="0"/>
              <a:t>45789</a:t>
            </a:r>
          </a:p>
        </p:txBody>
      </p:sp>
      <p:sp>
        <p:nvSpPr>
          <p:cNvPr id="55" name="TextBox 54">
            <a:extLst>
              <a:ext uri="{FF2B5EF4-FFF2-40B4-BE49-F238E27FC236}">
                <a16:creationId xmlns:a16="http://schemas.microsoft.com/office/drawing/2014/main" id="{104BA8CA-598A-482C-1661-3B5EECE235C1}"/>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145789</a:t>
            </a:r>
          </a:p>
        </p:txBody>
      </p:sp>
      <p:sp>
        <p:nvSpPr>
          <p:cNvPr id="56" name="TextBox 55">
            <a:extLst>
              <a:ext uri="{FF2B5EF4-FFF2-40B4-BE49-F238E27FC236}">
                <a16:creationId xmlns:a16="http://schemas.microsoft.com/office/drawing/2014/main" id="{4460DC85-53C1-96B4-43F0-A109627F704B}"/>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145789</a:t>
            </a:r>
          </a:p>
        </p:txBody>
      </p:sp>
      <p:sp>
        <p:nvSpPr>
          <p:cNvPr id="57" name="TextBox 56">
            <a:extLst>
              <a:ext uri="{FF2B5EF4-FFF2-40B4-BE49-F238E27FC236}">
                <a16:creationId xmlns:a16="http://schemas.microsoft.com/office/drawing/2014/main" id="{F976FC7D-80F1-81BE-B107-532E6EC04F48}"/>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190C3DD0-9B39-728F-40A7-0C317DC3366A}"/>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345789</a:t>
            </a:r>
          </a:p>
        </p:txBody>
      </p:sp>
      <p:sp>
        <p:nvSpPr>
          <p:cNvPr id="59" name="TextBox 58">
            <a:extLst>
              <a:ext uri="{FF2B5EF4-FFF2-40B4-BE49-F238E27FC236}">
                <a16:creationId xmlns:a16="http://schemas.microsoft.com/office/drawing/2014/main" id="{D89B744F-C030-4F7A-904E-5183F12F1E8F}"/>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C88982E3-9815-A4E1-C4EB-A47CE737BB1D}"/>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688A75D0-0670-A1E3-A8C6-A123802DFAE2}"/>
              </a:ext>
            </a:extLst>
          </p:cNvPr>
          <p:cNvSpPr txBox="1"/>
          <p:nvPr/>
        </p:nvSpPr>
        <p:spPr>
          <a:xfrm>
            <a:off x="3640666" y="1768353"/>
            <a:ext cx="570089" cy="230832"/>
          </a:xfrm>
          <a:prstGeom prst="rect">
            <a:avLst/>
          </a:prstGeom>
          <a:noFill/>
        </p:spPr>
        <p:txBody>
          <a:bodyPr wrap="square" rtlCol="0">
            <a:spAutoFit/>
          </a:bodyPr>
          <a:lstStyle/>
          <a:p>
            <a:pPr algn="ctr"/>
            <a:r>
              <a:rPr lang="en-US" sz="900" dirty="0"/>
              <a:t>345789</a:t>
            </a:r>
          </a:p>
        </p:txBody>
      </p:sp>
      <p:sp>
        <p:nvSpPr>
          <p:cNvPr id="62" name="TextBox 61">
            <a:extLst>
              <a:ext uri="{FF2B5EF4-FFF2-40B4-BE49-F238E27FC236}">
                <a16:creationId xmlns:a16="http://schemas.microsoft.com/office/drawing/2014/main" id="{7B32DE09-E645-04ED-0562-437D69E0B36E}"/>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8F5F225A-8AAE-5C2B-7C29-25D6BFAAF7C9}"/>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Tree>
    <p:extLst>
      <p:ext uri="{BB962C8B-B14F-4D97-AF65-F5344CB8AC3E}">
        <p14:creationId xmlns:p14="http://schemas.microsoft.com/office/powerpoint/2010/main" val="539255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1FD827-5FF1-3D3F-AFE2-40C86D9174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560B5E-6E16-C04A-7D99-8AE1153463F7}"/>
              </a:ext>
            </a:extLst>
          </p:cNvPr>
          <p:cNvSpPr>
            <a:spLocks noGrp="1"/>
          </p:cNvSpPr>
          <p:nvPr>
            <p:ph sz="half" idx="1"/>
          </p:nvPr>
        </p:nvSpPr>
        <p:spPr/>
        <p:txBody>
          <a:bodyPr/>
          <a:lstStyle/>
          <a:p>
            <a:r>
              <a:rPr lang="en-US" dirty="0"/>
              <a:t>In Row 2, the largest the first arrow can be is 8+9+6 which equals 23. Since 23 is also the smallest sum, that’s what it has to be.</a:t>
            </a:r>
          </a:p>
        </p:txBody>
      </p:sp>
      <p:pic>
        <p:nvPicPr>
          <p:cNvPr id="4" name="Picture 3" descr="A grid of sudoku puzzle&#10;&#10;Description automatically generated">
            <a:extLst>
              <a:ext uri="{FF2B5EF4-FFF2-40B4-BE49-F238E27FC236}">
                <a16:creationId xmlns:a16="http://schemas.microsoft.com/office/drawing/2014/main" id="{A7B6CD6B-CDCC-2596-0AB0-5E85D03A9C9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D93D0FF-44D3-877F-500E-645BBC4A5E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957F0FF-60EB-2F59-8018-8A19C1DE05F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A3064EA-CC11-D6C8-76B5-CBE37CC337C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259DCDF9-717E-B1FB-0B6F-E9C78D3F643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7069968-D686-2609-A5A8-C72AFF485D74}"/>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4DE0D668-70A9-CB55-07E9-47FD08AD68E6}"/>
              </a:ext>
            </a:extLst>
          </p:cNvPr>
          <p:cNvSpPr txBox="1"/>
          <p:nvPr/>
        </p:nvSpPr>
        <p:spPr>
          <a:xfrm>
            <a:off x="5650090" y="1402877"/>
            <a:ext cx="570089" cy="230832"/>
          </a:xfrm>
          <a:prstGeom prst="rect">
            <a:avLst/>
          </a:prstGeom>
          <a:noFill/>
        </p:spPr>
        <p:txBody>
          <a:bodyPr wrap="square" rtlCol="0">
            <a:spAutoFit/>
          </a:bodyPr>
          <a:lstStyle/>
          <a:p>
            <a:pPr algn="ctr"/>
            <a:r>
              <a:rPr lang="en-US" sz="900" dirty="0"/>
              <a:t>345</a:t>
            </a:r>
          </a:p>
        </p:txBody>
      </p:sp>
      <p:sp>
        <p:nvSpPr>
          <p:cNvPr id="13" name="TextBox 12">
            <a:extLst>
              <a:ext uri="{FF2B5EF4-FFF2-40B4-BE49-F238E27FC236}">
                <a16:creationId xmlns:a16="http://schemas.microsoft.com/office/drawing/2014/main" id="{595424FE-5F20-0A29-CE02-429D61D9A78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B3CFC18B-B061-5F81-AACB-E66D2B6E2565}"/>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BF37E0CE-4475-0250-EA8B-ECC0850CBFAA}"/>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CC1EC53B-6F78-268B-2930-8CEBA6655C3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6DE01A19-29BE-47A2-AB1A-F15D977DA35D}"/>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CDCBBB6-15E6-2268-86C3-D0148F77FCD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537A105-6548-E9D7-DE71-BDE3A661DC2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3AC03243-3CC4-5C4D-0CCC-A99DA94D4874}"/>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C2B998BB-9EA5-0B56-568C-4D8C57C9246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902BD157-E385-6EF7-4438-78539DDAB7AC}"/>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6F009EEE-53BE-3198-4D81-FCD428F57A09}"/>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C2D71FBE-DFD6-C203-73BD-281DC641904F}"/>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9829B73F-9247-F84E-7D3C-94807CE0F5FE}"/>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857B7B8-5A27-B402-BB61-A2EFB5FCA91B}"/>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808C63CA-4076-BA5F-2D2F-A2C4DEC9E86A}"/>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D69AE6F3-1F86-2848-E8F1-DEA68A729D2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225D750-22EB-5E74-8CB0-399A36CC0641}"/>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F746108-6ACD-71CA-C5D5-67CD8AED9DC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C3D24D67-6738-D254-9DCF-59B6618E72E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238532F1-CDB4-EB6D-ACC0-1D260E8EC2F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A0F23CFA-B0C4-828F-C7C6-96F5EF5C2D14}"/>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5AEEC382-89DC-48DE-C2D5-F0A307D70326}"/>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D9FB93DC-80D8-03D8-AA3B-C0FA7E231D47}"/>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57DDC622-3A95-EB3A-9BEF-B38EACAB99EB}"/>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4F680406-7A2A-456A-E888-D2A903D579FB}"/>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23D11EB0-8F1F-E073-8E00-3B3904B2351C}"/>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C1C974CB-4110-4BFB-F20D-3DD12AA85C51}"/>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D3C8DEDD-A024-36F3-77BC-A59E3344B31A}"/>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9" name="TextBox 38">
            <a:extLst>
              <a:ext uri="{FF2B5EF4-FFF2-40B4-BE49-F238E27FC236}">
                <a16:creationId xmlns:a16="http://schemas.microsoft.com/office/drawing/2014/main" id="{DF3A8055-7BB9-8592-7A1F-23931392F34C}"/>
              </a:ext>
            </a:extLst>
          </p:cNvPr>
          <p:cNvSpPr txBox="1"/>
          <p:nvPr/>
        </p:nvSpPr>
        <p:spPr>
          <a:xfrm>
            <a:off x="4143022" y="1538345"/>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8ACCC58F-6A8F-7FC7-180E-56718360F1A0}"/>
              </a:ext>
            </a:extLst>
          </p:cNvPr>
          <p:cNvSpPr txBox="1"/>
          <p:nvPr/>
        </p:nvSpPr>
        <p:spPr>
          <a:xfrm>
            <a:off x="5650090" y="901933"/>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030AEB9D-7816-DB09-FBB5-ADF665036FD0}"/>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345789</a:t>
            </a:r>
          </a:p>
        </p:txBody>
      </p:sp>
      <p:sp>
        <p:nvSpPr>
          <p:cNvPr id="48" name="TextBox 47">
            <a:extLst>
              <a:ext uri="{FF2B5EF4-FFF2-40B4-BE49-F238E27FC236}">
                <a16:creationId xmlns:a16="http://schemas.microsoft.com/office/drawing/2014/main" id="{CC14D6CB-90E0-74BA-485E-776579A72B4D}"/>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EDF77B11-AD33-B2BF-C378-8F9E05B54DCB}"/>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245789</a:t>
            </a:r>
          </a:p>
        </p:txBody>
      </p:sp>
      <p:sp>
        <p:nvSpPr>
          <p:cNvPr id="50" name="TextBox 49">
            <a:extLst>
              <a:ext uri="{FF2B5EF4-FFF2-40B4-BE49-F238E27FC236}">
                <a16:creationId xmlns:a16="http://schemas.microsoft.com/office/drawing/2014/main" id="{4BE32DBC-9FA9-9D7F-8A7E-833F8E8B2090}"/>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939B5B2A-8718-088D-B222-63B84C9F85F2}"/>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8AF38A42-1947-7399-E581-370C45459C19}"/>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05E2074F-989D-17B9-E2CD-40B8D65E7CE7}"/>
              </a:ext>
            </a:extLst>
          </p:cNvPr>
          <p:cNvSpPr txBox="1"/>
          <p:nvPr/>
        </p:nvSpPr>
        <p:spPr>
          <a:xfrm>
            <a:off x="6152446" y="766465"/>
            <a:ext cx="570089" cy="230832"/>
          </a:xfrm>
          <a:prstGeom prst="rect">
            <a:avLst/>
          </a:prstGeom>
          <a:noFill/>
        </p:spPr>
        <p:txBody>
          <a:bodyPr wrap="square" rtlCol="0">
            <a:spAutoFit/>
          </a:bodyPr>
          <a:lstStyle/>
          <a:p>
            <a:pPr algn="ctr"/>
            <a:r>
              <a:rPr lang="en-US" sz="900" dirty="0"/>
              <a:t>45789</a:t>
            </a:r>
          </a:p>
        </p:txBody>
      </p:sp>
      <p:sp>
        <p:nvSpPr>
          <p:cNvPr id="54" name="TextBox 53">
            <a:extLst>
              <a:ext uri="{FF2B5EF4-FFF2-40B4-BE49-F238E27FC236}">
                <a16:creationId xmlns:a16="http://schemas.microsoft.com/office/drawing/2014/main" id="{726DCF34-B860-6B96-AEFC-159735B78D97}"/>
              </a:ext>
            </a:extLst>
          </p:cNvPr>
          <p:cNvSpPr txBox="1"/>
          <p:nvPr/>
        </p:nvSpPr>
        <p:spPr>
          <a:xfrm>
            <a:off x="6654802" y="766465"/>
            <a:ext cx="570089" cy="230832"/>
          </a:xfrm>
          <a:prstGeom prst="rect">
            <a:avLst/>
          </a:prstGeom>
          <a:noFill/>
        </p:spPr>
        <p:txBody>
          <a:bodyPr wrap="square" rtlCol="0">
            <a:spAutoFit/>
          </a:bodyPr>
          <a:lstStyle/>
          <a:p>
            <a:pPr algn="ctr"/>
            <a:r>
              <a:rPr lang="en-US" sz="900" dirty="0"/>
              <a:t>45789</a:t>
            </a:r>
          </a:p>
        </p:txBody>
      </p:sp>
      <p:sp>
        <p:nvSpPr>
          <p:cNvPr id="55" name="TextBox 54">
            <a:extLst>
              <a:ext uri="{FF2B5EF4-FFF2-40B4-BE49-F238E27FC236}">
                <a16:creationId xmlns:a16="http://schemas.microsoft.com/office/drawing/2014/main" id="{DBCFA33F-6367-20D8-0F93-305E6B065CC4}"/>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145789</a:t>
            </a:r>
          </a:p>
        </p:txBody>
      </p:sp>
      <p:sp>
        <p:nvSpPr>
          <p:cNvPr id="56" name="TextBox 55">
            <a:extLst>
              <a:ext uri="{FF2B5EF4-FFF2-40B4-BE49-F238E27FC236}">
                <a16:creationId xmlns:a16="http://schemas.microsoft.com/office/drawing/2014/main" id="{283E501A-CF2C-8B28-D57D-CCB0EBB10D40}"/>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145789</a:t>
            </a:r>
          </a:p>
        </p:txBody>
      </p:sp>
      <p:sp>
        <p:nvSpPr>
          <p:cNvPr id="57" name="TextBox 56">
            <a:extLst>
              <a:ext uri="{FF2B5EF4-FFF2-40B4-BE49-F238E27FC236}">
                <a16:creationId xmlns:a16="http://schemas.microsoft.com/office/drawing/2014/main" id="{26A84B3D-0951-36AE-9758-61F86E67F591}"/>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BDC93CD8-25EA-DCB3-BD11-44C15621606C}"/>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345789</a:t>
            </a:r>
          </a:p>
        </p:txBody>
      </p:sp>
      <p:sp>
        <p:nvSpPr>
          <p:cNvPr id="59" name="TextBox 58">
            <a:extLst>
              <a:ext uri="{FF2B5EF4-FFF2-40B4-BE49-F238E27FC236}">
                <a16:creationId xmlns:a16="http://schemas.microsoft.com/office/drawing/2014/main" id="{AE611DFF-838B-5428-5332-6AE0E4010B4B}"/>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437C878C-9AB0-08F5-ABB4-1787F70D55A9}"/>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47EF277A-CD05-66EC-5051-C818064678FB}"/>
              </a:ext>
            </a:extLst>
          </p:cNvPr>
          <p:cNvSpPr txBox="1"/>
          <p:nvPr/>
        </p:nvSpPr>
        <p:spPr>
          <a:xfrm>
            <a:off x="3640666" y="1768353"/>
            <a:ext cx="570089" cy="230832"/>
          </a:xfrm>
          <a:prstGeom prst="rect">
            <a:avLst/>
          </a:prstGeom>
          <a:noFill/>
        </p:spPr>
        <p:txBody>
          <a:bodyPr wrap="square" rtlCol="0">
            <a:spAutoFit/>
          </a:bodyPr>
          <a:lstStyle/>
          <a:p>
            <a:pPr algn="ctr"/>
            <a:r>
              <a:rPr lang="en-US" sz="900" dirty="0"/>
              <a:t>345789</a:t>
            </a:r>
          </a:p>
        </p:txBody>
      </p:sp>
      <p:sp>
        <p:nvSpPr>
          <p:cNvPr id="62" name="TextBox 61">
            <a:extLst>
              <a:ext uri="{FF2B5EF4-FFF2-40B4-BE49-F238E27FC236}">
                <a16:creationId xmlns:a16="http://schemas.microsoft.com/office/drawing/2014/main" id="{0F3901F7-A1B7-0EAC-0720-AB8CD3AF3AEE}"/>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4CA538E9-D86D-026C-B103-BC38A471F463}"/>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AF8C2E09-790B-BA5E-BF9C-92979702FFE2}"/>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4D675EDE-C9CE-768C-F722-BC11A7ED612A}"/>
              </a:ext>
            </a:extLst>
          </p:cNvPr>
          <p:cNvSpPr txBox="1"/>
          <p:nvPr/>
        </p:nvSpPr>
        <p:spPr>
          <a:xfrm>
            <a:off x="4645378" y="1538345"/>
            <a:ext cx="570089" cy="230832"/>
          </a:xfrm>
          <a:prstGeom prst="rect">
            <a:avLst/>
          </a:prstGeom>
          <a:noFill/>
        </p:spPr>
        <p:txBody>
          <a:bodyPr wrap="square" rtlCol="0">
            <a:spAutoFit/>
          </a:bodyPr>
          <a:lstStyle/>
          <a:p>
            <a:pPr algn="ctr"/>
            <a:r>
              <a:rPr lang="en-US" sz="900" dirty="0"/>
              <a:t>98</a:t>
            </a:r>
          </a:p>
        </p:txBody>
      </p:sp>
    </p:spTree>
    <p:extLst>
      <p:ext uri="{BB962C8B-B14F-4D97-AF65-F5344CB8AC3E}">
        <p14:creationId xmlns:p14="http://schemas.microsoft.com/office/powerpoint/2010/main" val="16049839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B5B1E-5E0E-287D-7D53-60CB6EDEB0D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90EC82F-715C-C5B7-E868-67ADA8658AAE}"/>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281E72F-ACE8-7CE1-68B0-5268D6A63EC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DD709DB-DE17-1A83-C419-10E654A1A20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790233-5E05-5DF7-64AC-A0D2F426796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CC91253-1836-6350-2C08-F0DB3BE21756}"/>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A92DA98-9CA0-C639-EF41-10C8EC787EE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6C568FF-7F28-21EA-D0FE-61CCFCBBBEA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0B968BFE-CBBA-B8CC-1271-D011E7243DF0}"/>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B9F8274A-4C4E-9EA1-DAC8-CFA77C9C226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3167765-1105-D129-2C4E-3F7A73ADFA4D}"/>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91F58EA4-B409-4F86-3845-EA9C2C609EB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7556EC13-473F-A92D-6677-9D62E15750A4}"/>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1F83B0BF-7354-BFF7-46ED-3BEFE57FA9B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85960363-BBFE-58F1-1F57-73D1C79123F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93C7B05-3771-196E-89C6-2A7DE7839900}"/>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FAD936B-624A-850D-C1D0-31AABC695DEC}"/>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71DAA45-1CF6-8483-1EDB-8C079B4558B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8337229-1B6F-0293-50F6-12E817D795EB}"/>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D4AC98D3-44D3-410D-958E-EDC1C256A4FF}"/>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4F5D9155-AD57-FCE8-3974-9C4F51C903C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C3A053B1-5550-3E1D-4D73-352B2F4DAC33}"/>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86AF3439-31F2-3919-AA33-31C407E2EE10}"/>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EF656AAD-B3A1-3660-3BEF-E2B3F4CC8F42}"/>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767342B8-3FE2-1537-CE83-46B501AF5C35}"/>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27E55ADE-8E3E-955D-AB91-373A5165A32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F8A0D96-9907-0F3C-7FDD-C6E9FDE3F1D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ACD42872-4FF4-73BC-8E4A-B0741338FA02}"/>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D217104F-0490-FECB-BF1D-21B373BC362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4884DFFD-DFB6-C75E-375B-457B4C9DEA7C}"/>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FB6D61AE-17BB-53A3-0C13-2A3E515BBE86}"/>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F0BB00E6-3F96-2798-6918-BE26D18E14C0}"/>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D20AD8CD-1C6A-1AB6-E25B-0BD8F0558E6D}"/>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E8C63B0A-9D69-F39D-789C-78BA4DB74E35}"/>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C5328300-0836-E704-FBCE-AF48AA6C9C1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4F109E9E-4066-CFE2-130F-54DA01AFC3CF}"/>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2BA5C189-253C-007A-0716-B39D26AA47A3}"/>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9" name="TextBox 38">
            <a:extLst>
              <a:ext uri="{FF2B5EF4-FFF2-40B4-BE49-F238E27FC236}">
                <a16:creationId xmlns:a16="http://schemas.microsoft.com/office/drawing/2014/main" id="{924A7129-3361-A90B-ED05-D1C3C5CAC678}"/>
              </a:ext>
            </a:extLst>
          </p:cNvPr>
          <p:cNvSpPr txBox="1"/>
          <p:nvPr/>
        </p:nvSpPr>
        <p:spPr>
          <a:xfrm>
            <a:off x="4143022" y="1538345"/>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68146E13-179F-8002-05DB-C5D9E67E2EF8}"/>
              </a:ext>
            </a:extLst>
          </p:cNvPr>
          <p:cNvSpPr txBox="1"/>
          <p:nvPr/>
        </p:nvSpPr>
        <p:spPr>
          <a:xfrm>
            <a:off x="5650090" y="901933"/>
            <a:ext cx="570089" cy="230832"/>
          </a:xfrm>
          <a:prstGeom prst="rect">
            <a:avLst/>
          </a:prstGeom>
          <a:noFill/>
        </p:spPr>
        <p:txBody>
          <a:bodyPr wrap="square" rtlCol="0">
            <a:spAutoFit/>
          </a:bodyPr>
          <a:lstStyle/>
          <a:p>
            <a:pPr algn="ctr"/>
            <a:r>
              <a:rPr lang="en-US" sz="900" dirty="0"/>
              <a:t>457</a:t>
            </a:r>
          </a:p>
        </p:txBody>
      </p:sp>
      <p:sp>
        <p:nvSpPr>
          <p:cNvPr id="47" name="TextBox 46">
            <a:extLst>
              <a:ext uri="{FF2B5EF4-FFF2-40B4-BE49-F238E27FC236}">
                <a16:creationId xmlns:a16="http://schemas.microsoft.com/office/drawing/2014/main" id="{BF2255F5-3D2D-75C9-AAC3-A0F4A340D33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3457</a:t>
            </a:r>
          </a:p>
        </p:txBody>
      </p:sp>
      <p:sp>
        <p:nvSpPr>
          <p:cNvPr id="48" name="TextBox 47">
            <a:extLst>
              <a:ext uri="{FF2B5EF4-FFF2-40B4-BE49-F238E27FC236}">
                <a16:creationId xmlns:a16="http://schemas.microsoft.com/office/drawing/2014/main" id="{EBD3A36D-76D1-E834-4DB2-B7EB43ED8100}"/>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C6DB58BB-B891-E781-92E1-50B748186C73}"/>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245789</a:t>
            </a:r>
          </a:p>
        </p:txBody>
      </p:sp>
      <p:sp>
        <p:nvSpPr>
          <p:cNvPr id="50" name="TextBox 49">
            <a:extLst>
              <a:ext uri="{FF2B5EF4-FFF2-40B4-BE49-F238E27FC236}">
                <a16:creationId xmlns:a16="http://schemas.microsoft.com/office/drawing/2014/main" id="{DEA3619E-4D28-FF1A-4C5E-7E3484AD2396}"/>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9BF9ADCB-D70A-E69B-92FC-F5AAE66BE308}"/>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7195FFD0-E889-B8F0-DFFF-9B060E0BE06C}"/>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825DC116-5B56-E0B9-C57E-A2A8D0A71161}"/>
              </a:ext>
            </a:extLst>
          </p:cNvPr>
          <p:cNvSpPr txBox="1"/>
          <p:nvPr/>
        </p:nvSpPr>
        <p:spPr>
          <a:xfrm>
            <a:off x="6152446" y="766465"/>
            <a:ext cx="570089" cy="230832"/>
          </a:xfrm>
          <a:prstGeom prst="rect">
            <a:avLst/>
          </a:prstGeom>
          <a:noFill/>
        </p:spPr>
        <p:txBody>
          <a:bodyPr wrap="square" rtlCol="0">
            <a:spAutoFit/>
          </a:bodyPr>
          <a:lstStyle/>
          <a:p>
            <a:pPr algn="ctr"/>
            <a:r>
              <a:rPr lang="en-US" sz="900" dirty="0"/>
              <a:t>45789</a:t>
            </a:r>
          </a:p>
        </p:txBody>
      </p:sp>
      <p:sp>
        <p:nvSpPr>
          <p:cNvPr id="54" name="TextBox 53">
            <a:extLst>
              <a:ext uri="{FF2B5EF4-FFF2-40B4-BE49-F238E27FC236}">
                <a16:creationId xmlns:a16="http://schemas.microsoft.com/office/drawing/2014/main" id="{3004945A-37FA-7097-8B82-BE8CBA9B2E0F}"/>
              </a:ext>
            </a:extLst>
          </p:cNvPr>
          <p:cNvSpPr txBox="1"/>
          <p:nvPr/>
        </p:nvSpPr>
        <p:spPr>
          <a:xfrm>
            <a:off x="6654802" y="766465"/>
            <a:ext cx="570089" cy="230832"/>
          </a:xfrm>
          <a:prstGeom prst="rect">
            <a:avLst/>
          </a:prstGeom>
          <a:noFill/>
        </p:spPr>
        <p:txBody>
          <a:bodyPr wrap="square" rtlCol="0">
            <a:spAutoFit/>
          </a:bodyPr>
          <a:lstStyle/>
          <a:p>
            <a:pPr algn="ctr"/>
            <a:r>
              <a:rPr lang="en-US" sz="900" dirty="0"/>
              <a:t>45789</a:t>
            </a:r>
          </a:p>
        </p:txBody>
      </p:sp>
      <p:sp>
        <p:nvSpPr>
          <p:cNvPr id="55" name="TextBox 54">
            <a:extLst>
              <a:ext uri="{FF2B5EF4-FFF2-40B4-BE49-F238E27FC236}">
                <a16:creationId xmlns:a16="http://schemas.microsoft.com/office/drawing/2014/main" id="{D6059E98-4B13-BDF4-F3EC-B80C29B5F753}"/>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C85464C8-7B93-39AE-545A-987158149C6F}"/>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a:t>
            </a:r>
          </a:p>
        </p:txBody>
      </p:sp>
      <p:sp>
        <p:nvSpPr>
          <p:cNvPr id="57" name="TextBox 56">
            <a:extLst>
              <a:ext uri="{FF2B5EF4-FFF2-40B4-BE49-F238E27FC236}">
                <a16:creationId xmlns:a16="http://schemas.microsoft.com/office/drawing/2014/main" id="{C517748C-1910-04B8-833B-7857DBFC72D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7FC2ACFE-3802-A587-C4BC-E49602B31580}"/>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345789</a:t>
            </a:r>
          </a:p>
        </p:txBody>
      </p:sp>
      <p:sp>
        <p:nvSpPr>
          <p:cNvPr id="59" name="TextBox 58">
            <a:extLst>
              <a:ext uri="{FF2B5EF4-FFF2-40B4-BE49-F238E27FC236}">
                <a16:creationId xmlns:a16="http://schemas.microsoft.com/office/drawing/2014/main" id="{1ED6BDA8-B1BB-2596-3E38-49B911FFFA94}"/>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0E1D5FC8-37EF-17E9-6124-6C396F5D6FEA}"/>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1E862BEC-6AAD-6B7B-ADEE-AA9D45C9AA6B}"/>
              </a:ext>
            </a:extLst>
          </p:cNvPr>
          <p:cNvSpPr txBox="1"/>
          <p:nvPr/>
        </p:nvSpPr>
        <p:spPr>
          <a:xfrm>
            <a:off x="3640666" y="1768353"/>
            <a:ext cx="570089" cy="230832"/>
          </a:xfrm>
          <a:prstGeom prst="rect">
            <a:avLst/>
          </a:prstGeom>
          <a:noFill/>
        </p:spPr>
        <p:txBody>
          <a:bodyPr wrap="square" rtlCol="0">
            <a:spAutoFit/>
          </a:bodyPr>
          <a:lstStyle/>
          <a:p>
            <a:pPr algn="ctr"/>
            <a:r>
              <a:rPr lang="en-US" sz="900" dirty="0"/>
              <a:t>45789</a:t>
            </a:r>
          </a:p>
        </p:txBody>
      </p:sp>
      <p:sp>
        <p:nvSpPr>
          <p:cNvPr id="62" name="TextBox 61">
            <a:extLst>
              <a:ext uri="{FF2B5EF4-FFF2-40B4-BE49-F238E27FC236}">
                <a16:creationId xmlns:a16="http://schemas.microsoft.com/office/drawing/2014/main" id="{8E54A52F-FA1F-0B21-112F-DDE0CE331104}"/>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DEA21D8D-EDB2-B025-251E-BE43AA4E834A}"/>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4236154F-6840-4723-A55B-64476490D24B}"/>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D185894F-9DAE-400B-0342-BD51D7C918B7}"/>
              </a:ext>
            </a:extLst>
          </p:cNvPr>
          <p:cNvSpPr txBox="1"/>
          <p:nvPr/>
        </p:nvSpPr>
        <p:spPr>
          <a:xfrm>
            <a:off x="4645378" y="1538345"/>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D9F27319-1A0E-D250-61E1-5673D80C1919}"/>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120FC7D7-5673-98C7-469D-1C4EF7CC07CA}"/>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13457</a:t>
            </a:r>
          </a:p>
        </p:txBody>
      </p:sp>
      <p:sp>
        <p:nvSpPr>
          <p:cNvPr id="44" name="TextBox 43">
            <a:extLst>
              <a:ext uri="{FF2B5EF4-FFF2-40B4-BE49-F238E27FC236}">
                <a16:creationId xmlns:a16="http://schemas.microsoft.com/office/drawing/2014/main" id="{BAF06BCD-C5BC-EA87-9878-65B64AC7554B}"/>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176D971E-5AA7-AE88-01D2-AC8E1B1210CD}"/>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D738A3A3-8FBC-7E8B-EE7B-F1A6C7AD523B}"/>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B95A3CD1-8712-4B6C-451B-B012C0AF0239}"/>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13457</a:t>
            </a:r>
          </a:p>
        </p:txBody>
      </p:sp>
    </p:spTree>
    <p:extLst>
      <p:ext uri="{BB962C8B-B14F-4D97-AF65-F5344CB8AC3E}">
        <p14:creationId xmlns:p14="http://schemas.microsoft.com/office/powerpoint/2010/main" val="978419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1202-76AB-893D-BAD3-480955ACEC6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D5D8553-4266-D35B-2CF2-C07B76EA63AE}"/>
              </a:ext>
            </a:extLst>
          </p:cNvPr>
          <p:cNvSpPr>
            <a:spLocks noGrp="1"/>
          </p:cNvSpPr>
          <p:nvPr>
            <p:ph sz="half" idx="1"/>
          </p:nvPr>
        </p:nvSpPr>
        <p:spPr/>
        <p:txBody>
          <a:bodyPr/>
          <a:lstStyle/>
          <a:p>
            <a:r>
              <a:rPr lang="en-US" dirty="0"/>
              <a:t>In the upper left block, the 7 must be in Row 3.</a:t>
            </a:r>
          </a:p>
        </p:txBody>
      </p:sp>
      <p:pic>
        <p:nvPicPr>
          <p:cNvPr id="4" name="Picture 3" descr="A grid of sudoku puzzle&#10;&#10;Description automatically generated">
            <a:extLst>
              <a:ext uri="{FF2B5EF4-FFF2-40B4-BE49-F238E27FC236}">
                <a16:creationId xmlns:a16="http://schemas.microsoft.com/office/drawing/2014/main" id="{116B733D-9508-7382-DB70-F19C5E07152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C02F959-0EB6-2DC0-4312-3EB30CE2B5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6AAEE9D-299D-0840-FE78-8FEF03596C2B}"/>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9EBE7A-CBAA-14DE-5EC9-E2AA1C995D9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D9C1AAF-BEAE-3C7A-6575-79A93AA3CCB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26849B8-F389-2167-BCB4-0C3C6EC022D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9504647-2904-573E-2A38-DF9A581F9B8C}"/>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AA1DC4FD-3559-6111-42A9-0F92C69CE3CB}"/>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7DFC1252-52A3-0187-58F8-76874CD08E3D}"/>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F0B8F1EB-522D-7165-90F6-8DB03B741F68}"/>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70D5B55E-378B-1062-0EC8-F49418C39D6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F0FDDFE7-EC14-EAF8-4DA4-DBDE7354B4C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81433DF2-D7C6-F26E-1F48-43DC05D193D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CC3CB5C-56FA-2E5E-A3E2-E417FF16335F}"/>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3D88EA1-5025-65B1-9E3F-8A2B745CD5BC}"/>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C3473CD-E188-481C-B95B-6992457AA9F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378ED653-1203-BA9F-9D2A-ACEC4BB22D90}"/>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F14497F4-DB32-4EF8-2B97-4B179646EDBA}"/>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E06CCB22-9008-8985-664E-2E07641D25ED}"/>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58074223-14B4-7F51-D9CF-01502BBD10D2}"/>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F826F458-B073-D11E-9A5B-3F212C69FF31}"/>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C582765C-1F51-D30E-EC47-B89AA4269B96}"/>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3E662A58-4FE7-C716-0582-BE7B7E8721A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BC3D1B66-D5F5-96E1-1FDE-FB686FF541D6}"/>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C00CC9D4-7878-E5D5-C3FF-7FDA4398EED6}"/>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C9BDC2AD-DAE2-EEC0-F847-05B8EA46A004}"/>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D59F255D-C9AB-C3E3-D8EC-E3C3EDFDDCF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2928BAF4-49BB-AC4C-E870-A44938B25F97}"/>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BDC075CE-260A-5697-07C0-07B0BD4083DC}"/>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5B445851-1912-9573-9EF9-36C240C01200}"/>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14BD086A-2CB5-6563-658D-7797F718B5FD}"/>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83F540D7-F54F-34D7-EB8B-D20F434F22E6}"/>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6969104E-6E2B-CA64-F8B4-E0A605D10112}"/>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CBE2DC58-75A7-FCDB-BBC0-2C27BC8CABB9}"/>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36E97661-CE2E-464F-521B-60B0759C035C}"/>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9" name="TextBox 38">
            <a:extLst>
              <a:ext uri="{FF2B5EF4-FFF2-40B4-BE49-F238E27FC236}">
                <a16:creationId xmlns:a16="http://schemas.microsoft.com/office/drawing/2014/main" id="{0AA93508-46FD-1E1B-9B82-D26E70C23177}"/>
              </a:ext>
            </a:extLst>
          </p:cNvPr>
          <p:cNvSpPr txBox="1"/>
          <p:nvPr/>
        </p:nvSpPr>
        <p:spPr>
          <a:xfrm>
            <a:off x="4143022" y="1538345"/>
            <a:ext cx="570089" cy="230832"/>
          </a:xfrm>
          <a:prstGeom prst="rect">
            <a:avLst/>
          </a:prstGeom>
          <a:noFill/>
        </p:spPr>
        <p:txBody>
          <a:bodyPr wrap="square" rtlCol="0">
            <a:spAutoFit/>
          </a:bodyPr>
          <a:lstStyle/>
          <a:p>
            <a:pPr algn="ctr"/>
            <a:r>
              <a:rPr lang="en-US" sz="900" dirty="0"/>
              <a:t>89</a:t>
            </a:r>
          </a:p>
        </p:txBody>
      </p:sp>
      <p:sp>
        <p:nvSpPr>
          <p:cNvPr id="43" name="TextBox 42">
            <a:extLst>
              <a:ext uri="{FF2B5EF4-FFF2-40B4-BE49-F238E27FC236}">
                <a16:creationId xmlns:a16="http://schemas.microsoft.com/office/drawing/2014/main" id="{7ED59D3F-73F9-1020-4D38-880107E5A847}"/>
              </a:ext>
            </a:extLst>
          </p:cNvPr>
          <p:cNvSpPr txBox="1"/>
          <p:nvPr/>
        </p:nvSpPr>
        <p:spPr>
          <a:xfrm>
            <a:off x="5650090" y="901933"/>
            <a:ext cx="570089" cy="230832"/>
          </a:xfrm>
          <a:prstGeom prst="rect">
            <a:avLst/>
          </a:prstGeom>
          <a:noFill/>
        </p:spPr>
        <p:txBody>
          <a:bodyPr wrap="square" rtlCol="0">
            <a:spAutoFit/>
          </a:bodyPr>
          <a:lstStyle/>
          <a:p>
            <a:pPr algn="ctr"/>
            <a:r>
              <a:rPr lang="en-US" sz="900" dirty="0"/>
              <a:t>457</a:t>
            </a:r>
          </a:p>
        </p:txBody>
      </p:sp>
      <p:sp>
        <p:nvSpPr>
          <p:cNvPr id="47" name="TextBox 46">
            <a:extLst>
              <a:ext uri="{FF2B5EF4-FFF2-40B4-BE49-F238E27FC236}">
                <a16:creationId xmlns:a16="http://schemas.microsoft.com/office/drawing/2014/main" id="{AE321E6E-CE5E-E385-E32D-42D9D60E742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a:t>
            </a:r>
          </a:p>
        </p:txBody>
      </p:sp>
      <p:sp>
        <p:nvSpPr>
          <p:cNvPr id="48" name="TextBox 47">
            <a:extLst>
              <a:ext uri="{FF2B5EF4-FFF2-40B4-BE49-F238E27FC236}">
                <a16:creationId xmlns:a16="http://schemas.microsoft.com/office/drawing/2014/main" id="{17C8FE07-007C-1AA5-4CEA-819950EBFC0F}"/>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A1EC49F3-9248-E939-C044-53BD2F0D112A}"/>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245789</a:t>
            </a:r>
          </a:p>
        </p:txBody>
      </p:sp>
      <p:sp>
        <p:nvSpPr>
          <p:cNvPr id="50" name="TextBox 49">
            <a:extLst>
              <a:ext uri="{FF2B5EF4-FFF2-40B4-BE49-F238E27FC236}">
                <a16:creationId xmlns:a16="http://schemas.microsoft.com/office/drawing/2014/main" id="{5708E4E3-73A3-16A6-E502-88C2BCC7E788}"/>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9287755A-5437-1979-7E83-A81DF28E2AFA}"/>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A844A2AE-AFB4-EAAE-4186-06FFEF08E96F}"/>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C79ABDE6-6425-A19D-6742-0E7780C879D1}"/>
              </a:ext>
            </a:extLst>
          </p:cNvPr>
          <p:cNvSpPr txBox="1"/>
          <p:nvPr/>
        </p:nvSpPr>
        <p:spPr>
          <a:xfrm>
            <a:off x="6152446" y="766465"/>
            <a:ext cx="570089" cy="230832"/>
          </a:xfrm>
          <a:prstGeom prst="rect">
            <a:avLst/>
          </a:prstGeom>
          <a:noFill/>
        </p:spPr>
        <p:txBody>
          <a:bodyPr wrap="square" rtlCol="0">
            <a:spAutoFit/>
          </a:bodyPr>
          <a:lstStyle/>
          <a:p>
            <a:pPr algn="ctr"/>
            <a:r>
              <a:rPr lang="en-US" sz="900" dirty="0"/>
              <a:t>45789</a:t>
            </a:r>
          </a:p>
        </p:txBody>
      </p:sp>
      <p:sp>
        <p:nvSpPr>
          <p:cNvPr id="54" name="TextBox 53">
            <a:extLst>
              <a:ext uri="{FF2B5EF4-FFF2-40B4-BE49-F238E27FC236}">
                <a16:creationId xmlns:a16="http://schemas.microsoft.com/office/drawing/2014/main" id="{BE184890-145B-2C29-5427-C0546C24C747}"/>
              </a:ext>
            </a:extLst>
          </p:cNvPr>
          <p:cNvSpPr txBox="1"/>
          <p:nvPr/>
        </p:nvSpPr>
        <p:spPr>
          <a:xfrm>
            <a:off x="6654802" y="766465"/>
            <a:ext cx="570089" cy="230832"/>
          </a:xfrm>
          <a:prstGeom prst="rect">
            <a:avLst/>
          </a:prstGeom>
          <a:noFill/>
        </p:spPr>
        <p:txBody>
          <a:bodyPr wrap="square" rtlCol="0">
            <a:spAutoFit/>
          </a:bodyPr>
          <a:lstStyle/>
          <a:p>
            <a:pPr algn="ctr"/>
            <a:r>
              <a:rPr lang="en-US" sz="900" dirty="0"/>
              <a:t>45789</a:t>
            </a:r>
          </a:p>
        </p:txBody>
      </p:sp>
      <p:sp>
        <p:nvSpPr>
          <p:cNvPr id="55" name="TextBox 54">
            <a:extLst>
              <a:ext uri="{FF2B5EF4-FFF2-40B4-BE49-F238E27FC236}">
                <a16:creationId xmlns:a16="http://schemas.microsoft.com/office/drawing/2014/main" id="{30CDF0E2-7955-3E6D-9D6C-102B186BFE8D}"/>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F6B780BD-89F1-D3C7-96A2-91E9E9EE67B2}"/>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a:t>
            </a:r>
          </a:p>
        </p:txBody>
      </p:sp>
      <p:sp>
        <p:nvSpPr>
          <p:cNvPr id="57" name="TextBox 56">
            <a:extLst>
              <a:ext uri="{FF2B5EF4-FFF2-40B4-BE49-F238E27FC236}">
                <a16:creationId xmlns:a16="http://schemas.microsoft.com/office/drawing/2014/main" id="{72CAD981-D9D1-142E-0048-8E843179631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7DBDD9D4-E5E7-EC22-46DD-D8D8BD605CE7}"/>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345789</a:t>
            </a:r>
          </a:p>
        </p:txBody>
      </p:sp>
      <p:sp>
        <p:nvSpPr>
          <p:cNvPr id="59" name="TextBox 58">
            <a:extLst>
              <a:ext uri="{FF2B5EF4-FFF2-40B4-BE49-F238E27FC236}">
                <a16:creationId xmlns:a16="http://schemas.microsoft.com/office/drawing/2014/main" id="{154679A7-2C9A-792C-04FD-844A5CF453F1}"/>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6D6A94CF-3CE6-6CF8-871F-CCD733E673ED}"/>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B7697AE7-EEA7-8AC1-BE96-FA6A86D574F0}"/>
              </a:ext>
            </a:extLst>
          </p:cNvPr>
          <p:cNvSpPr txBox="1"/>
          <p:nvPr/>
        </p:nvSpPr>
        <p:spPr>
          <a:xfrm>
            <a:off x="3640666" y="1768353"/>
            <a:ext cx="570089" cy="230832"/>
          </a:xfrm>
          <a:prstGeom prst="rect">
            <a:avLst/>
          </a:prstGeom>
          <a:noFill/>
        </p:spPr>
        <p:txBody>
          <a:bodyPr wrap="square" rtlCol="0">
            <a:spAutoFit/>
          </a:bodyPr>
          <a:lstStyle/>
          <a:p>
            <a:pPr algn="ctr"/>
            <a:r>
              <a:rPr lang="en-US" sz="900" dirty="0"/>
              <a:t>45789</a:t>
            </a:r>
          </a:p>
        </p:txBody>
      </p:sp>
      <p:sp>
        <p:nvSpPr>
          <p:cNvPr id="62" name="TextBox 61">
            <a:extLst>
              <a:ext uri="{FF2B5EF4-FFF2-40B4-BE49-F238E27FC236}">
                <a16:creationId xmlns:a16="http://schemas.microsoft.com/office/drawing/2014/main" id="{346BAAC5-FB30-52FE-279D-584428111743}"/>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78FC856D-3C8E-CCEA-F732-12644B341A5B}"/>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AED6DDB3-D2B1-7C7E-940D-22DCD0ACA3D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279687B3-D877-B225-7B6E-719118984D6C}"/>
              </a:ext>
            </a:extLst>
          </p:cNvPr>
          <p:cNvSpPr txBox="1"/>
          <p:nvPr/>
        </p:nvSpPr>
        <p:spPr>
          <a:xfrm>
            <a:off x="4645378" y="1538345"/>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295D7DB2-45E0-E14B-1379-F9B2AEDB39CC}"/>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23FDFEFC-5A79-2446-6802-B5D9C72889B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a:t>
            </a:r>
          </a:p>
        </p:txBody>
      </p:sp>
      <p:sp>
        <p:nvSpPr>
          <p:cNvPr id="44" name="TextBox 43">
            <a:extLst>
              <a:ext uri="{FF2B5EF4-FFF2-40B4-BE49-F238E27FC236}">
                <a16:creationId xmlns:a16="http://schemas.microsoft.com/office/drawing/2014/main" id="{79625C78-93F6-ADF6-6742-2A9A2F0A33EB}"/>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C67F335E-83FD-945E-C4D6-2B129A7CA29C}"/>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B73F19CE-E7FE-2720-0628-61BF7401E362}"/>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50D496C7-9CBF-57DF-B92B-D4D0FAF90541}"/>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a:t>
            </a:r>
          </a:p>
        </p:txBody>
      </p:sp>
      <p:sp>
        <p:nvSpPr>
          <p:cNvPr id="65" name="TextBox 64">
            <a:extLst>
              <a:ext uri="{FF2B5EF4-FFF2-40B4-BE49-F238E27FC236}">
                <a16:creationId xmlns:a16="http://schemas.microsoft.com/office/drawing/2014/main" id="{13832497-7534-C11F-F91B-643B25114B08}"/>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124589</a:t>
            </a:r>
          </a:p>
        </p:txBody>
      </p:sp>
      <p:sp>
        <p:nvSpPr>
          <p:cNvPr id="66" name="TextBox 65">
            <a:extLst>
              <a:ext uri="{FF2B5EF4-FFF2-40B4-BE49-F238E27FC236}">
                <a16:creationId xmlns:a16="http://schemas.microsoft.com/office/drawing/2014/main" id="{391C1190-7E2A-340F-14CE-5CE9B5C53E8E}"/>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124589</a:t>
            </a:r>
          </a:p>
        </p:txBody>
      </p:sp>
    </p:spTree>
    <p:extLst>
      <p:ext uri="{BB962C8B-B14F-4D97-AF65-F5344CB8AC3E}">
        <p14:creationId xmlns:p14="http://schemas.microsoft.com/office/powerpoint/2010/main" val="2487932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F0FC7-8FE9-C988-B0B2-515FF5CC503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DB7E463-4471-FCCC-A041-8D312276AA3C}"/>
              </a:ext>
            </a:extLst>
          </p:cNvPr>
          <p:cNvSpPr>
            <a:spLocks noGrp="1"/>
          </p:cNvSpPr>
          <p:nvPr>
            <p:ph sz="half" idx="1"/>
          </p:nvPr>
        </p:nvSpPr>
        <p:spPr/>
        <p:txBody>
          <a:bodyPr/>
          <a:lstStyle/>
          <a:p>
            <a:r>
              <a:rPr lang="en-US" dirty="0"/>
              <a:t>Last possible 7 in upper center block.</a:t>
            </a:r>
          </a:p>
        </p:txBody>
      </p:sp>
      <p:pic>
        <p:nvPicPr>
          <p:cNvPr id="4" name="Picture 3" descr="A grid of sudoku puzzle&#10;&#10;Description automatically generated">
            <a:extLst>
              <a:ext uri="{FF2B5EF4-FFF2-40B4-BE49-F238E27FC236}">
                <a16:creationId xmlns:a16="http://schemas.microsoft.com/office/drawing/2014/main" id="{9DDB173B-4E46-FA16-EA16-47C50C50457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A54621-7C43-554E-2607-D9AAAEA54D8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4A31838-F05B-53BB-56E9-4CC016FB57C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B27360D-AA7B-9D4A-1F57-18BAFC9373B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5AADE3E6-01C6-40A1-EE9A-1BF2AA75E9A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2AB5B1A-11FF-DD5F-3777-5B76037AB9C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9EA1B339-0823-1388-B1A5-72F7C5550084}"/>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19A22645-4775-8E46-0F2C-0B340E840FD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BB97C56B-9CF1-64DE-7DAF-10C3DB20B9CC}"/>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073E5760-3072-D6CD-7BEC-BA9F1ED6740C}"/>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AF5524F6-303A-819C-6318-C2B57075DCE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5641A5FF-100D-85C1-3FBB-C9ED2990ABA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C8D0004C-AF3B-6076-90A1-18827E9BC3E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EDD3D75-EA22-69D8-1691-24981DB292AD}"/>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61A1F199-C801-C990-7D40-3AA4AED8E21B}"/>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FA4B117A-179D-B60E-7101-B035D012DEC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8D0293F5-C07B-7B12-671D-D1ADDDDF95B0}"/>
              </a:ext>
            </a:extLst>
          </p:cNvPr>
          <p:cNvSpPr txBox="1"/>
          <p:nvPr/>
        </p:nvSpPr>
        <p:spPr>
          <a:xfrm>
            <a:off x="3640666" y="901933"/>
            <a:ext cx="570089" cy="230832"/>
          </a:xfrm>
          <a:prstGeom prst="rect">
            <a:avLst/>
          </a:prstGeom>
          <a:no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1990295E-3ACA-7617-42C9-E91150DD121E}"/>
              </a:ext>
            </a:extLst>
          </p:cNvPr>
          <p:cNvSpPr txBox="1"/>
          <p:nvPr/>
        </p:nvSpPr>
        <p:spPr>
          <a:xfrm>
            <a:off x="4645378" y="1037401"/>
            <a:ext cx="570089" cy="230832"/>
          </a:xfrm>
          <a:prstGeom prst="rect">
            <a:avLst/>
          </a:prstGeom>
          <a:no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A8CCD5B1-9CDA-28C5-7034-D35298AED405}"/>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3996431-BCD5-D1D1-7DA4-D9EFE26C9D1C}"/>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71C1860-D323-EB3E-019E-00ABDE59EC3D}"/>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7BA98AB7-6642-9912-C672-65F024D8DC66}"/>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7C468B51-FF1F-7C12-ACB1-7ED93E793AE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C857B1CD-290E-C69E-9114-222F950FB203}"/>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88C49C5-B1FC-6D15-6AB8-6C6B15ED9CD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530653BB-847C-0689-8586-CEF2500DD93A}"/>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4D868CA9-868B-DE95-ECE7-340422A15A9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CCC8D68A-046E-D936-4424-A704CC2DB8A6}"/>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D211E501-20CC-1AC7-752D-9D47AB32F4F0}"/>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9CA4712B-DDAE-1A79-A743-70E7B9217D05}"/>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0C26B556-C454-89D8-7278-3F1AE07ACA97}"/>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F9F7FCF6-9A71-AFF2-89B5-E59AD49E8752}"/>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068014F7-0393-B9B9-8FAF-AF5C7EE13341}"/>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25A80EBD-C761-F1BD-D843-BBBA10A4A9E0}"/>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BFC6EB84-38C7-0E2A-1A2F-013C733D8662}"/>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9" name="TextBox 38">
            <a:extLst>
              <a:ext uri="{FF2B5EF4-FFF2-40B4-BE49-F238E27FC236}">
                <a16:creationId xmlns:a16="http://schemas.microsoft.com/office/drawing/2014/main" id="{03E03D9E-8C60-D9E3-13DD-099A032BA737}"/>
              </a:ext>
            </a:extLst>
          </p:cNvPr>
          <p:cNvSpPr txBox="1"/>
          <p:nvPr/>
        </p:nvSpPr>
        <p:spPr>
          <a:xfrm>
            <a:off x="4143022" y="1538345"/>
            <a:ext cx="570089" cy="230832"/>
          </a:xfrm>
          <a:prstGeom prst="rect">
            <a:avLst/>
          </a:prstGeom>
          <a:noFill/>
        </p:spPr>
        <p:txBody>
          <a:bodyPr wrap="square" rtlCol="0">
            <a:spAutoFit/>
          </a:bodyPr>
          <a:lstStyle/>
          <a:p>
            <a:pPr algn="ctr"/>
            <a:r>
              <a:rPr lang="en-US" sz="900" dirty="0"/>
              <a:t>89</a:t>
            </a:r>
          </a:p>
        </p:txBody>
      </p:sp>
      <p:sp>
        <p:nvSpPr>
          <p:cNvPr id="47" name="TextBox 46">
            <a:extLst>
              <a:ext uri="{FF2B5EF4-FFF2-40B4-BE49-F238E27FC236}">
                <a16:creationId xmlns:a16="http://schemas.microsoft.com/office/drawing/2014/main" id="{7AC28A3A-8164-1D53-B98B-18016AE2F49F}"/>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a:t>
            </a:r>
          </a:p>
        </p:txBody>
      </p:sp>
      <p:sp>
        <p:nvSpPr>
          <p:cNvPr id="48" name="TextBox 47">
            <a:extLst>
              <a:ext uri="{FF2B5EF4-FFF2-40B4-BE49-F238E27FC236}">
                <a16:creationId xmlns:a16="http://schemas.microsoft.com/office/drawing/2014/main" id="{554EEEC3-44A5-56AD-9CE1-B6E3E0E2EA4E}"/>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4507D8D8-E572-22E0-C797-F7F52F1FB190}"/>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245789</a:t>
            </a:r>
          </a:p>
        </p:txBody>
      </p:sp>
      <p:sp>
        <p:nvSpPr>
          <p:cNvPr id="50" name="TextBox 49">
            <a:extLst>
              <a:ext uri="{FF2B5EF4-FFF2-40B4-BE49-F238E27FC236}">
                <a16:creationId xmlns:a16="http://schemas.microsoft.com/office/drawing/2014/main" id="{A9482B82-2161-2237-46DE-76A042BC3274}"/>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04C052AE-E362-C376-327B-361A7E73F626}"/>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6D760A5A-A251-8435-3EF5-359C065394FC}"/>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A4ED08DC-3A7D-7E8E-C819-C70A20B1EC05}"/>
              </a:ext>
            </a:extLst>
          </p:cNvPr>
          <p:cNvSpPr txBox="1"/>
          <p:nvPr/>
        </p:nvSpPr>
        <p:spPr>
          <a:xfrm>
            <a:off x="6152446" y="766465"/>
            <a:ext cx="570089" cy="230832"/>
          </a:xfrm>
          <a:prstGeom prst="rect">
            <a:avLst/>
          </a:prstGeom>
          <a:noFill/>
        </p:spPr>
        <p:txBody>
          <a:bodyPr wrap="square" rtlCol="0">
            <a:spAutoFit/>
          </a:bodyPr>
          <a:lstStyle/>
          <a:p>
            <a:pPr algn="ctr"/>
            <a:r>
              <a:rPr lang="en-US" sz="900" dirty="0"/>
              <a:t>45789</a:t>
            </a:r>
          </a:p>
        </p:txBody>
      </p:sp>
      <p:sp>
        <p:nvSpPr>
          <p:cNvPr id="54" name="TextBox 53">
            <a:extLst>
              <a:ext uri="{FF2B5EF4-FFF2-40B4-BE49-F238E27FC236}">
                <a16:creationId xmlns:a16="http://schemas.microsoft.com/office/drawing/2014/main" id="{9137CAAA-F12A-A053-1DB2-C5569564C913}"/>
              </a:ext>
            </a:extLst>
          </p:cNvPr>
          <p:cNvSpPr txBox="1"/>
          <p:nvPr/>
        </p:nvSpPr>
        <p:spPr>
          <a:xfrm>
            <a:off x="6654802" y="766465"/>
            <a:ext cx="570089" cy="230832"/>
          </a:xfrm>
          <a:prstGeom prst="rect">
            <a:avLst/>
          </a:prstGeom>
          <a:noFill/>
        </p:spPr>
        <p:txBody>
          <a:bodyPr wrap="square" rtlCol="0">
            <a:spAutoFit/>
          </a:bodyPr>
          <a:lstStyle/>
          <a:p>
            <a:pPr algn="ctr"/>
            <a:r>
              <a:rPr lang="en-US" sz="900" dirty="0"/>
              <a:t>45789</a:t>
            </a:r>
          </a:p>
        </p:txBody>
      </p:sp>
      <p:sp>
        <p:nvSpPr>
          <p:cNvPr id="55" name="TextBox 54">
            <a:extLst>
              <a:ext uri="{FF2B5EF4-FFF2-40B4-BE49-F238E27FC236}">
                <a16:creationId xmlns:a16="http://schemas.microsoft.com/office/drawing/2014/main" id="{6CA1141E-F8C2-D50F-7E2B-447B857BFA23}"/>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E689F71D-842A-5845-8196-10E66B0A22AC}"/>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a:t>
            </a:r>
          </a:p>
        </p:txBody>
      </p:sp>
      <p:sp>
        <p:nvSpPr>
          <p:cNvPr id="57" name="TextBox 56">
            <a:extLst>
              <a:ext uri="{FF2B5EF4-FFF2-40B4-BE49-F238E27FC236}">
                <a16:creationId xmlns:a16="http://schemas.microsoft.com/office/drawing/2014/main" id="{668C2958-5FB4-9B26-ADCC-B466537CAC49}"/>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4484F82A-DB4F-A7E7-A752-131A0EF26634}"/>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345789</a:t>
            </a:r>
          </a:p>
        </p:txBody>
      </p:sp>
      <p:sp>
        <p:nvSpPr>
          <p:cNvPr id="59" name="TextBox 58">
            <a:extLst>
              <a:ext uri="{FF2B5EF4-FFF2-40B4-BE49-F238E27FC236}">
                <a16:creationId xmlns:a16="http://schemas.microsoft.com/office/drawing/2014/main" id="{BE5E2894-3E1F-FEC8-9DFC-CB9032DCF13B}"/>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73C92362-237D-C891-8D6F-D7FA601440BB}"/>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D244B6B9-372A-4039-53C2-4D98B691D4AB}"/>
              </a:ext>
            </a:extLst>
          </p:cNvPr>
          <p:cNvSpPr txBox="1"/>
          <p:nvPr/>
        </p:nvSpPr>
        <p:spPr>
          <a:xfrm>
            <a:off x="3640666" y="1768353"/>
            <a:ext cx="570089" cy="230832"/>
          </a:xfrm>
          <a:prstGeom prst="rect">
            <a:avLst/>
          </a:prstGeom>
          <a:noFill/>
        </p:spPr>
        <p:txBody>
          <a:bodyPr wrap="square" rtlCol="0">
            <a:spAutoFit/>
          </a:bodyPr>
          <a:lstStyle/>
          <a:p>
            <a:pPr algn="ctr"/>
            <a:r>
              <a:rPr lang="en-US" sz="900" dirty="0"/>
              <a:t>45789</a:t>
            </a:r>
          </a:p>
        </p:txBody>
      </p:sp>
      <p:sp>
        <p:nvSpPr>
          <p:cNvPr id="62" name="TextBox 61">
            <a:extLst>
              <a:ext uri="{FF2B5EF4-FFF2-40B4-BE49-F238E27FC236}">
                <a16:creationId xmlns:a16="http://schemas.microsoft.com/office/drawing/2014/main" id="{7A5B7AB4-2AAA-9702-66B1-3E8D02707AF6}"/>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7D1F3E07-FD12-F7BF-F2FE-2DFDED61040C}"/>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BDAC640C-AC43-D950-8B0C-C400A559534E}"/>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ED6AC1C7-21CA-95EA-ED9C-BD477F2F062A}"/>
              </a:ext>
            </a:extLst>
          </p:cNvPr>
          <p:cNvSpPr txBox="1"/>
          <p:nvPr/>
        </p:nvSpPr>
        <p:spPr>
          <a:xfrm>
            <a:off x="4645378" y="1538345"/>
            <a:ext cx="570089" cy="230832"/>
          </a:xfrm>
          <a:prstGeom prst="rect">
            <a:avLst/>
          </a:prstGeom>
          <a:no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FC8C2084-1372-D947-BE44-6D8EBEA4247C}"/>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837E227D-649E-9961-5C63-FB9D86643D9A}"/>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a:t>
            </a:r>
          </a:p>
        </p:txBody>
      </p:sp>
      <p:sp>
        <p:nvSpPr>
          <p:cNvPr id="44" name="TextBox 43">
            <a:extLst>
              <a:ext uri="{FF2B5EF4-FFF2-40B4-BE49-F238E27FC236}">
                <a16:creationId xmlns:a16="http://schemas.microsoft.com/office/drawing/2014/main" id="{9B343781-1596-0CB7-81E4-C701FF8154FE}"/>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F19FA50C-F013-0005-6092-93C5738D313A}"/>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27FC072E-8311-25CA-BC24-87816A040F0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4844CD49-3063-ED98-90FC-C36B1E395263}"/>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a:t>
            </a:r>
          </a:p>
        </p:txBody>
      </p:sp>
      <p:sp>
        <p:nvSpPr>
          <p:cNvPr id="65" name="TextBox 64">
            <a:extLst>
              <a:ext uri="{FF2B5EF4-FFF2-40B4-BE49-F238E27FC236}">
                <a16:creationId xmlns:a16="http://schemas.microsoft.com/office/drawing/2014/main" id="{F9965E47-DB8D-4606-116D-ADE6C7B4B7A8}"/>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124589</a:t>
            </a:r>
          </a:p>
        </p:txBody>
      </p:sp>
      <p:sp>
        <p:nvSpPr>
          <p:cNvPr id="66" name="TextBox 65">
            <a:extLst>
              <a:ext uri="{FF2B5EF4-FFF2-40B4-BE49-F238E27FC236}">
                <a16:creationId xmlns:a16="http://schemas.microsoft.com/office/drawing/2014/main" id="{098F4B5A-FDE8-6A99-F94A-521EC4D4B65F}"/>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124589</a:t>
            </a:r>
          </a:p>
        </p:txBody>
      </p:sp>
      <p:sp>
        <p:nvSpPr>
          <p:cNvPr id="67" name="TextBox 66">
            <a:extLst>
              <a:ext uri="{FF2B5EF4-FFF2-40B4-BE49-F238E27FC236}">
                <a16:creationId xmlns:a16="http://schemas.microsoft.com/office/drawing/2014/main" id="{6EFBA826-5D1B-5066-2B4F-D97ECCCB55C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3119104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C25BB-1B2C-0473-63E0-4692FBA6CBB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EE59AA5-76F9-855E-76F3-4389D7B040D7}"/>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CF9332F-DD91-6647-36C6-B48D2FA0F2B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0F1A321-1344-C813-A961-CEDE70B67EC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186341A-6028-AC3E-E6D7-4A39E49AF4C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9995A6-A28A-5867-9AE5-B1A1BBDBDF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D5BDA76-AEC9-0B79-B859-C61A3A6E93F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19C1340-4BBD-C8A7-DCE0-0A858E24C85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30C273C-69BF-D3E9-DF87-4F15B3291C44}"/>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20B8A13E-A6F2-597E-649B-872D56956859}"/>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C593CD4-609A-C16B-74E9-C6FE9535F01F}"/>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5D7BEB3F-987A-22D2-51FE-25E4F6B3634D}"/>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C1AACB5D-5691-1002-39B0-435EF971B56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5A7024FE-463E-EBAD-3B36-A623C3BE477E}"/>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5035648C-46B5-4D42-A48D-886C0C60675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9BBC97A-1947-28F1-5A87-2669D5340CAC}"/>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9BE7687-27D2-923F-AF41-9E740C3E784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DAB6995-3F80-3054-7E6F-BD7BF077555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14" name="TextBox 13">
            <a:extLst>
              <a:ext uri="{FF2B5EF4-FFF2-40B4-BE49-F238E27FC236}">
                <a16:creationId xmlns:a16="http://schemas.microsoft.com/office/drawing/2014/main" id="{4804BD9B-5EB0-4DB6-63B5-E90064BA5401}"/>
              </a:ext>
            </a:extLst>
          </p:cNvPr>
          <p:cNvSpPr txBox="1"/>
          <p:nvPr/>
        </p:nvSpPr>
        <p:spPr>
          <a:xfrm>
            <a:off x="3640666" y="901933"/>
            <a:ext cx="570089" cy="230832"/>
          </a:xfrm>
          <a:prstGeom prst="rect">
            <a:avLst/>
          </a:prstGeom>
          <a:solidFill>
            <a:schemeClr val="accent6">
              <a:lumMod val="20000"/>
              <a:lumOff val="80000"/>
            </a:schemeClr>
          </a:solidFill>
        </p:spPr>
        <p:txBody>
          <a:bodyPr wrap="square" rtlCol="0">
            <a:spAutoFit/>
          </a:bodyPr>
          <a:lstStyle/>
          <a:p>
            <a:pPr algn="ctr"/>
            <a:r>
              <a:rPr lang="en-US" sz="900" dirty="0"/>
              <a:t>45</a:t>
            </a:r>
          </a:p>
        </p:txBody>
      </p:sp>
      <p:sp>
        <p:nvSpPr>
          <p:cNvPr id="20" name="TextBox 19">
            <a:extLst>
              <a:ext uri="{FF2B5EF4-FFF2-40B4-BE49-F238E27FC236}">
                <a16:creationId xmlns:a16="http://schemas.microsoft.com/office/drawing/2014/main" id="{5AB7E837-DD88-D3DE-C2F0-9D58FD63A564}"/>
              </a:ext>
            </a:extLst>
          </p:cNvPr>
          <p:cNvSpPr txBox="1"/>
          <p:nvPr/>
        </p:nvSpPr>
        <p:spPr>
          <a:xfrm>
            <a:off x="4645378" y="1037401"/>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23" name="TextBox 22">
            <a:extLst>
              <a:ext uri="{FF2B5EF4-FFF2-40B4-BE49-F238E27FC236}">
                <a16:creationId xmlns:a16="http://schemas.microsoft.com/office/drawing/2014/main" id="{FD59DEEB-A719-8EA8-6A36-996E458E615A}"/>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45A675B0-8032-EC7A-A2A6-9EC42B9511D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D9ADDD22-EFEB-6D3E-FEBF-B16EBFCE5381}"/>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7456AEED-4D40-3F7B-90D6-51A1E0F65B2A}"/>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CEAD68E4-B988-E31F-E476-A55AAEEABFB4}"/>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1EDDDA7-06ED-A123-6C55-83353FB9113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FEBF165-BDE5-4A4F-B63B-C8EE8B3A01C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6A4BDD2-CC11-23DD-63EE-CE48AC053F04}"/>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AB075C8F-CFB1-C603-1C07-29EC45822C6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945219C6-3A0D-C4AB-5708-3B4D7DF4A799}"/>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00C8E38C-7743-B166-2B16-B6B977678022}"/>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57A18E48-6283-B8BD-AD95-C15A3B28179F}"/>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158BED52-3432-C723-308C-7DFD96ADB7A8}"/>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FBDE87C4-474E-984C-FEDE-F6C093737CFF}"/>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CD757DBD-1B80-B3C0-644C-0DF9ACBF611E}"/>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1BF5CC06-F099-77F3-BE02-0C2C725BDE5C}"/>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96CAB460-2D1D-86DF-A467-1D7A3C4DB061}"/>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39" name="TextBox 38">
            <a:extLst>
              <a:ext uri="{FF2B5EF4-FFF2-40B4-BE49-F238E27FC236}">
                <a16:creationId xmlns:a16="http://schemas.microsoft.com/office/drawing/2014/main" id="{4E5A672E-EC64-527D-9A1F-4CE021283220}"/>
              </a:ext>
            </a:extLst>
          </p:cNvPr>
          <p:cNvSpPr txBox="1"/>
          <p:nvPr/>
        </p:nvSpPr>
        <p:spPr>
          <a:xfrm>
            <a:off x="4143022" y="1538345"/>
            <a:ext cx="570089" cy="230832"/>
          </a:xfrm>
          <a:prstGeom prst="rect">
            <a:avLst/>
          </a:prstGeom>
          <a:solidFill>
            <a:schemeClr val="accent6">
              <a:lumMod val="20000"/>
              <a:lumOff val="80000"/>
            </a:schemeClr>
          </a:solidFill>
        </p:spPr>
        <p:txBody>
          <a:bodyPr wrap="square" rtlCol="0">
            <a:spAutoFit/>
          </a:bodyPr>
          <a:lstStyle/>
          <a:p>
            <a:pPr algn="ctr"/>
            <a:r>
              <a:rPr lang="en-US" sz="900" dirty="0"/>
              <a:t>89</a:t>
            </a:r>
          </a:p>
        </p:txBody>
      </p:sp>
      <p:sp>
        <p:nvSpPr>
          <p:cNvPr id="47" name="TextBox 46">
            <a:extLst>
              <a:ext uri="{FF2B5EF4-FFF2-40B4-BE49-F238E27FC236}">
                <a16:creationId xmlns:a16="http://schemas.microsoft.com/office/drawing/2014/main" id="{B2943D05-3CC3-5809-4373-EE191C8A01A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a:t>
            </a:r>
          </a:p>
        </p:txBody>
      </p:sp>
      <p:sp>
        <p:nvSpPr>
          <p:cNvPr id="48" name="TextBox 47">
            <a:extLst>
              <a:ext uri="{FF2B5EF4-FFF2-40B4-BE49-F238E27FC236}">
                <a16:creationId xmlns:a16="http://schemas.microsoft.com/office/drawing/2014/main" id="{9AE47B66-A6EA-7CD6-3A56-F291889C9C19}"/>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6BC1E8AD-D228-B3EA-BE11-9656045F4ABF}"/>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24589</a:t>
            </a:r>
          </a:p>
        </p:txBody>
      </p:sp>
      <p:sp>
        <p:nvSpPr>
          <p:cNvPr id="50" name="TextBox 49">
            <a:extLst>
              <a:ext uri="{FF2B5EF4-FFF2-40B4-BE49-F238E27FC236}">
                <a16:creationId xmlns:a16="http://schemas.microsoft.com/office/drawing/2014/main" id="{6C9532F0-EFBB-FB22-F49A-3F58CAC729A0}"/>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AA7197EF-CB85-4644-4363-D4321858849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5A7AA372-AB2A-4DB8-ABF1-081658DB86F7}"/>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BD6671C2-557F-60D7-F20A-9B6438F2F1CF}"/>
              </a:ext>
            </a:extLst>
          </p:cNvPr>
          <p:cNvSpPr txBox="1"/>
          <p:nvPr/>
        </p:nvSpPr>
        <p:spPr>
          <a:xfrm>
            <a:off x="6152446" y="766465"/>
            <a:ext cx="570089" cy="230832"/>
          </a:xfrm>
          <a:prstGeom prst="rect">
            <a:avLst/>
          </a:prstGeom>
          <a:noFill/>
        </p:spPr>
        <p:txBody>
          <a:bodyPr wrap="square" rtlCol="0">
            <a:spAutoFit/>
          </a:bodyPr>
          <a:lstStyle/>
          <a:p>
            <a:pPr algn="ctr"/>
            <a:r>
              <a:rPr lang="en-US" sz="900" dirty="0"/>
              <a:t>4589</a:t>
            </a:r>
          </a:p>
        </p:txBody>
      </p:sp>
      <p:sp>
        <p:nvSpPr>
          <p:cNvPr id="54" name="TextBox 53">
            <a:extLst>
              <a:ext uri="{FF2B5EF4-FFF2-40B4-BE49-F238E27FC236}">
                <a16:creationId xmlns:a16="http://schemas.microsoft.com/office/drawing/2014/main" id="{8B1C5226-BD1F-6A19-71D2-4314E33C556F}"/>
              </a:ext>
            </a:extLst>
          </p:cNvPr>
          <p:cNvSpPr txBox="1"/>
          <p:nvPr/>
        </p:nvSpPr>
        <p:spPr>
          <a:xfrm>
            <a:off x="6654802" y="766465"/>
            <a:ext cx="570089" cy="230832"/>
          </a:xfrm>
          <a:prstGeom prst="rect">
            <a:avLst/>
          </a:prstGeom>
          <a:noFill/>
        </p:spPr>
        <p:txBody>
          <a:bodyPr wrap="square" rtlCol="0">
            <a:spAutoFit/>
          </a:bodyPr>
          <a:lstStyle/>
          <a:p>
            <a:pPr algn="ctr"/>
            <a:r>
              <a:rPr lang="en-US" sz="900" dirty="0"/>
              <a:t>4589</a:t>
            </a:r>
          </a:p>
        </p:txBody>
      </p:sp>
      <p:sp>
        <p:nvSpPr>
          <p:cNvPr id="55" name="TextBox 54">
            <a:extLst>
              <a:ext uri="{FF2B5EF4-FFF2-40B4-BE49-F238E27FC236}">
                <a16:creationId xmlns:a16="http://schemas.microsoft.com/office/drawing/2014/main" id="{E76A31CC-93FE-A42D-F34B-0F4A690CB5B9}"/>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02EE3AF6-B901-34D4-481D-0291C4E68097}"/>
              </a:ext>
            </a:extLst>
          </p:cNvPr>
          <p:cNvSpPr txBox="1"/>
          <p:nvPr/>
        </p:nvSpPr>
        <p:spPr>
          <a:xfrm>
            <a:off x="6654802" y="1402877"/>
            <a:ext cx="570089" cy="230832"/>
          </a:xfrm>
          <a:prstGeom prst="rect">
            <a:avLst/>
          </a:prstGeom>
          <a:noFill/>
        </p:spPr>
        <p:txBody>
          <a:bodyPr wrap="square" rtlCol="0">
            <a:spAutoFit/>
          </a:bodyPr>
          <a:lstStyle/>
          <a:p>
            <a:pPr algn="ctr"/>
            <a:r>
              <a:rPr lang="en-US" sz="900" dirty="0"/>
              <a:t>1457</a:t>
            </a:r>
          </a:p>
        </p:txBody>
      </p:sp>
      <p:sp>
        <p:nvSpPr>
          <p:cNvPr id="57" name="TextBox 56">
            <a:extLst>
              <a:ext uri="{FF2B5EF4-FFF2-40B4-BE49-F238E27FC236}">
                <a16:creationId xmlns:a16="http://schemas.microsoft.com/office/drawing/2014/main" id="{D5BD7024-5B8C-F564-7A33-C2C05F5E750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BF72B911-0C74-F488-CAE6-A36265129E98}"/>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34589</a:t>
            </a:r>
          </a:p>
        </p:txBody>
      </p:sp>
      <p:sp>
        <p:nvSpPr>
          <p:cNvPr id="59" name="TextBox 58">
            <a:extLst>
              <a:ext uri="{FF2B5EF4-FFF2-40B4-BE49-F238E27FC236}">
                <a16:creationId xmlns:a16="http://schemas.microsoft.com/office/drawing/2014/main" id="{C4D0DAC1-D888-4A8C-753D-FC9A28875DDC}"/>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7CA01813-2010-3D31-4C5D-DD59EB2BF75B}"/>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B31F177C-8401-549E-7447-BCC404DD5189}"/>
              </a:ext>
            </a:extLst>
          </p:cNvPr>
          <p:cNvSpPr txBox="1"/>
          <p:nvPr/>
        </p:nvSpPr>
        <p:spPr>
          <a:xfrm>
            <a:off x="3640666" y="1768353"/>
            <a:ext cx="570089" cy="230832"/>
          </a:xfrm>
          <a:prstGeom prst="rect">
            <a:avLst/>
          </a:prstGeom>
          <a:noFill/>
        </p:spPr>
        <p:txBody>
          <a:bodyPr wrap="square" rtlCol="0">
            <a:spAutoFit/>
          </a:bodyPr>
          <a:lstStyle/>
          <a:p>
            <a:pPr algn="ctr"/>
            <a:r>
              <a:rPr lang="en-US" sz="900" dirty="0"/>
              <a:t>45789</a:t>
            </a:r>
          </a:p>
        </p:txBody>
      </p:sp>
      <p:sp>
        <p:nvSpPr>
          <p:cNvPr id="62" name="TextBox 61">
            <a:extLst>
              <a:ext uri="{FF2B5EF4-FFF2-40B4-BE49-F238E27FC236}">
                <a16:creationId xmlns:a16="http://schemas.microsoft.com/office/drawing/2014/main" id="{CF734D34-D3D9-6D43-B14B-A2844A5B2B7D}"/>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F9C0971E-BA72-AB17-5711-B1D7662A0C82}"/>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9CFADCDA-26B0-C19F-7092-06220990B484}"/>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1" name="TextBox 40">
            <a:extLst>
              <a:ext uri="{FF2B5EF4-FFF2-40B4-BE49-F238E27FC236}">
                <a16:creationId xmlns:a16="http://schemas.microsoft.com/office/drawing/2014/main" id="{ED7DF4F9-ED09-A25E-8838-56CA1019FB05}"/>
              </a:ext>
            </a:extLst>
          </p:cNvPr>
          <p:cNvSpPr txBox="1"/>
          <p:nvPr/>
        </p:nvSpPr>
        <p:spPr>
          <a:xfrm>
            <a:off x="4645378" y="1538345"/>
            <a:ext cx="570089" cy="230832"/>
          </a:xfrm>
          <a:prstGeom prst="rect">
            <a:avLst/>
          </a:prstGeom>
          <a:solidFill>
            <a:schemeClr val="accent6">
              <a:lumMod val="20000"/>
              <a:lumOff val="80000"/>
            </a:schemeClr>
          </a:solidFill>
        </p:spPr>
        <p:txBody>
          <a:bodyPr wrap="square" rtlCol="0">
            <a:spAutoFit/>
          </a:bodyPr>
          <a:lstStyle/>
          <a:p>
            <a:pPr algn="ctr"/>
            <a:r>
              <a:rPr lang="en-US" sz="900" dirty="0"/>
              <a:t>98</a:t>
            </a:r>
          </a:p>
        </p:txBody>
      </p:sp>
      <p:sp>
        <p:nvSpPr>
          <p:cNvPr id="38" name="TextBox 37">
            <a:extLst>
              <a:ext uri="{FF2B5EF4-FFF2-40B4-BE49-F238E27FC236}">
                <a16:creationId xmlns:a16="http://schemas.microsoft.com/office/drawing/2014/main" id="{1285E6E7-EDF1-3CCA-846F-91E17D13EDAB}"/>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8E9915BF-BD1D-2B57-9332-081B3E750486}"/>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a:t>
            </a:r>
          </a:p>
        </p:txBody>
      </p:sp>
      <p:sp>
        <p:nvSpPr>
          <p:cNvPr id="44" name="TextBox 43">
            <a:extLst>
              <a:ext uri="{FF2B5EF4-FFF2-40B4-BE49-F238E27FC236}">
                <a16:creationId xmlns:a16="http://schemas.microsoft.com/office/drawing/2014/main" id="{E2F559F1-AD8B-710B-D62C-247E12907374}"/>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2BC76317-6CF0-E466-481A-3529B9D0658A}"/>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B4FAA7E1-9CAD-41CB-6DAC-499E6F79494B}"/>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35AB6D53-BC76-D160-71C1-2A82496B12F5}"/>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a:t>
            </a:r>
          </a:p>
        </p:txBody>
      </p:sp>
      <p:sp>
        <p:nvSpPr>
          <p:cNvPr id="65" name="TextBox 64">
            <a:extLst>
              <a:ext uri="{FF2B5EF4-FFF2-40B4-BE49-F238E27FC236}">
                <a16:creationId xmlns:a16="http://schemas.microsoft.com/office/drawing/2014/main" id="{39BA9242-7F74-38FE-CB5B-961BD8544D87}"/>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124589</a:t>
            </a:r>
          </a:p>
        </p:txBody>
      </p:sp>
      <p:sp>
        <p:nvSpPr>
          <p:cNvPr id="66" name="TextBox 65">
            <a:extLst>
              <a:ext uri="{FF2B5EF4-FFF2-40B4-BE49-F238E27FC236}">
                <a16:creationId xmlns:a16="http://schemas.microsoft.com/office/drawing/2014/main" id="{1A7905BF-34A0-2A2A-32CB-A604D0E0E03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124589</a:t>
            </a:r>
          </a:p>
        </p:txBody>
      </p:sp>
      <p:sp>
        <p:nvSpPr>
          <p:cNvPr id="67" name="TextBox 66">
            <a:extLst>
              <a:ext uri="{FF2B5EF4-FFF2-40B4-BE49-F238E27FC236}">
                <a16:creationId xmlns:a16="http://schemas.microsoft.com/office/drawing/2014/main" id="{38417E4A-AD21-7223-2ED9-FAE9BA10D97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B4D4C68-01FB-7617-77B3-64B253384C5A}"/>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234589</a:t>
            </a:r>
          </a:p>
        </p:txBody>
      </p:sp>
      <p:sp>
        <p:nvSpPr>
          <p:cNvPr id="68" name="TextBox 67">
            <a:extLst>
              <a:ext uri="{FF2B5EF4-FFF2-40B4-BE49-F238E27FC236}">
                <a16:creationId xmlns:a16="http://schemas.microsoft.com/office/drawing/2014/main" id="{E88CC757-79AF-D31B-284B-CF12C07B225A}"/>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234589</a:t>
            </a:r>
          </a:p>
        </p:txBody>
      </p:sp>
    </p:spTree>
    <p:extLst>
      <p:ext uri="{BB962C8B-B14F-4D97-AF65-F5344CB8AC3E}">
        <p14:creationId xmlns:p14="http://schemas.microsoft.com/office/powerpoint/2010/main" val="4002167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987D2-5036-1158-F84D-B4EED5EF7ED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F219F4D-E895-D955-39A6-9FF5A6504A12}"/>
              </a:ext>
            </a:extLst>
          </p:cNvPr>
          <p:cNvSpPr>
            <a:spLocks noGrp="1"/>
          </p:cNvSpPr>
          <p:nvPr>
            <p:ph sz="half" idx="1"/>
          </p:nvPr>
        </p:nvSpPr>
        <p:spPr/>
        <p:txBody>
          <a:bodyPr/>
          <a:lstStyle/>
          <a:p>
            <a:r>
              <a:rPr lang="en-US" dirty="0"/>
              <a:t>The 27 arrow is 6 plus three of 145789 that sum to 21. 145789 sums to 34, so we need to drop three that sum to 13. There are two possibilities: 148 and 157. In either case, 9 stays and 1 goes.</a:t>
            </a:r>
          </a:p>
        </p:txBody>
      </p:sp>
      <p:pic>
        <p:nvPicPr>
          <p:cNvPr id="4" name="Picture 3" descr="A grid of sudoku puzzle&#10;&#10;Description automatically generated">
            <a:extLst>
              <a:ext uri="{FF2B5EF4-FFF2-40B4-BE49-F238E27FC236}">
                <a16:creationId xmlns:a16="http://schemas.microsoft.com/office/drawing/2014/main" id="{99793276-CF17-4CC8-A4A8-144B9B64C981}"/>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AC37B3E-EFEE-980E-059C-6058C525172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8DA2A28-3593-0B9F-23B1-92E5EB637FA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C2DE7CD-AD03-D37A-DF69-B484426904C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A54F005-A884-608E-468A-F17882DF66D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846CD6C-5AC8-5A36-E2AD-30F22D6611C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1DE140D1-295C-8E6E-9B54-024BD8BCA7AD}"/>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3A1E243F-BA68-28AD-4E65-F3418738C6F1}"/>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DBE89565-CC50-56C2-8DEF-7CFEC7B74D58}"/>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9CE84AA4-C977-D59A-2F3F-C649AD0F1A9D}"/>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F897A77D-21AF-1909-82A3-E4B53EB0661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7E483DCC-06A1-14D8-5C0C-7621F5B9902F}"/>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F31EC586-BB6F-2D1A-0077-E692135595A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2A5388B-FC35-A27D-D3AD-7CC5303DD1C9}"/>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F278E7A-ACBA-EB1C-5F8B-667ABDA2BB8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2C32BBFD-C4CF-071E-0EFF-845B126C80D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93ACF6A-FCC6-118E-2F13-7D0A3AE5F29A}"/>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A8216E68-DAB3-CA7A-ECB9-CEC633D92CC8}"/>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59DF6677-2518-C0F4-D76D-1A44D8960D5D}"/>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971B3AF3-DF02-97D5-6ED2-7D62C2476F11}"/>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DCD23D98-38D5-9BC9-4C95-EFF688CC4EB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7D915B50-9DC0-C0C3-7D0F-27CE3B455E00}"/>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0F280146-03C2-404B-5C2F-AA48430AA58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8866D76-B612-9C8B-1AE0-F4B5598A9BB7}"/>
              </a:ext>
            </a:extLst>
          </p:cNvPr>
          <p:cNvSpPr txBox="1"/>
          <p:nvPr/>
        </p:nvSpPr>
        <p:spPr>
          <a:xfrm>
            <a:off x="3640666" y="3907597"/>
            <a:ext cx="570089" cy="230832"/>
          </a:xfrm>
          <a:prstGeom prst="rect">
            <a:avLst/>
          </a:prstGeom>
          <a:noFill/>
        </p:spPr>
        <p:txBody>
          <a:bodyPr wrap="square" rtlCol="0">
            <a:spAutoFit/>
          </a:bodyPr>
          <a:lstStyle/>
          <a:p>
            <a:pPr algn="ctr"/>
            <a:r>
              <a:rPr lang="en-US" sz="900" dirty="0"/>
              <a:t>45789</a:t>
            </a:r>
          </a:p>
        </p:txBody>
      </p:sp>
      <p:sp>
        <p:nvSpPr>
          <p:cNvPr id="29" name="TextBox 28">
            <a:extLst>
              <a:ext uri="{FF2B5EF4-FFF2-40B4-BE49-F238E27FC236}">
                <a16:creationId xmlns:a16="http://schemas.microsoft.com/office/drawing/2014/main" id="{F248FF6C-BE30-AE27-14F3-34BBFF20C57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61B0F117-82CD-B613-2560-5B96AE3630C3}"/>
              </a:ext>
            </a:extLst>
          </p:cNvPr>
          <p:cNvSpPr txBox="1"/>
          <p:nvPr/>
        </p:nvSpPr>
        <p:spPr>
          <a:xfrm>
            <a:off x="3640666" y="4408541"/>
            <a:ext cx="570089" cy="230832"/>
          </a:xfrm>
          <a:prstGeom prst="rect">
            <a:avLst/>
          </a:prstGeom>
          <a:noFill/>
        </p:spPr>
        <p:txBody>
          <a:bodyPr wrap="square" rtlCol="0">
            <a:spAutoFit/>
          </a:bodyPr>
          <a:lstStyle/>
          <a:p>
            <a:pPr algn="ctr"/>
            <a:r>
              <a:rPr lang="en-US" sz="900" dirty="0"/>
              <a:t>45789</a:t>
            </a:r>
          </a:p>
        </p:txBody>
      </p:sp>
      <p:sp>
        <p:nvSpPr>
          <p:cNvPr id="31" name="TextBox 30">
            <a:extLst>
              <a:ext uri="{FF2B5EF4-FFF2-40B4-BE49-F238E27FC236}">
                <a16:creationId xmlns:a16="http://schemas.microsoft.com/office/drawing/2014/main" id="{92EAFFCD-80AA-AD2D-FF46-376CBDFA8C4D}"/>
              </a:ext>
            </a:extLst>
          </p:cNvPr>
          <p:cNvSpPr txBox="1"/>
          <p:nvPr/>
        </p:nvSpPr>
        <p:spPr>
          <a:xfrm>
            <a:off x="3640666" y="5044952"/>
            <a:ext cx="570089" cy="230832"/>
          </a:xfrm>
          <a:prstGeom prst="rect">
            <a:avLst/>
          </a:prstGeom>
          <a:noFill/>
        </p:spPr>
        <p:txBody>
          <a:bodyPr wrap="square" rtlCol="0">
            <a:spAutoFit/>
          </a:bodyPr>
          <a:lstStyle/>
          <a:p>
            <a:pPr algn="ctr"/>
            <a:r>
              <a:rPr lang="en-US" sz="900" dirty="0"/>
              <a:t>45789</a:t>
            </a:r>
          </a:p>
        </p:txBody>
      </p:sp>
      <p:sp>
        <p:nvSpPr>
          <p:cNvPr id="32" name="TextBox 31">
            <a:extLst>
              <a:ext uri="{FF2B5EF4-FFF2-40B4-BE49-F238E27FC236}">
                <a16:creationId xmlns:a16="http://schemas.microsoft.com/office/drawing/2014/main" id="{14AEB47B-5D6F-B278-2B09-BA429E7C6F8D}"/>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6C4CB19D-8366-E8FB-0497-962E51B61452}"/>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45789</a:t>
            </a:r>
          </a:p>
        </p:txBody>
      </p:sp>
      <p:sp>
        <p:nvSpPr>
          <p:cNvPr id="34" name="TextBox 33">
            <a:extLst>
              <a:ext uri="{FF2B5EF4-FFF2-40B4-BE49-F238E27FC236}">
                <a16:creationId xmlns:a16="http://schemas.microsoft.com/office/drawing/2014/main" id="{95705790-22F6-0C35-0A93-62DFB2D1B6A5}"/>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04D302A6-E226-3B4F-2C01-408DC623D63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45789</a:t>
            </a:r>
          </a:p>
        </p:txBody>
      </p:sp>
      <p:sp>
        <p:nvSpPr>
          <p:cNvPr id="36" name="TextBox 35">
            <a:extLst>
              <a:ext uri="{FF2B5EF4-FFF2-40B4-BE49-F238E27FC236}">
                <a16:creationId xmlns:a16="http://schemas.microsoft.com/office/drawing/2014/main" id="{4B44F9E6-2E73-D3D5-3462-D5190D764D7B}"/>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45789</a:t>
            </a:r>
          </a:p>
        </p:txBody>
      </p:sp>
      <p:sp>
        <p:nvSpPr>
          <p:cNvPr id="37" name="TextBox 36">
            <a:extLst>
              <a:ext uri="{FF2B5EF4-FFF2-40B4-BE49-F238E27FC236}">
                <a16:creationId xmlns:a16="http://schemas.microsoft.com/office/drawing/2014/main" id="{9D107588-5954-0480-C4F2-75DF319AD2B0}"/>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EEB966B3-4B45-74C5-B77B-14437155783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a:t>
            </a:r>
          </a:p>
        </p:txBody>
      </p:sp>
      <p:sp>
        <p:nvSpPr>
          <p:cNvPr id="48" name="TextBox 47">
            <a:extLst>
              <a:ext uri="{FF2B5EF4-FFF2-40B4-BE49-F238E27FC236}">
                <a16:creationId xmlns:a16="http://schemas.microsoft.com/office/drawing/2014/main" id="{1B980C45-E328-D48E-DA29-7CC16AA659A7}"/>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FBEFA0BC-5879-B5F8-90B2-0E49EE973D8B}"/>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24589</a:t>
            </a:r>
          </a:p>
        </p:txBody>
      </p:sp>
      <p:sp>
        <p:nvSpPr>
          <p:cNvPr id="50" name="TextBox 49">
            <a:extLst>
              <a:ext uri="{FF2B5EF4-FFF2-40B4-BE49-F238E27FC236}">
                <a16:creationId xmlns:a16="http://schemas.microsoft.com/office/drawing/2014/main" id="{07866685-F80F-D354-A3BF-8AF647D37A6D}"/>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1E6311FF-5DFC-1D2C-DB08-15952F471737}"/>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2AC8F7CA-5B66-682E-762C-0A6ED6B0CD57}"/>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DB2A9147-5AC7-C9C7-C136-3D2FDC7B1BBD}"/>
              </a:ext>
            </a:extLst>
          </p:cNvPr>
          <p:cNvSpPr txBox="1"/>
          <p:nvPr/>
        </p:nvSpPr>
        <p:spPr>
          <a:xfrm>
            <a:off x="6152446" y="766465"/>
            <a:ext cx="570089" cy="230832"/>
          </a:xfrm>
          <a:prstGeom prst="rect">
            <a:avLst/>
          </a:prstGeom>
          <a:noFill/>
        </p:spPr>
        <p:txBody>
          <a:bodyPr wrap="square" rtlCol="0">
            <a:spAutoFit/>
          </a:bodyPr>
          <a:lstStyle/>
          <a:p>
            <a:pPr algn="ctr"/>
            <a:r>
              <a:rPr lang="en-US" sz="900" dirty="0"/>
              <a:t>4589</a:t>
            </a:r>
          </a:p>
        </p:txBody>
      </p:sp>
      <p:sp>
        <p:nvSpPr>
          <p:cNvPr id="54" name="TextBox 53">
            <a:extLst>
              <a:ext uri="{FF2B5EF4-FFF2-40B4-BE49-F238E27FC236}">
                <a16:creationId xmlns:a16="http://schemas.microsoft.com/office/drawing/2014/main" id="{72E0B0F9-1608-F8A2-5C6A-D53240B315C9}"/>
              </a:ext>
            </a:extLst>
          </p:cNvPr>
          <p:cNvSpPr txBox="1"/>
          <p:nvPr/>
        </p:nvSpPr>
        <p:spPr>
          <a:xfrm>
            <a:off x="6654802" y="766465"/>
            <a:ext cx="570089" cy="230832"/>
          </a:xfrm>
          <a:prstGeom prst="rect">
            <a:avLst/>
          </a:prstGeom>
          <a:noFill/>
        </p:spPr>
        <p:txBody>
          <a:bodyPr wrap="square" rtlCol="0">
            <a:spAutoFit/>
          </a:bodyPr>
          <a:lstStyle/>
          <a:p>
            <a:pPr algn="ctr"/>
            <a:r>
              <a:rPr lang="en-US" sz="900" dirty="0"/>
              <a:t>4589</a:t>
            </a:r>
          </a:p>
        </p:txBody>
      </p:sp>
      <p:sp>
        <p:nvSpPr>
          <p:cNvPr id="55" name="TextBox 54">
            <a:extLst>
              <a:ext uri="{FF2B5EF4-FFF2-40B4-BE49-F238E27FC236}">
                <a16:creationId xmlns:a16="http://schemas.microsoft.com/office/drawing/2014/main" id="{E340530D-0958-8C47-D141-5D87AD51A67E}"/>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40E15F0E-47DB-6471-0AF8-CE680F36120A}"/>
              </a:ext>
            </a:extLst>
          </p:cNvPr>
          <p:cNvSpPr txBox="1"/>
          <p:nvPr/>
        </p:nvSpPr>
        <p:spPr>
          <a:xfrm>
            <a:off x="6654802" y="1402877"/>
            <a:ext cx="570089" cy="230832"/>
          </a:xfrm>
          <a:prstGeom prst="rect">
            <a:avLst/>
          </a:prstGeom>
          <a:noFill/>
        </p:spPr>
        <p:txBody>
          <a:bodyPr wrap="square" rtlCol="0">
            <a:spAutoFit/>
          </a:bodyPr>
          <a:lstStyle/>
          <a:p>
            <a:pPr algn="ctr"/>
            <a:r>
              <a:rPr lang="en-US" sz="900" dirty="0"/>
              <a:t>457</a:t>
            </a:r>
          </a:p>
        </p:txBody>
      </p:sp>
      <p:sp>
        <p:nvSpPr>
          <p:cNvPr id="57" name="TextBox 56">
            <a:extLst>
              <a:ext uri="{FF2B5EF4-FFF2-40B4-BE49-F238E27FC236}">
                <a16:creationId xmlns:a16="http://schemas.microsoft.com/office/drawing/2014/main" id="{F475D33D-CE99-68E5-E18A-40E10B5381A0}"/>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84B9048C-5D68-DB60-01C4-7DB2DD672C58}"/>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34589</a:t>
            </a:r>
          </a:p>
        </p:txBody>
      </p:sp>
      <p:sp>
        <p:nvSpPr>
          <p:cNvPr id="59" name="TextBox 58">
            <a:extLst>
              <a:ext uri="{FF2B5EF4-FFF2-40B4-BE49-F238E27FC236}">
                <a16:creationId xmlns:a16="http://schemas.microsoft.com/office/drawing/2014/main" id="{90770899-3D4C-376D-9C1C-096A769874B4}"/>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D775AA2C-40DC-B0C1-6731-794C815C2A81}"/>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AD45AA0C-4D49-6E21-50F5-1312B5102F2B}"/>
              </a:ext>
            </a:extLst>
          </p:cNvPr>
          <p:cNvSpPr txBox="1"/>
          <p:nvPr/>
        </p:nvSpPr>
        <p:spPr>
          <a:xfrm>
            <a:off x="3640666" y="1768353"/>
            <a:ext cx="570089" cy="230832"/>
          </a:xfrm>
          <a:prstGeom prst="rect">
            <a:avLst/>
          </a:prstGeom>
          <a:noFill/>
        </p:spPr>
        <p:txBody>
          <a:bodyPr wrap="square" rtlCol="0">
            <a:spAutoFit/>
          </a:bodyPr>
          <a:lstStyle/>
          <a:p>
            <a:pPr algn="ctr"/>
            <a:r>
              <a:rPr lang="en-US" sz="900" dirty="0"/>
              <a:t>45789</a:t>
            </a:r>
          </a:p>
        </p:txBody>
      </p:sp>
      <p:sp>
        <p:nvSpPr>
          <p:cNvPr id="62" name="TextBox 61">
            <a:extLst>
              <a:ext uri="{FF2B5EF4-FFF2-40B4-BE49-F238E27FC236}">
                <a16:creationId xmlns:a16="http://schemas.microsoft.com/office/drawing/2014/main" id="{370813BB-6232-6794-6FB6-575387F73182}"/>
              </a:ext>
            </a:extLst>
          </p:cNvPr>
          <p:cNvSpPr txBox="1"/>
          <p:nvPr/>
        </p:nvSpPr>
        <p:spPr>
          <a:xfrm>
            <a:off x="4143022" y="1768353"/>
            <a:ext cx="570089" cy="230832"/>
          </a:xfrm>
          <a:prstGeom prst="rect">
            <a:avLst/>
          </a:prstGeom>
          <a:noFill/>
        </p:spPr>
        <p:txBody>
          <a:bodyPr wrap="square" rtlCol="0">
            <a:spAutoFit/>
          </a:bodyPr>
          <a:lstStyle/>
          <a:p>
            <a:pPr algn="ctr"/>
            <a:r>
              <a:rPr lang="en-US" sz="900" dirty="0"/>
              <a:t>45789</a:t>
            </a:r>
          </a:p>
        </p:txBody>
      </p:sp>
      <p:sp>
        <p:nvSpPr>
          <p:cNvPr id="63" name="TextBox 62">
            <a:extLst>
              <a:ext uri="{FF2B5EF4-FFF2-40B4-BE49-F238E27FC236}">
                <a16:creationId xmlns:a16="http://schemas.microsoft.com/office/drawing/2014/main" id="{4FA8E8DC-ECD0-2C30-CF3C-9B9E0E6FBE16}"/>
              </a:ext>
            </a:extLst>
          </p:cNvPr>
          <p:cNvSpPr txBox="1"/>
          <p:nvPr/>
        </p:nvSpPr>
        <p:spPr>
          <a:xfrm>
            <a:off x="3138310" y="1768353"/>
            <a:ext cx="570089" cy="230832"/>
          </a:xfrm>
          <a:prstGeom prst="rect">
            <a:avLst/>
          </a:prstGeom>
          <a:noFill/>
        </p:spPr>
        <p:txBody>
          <a:bodyPr wrap="square" rtlCol="0">
            <a:spAutoFit/>
          </a:bodyPr>
          <a:lstStyle/>
          <a:p>
            <a:pPr algn="ctr"/>
            <a:r>
              <a:rPr lang="en-US" sz="900" dirty="0"/>
              <a:t>45789</a:t>
            </a:r>
          </a:p>
        </p:txBody>
      </p:sp>
      <p:sp>
        <p:nvSpPr>
          <p:cNvPr id="40" name="TextBox 39">
            <a:extLst>
              <a:ext uri="{FF2B5EF4-FFF2-40B4-BE49-F238E27FC236}">
                <a16:creationId xmlns:a16="http://schemas.microsoft.com/office/drawing/2014/main" id="{B222227F-D0C1-432F-B925-D51233325FBA}"/>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FE2D6DC4-4A62-A21A-1CC7-CD832F319F72}"/>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7F10D402-7476-97C1-A81D-459DA0D6B67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a:t>
            </a:r>
          </a:p>
        </p:txBody>
      </p:sp>
      <p:sp>
        <p:nvSpPr>
          <p:cNvPr id="44" name="TextBox 43">
            <a:extLst>
              <a:ext uri="{FF2B5EF4-FFF2-40B4-BE49-F238E27FC236}">
                <a16:creationId xmlns:a16="http://schemas.microsoft.com/office/drawing/2014/main" id="{89726FCC-5198-B2EB-CE40-F7D212C26D7E}"/>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1F9F14E1-CE49-A45D-DCE2-6A7FA5E1BD63}"/>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A3430516-2A7F-3CA5-CA40-FC1775F308EC}"/>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2FF85007-26B3-72BB-77AF-55578BE37AEE}"/>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a:t>
            </a:r>
          </a:p>
        </p:txBody>
      </p:sp>
      <p:sp>
        <p:nvSpPr>
          <p:cNvPr id="65" name="TextBox 64">
            <a:extLst>
              <a:ext uri="{FF2B5EF4-FFF2-40B4-BE49-F238E27FC236}">
                <a16:creationId xmlns:a16="http://schemas.microsoft.com/office/drawing/2014/main" id="{A2EB3E5D-02AA-CDEC-8B73-DF69B760B1EA}"/>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124589</a:t>
            </a:r>
          </a:p>
        </p:txBody>
      </p:sp>
      <p:sp>
        <p:nvSpPr>
          <p:cNvPr id="66" name="TextBox 65">
            <a:extLst>
              <a:ext uri="{FF2B5EF4-FFF2-40B4-BE49-F238E27FC236}">
                <a16:creationId xmlns:a16="http://schemas.microsoft.com/office/drawing/2014/main" id="{0285CB38-71DF-8456-B943-2A679A40C1DB}"/>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124589</a:t>
            </a:r>
          </a:p>
        </p:txBody>
      </p:sp>
      <p:sp>
        <p:nvSpPr>
          <p:cNvPr id="67" name="TextBox 66">
            <a:extLst>
              <a:ext uri="{FF2B5EF4-FFF2-40B4-BE49-F238E27FC236}">
                <a16:creationId xmlns:a16="http://schemas.microsoft.com/office/drawing/2014/main" id="{92E6AB82-91CA-B2F5-CA81-2CA89994B28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136AAC8-4FAE-EA05-089F-54A498520832}"/>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234589</a:t>
            </a:r>
          </a:p>
        </p:txBody>
      </p:sp>
      <p:sp>
        <p:nvSpPr>
          <p:cNvPr id="68" name="TextBox 67">
            <a:extLst>
              <a:ext uri="{FF2B5EF4-FFF2-40B4-BE49-F238E27FC236}">
                <a16:creationId xmlns:a16="http://schemas.microsoft.com/office/drawing/2014/main" id="{C44C3608-DA74-7911-968F-8BCD220DC0F5}"/>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234589</a:t>
            </a:r>
          </a:p>
        </p:txBody>
      </p:sp>
      <p:sp>
        <p:nvSpPr>
          <p:cNvPr id="69" name="TextBox 68">
            <a:extLst>
              <a:ext uri="{FF2B5EF4-FFF2-40B4-BE49-F238E27FC236}">
                <a16:creationId xmlns:a16="http://schemas.microsoft.com/office/drawing/2014/main" id="{6E3AEF3F-8A46-998B-8883-127E577C0817}"/>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225B3D8F-D8BE-3B2E-01E7-4BAF0D6C813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07E0EDA-6D83-BF78-6662-76AA79642D50}"/>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72" name="TextBox 71">
            <a:extLst>
              <a:ext uri="{FF2B5EF4-FFF2-40B4-BE49-F238E27FC236}">
                <a16:creationId xmlns:a16="http://schemas.microsoft.com/office/drawing/2014/main" id="{080C86A0-7838-C74E-2561-E52DA5FD24C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042664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9C3A4-7017-7A8D-2588-0F709B8801E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14F4A05-E5F5-8B24-1D5E-24DD8D3C21F1}"/>
              </a:ext>
            </a:extLst>
          </p:cNvPr>
          <p:cNvSpPr>
            <a:spLocks noGrp="1"/>
          </p:cNvSpPr>
          <p:nvPr>
            <p:ph sz="half" idx="1"/>
          </p:nvPr>
        </p:nvSpPr>
        <p:spPr/>
        <p:txBody>
          <a:bodyPr/>
          <a:lstStyle/>
          <a:p>
            <a:r>
              <a:rPr lang="en-US" dirty="0"/>
              <a:t>Reduce. (It’s 148 that goes.)</a:t>
            </a:r>
          </a:p>
        </p:txBody>
      </p:sp>
      <p:pic>
        <p:nvPicPr>
          <p:cNvPr id="4" name="Picture 3" descr="A grid of sudoku puzzle&#10;&#10;Description automatically generated">
            <a:extLst>
              <a:ext uri="{FF2B5EF4-FFF2-40B4-BE49-F238E27FC236}">
                <a16:creationId xmlns:a16="http://schemas.microsoft.com/office/drawing/2014/main" id="{03438522-4C6F-208B-132E-345F382729C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9241EA2-C13A-037D-86C9-99E696398C8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6657557-6BA8-CE5A-94AC-EAED6E662C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A03AD04-FEA1-AA6F-1C03-2875FBD9309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D2A373F-4356-0D22-0096-9D443F575D4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0D6F280-A288-1094-4C79-0CCC94F6CC7B}"/>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77A00FD8-5A65-5D29-61BA-B2A6C328210E}"/>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78A5C31D-03F8-B91B-6353-17F681BBC34F}"/>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226E5BB7-67FF-02CA-EF77-52419EAEBAEB}"/>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4BE0DA7F-692C-7A1D-6968-F06E36F751DD}"/>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472B443F-54D9-3B4D-00F8-B7368F5685EF}"/>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9D0D4542-E458-856E-C262-86FAD7144DD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21E8D381-2803-81EB-11A5-F01F4E49000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C4ACC1E-59FD-8781-F86D-2350039F65C6}"/>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553B09B-44EC-BF9D-66E7-8FF401CF9AE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2D44C59D-A8EE-2CFB-7F27-33B1F794DB5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39A2F54-8C1E-ADBC-0D84-B8DB415F953A}"/>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BC807D4B-C00B-406B-81DF-713F51D9FBD6}"/>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C79A69C-69F7-DD4E-5933-D707CD40A48A}"/>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A5FD0480-52DE-C880-9283-E02BEEE1C3E2}"/>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0DD9DE4D-13FA-ABCA-F4EB-07A0CE2F2BD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D8395864-B2C1-447A-E776-69884A4D4244}"/>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65EC7E71-69F3-B701-0E57-DA8E7DB817B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75B40CAD-0A0E-9E6E-C84E-9ABEF073C645}"/>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4A7473DE-F9D1-E258-AC47-33B9C26226D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934636D0-37A9-94D5-D3B5-3CD3C4A15071}"/>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76487153-D60B-013A-DF0F-E89CD0DF2B83}"/>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08E0AB8A-93C4-6E27-427E-7565DD502253}"/>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3C4553D3-4E94-D946-45CF-D76D30F7FE1A}"/>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E991674A-C027-AAA2-9B1F-534CFDB0CAA7}"/>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CB395AFC-9650-72F1-3872-3124FAEB9695}"/>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AE5F77D6-9E92-70A3-D622-63B5B4A1878F}"/>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983E0F51-20CA-B2C9-F2EC-18976F9B997B}"/>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A8EA141E-F5E7-85EE-D358-379C85A206CB}"/>
              </a:ext>
            </a:extLst>
          </p:cNvPr>
          <p:cNvSpPr txBox="1"/>
          <p:nvPr/>
        </p:nvSpPr>
        <p:spPr>
          <a:xfrm>
            <a:off x="5650090" y="2039289"/>
            <a:ext cx="570089" cy="230832"/>
          </a:xfrm>
          <a:prstGeom prst="rect">
            <a:avLst/>
          </a:prstGeom>
          <a:noFill/>
        </p:spPr>
        <p:txBody>
          <a:bodyPr wrap="square" rtlCol="0">
            <a:spAutoFit/>
          </a:bodyPr>
          <a:lstStyle/>
          <a:p>
            <a:pPr algn="ctr"/>
            <a:r>
              <a:rPr lang="en-US" sz="900" dirty="0"/>
              <a:t>345</a:t>
            </a:r>
          </a:p>
        </p:txBody>
      </p:sp>
      <p:sp>
        <p:nvSpPr>
          <p:cNvPr id="48" name="TextBox 47">
            <a:extLst>
              <a:ext uri="{FF2B5EF4-FFF2-40B4-BE49-F238E27FC236}">
                <a16:creationId xmlns:a16="http://schemas.microsoft.com/office/drawing/2014/main" id="{6C3BD1F5-1367-236F-3867-ADBB22F44F55}"/>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7C7BD4EE-46DA-D0A2-B7E9-44206C210710}"/>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24589</a:t>
            </a:r>
          </a:p>
        </p:txBody>
      </p:sp>
      <p:sp>
        <p:nvSpPr>
          <p:cNvPr id="50" name="TextBox 49">
            <a:extLst>
              <a:ext uri="{FF2B5EF4-FFF2-40B4-BE49-F238E27FC236}">
                <a16:creationId xmlns:a16="http://schemas.microsoft.com/office/drawing/2014/main" id="{35FC1D51-9C6B-4973-31B3-0B8EB9B84C63}"/>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62F67E2B-E6E4-4790-1665-92638553110F}"/>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9EF569A2-A870-7A4A-355D-AAA174015992}"/>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42360C5B-09C1-DBFA-8DED-FF01C7ECE7DF}"/>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1EF17F48-C238-F814-0A3F-B9F617D2F5EF}"/>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5" name="TextBox 54">
            <a:extLst>
              <a:ext uri="{FF2B5EF4-FFF2-40B4-BE49-F238E27FC236}">
                <a16:creationId xmlns:a16="http://schemas.microsoft.com/office/drawing/2014/main" id="{80E46339-F1E4-C3C3-FBC8-2E2988C64626}"/>
              </a:ext>
            </a:extLst>
          </p:cNvPr>
          <p:cNvSpPr txBox="1"/>
          <p:nvPr/>
        </p:nvSpPr>
        <p:spPr>
          <a:xfrm>
            <a:off x="6152446" y="1402877"/>
            <a:ext cx="570089" cy="230832"/>
          </a:xfrm>
          <a:prstGeom prst="rect">
            <a:avLst/>
          </a:prstGeom>
          <a:noFill/>
        </p:spPr>
        <p:txBody>
          <a:bodyPr wrap="square" rtlCol="0">
            <a:spAutoFit/>
          </a:bodyPr>
          <a:lstStyle/>
          <a:p>
            <a:pPr algn="ctr"/>
            <a:r>
              <a:rPr lang="en-US" sz="900" dirty="0"/>
              <a:t>1457</a:t>
            </a:r>
          </a:p>
        </p:txBody>
      </p:sp>
      <p:sp>
        <p:nvSpPr>
          <p:cNvPr id="56" name="TextBox 55">
            <a:extLst>
              <a:ext uri="{FF2B5EF4-FFF2-40B4-BE49-F238E27FC236}">
                <a16:creationId xmlns:a16="http://schemas.microsoft.com/office/drawing/2014/main" id="{0F88ECAE-ED91-CFF6-2BF5-569BE24D9686}"/>
              </a:ext>
            </a:extLst>
          </p:cNvPr>
          <p:cNvSpPr txBox="1"/>
          <p:nvPr/>
        </p:nvSpPr>
        <p:spPr>
          <a:xfrm>
            <a:off x="6654802" y="1402877"/>
            <a:ext cx="570089" cy="230832"/>
          </a:xfrm>
          <a:prstGeom prst="rect">
            <a:avLst/>
          </a:prstGeom>
          <a:noFill/>
        </p:spPr>
        <p:txBody>
          <a:bodyPr wrap="square" rtlCol="0">
            <a:spAutoFit/>
          </a:bodyPr>
          <a:lstStyle/>
          <a:p>
            <a:pPr algn="ctr"/>
            <a:r>
              <a:rPr lang="en-US" sz="900" dirty="0"/>
              <a:t>57</a:t>
            </a:r>
          </a:p>
        </p:txBody>
      </p:sp>
      <p:sp>
        <p:nvSpPr>
          <p:cNvPr id="57" name="TextBox 56">
            <a:extLst>
              <a:ext uri="{FF2B5EF4-FFF2-40B4-BE49-F238E27FC236}">
                <a16:creationId xmlns:a16="http://schemas.microsoft.com/office/drawing/2014/main" id="{1BB81AB1-4F11-8E9C-9578-6321F39E50DF}"/>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9CF4C2A3-6EF6-A2BE-B375-C0920216BD41}"/>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34589</a:t>
            </a:r>
          </a:p>
        </p:txBody>
      </p:sp>
      <p:sp>
        <p:nvSpPr>
          <p:cNvPr id="59" name="TextBox 58">
            <a:extLst>
              <a:ext uri="{FF2B5EF4-FFF2-40B4-BE49-F238E27FC236}">
                <a16:creationId xmlns:a16="http://schemas.microsoft.com/office/drawing/2014/main" id="{A27E7A0D-2806-284C-2FC8-2F4671ADC04A}"/>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39CF08FC-9C16-3C7A-81D4-9D52E1D16FE6}"/>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B0FFD705-5E8B-B58B-1DBF-74A3C7BDC629}"/>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023AB445-0D6E-E616-AD42-00269107A12E}"/>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702FD05C-E2CF-9C87-AEEA-A4264A7F9FBF}"/>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2FDF7C81-C047-8B95-C6C7-131999705384}"/>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9AD5276F-4B99-4D7D-8A1C-44CDC5305E91}"/>
              </a:ext>
            </a:extLst>
          </p:cNvPr>
          <p:cNvSpPr txBox="1"/>
          <p:nvPr/>
        </p:nvSpPr>
        <p:spPr>
          <a:xfrm>
            <a:off x="7157158" y="1402877"/>
            <a:ext cx="570089" cy="230832"/>
          </a:xfrm>
          <a:prstGeom prst="rect">
            <a:avLst/>
          </a:prstGeom>
          <a:noFill/>
        </p:spPr>
        <p:txBody>
          <a:bodyPr wrap="square" rtlCol="0">
            <a:spAutoFit/>
          </a:bodyPr>
          <a:lstStyle/>
          <a:p>
            <a:pPr algn="ctr"/>
            <a:r>
              <a:rPr lang="en-US" sz="900" dirty="0"/>
              <a:t>1457</a:t>
            </a:r>
          </a:p>
        </p:txBody>
      </p:sp>
      <p:sp>
        <p:nvSpPr>
          <p:cNvPr id="42" name="TextBox 41">
            <a:extLst>
              <a:ext uri="{FF2B5EF4-FFF2-40B4-BE49-F238E27FC236}">
                <a16:creationId xmlns:a16="http://schemas.microsoft.com/office/drawing/2014/main" id="{AD2F2E0F-6303-E331-9463-3671B7E682C6}"/>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1345</a:t>
            </a:r>
          </a:p>
        </p:txBody>
      </p:sp>
      <p:sp>
        <p:nvSpPr>
          <p:cNvPr id="44" name="TextBox 43">
            <a:extLst>
              <a:ext uri="{FF2B5EF4-FFF2-40B4-BE49-F238E27FC236}">
                <a16:creationId xmlns:a16="http://schemas.microsoft.com/office/drawing/2014/main" id="{57E35349-E49B-2A37-0D32-62B1FF57D8AB}"/>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25B9AA88-EA1F-4371-F68C-9E0A948FC898}"/>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5260369C-B48F-E99A-AB39-CAF32A751901}"/>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90FC65A2-BF4B-442D-3068-87C38BBADFF1}"/>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1345</a:t>
            </a:r>
          </a:p>
        </p:txBody>
      </p:sp>
      <p:sp>
        <p:nvSpPr>
          <p:cNvPr id="65" name="TextBox 64">
            <a:extLst>
              <a:ext uri="{FF2B5EF4-FFF2-40B4-BE49-F238E27FC236}">
                <a16:creationId xmlns:a16="http://schemas.microsoft.com/office/drawing/2014/main" id="{22904768-F447-1041-C2C3-61DF4F64E9A0}"/>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124589</a:t>
            </a:r>
          </a:p>
        </p:txBody>
      </p:sp>
      <p:sp>
        <p:nvSpPr>
          <p:cNvPr id="66" name="TextBox 65">
            <a:extLst>
              <a:ext uri="{FF2B5EF4-FFF2-40B4-BE49-F238E27FC236}">
                <a16:creationId xmlns:a16="http://schemas.microsoft.com/office/drawing/2014/main" id="{4549A70F-12D6-5BFB-ED8F-1F38CA7D1EE4}"/>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124589</a:t>
            </a:r>
          </a:p>
        </p:txBody>
      </p:sp>
      <p:sp>
        <p:nvSpPr>
          <p:cNvPr id="67" name="TextBox 66">
            <a:extLst>
              <a:ext uri="{FF2B5EF4-FFF2-40B4-BE49-F238E27FC236}">
                <a16:creationId xmlns:a16="http://schemas.microsoft.com/office/drawing/2014/main" id="{4124D178-C958-A06D-F110-55128E82915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3A4533BA-D9D9-55FD-B614-FE146E9C05FA}"/>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234589</a:t>
            </a:r>
          </a:p>
        </p:txBody>
      </p:sp>
      <p:sp>
        <p:nvSpPr>
          <p:cNvPr id="68" name="TextBox 67">
            <a:extLst>
              <a:ext uri="{FF2B5EF4-FFF2-40B4-BE49-F238E27FC236}">
                <a16:creationId xmlns:a16="http://schemas.microsoft.com/office/drawing/2014/main" id="{714371E6-EC75-4C7F-F3CD-26E9202ABF72}"/>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234589</a:t>
            </a:r>
          </a:p>
        </p:txBody>
      </p:sp>
      <p:sp>
        <p:nvSpPr>
          <p:cNvPr id="69" name="TextBox 68">
            <a:extLst>
              <a:ext uri="{FF2B5EF4-FFF2-40B4-BE49-F238E27FC236}">
                <a16:creationId xmlns:a16="http://schemas.microsoft.com/office/drawing/2014/main" id="{7A56037A-CE38-7386-7308-AB7C1C24229C}"/>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71B1CE4-3415-7955-5769-DD9F6D58295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738315D1-3C6F-9AA4-F711-F8B00E93FE5E}"/>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93DC727-EEE6-F74F-6E5B-A0C02BA8B39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8584251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5DB3-A1F0-15CB-7DC4-EBB822CC8B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5A2058-81C1-4DD6-52C7-4F318016F9A3}"/>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F79E70D-F370-37A6-3921-FA7D1E3DC7B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6819457-96BC-328E-92C7-215BFBBFE16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622B6AE-6511-4F44-D513-BB1DA793FB9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D85B8A-2B16-6AA1-99EE-B98BBD44DEB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A67D8B-AE86-6397-12D7-575AE172C9E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B31C8D0-AE40-C617-092D-EFA836C7ED3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1" name="TextBox 10">
            <a:extLst>
              <a:ext uri="{FF2B5EF4-FFF2-40B4-BE49-F238E27FC236}">
                <a16:creationId xmlns:a16="http://schemas.microsoft.com/office/drawing/2014/main" id="{88CBA933-13A1-DAB1-3BCB-8837E51F0283}"/>
              </a:ext>
            </a:extLst>
          </p:cNvPr>
          <p:cNvSpPr txBox="1"/>
          <p:nvPr/>
        </p:nvSpPr>
        <p:spPr>
          <a:xfrm>
            <a:off x="5650090" y="1402877"/>
            <a:ext cx="570089" cy="230832"/>
          </a:xfrm>
          <a:prstGeom prst="rect">
            <a:avLst/>
          </a:prstGeom>
          <a:noFill/>
        </p:spPr>
        <p:txBody>
          <a:bodyPr wrap="square" rtlCol="0">
            <a:spAutoFit/>
          </a:bodyPr>
          <a:lstStyle/>
          <a:p>
            <a:pPr algn="ctr"/>
            <a:r>
              <a:rPr lang="en-US" sz="900" dirty="0"/>
              <a:t>45</a:t>
            </a:r>
          </a:p>
        </p:txBody>
      </p:sp>
      <p:sp>
        <p:nvSpPr>
          <p:cNvPr id="13" name="TextBox 12">
            <a:extLst>
              <a:ext uri="{FF2B5EF4-FFF2-40B4-BE49-F238E27FC236}">
                <a16:creationId xmlns:a16="http://schemas.microsoft.com/office/drawing/2014/main" id="{FD540AF8-5478-B725-F6A4-CD4A088BAA5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159DB70-DA00-0DC7-A470-70361C828FF5}"/>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A1AF02D0-E88A-3F07-7437-0E2663F9D51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E0ADA766-31C4-D5E3-24FD-71B2CFCB21C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BF35ED20-046C-CAD3-8BCD-83232D8622D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B1E8752B-F809-E413-E847-8F6F0CE3A44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9E5A02F-A2B9-7014-9977-35A45960B40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E2344A2-F30F-E8AD-C814-DBEF54D03D3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BF22C3AB-6D39-8E28-6A96-AEDDB0F807C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A68FDE5-5E19-D271-BC6F-C86461E7DC8A}"/>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8E8141E2-4FD9-9394-D062-8EAB1BFC7CFE}"/>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9A882C9C-396E-D218-EE83-069D7A874BE3}"/>
              </a:ext>
            </a:extLst>
          </p:cNvPr>
          <p:cNvSpPr txBox="1"/>
          <p:nvPr/>
        </p:nvSpPr>
        <p:spPr>
          <a:xfrm>
            <a:off x="6152446" y="4909484"/>
            <a:ext cx="570089" cy="230832"/>
          </a:xfrm>
          <a:prstGeom prst="rect">
            <a:avLst/>
          </a:prstGeom>
          <a:noFill/>
        </p:spPr>
        <p:txBody>
          <a:bodyPr wrap="square" rtlCol="0">
            <a:spAutoFit/>
          </a:bodyPr>
          <a:lstStyle/>
          <a:p>
            <a:pPr algn="ctr"/>
            <a:r>
              <a:rPr lang="en-US" sz="900" dirty="0"/>
              <a:t>345</a:t>
            </a:r>
          </a:p>
        </p:txBody>
      </p:sp>
      <p:sp>
        <p:nvSpPr>
          <p:cNvPr id="26" name="TextBox 25">
            <a:extLst>
              <a:ext uri="{FF2B5EF4-FFF2-40B4-BE49-F238E27FC236}">
                <a16:creationId xmlns:a16="http://schemas.microsoft.com/office/drawing/2014/main" id="{5FA64856-D8BE-6A1A-8EA0-0ED5101C5855}"/>
              </a:ext>
            </a:extLst>
          </p:cNvPr>
          <p:cNvSpPr txBox="1"/>
          <p:nvPr/>
        </p:nvSpPr>
        <p:spPr>
          <a:xfrm>
            <a:off x="6654802" y="5044952"/>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38CDF592-B32B-0B12-1A3C-5F223FB34257}"/>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399AFA4-5C61-3D47-CDA5-E0B05071799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6D815FF-FBE7-1A54-BBD4-507091DF876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0A9A398-BC93-B7A7-F069-53D46AAFE318}"/>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40606E5C-95E8-DA24-723E-46944BCF793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75F17EEA-7CF7-10D2-E120-7FAFDD348633}"/>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6D1027A6-EF90-C41D-4FD4-B515A074D83F}"/>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CCFFC046-6E61-5604-0670-6AB463A93B88}"/>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A61E4D79-4FAC-64FF-4CF7-591D1451BBCE}"/>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F30B3A72-AA56-002E-842F-DC0872D6A743}"/>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B5EC764A-EFCA-5348-BC0B-6C8BB157CE02}"/>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9E5EC610-7F1D-A188-8077-FD0E47985F14}"/>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F2E8A8D4-B597-2CAF-1B37-C09D5A742A33}"/>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771307FC-CCB0-68B3-46F8-A676FEBF1A29}"/>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4ACA930E-0CD4-BA80-3A26-5C91E8694D05}"/>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5DD401F2-FE32-C1B0-97F7-9513847739FE}"/>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24589</a:t>
            </a:r>
          </a:p>
        </p:txBody>
      </p:sp>
      <p:sp>
        <p:nvSpPr>
          <p:cNvPr id="50" name="TextBox 49">
            <a:extLst>
              <a:ext uri="{FF2B5EF4-FFF2-40B4-BE49-F238E27FC236}">
                <a16:creationId xmlns:a16="http://schemas.microsoft.com/office/drawing/2014/main" id="{04282817-97B1-EA9E-1B9C-9000C8E8B851}"/>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E906BC6D-99F6-FB44-F14B-84ADB84B648F}"/>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55C58E17-E42C-C4D1-C1C1-14715570B0DE}"/>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D31CEB5B-751C-5BDD-33AE-E2CB12F2C8E0}"/>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C5D420F8-8F53-17E4-1010-F5E829D8C00F}"/>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5" name="TextBox 54">
            <a:extLst>
              <a:ext uri="{FF2B5EF4-FFF2-40B4-BE49-F238E27FC236}">
                <a16:creationId xmlns:a16="http://schemas.microsoft.com/office/drawing/2014/main" id="{5D2D7CAD-E0FF-8C1F-7F64-75597459C82F}"/>
              </a:ext>
            </a:extLst>
          </p:cNvPr>
          <p:cNvSpPr txBox="1"/>
          <p:nvPr/>
        </p:nvSpPr>
        <p:spPr>
          <a:xfrm>
            <a:off x="6152446" y="1402877"/>
            <a:ext cx="570089" cy="230832"/>
          </a:xfrm>
          <a:prstGeom prst="rect">
            <a:avLst/>
          </a:prstGeom>
          <a:noFill/>
        </p:spPr>
        <p:txBody>
          <a:bodyPr wrap="square" rtlCol="0">
            <a:spAutoFit/>
          </a:bodyPr>
          <a:lstStyle/>
          <a:p>
            <a:pPr algn="ctr"/>
            <a:r>
              <a:rPr lang="en-US" sz="900" dirty="0"/>
              <a:t>147</a:t>
            </a:r>
          </a:p>
        </p:txBody>
      </p:sp>
      <p:sp>
        <p:nvSpPr>
          <p:cNvPr id="57" name="TextBox 56">
            <a:extLst>
              <a:ext uri="{FF2B5EF4-FFF2-40B4-BE49-F238E27FC236}">
                <a16:creationId xmlns:a16="http://schemas.microsoft.com/office/drawing/2014/main" id="{A34685E5-1169-0302-2EE1-F9960B92A12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09EE8610-736A-5D36-9389-08859C1C6E44}"/>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34589</a:t>
            </a:r>
          </a:p>
        </p:txBody>
      </p:sp>
      <p:sp>
        <p:nvSpPr>
          <p:cNvPr id="59" name="TextBox 58">
            <a:extLst>
              <a:ext uri="{FF2B5EF4-FFF2-40B4-BE49-F238E27FC236}">
                <a16:creationId xmlns:a16="http://schemas.microsoft.com/office/drawing/2014/main" id="{FEA878BC-88BC-7DD4-12E4-4E1B411822EC}"/>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345789</a:t>
            </a:r>
          </a:p>
        </p:txBody>
      </p:sp>
      <p:sp>
        <p:nvSpPr>
          <p:cNvPr id="60" name="TextBox 59">
            <a:extLst>
              <a:ext uri="{FF2B5EF4-FFF2-40B4-BE49-F238E27FC236}">
                <a16:creationId xmlns:a16="http://schemas.microsoft.com/office/drawing/2014/main" id="{D6CC698F-D30C-06E7-4097-27B4BDBF3E11}"/>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2538F498-9C5C-01FA-B673-5970BA79FBD9}"/>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CBBE101-8E85-AFBD-DBD8-BD23A3368927}"/>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AB013B3B-AB76-8948-803F-D7A8AAB889EA}"/>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5B01EAD-7936-0730-40E6-B6014435DE61}"/>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131917D7-F850-B57B-36D8-69344A94673F}"/>
              </a:ext>
            </a:extLst>
          </p:cNvPr>
          <p:cNvSpPr txBox="1"/>
          <p:nvPr/>
        </p:nvSpPr>
        <p:spPr>
          <a:xfrm>
            <a:off x="7157158" y="1402877"/>
            <a:ext cx="570089" cy="230832"/>
          </a:xfrm>
          <a:prstGeom prst="rect">
            <a:avLst/>
          </a:prstGeom>
          <a:noFill/>
        </p:spPr>
        <p:txBody>
          <a:bodyPr wrap="square" rtlCol="0">
            <a:spAutoFit/>
          </a:bodyPr>
          <a:lstStyle/>
          <a:p>
            <a:pPr algn="ctr"/>
            <a:r>
              <a:rPr lang="en-US" sz="900" dirty="0"/>
              <a:t>147</a:t>
            </a:r>
          </a:p>
        </p:txBody>
      </p:sp>
      <p:sp>
        <p:nvSpPr>
          <p:cNvPr id="42" name="TextBox 41">
            <a:extLst>
              <a:ext uri="{FF2B5EF4-FFF2-40B4-BE49-F238E27FC236}">
                <a16:creationId xmlns:a16="http://schemas.microsoft.com/office/drawing/2014/main" id="{DA5B1901-0DC4-07A6-6438-91CFAFE0E4E4}"/>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E9FC6091-85C4-88F7-5C6A-5ECD8F5BEBAC}"/>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9F5BE189-EA4C-CB7E-FE45-6F35CA5ED0C6}"/>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4DC084B6-715A-5066-2C2F-3ADDD0AABAA2}"/>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78ECD64B-F611-23C7-ED53-403D84D0C29C}"/>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85FC6887-79BF-C403-2EC3-F95966CA9B4F}"/>
              </a:ext>
            </a:extLst>
          </p:cNvPr>
          <p:cNvSpPr txBox="1"/>
          <p:nvPr/>
        </p:nvSpPr>
        <p:spPr>
          <a:xfrm>
            <a:off x="6152446" y="2039289"/>
            <a:ext cx="570089" cy="230832"/>
          </a:xfrm>
          <a:prstGeom prst="rect">
            <a:avLst/>
          </a:prstGeom>
          <a:noFill/>
        </p:spPr>
        <p:txBody>
          <a:bodyPr wrap="square" rtlCol="0">
            <a:spAutoFit/>
          </a:bodyPr>
          <a:lstStyle/>
          <a:p>
            <a:pPr algn="ctr"/>
            <a:r>
              <a:rPr lang="en-US" sz="900" dirty="0"/>
              <a:t>1248</a:t>
            </a:r>
          </a:p>
        </p:txBody>
      </p:sp>
      <p:sp>
        <p:nvSpPr>
          <p:cNvPr id="66" name="TextBox 65">
            <a:extLst>
              <a:ext uri="{FF2B5EF4-FFF2-40B4-BE49-F238E27FC236}">
                <a16:creationId xmlns:a16="http://schemas.microsoft.com/office/drawing/2014/main" id="{0D8A86A4-21DE-4BEE-8DB4-2FE9A324728C}"/>
              </a:ext>
            </a:extLst>
          </p:cNvPr>
          <p:cNvSpPr txBox="1"/>
          <p:nvPr/>
        </p:nvSpPr>
        <p:spPr>
          <a:xfrm>
            <a:off x="7157158" y="1903821"/>
            <a:ext cx="570089" cy="230832"/>
          </a:xfrm>
          <a:prstGeom prst="rect">
            <a:avLst/>
          </a:prstGeom>
          <a:noFill/>
        </p:spPr>
        <p:txBody>
          <a:bodyPr wrap="square" rtlCol="0">
            <a:spAutoFit/>
          </a:bodyPr>
          <a:lstStyle/>
          <a:p>
            <a:pPr algn="ctr"/>
            <a:r>
              <a:rPr lang="en-US" sz="900" dirty="0"/>
              <a:t>1248</a:t>
            </a:r>
          </a:p>
        </p:txBody>
      </p:sp>
      <p:sp>
        <p:nvSpPr>
          <p:cNvPr id="67" name="TextBox 66">
            <a:extLst>
              <a:ext uri="{FF2B5EF4-FFF2-40B4-BE49-F238E27FC236}">
                <a16:creationId xmlns:a16="http://schemas.microsoft.com/office/drawing/2014/main" id="{8AB778B5-5F3C-527F-35BA-A218EFF201A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4386142-F421-5B24-BD8C-C001118A2B2B}"/>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234589</a:t>
            </a:r>
          </a:p>
        </p:txBody>
      </p:sp>
      <p:sp>
        <p:nvSpPr>
          <p:cNvPr id="68" name="TextBox 67">
            <a:extLst>
              <a:ext uri="{FF2B5EF4-FFF2-40B4-BE49-F238E27FC236}">
                <a16:creationId xmlns:a16="http://schemas.microsoft.com/office/drawing/2014/main" id="{78A167DF-8956-FF29-7419-3E9068202165}"/>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234589</a:t>
            </a:r>
          </a:p>
        </p:txBody>
      </p:sp>
      <p:sp>
        <p:nvSpPr>
          <p:cNvPr id="69" name="TextBox 68">
            <a:extLst>
              <a:ext uri="{FF2B5EF4-FFF2-40B4-BE49-F238E27FC236}">
                <a16:creationId xmlns:a16="http://schemas.microsoft.com/office/drawing/2014/main" id="{B1E4C3FE-C564-32BA-238A-AC416970F29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AEB4EE7D-6724-8884-6420-7A5E7422ABF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5B8EA5E-64F5-AEF7-6205-7D451023085C}"/>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EA8AC46-9676-3C8B-E720-C3B40FDA822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0ADBC676-4CA5-A2D3-5B87-430175B0E07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1050628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5CF97B-F800-F75C-63EF-DAE16B6E081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F3EAF0-061B-EAE6-5AEC-CDE8F45A5DC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33CF533-9998-6369-AB48-8A5D143959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11BB2ED-0512-41BA-2426-FD55BCD0CFB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94D81B-BEB5-B63D-59C1-289FE624F28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F28C442-80AD-8D81-9532-4637B9D995B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1C4B82D-1E68-2F46-DDF1-3F2E69DA2DB3}"/>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29D7AD2-F1B5-68C9-39B1-0600E21D432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732743EF-6A33-782F-4DC4-292A5699A118}"/>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99B0A198-5671-2410-99FF-546FF063D9D7}"/>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9DDCBEE8-D6FF-567C-14BD-7E13686898D5}"/>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8359B72B-43FF-441A-8AF2-5354360EA25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B46F3D2B-2C09-B86A-4502-6B73121AA68F}"/>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7CF2C9B-16CB-5950-DE52-E288DB05EF2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82B5120-B0C8-5FDC-BE87-370216EF800F}"/>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60B99A2-1D8F-66FD-F761-2BFC6641439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D55E154F-F006-3A90-9F0C-05F7071F490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87BFC0A-ECB7-E326-C7E8-72F3A0B57752}"/>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5B0707AA-9049-6FBA-2439-2B42BCA423DF}"/>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7F3C5215-9CD0-4C18-A23A-F268AB14082D}"/>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55714874-9A57-8E04-5006-8AF72AFE09AD}"/>
              </a:ext>
            </a:extLst>
          </p:cNvPr>
          <p:cNvSpPr txBox="1"/>
          <p:nvPr/>
        </p:nvSpPr>
        <p:spPr>
          <a:xfrm>
            <a:off x="6654802" y="5044952"/>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F3F39AC6-4469-D860-EB90-3B6111DFF6B5}"/>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C4C569C5-A6B4-ECE3-099E-8A9C03827A5B}"/>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BF9D669E-5A31-928F-73CD-45AB6D67BD4E}"/>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90382346-9296-C988-E1FE-A0DF0D96E121}"/>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EC11E5CB-2B98-9170-9BC2-0C23F7C0CD6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54F9F8CA-BAFC-525B-E4E6-560F798983E4}"/>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F2880156-54CD-88F9-2D9B-2A43A6E89086}"/>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37043266-01F8-6382-EC0F-3320361D659A}"/>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CF32FD3E-4E15-25CD-FCA6-BCE9A5C188A6}"/>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8280E05E-B2A9-3A73-6E42-32EEEA7CB431}"/>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FA8B4EDE-9AB8-2FEB-E186-C1887461B87C}"/>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C445E007-5752-4D33-161C-DBC2D835973B}"/>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D922BDB0-2EC9-EA9C-19F7-4A4A82450D2A}"/>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3EDDA3C5-C000-4FDC-E58A-EC882FB0E1E2}"/>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F4E5B753-48C2-9438-47B4-8ABCA65E152F}"/>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20A13594-32A5-BD3A-F230-00B5D7ED4C47}"/>
              </a:ext>
            </a:extLst>
          </p:cNvPr>
          <p:cNvSpPr txBox="1"/>
          <p:nvPr/>
        </p:nvSpPr>
        <p:spPr>
          <a:xfrm>
            <a:off x="5650090" y="3041177"/>
            <a:ext cx="570089" cy="230832"/>
          </a:xfrm>
          <a:prstGeom prst="rect">
            <a:avLst/>
          </a:prstGeom>
          <a:noFill/>
        </p:spPr>
        <p:txBody>
          <a:bodyPr wrap="square" rtlCol="0">
            <a:spAutoFit/>
          </a:bodyPr>
          <a:lstStyle/>
          <a:p>
            <a:pPr algn="ctr"/>
            <a:r>
              <a:rPr lang="en-US" sz="900" dirty="0"/>
              <a:t>24589</a:t>
            </a:r>
          </a:p>
        </p:txBody>
      </p:sp>
      <p:sp>
        <p:nvSpPr>
          <p:cNvPr id="50" name="TextBox 49">
            <a:extLst>
              <a:ext uri="{FF2B5EF4-FFF2-40B4-BE49-F238E27FC236}">
                <a16:creationId xmlns:a16="http://schemas.microsoft.com/office/drawing/2014/main" id="{2E366F77-5F4C-A1E0-CE5A-ECCF0D458083}"/>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9C0AD755-2201-3B2E-1746-49B0F1A53F1A}"/>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12F6370D-CDE6-4864-6D6C-CB147833F4AE}"/>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E4B16D7A-522F-7301-D9F9-573D9053A03E}"/>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E9B4C59B-D8DC-26A8-233B-9C60B7D1A2A1}"/>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5" name="TextBox 54">
            <a:extLst>
              <a:ext uri="{FF2B5EF4-FFF2-40B4-BE49-F238E27FC236}">
                <a16:creationId xmlns:a16="http://schemas.microsoft.com/office/drawing/2014/main" id="{FFBED483-7D10-445D-7784-5BCD188E8E9A}"/>
              </a:ext>
            </a:extLst>
          </p:cNvPr>
          <p:cNvSpPr txBox="1"/>
          <p:nvPr/>
        </p:nvSpPr>
        <p:spPr>
          <a:xfrm>
            <a:off x="6152446" y="1402877"/>
            <a:ext cx="570089" cy="230832"/>
          </a:xfrm>
          <a:prstGeom prst="rect">
            <a:avLst/>
          </a:prstGeom>
          <a:noFill/>
        </p:spPr>
        <p:txBody>
          <a:bodyPr wrap="square" rtlCol="0">
            <a:spAutoFit/>
          </a:bodyPr>
          <a:lstStyle/>
          <a:p>
            <a:pPr algn="ctr"/>
            <a:r>
              <a:rPr lang="en-US" sz="900" dirty="0"/>
              <a:t>14</a:t>
            </a:r>
          </a:p>
        </p:txBody>
      </p:sp>
      <p:sp>
        <p:nvSpPr>
          <p:cNvPr id="57" name="TextBox 56">
            <a:extLst>
              <a:ext uri="{FF2B5EF4-FFF2-40B4-BE49-F238E27FC236}">
                <a16:creationId xmlns:a16="http://schemas.microsoft.com/office/drawing/2014/main" id="{FB3F5F69-BDEE-4DFC-1E86-631D417F3F2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E390BC03-A6CE-3A00-0831-59AAFE2C5071}"/>
              </a:ext>
            </a:extLst>
          </p:cNvPr>
          <p:cNvSpPr txBox="1"/>
          <p:nvPr/>
        </p:nvSpPr>
        <p:spPr>
          <a:xfrm>
            <a:off x="5650090" y="3542121"/>
            <a:ext cx="570089" cy="230832"/>
          </a:xfrm>
          <a:prstGeom prst="rect">
            <a:avLst/>
          </a:prstGeom>
          <a:noFill/>
        </p:spPr>
        <p:txBody>
          <a:bodyPr wrap="square" rtlCol="0">
            <a:spAutoFit/>
          </a:bodyPr>
          <a:lstStyle/>
          <a:p>
            <a:pPr algn="ctr"/>
            <a:r>
              <a:rPr lang="en-US" sz="900" dirty="0"/>
              <a:t>34589</a:t>
            </a:r>
          </a:p>
        </p:txBody>
      </p:sp>
      <p:sp>
        <p:nvSpPr>
          <p:cNvPr id="59" name="TextBox 58">
            <a:extLst>
              <a:ext uri="{FF2B5EF4-FFF2-40B4-BE49-F238E27FC236}">
                <a16:creationId xmlns:a16="http://schemas.microsoft.com/office/drawing/2014/main" id="{BC6912FD-345B-E8E9-7466-CE57D48418E9}"/>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34589</a:t>
            </a:r>
          </a:p>
        </p:txBody>
      </p:sp>
      <p:sp>
        <p:nvSpPr>
          <p:cNvPr id="60" name="TextBox 59">
            <a:extLst>
              <a:ext uri="{FF2B5EF4-FFF2-40B4-BE49-F238E27FC236}">
                <a16:creationId xmlns:a16="http://schemas.microsoft.com/office/drawing/2014/main" id="{4490ABB9-0E45-A789-F0E6-BA73E87A8B3A}"/>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A29918DE-442C-4526-20D8-D2201E20023D}"/>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34337013-28D3-0732-5B69-96A5ABE0E263}"/>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B3C51572-057B-47E7-49F2-B8ABE7B2EA9D}"/>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D41709A-F92B-9F6C-8BF6-9BF7D12FD6E3}"/>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D22F19C2-2D68-0227-E9BC-7661D689A3E9}"/>
              </a:ext>
            </a:extLst>
          </p:cNvPr>
          <p:cNvSpPr txBox="1"/>
          <p:nvPr/>
        </p:nvSpPr>
        <p:spPr>
          <a:xfrm>
            <a:off x="7157158" y="1402877"/>
            <a:ext cx="570089" cy="230832"/>
          </a:xfrm>
          <a:prstGeom prst="rect">
            <a:avLst/>
          </a:prstGeom>
          <a:noFill/>
        </p:spPr>
        <p:txBody>
          <a:bodyPr wrap="square" rtlCol="0">
            <a:spAutoFit/>
          </a:bodyPr>
          <a:lstStyle/>
          <a:p>
            <a:pPr algn="ctr"/>
            <a:r>
              <a:rPr lang="en-US" sz="900" dirty="0"/>
              <a:t>14</a:t>
            </a:r>
          </a:p>
        </p:txBody>
      </p:sp>
      <p:sp>
        <p:nvSpPr>
          <p:cNvPr id="42" name="TextBox 41">
            <a:extLst>
              <a:ext uri="{FF2B5EF4-FFF2-40B4-BE49-F238E27FC236}">
                <a16:creationId xmlns:a16="http://schemas.microsoft.com/office/drawing/2014/main" id="{0C98F759-D760-723F-E41A-56DF2BE00E88}"/>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61AAB7F4-D299-2D66-E2FA-FEB964B29145}"/>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72C8D308-5E7A-1E50-7779-94D8862CDABC}"/>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C6C05A42-E252-C031-404F-846213CCD3DC}"/>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104051B2-BE22-8E2A-3AD0-89FBFC8F5971}"/>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16E429E8-7D4E-6A7D-D4B2-EDA08801D395}"/>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100E12AE-A778-F554-CD5B-F21A8E7A8401}"/>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98523742-04E5-8CC6-93C4-0A0880C7398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C1A4063F-062E-7099-02A4-F4B72A12F553}"/>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234589</a:t>
            </a:r>
          </a:p>
        </p:txBody>
      </p:sp>
      <p:sp>
        <p:nvSpPr>
          <p:cNvPr id="68" name="TextBox 67">
            <a:extLst>
              <a:ext uri="{FF2B5EF4-FFF2-40B4-BE49-F238E27FC236}">
                <a16:creationId xmlns:a16="http://schemas.microsoft.com/office/drawing/2014/main" id="{74783E26-F739-B76A-6D10-207BA5EEE257}"/>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234589</a:t>
            </a:r>
          </a:p>
        </p:txBody>
      </p:sp>
      <p:sp>
        <p:nvSpPr>
          <p:cNvPr id="69" name="TextBox 68">
            <a:extLst>
              <a:ext uri="{FF2B5EF4-FFF2-40B4-BE49-F238E27FC236}">
                <a16:creationId xmlns:a16="http://schemas.microsoft.com/office/drawing/2014/main" id="{8F8D55D6-29FE-01E3-D404-EF9AFE3B6D1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07B3EBF6-B734-B511-E515-687AF847FA5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1A49591A-0741-FE94-4AE2-467C018191E6}"/>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A2D9406-3FC3-D5ED-7157-F6137F80A70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D521336-4731-F6BF-D3F6-CF723E96A9B4}"/>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39" name="TextBox 38">
            <a:extLst>
              <a:ext uri="{FF2B5EF4-FFF2-40B4-BE49-F238E27FC236}">
                <a16:creationId xmlns:a16="http://schemas.microsoft.com/office/drawing/2014/main" id="{A2093187-66E6-7569-F2BE-E7FD11406911}"/>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4929353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37985-28D0-D96A-C404-48E012B870A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A6745B8-4F8E-C2A5-DE29-E2F0353A61EC}"/>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07C0789-F28F-7D19-0F1C-612DAFCA420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82A04C1-52AD-3914-C707-B10880CD70A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5A06A33-97CB-6E4A-9A78-77339C2C6F1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EE0A81C-5679-BE51-1931-05C731B041C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C12F408-CC92-0E74-1FE5-BC75263F6EF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CF661B4-C9E1-9CEB-6E68-5838470263C0}"/>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E558FDB-42DC-F285-C75D-258A371FC60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E7CFA68D-E2EA-468B-07D0-4480BC15CE73}"/>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7410EDF4-AC9E-F911-ABE6-DA2BF3559F6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ABB7804-2A30-5A03-E5A6-1A6C6F4B434D}"/>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464D85AB-725A-AF0C-9A88-3F17BC4A19EA}"/>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51406DC9-213C-46A1-CC93-03AA6390B1C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B7C4C1D-5D2A-1490-EB96-B65B8C5003C2}"/>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90746BD-CCA8-A441-0CA0-D6533EFAA34F}"/>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449E4C8E-4CA1-1BA6-13F5-C21023C69D3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D39B5D2-04A1-F18D-E4D6-6BFDB7CAE632}"/>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8253AC25-A700-2ECB-6868-A79080A63FDD}"/>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B960FA57-A79A-91B9-D49B-D925E5FBF190}"/>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E52F4772-3137-078F-7EE1-A252D1F5CEE4}"/>
              </a:ext>
            </a:extLst>
          </p:cNvPr>
          <p:cNvSpPr txBox="1"/>
          <p:nvPr/>
        </p:nvSpPr>
        <p:spPr>
          <a:xfrm>
            <a:off x="6654802" y="5044952"/>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5A45FBFF-BC93-4780-3224-D16BB8D93221}"/>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DEB6AAF-91F9-A7B6-03C7-4E58EAD89B5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CF947F9-2CA4-205B-6434-1520D05698AB}"/>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8B90AAAA-D60D-6238-874F-D03ADC806924}"/>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71E84EB1-3C1D-11ED-2A1A-882AF15E97E2}"/>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A8FB7079-67A8-3E1D-B67D-5914CB2AC5EA}"/>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A86D6DAE-AB53-0973-18E6-A0DDD8D4BE12}"/>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578388BA-1826-8847-FCE3-66D8DEB35668}"/>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28F1F740-39D4-C5B3-E30F-D44BDF4C2F9A}"/>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78929C79-AF73-9DB9-C63C-0DDD394C65C1}"/>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E8CEA78C-B78D-B87F-4848-45A74941CD8C}"/>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6214F9F9-8874-1758-351B-0BB7BBACB062}"/>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555313D2-E6C1-F7B7-5BF3-B39300D30BFE}"/>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A4D5BC00-9D64-86F9-8F79-35A75D5BD4B8}"/>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FB3CC22B-99FA-8EA5-2CC2-DF60E7557D58}"/>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3EDA0A35-102D-8390-6E39-82ABE051823C}"/>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F0D1F17C-032A-0632-AF35-EA54974CC53A}"/>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89DDC920-1766-3C54-084F-6F173434797F}"/>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0EEEE3A8-B035-0FEC-A394-483EC03F55F8}"/>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A15F2B95-124A-46F5-B7AA-8089A0B87E58}"/>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9470DBF4-A689-3407-4655-63BB669B1980}"/>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5" name="TextBox 54">
            <a:extLst>
              <a:ext uri="{FF2B5EF4-FFF2-40B4-BE49-F238E27FC236}">
                <a16:creationId xmlns:a16="http://schemas.microsoft.com/office/drawing/2014/main" id="{0E5DFF0A-9807-D896-6151-2B271A98A161}"/>
              </a:ext>
            </a:extLst>
          </p:cNvPr>
          <p:cNvSpPr txBox="1"/>
          <p:nvPr/>
        </p:nvSpPr>
        <p:spPr>
          <a:xfrm>
            <a:off x="6152446" y="1402877"/>
            <a:ext cx="570089" cy="230832"/>
          </a:xfrm>
          <a:prstGeom prst="rect">
            <a:avLst/>
          </a:prstGeom>
          <a:noFill/>
        </p:spPr>
        <p:txBody>
          <a:bodyPr wrap="square" rtlCol="0">
            <a:spAutoFit/>
          </a:bodyPr>
          <a:lstStyle/>
          <a:p>
            <a:pPr algn="ctr"/>
            <a:r>
              <a:rPr lang="en-US" sz="900" dirty="0"/>
              <a:t>14</a:t>
            </a:r>
          </a:p>
        </p:txBody>
      </p:sp>
      <p:sp>
        <p:nvSpPr>
          <p:cNvPr id="57" name="TextBox 56">
            <a:extLst>
              <a:ext uri="{FF2B5EF4-FFF2-40B4-BE49-F238E27FC236}">
                <a16:creationId xmlns:a16="http://schemas.microsoft.com/office/drawing/2014/main" id="{50CC8773-95DD-9241-40A7-34C6052EA60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553D9BF4-F2E9-1AE9-B6E0-D4D2A863244C}"/>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736878B7-810F-5F20-D259-5AE873ACD65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34589</a:t>
            </a:r>
          </a:p>
        </p:txBody>
      </p:sp>
      <p:sp>
        <p:nvSpPr>
          <p:cNvPr id="60" name="TextBox 59">
            <a:extLst>
              <a:ext uri="{FF2B5EF4-FFF2-40B4-BE49-F238E27FC236}">
                <a16:creationId xmlns:a16="http://schemas.microsoft.com/office/drawing/2014/main" id="{E4290650-E2FA-F1CB-8E51-C3E9698253BA}"/>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82CA9479-49B9-0B3F-3A0E-B0D9D99C2A26}"/>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5F4A4D3E-6FB5-F94C-AEC8-F0B67E82141C}"/>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3AF13669-CF19-BF0E-5D0C-35FBFEFC6E7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BCDE1AAE-3E3C-7436-411B-D329D321B419}"/>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38" name="TextBox 37">
            <a:extLst>
              <a:ext uri="{FF2B5EF4-FFF2-40B4-BE49-F238E27FC236}">
                <a16:creationId xmlns:a16="http://schemas.microsoft.com/office/drawing/2014/main" id="{E8F56FC9-3FDF-ECE5-0BFC-BB07F304B47A}"/>
              </a:ext>
            </a:extLst>
          </p:cNvPr>
          <p:cNvSpPr txBox="1"/>
          <p:nvPr/>
        </p:nvSpPr>
        <p:spPr>
          <a:xfrm>
            <a:off x="7157158" y="1402877"/>
            <a:ext cx="570089" cy="230832"/>
          </a:xfrm>
          <a:prstGeom prst="rect">
            <a:avLst/>
          </a:prstGeom>
          <a:noFill/>
        </p:spPr>
        <p:txBody>
          <a:bodyPr wrap="square" rtlCol="0">
            <a:spAutoFit/>
          </a:bodyPr>
          <a:lstStyle/>
          <a:p>
            <a:pPr algn="ctr"/>
            <a:r>
              <a:rPr lang="en-US" sz="900" dirty="0"/>
              <a:t>14</a:t>
            </a:r>
          </a:p>
        </p:txBody>
      </p:sp>
      <p:sp>
        <p:nvSpPr>
          <p:cNvPr id="42" name="TextBox 41">
            <a:extLst>
              <a:ext uri="{FF2B5EF4-FFF2-40B4-BE49-F238E27FC236}">
                <a16:creationId xmlns:a16="http://schemas.microsoft.com/office/drawing/2014/main" id="{F19D0D69-8C99-5F39-2673-741CF729E861}"/>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F2DF2F89-EED5-B910-AE5D-E28298EACEFE}"/>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C33CAA20-5A57-54C5-EC3A-5DC08DABD121}"/>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C1726AA9-6C1F-14A6-023D-59D3CFF3FD3A}"/>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25E67B1F-DC0E-0F9B-557C-105CBEBEA601}"/>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8B7DA2F4-DBDA-D0EC-AC5B-41F2CC0AE7F2}"/>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86757FB4-68CC-38A2-BD8D-A8B34F51E242}"/>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BB318C99-72CB-3D85-2358-8C4BE50F95D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FEAFADBF-52D1-2A2B-4EE5-5B2154926CE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F2E0A5E5-A169-8523-09D8-5A268D4EC5A8}"/>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B4B7FCDF-8A56-6710-46EC-DDF1DF0775E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82311F86-FADF-60C8-CB54-5AB22ED445A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2F538758-4FEA-FC41-3322-3914E7E7A626}"/>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2E0C42F-1613-1BC1-CE76-45DABC34CAA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BC00EAA-5057-BCAC-B22E-4A3EA457B0E0}"/>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FC826AA6-9978-E140-5E2D-24DF541F393C}"/>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739206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4DE5AB-EA71-47B2-D47A-B7C0384A3DB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A71966-6A8F-5F4A-158E-98E2EBF01157}"/>
              </a:ext>
            </a:extLst>
          </p:cNvPr>
          <p:cNvSpPr>
            <a:spLocks noGrp="1"/>
          </p:cNvSpPr>
          <p:nvPr>
            <p:ph sz="half" idx="1"/>
          </p:nvPr>
        </p:nvSpPr>
        <p:spPr/>
        <p:txBody>
          <a:bodyPr/>
          <a:lstStyle/>
          <a:p>
            <a:r>
              <a:rPr lang="en-US" dirty="0"/>
              <a:t>In Column 9, the maximum the 5-arrow could be is 45789 = 33. Therefore, the only possible sum is 31.</a:t>
            </a:r>
          </a:p>
        </p:txBody>
      </p:sp>
      <p:pic>
        <p:nvPicPr>
          <p:cNvPr id="4" name="Picture 3" descr="A grid of sudoku puzzle&#10;&#10;Description automatically generated">
            <a:extLst>
              <a:ext uri="{FF2B5EF4-FFF2-40B4-BE49-F238E27FC236}">
                <a16:creationId xmlns:a16="http://schemas.microsoft.com/office/drawing/2014/main" id="{69401FC2-AA92-81B5-6788-D304634FD03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2D0F2350-FFF6-A7AF-FA71-E8E51782DC4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F63BB0B-F0A7-F13A-4DB4-C3AB60EC7CC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D3F894F-420C-624D-0B8B-BFDD09A8E3D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FA5C812-DC75-C917-D4BB-B6025C7628EC}"/>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636E860-F753-33E5-F6C2-20E10D62751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116564C-7AF6-D7F4-E82E-F98BB03CCFD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5DF83999-C04E-4813-C2CF-725186A6EF4F}"/>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713D02D9-0402-C939-0C91-2D6B9E8DCA33}"/>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BEBC5A7-A6DE-ECCE-0479-B38C226BD90B}"/>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43BC2D4E-B003-6ACE-43B6-72032574C1A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3BBBDEFE-E0B4-23D6-3FD4-43FDF75F745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94D8B6D-0140-FD93-D494-5711B7F09C86}"/>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89C61A6-AFA4-D2C5-E98F-7126BD5BCA06}"/>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07A4217-BBA9-88F8-6C2E-87A2C45A19D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6B77226-0869-BBC0-43CE-104F66564B87}"/>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E88FAB27-79C5-0F01-876D-884115CC5886}"/>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5" name="TextBox 24">
            <a:extLst>
              <a:ext uri="{FF2B5EF4-FFF2-40B4-BE49-F238E27FC236}">
                <a16:creationId xmlns:a16="http://schemas.microsoft.com/office/drawing/2014/main" id="{3E094999-FC2B-57AC-6A68-8E5AA01F593D}"/>
              </a:ext>
            </a:extLst>
          </p:cNvPr>
          <p:cNvSpPr txBox="1"/>
          <p:nvPr/>
        </p:nvSpPr>
        <p:spPr>
          <a:xfrm>
            <a:off x="6152446" y="4909484"/>
            <a:ext cx="570089" cy="230832"/>
          </a:xfrm>
          <a:prstGeom prst="rect">
            <a:avLst/>
          </a:prstGeom>
          <a:noFill/>
        </p:spPr>
        <p:txBody>
          <a:bodyPr wrap="square" rtlCol="0">
            <a:spAutoFit/>
          </a:bodyPr>
          <a:lstStyle/>
          <a:p>
            <a:pPr algn="ctr"/>
            <a:r>
              <a:rPr lang="en-US" sz="900" dirty="0"/>
              <a:t>45</a:t>
            </a:r>
          </a:p>
        </p:txBody>
      </p:sp>
      <p:sp>
        <p:nvSpPr>
          <p:cNvPr id="26" name="TextBox 25">
            <a:extLst>
              <a:ext uri="{FF2B5EF4-FFF2-40B4-BE49-F238E27FC236}">
                <a16:creationId xmlns:a16="http://schemas.microsoft.com/office/drawing/2014/main" id="{E562CC74-3FA1-3237-CC8E-77434C2B60EF}"/>
              </a:ext>
            </a:extLst>
          </p:cNvPr>
          <p:cNvSpPr txBox="1"/>
          <p:nvPr/>
        </p:nvSpPr>
        <p:spPr>
          <a:xfrm>
            <a:off x="6654802" y="5044952"/>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140C62B6-988B-65B5-03D9-06ED96868DA2}"/>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F8E59026-7489-7F0D-6D21-DD8D32761195}"/>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FFDA564-9F6F-F000-B22C-5B12EA2FA44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C605971C-8BFB-7DA4-7E0E-CBF9432041BE}"/>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B512BFD9-0CD1-E565-C738-D5EBB3F1E64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06649ADB-8481-6C1C-628A-1D5333AFCC7C}"/>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3D5B44F2-47B3-1BE4-3193-1D8197868B37}"/>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A8A2EA27-4F08-5070-C790-C96A1BE518CF}"/>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9E88E38E-AB4C-DF0D-42F5-5AEDA15F9D5B}"/>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C13BD15F-7337-3CE2-D63B-935CEC447EB3}"/>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889FB10F-65DE-326F-A3C4-DA21D7CAB526}"/>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F3C2DBD4-578C-799D-FCEC-93734086A265}"/>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06DB1E0A-753F-FB2A-B55D-7EEBF3FF83D3}"/>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E23BD8ED-9C7E-F6A8-A2DC-4FD081521F7E}"/>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4669F709-D049-E485-3600-C21D6AF67410}"/>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0D19B884-F40F-BFF5-3D1B-5EF416654F80}"/>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4057FB2F-884F-AFA4-93E2-D5F60805337E}"/>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6F503FF5-CD77-B0F8-F273-F47595489CA6}"/>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43817EFE-CE52-66AB-801F-631ED4808B93}"/>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6BED273B-DA35-F3F5-BA09-90C9753B3F6E}"/>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55ECE2E6-33AC-0B1A-9713-62C4AB4B3D8C}"/>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7" name="TextBox 56">
            <a:extLst>
              <a:ext uri="{FF2B5EF4-FFF2-40B4-BE49-F238E27FC236}">
                <a16:creationId xmlns:a16="http://schemas.microsoft.com/office/drawing/2014/main" id="{E4607D91-E850-73BC-F99D-A7B7265005CF}"/>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C4996EB4-02B7-EE0B-F994-2D24A1322533}"/>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E656502D-DB9D-7122-700C-ECFDA0938903}"/>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34589</a:t>
            </a:r>
          </a:p>
        </p:txBody>
      </p:sp>
      <p:sp>
        <p:nvSpPr>
          <p:cNvPr id="60" name="TextBox 59">
            <a:extLst>
              <a:ext uri="{FF2B5EF4-FFF2-40B4-BE49-F238E27FC236}">
                <a16:creationId xmlns:a16="http://schemas.microsoft.com/office/drawing/2014/main" id="{C2FA22B6-DA4D-4953-EE25-5A1DEE740420}"/>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ED660861-E056-4275-4436-B5FFE2C04DDD}"/>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07657F81-5196-0C5D-BB37-E3E4E283534A}"/>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323A50D2-AE60-0131-AF6D-79D58126B93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84D31679-302B-7810-C533-F046827474D4}"/>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E951E43-2380-D03D-4ABF-4BF033D6E719}"/>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9DC897CB-71E2-38B8-43D3-50ACB61E8335}"/>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89F4E4C6-8BBF-99CC-9E24-2491D33A94AE}"/>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DC45C9EC-3057-049D-CC47-68817E5FC6C2}"/>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E0D37A94-9444-BD79-0A32-9409B0ACCCD3}"/>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097B539E-774A-EB27-7BF2-09CC523AE2A5}"/>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98A3C894-4E65-ABBD-29CA-86D182E939F3}"/>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8D0166D5-EEE4-10EA-E7BC-8C4C0546696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36783524-56E7-331A-489A-8E2E9E5D290C}"/>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79E9E607-8404-B418-9D30-DBD16B8EC76A}"/>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8B82BF61-58C9-929A-B2E5-75651A65C83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10E3D7F8-7DD2-9579-7D79-1A69069B1D3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6242638-24C7-14BC-760B-64940E1A2882}"/>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039C745-EEED-9EEC-6660-1808F107370F}"/>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E7F70D9-7F76-BE47-9AB5-47A3B4D2A96B}"/>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4A38EFD6-1441-641E-4B08-0787D37962FB}"/>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816C44D7-E6EF-423F-25CD-CD69EFA44A91}"/>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6369F9E0-AAE7-358E-DBF2-14E584C78B7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88439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045B7-E782-F5BB-E4F5-F44B111C222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E928688-E341-5CF4-7744-FAE2A8E0BE95}"/>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2996E10-B798-D888-D7B4-AB081CA6DB6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50F3F97-4D6A-B43B-45D0-513A777B1B1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14B2D63-CDBA-88C5-8F85-2D5E105329F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8961C29-1265-5E63-2A9A-9EB02F091C5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F4DF5B2-D08A-D210-971D-C45F6316E69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5432A31-1232-D021-82DE-A25BA592AFC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FCF8EDCD-140A-F81A-92DC-302ED31FAD1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4E049DC-29B2-847E-0E4D-F11F45C06E27}"/>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073ECF66-4DFD-A1AA-745F-44031B4AF11C}"/>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4CF8CF7A-3BC3-4A3E-9408-8F2D1F7114A1}"/>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ACB75446-020B-2A9D-DFDB-44038AAFFE2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0819D81C-C75E-02DF-8336-15EE9C7888E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76D75CC7-9224-BD6B-5E01-68AFB34453EC}"/>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1F360CA-61DF-FCF7-D19A-855841E8ADC0}"/>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120AED8-405F-10F2-DA32-0704CA33E43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9C0171F-B178-D28C-0385-9AB52AD9F0B3}"/>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178EFFE8-2F39-B3EC-F162-B65F28ED4BCD}"/>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C3D26F3E-E28E-106E-D536-8852824E2DE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7C61B90-5262-9683-2CAC-C18F021EFC46}"/>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8E18E3F6-9FC9-0C96-3B07-98BBAD56487F}"/>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DAEB9DFD-7FE4-920D-BCD2-107D5ED5BB6D}"/>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3B47A53D-8F75-994B-9D2A-18507D2E3C5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D374FFC2-F49D-825E-1CAC-79FFC88A3FDC}"/>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10E3DB35-A600-0386-50CC-33C1E13DDB1D}"/>
              </a:ext>
            </a:extLst>
          </p:cNvPr>
          <p:cNvSpPr txBox="1"/>
          <p:nvPr/>
        </p:nvSpPr>
        <p:spPr>
          <a:xfrm>
            <a:off x="3640666" y="5044952"/>
            <a:ext cx="570089" cy="230832"/>
          </a:xfrm>
          <a:prstGeom prst="rect">
            <a:avLst/>
          </a:prstGeom>
          <a:noFill/>
        </p:spPr>
        <p:txBody>
          <a:bodyPr wrap="square" rtlCol="0">
            <a:spAutoFit/>
          </a:bodyPr>
          <a:lstStyle/>
          <a:p>
            <a:pPr algn="ctr"/>
            <a:r>
              <a:rPr lang="en-US" sz="900" dirty="0"/>
              <a:t>5789</a:t>
            </a:r>
          </a:p>
        </p:txBody>
      </p:sp>
      <p:sp>
        <p:nvSpPr>
          <p:cNvPr id="32" name="TextBox 31">
            <a:extLst>
              <a:ext uri="{FF2B5EF4-FFF2-40B4-BE49-F238E27FC236}">
                <a16:creationId xmlns:a16="http://schemas.microsoft.com/office/drawing/2014/main" id="{B779A986-C247-7C94-091A-3BBCBA491D85}"/>
              </a:ext>
            </a:extLst>
          </p:cNvPr>
          <p:cNvSpPr txBox="1"/>
          <p:nvPr/>
        </p:nvSpPr>
        <p:spPr>
          <a:xfrm>
            <a:off x="3138310" y="5044952"/>
            <a:ext cx="570089" cy="230832"/>
          </a:xfrm>
          <a:prstGeom prst="rect">
            <a:avLst/>
          </a:prstGeom>
          <a:noFill/>
        </p:spPr>
        <p:txBody>
          <a:bodyPr wrap="square" rtlCol="0">
            <a:spAutoFit/>
          </a:bodyPr>
          <a:lstStyle/>
          <a:p>
            <a:pPr algn="ctr"/>
            <a:r>
              <a:rPr lang="en-US" sz="900" dirty="0"/>
              <a:t>45789</a:t>
            </a:r>
          </a:p>
        </p:txBody>
      </p:sp>
      <p:sp>
        <p:nvSpPr>
          <p:cNvPr id="33" name="TextBox 32">
            <a:extLst>
              <a:ext uri="{FF2B5EF4-FFF2-40B4-BE49-F238E27FC236}">
                <a16:creationId xmlns:a16="http://schemas.microsoft.com/office/drawing/2014/main" id="{EA0E4B4D-01CF-7951-D76B-9C83904C03B7}"/>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571D6191-1320-747F-6A82-474304CBE882}"/>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0E965D94-B183-CA04-A756-E0892B380F1E}"/>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122015C5-E47D-428A-2996-BC25CA64F0ED}"/>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E91E6070-4626-0808-159B-F455D78AA7A3}"/>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4971997F-71C6-74A9-F52F-9FF610030F67}"/>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53EA49EE-D602-8AE3-D2B3-394FD0C940E2}"/>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2AC9CBD1-ADC6-41C7-5038-F5F2469E678A}"/>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9ED40C87-4F26-D659-1520-8859836EF01D}"/>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73DC7DD3-2578-E268-B27B-72394699858C}"/>
              </a:ext>
            </a:extLst>
          </p:cNvPr>
          <p:cNvSpPr txBox="1"/>
          <p:nvPr/>
        </p:nvSpPr>
        <p:spPr>
          <a:xfrm>
            <a:off x="5147734" y="5044952"/>
            <a:ext cx="570089" cy="230832"/>
          </a:xfrm>
          <a:prstGeom prst="rect">
            <a:avLst/>
          </a:prstGeom>
          <a:noFill/>
        </p:spPr>
        <p:txBody>
          <a:bodyPr wrap="square" rtlCol="0">
            <a:spAutoFit/>
          </a:bodyPr>
          <a:lstStyle/>
          <a:p>
            <a:pPr algn="ctr"/>
            <a:r>
              <a:rPr lang="en-US" sz="900" dirty="0"/>
              <a:t>345789</a:t>
            </a:r>
          </a:p>
        </p:txBody>
      </p:sp>
      <p:sp>
        <p:nvSpPr>
          <p:cNvPr id="52" name="TextBox 51">
            <a:extLst>
              <a:ext uri="{FF2B5EF4-FFF2-40B4-BE49-F238E27FC236}">
                <a16:creationId xmlns:a16="http://schemas.microsoft.com/office/drawing/2014/main" id="{0C9E8C0F-A9C0-6DA7-45EF-302D47DE27C0}"/>
              </a:ext>
            </a:extLst>
          </p:cNvPr>
          <p:cNvSpPr txBox="1"/>
          <p:nvPr/>
        </p:nvSpPr>
        <p:spPr>
          <a:xfrm>
            <a:off x="7157158" y="4043065"/>
            <a:ext cx="570089" cy="230832"/>
          </a:xfrm>
          <a:prstGeom prst="rect">
            <a:avLst/>
          </a:prstGeom>
          <a:noFill/>
        </p:spPr>
        <p:txBody>
          <a:bodyPr wrap="square" rtlCol="0">
            <a:spAutoFit/>
          </a:bodyPr>
          <a:lstStyle/>
          <a:p>
            <a:pPr algn="ctr"/>
            <a:r>
              <a:rPr lang="en-US" sz="900" dirty="0"/>
              <a:t>245789</a:t>
            </a:r>
          </a:p>
        </p:txBody>
      </p:sp>
      <p:sp>
        <p:nvSpPr>
          <p:cNvPr id="53" name="TextBox 52">
            <a:extLst>
              <a:ext uri="{FF2B5EF4-FFF2-40B4-BE49-F238E27FC236}">
                <a16:creationId xmlns:a16="http://schemas.microsoft.com/office/drawing/2014/main" id="{9383C554-745D-3061-8641-5363C621744D}"/>
              </a:ext>
            </a:extLst>
          </p:cNvPr>
          <p:cNvSpPr txBox="1"/>
          <p:nvPr/>
        </p:nvSpPr>
        <p:spPr>
          <a:xfrm>
            <a:off x="6152446" y="766465"/>
            <a:ext cx="570089" cy="230832"/>
          </a:xfrm>
          <a:prstGeom prst="rect">
            <a:avLst/>
          </a:prstGeom>
          <a:noFill/>
        </p:spPr>
        <p:txBody>
          <a:bodyPr wrap="square" rtlCol="0">
            <a:spAutoFit/>
          </a:bodyPr>
          <a:lstStyle/>
          <a:p>
            <a:pPr algn="ctr"/>
            <a:r>
              <a:rPr lang="en-US" sz="900" dirty="0"/>
              <a:t>59</a:t>
            </a:r>
          </a:p>
        </p:txBody>
      </p:sp>
      <p:sp>
        <p:nvSpPr>
          <p:cNvPr id="54" name="TextBox 53">
            <a:extLst>
              <a:ext uri="{FF2B5EF4-FFF2-40B4-BE49-F238E27FC236}">
                <a16:creationId xmlns:a16="http://schemas.microsoft.com/office/drawing/2014/main" id="{3770192F-D4C7-3A6B-4EC4-DD89DBCFCC09}"/>
              </a:ext>
            </a:extLst>
          </p:cNvPr>
          <p:cNvSpPr txBox="1"/>
          <p:nvPr/>
        </p:nvSpPr>
        <p:spPr>
          <a:xfrm>
            <a:off x="6654802" y="766465"/>
            <a:ext cx="570089" cy="230832"/>
          </a:xfrm>
          <a:prstGeom prst="rect">
            <a:avLst/>
          </a:prstGeom>
          <a:noFill/>
        </p:spPr>
        <p:txBody>
          <a:bodyPr wrap="square" rtlCol="0">
            <a:spAutoFit/>
          </a:bodyPr>
          <a:lstStyle/>
          <a:p>
            <a:pPr algn="ctr"/>
            <a:r>
              <a:rPr lang="en-US" sz="900" dirty="0"/>
              <a:t>95</a:t>
            </a:r>
          </a:p>
        </p:txBody>
      </p:sp>
      <p:sp>
        <p:nvSpPr>
          <p:cNvPr id="57" name="TextBox 56">
            <a:extLst>
              <a:ext uri="{FF2B5EF4-FFF2-40B4-BE49-F238E27FC236}">
                <a16:creationId xmlns:a16="http://schemas.microsoft.com/office/drawing/2014/main" id="{2DEB8089-EE79-B7CC-C742-4E79038EB101}"/>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C7D507ED-5EDC-119F-50F6-3E7DD8CDE4CF}"/>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33CD48B2-972A-E064-25ED-7F04C2E8C604}"/>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34589</a:t>
            </a:r>
          </a:p>
        </p:txBody>
      </p:sp>
      <p:sp>
        <p:nvSpPr>
          <p:cNvPr id="60" name="TextBox 59">
            <a:extLst>
              <a:ext uri="{FF2B5EF4-FFF2-40B4-BE49-F238E27FC236}">
                <a16:creationId xmlns:a16="http://schemas.microsoft.com/office/drawing/2014/main" id="{CF5BCFDB-33CF-0524-C3A5-A41E107935CE}"/>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AA62D97A-E0A8-A808-F20F-669E6AC22C04}"/>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9549AD84-E35D-EE10-B5B7-FDC2FFFF86AD}"/>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1A52D073-AC79-8B5E-9A86-71B85A14D351}"/>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3FDDD8C-EEB0-DA85-2D55-3E3ECC57EB7F}"/>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7DE3EC94-3BF7-9161-5167-273383A6ABC5}"/>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A63EA9B9-B999-472C-7D58-BD9CA3DB1C5D}"/>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6A951251-1D33-C206-5539-A6190636263D}"/>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D8F359DD-B4C9-80A1-0995-CA0D100B5E77}"/>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23457</a:t>
            </a:r>
          </a:p>
        </p:txBody>
      </p:sp>
      <p:sp>
        <p:nvSpPr>
          <p:cNvPr id="64" name="TextBox 63">
            <a:extLst>
              <a:ext uri="{FF2B5EF4-FFF2-40B4-BE49-F238E27FC236}">
                <a16:creationId xmlns:a16="http://schemas.microsoft.com/office/drawing/2014/main" id="{443BF97A-CE19-FA6B-D40E-3CD73DAFF786}"/>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4EFE6E9B-8545-683D-FB04-FCF6D45D27A1}"/>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7BFDF918-ACED-4EF4-AB66-BF0436394465}"/>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25EE9414-5C78-6584-F539-6AB94A473E2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FE350CF-7201-03CF-5D56-4B34C81C866A}"/>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92C988B8-1ACC-D4C3-3E07-0AFE33BF9F49}"/>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51B4C8C0-3698-5017-4D34-A7271098C1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94FF8ADE-33A2-2E0B-111E-ECC501B964A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AC0FF9A-2D05-9321-775D-9E3AC5CD8A98}"/>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6A556F4-00FB-4290-E61C-9A2545B7914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A913712-ED7E-1B10-5A7D-4E4F4E01E9AE}"/>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1BCCD50F-138B-0CE3-16A2-324B79836D43}"/>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753E4DA-4A73-2D88-7186-50CD53443A05}"/>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37EFBE5C-E23B-2F9E-6565-F507D956B59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4C1B411D-AE69-F189-63EB-24369D099609}"/>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F6DB816-4543-820D-FDAA-261C8D7DB30F}"/>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9891723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AE475-DF8F-7415-F51B-342A9DBC93B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8D5F30-3981-F54D-B3DE-9AC0D2BDC66F}"/>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04165FD-EA2B-5759-EFAF-C08D8CB3AF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6210778-1FF1-09F8-BCA8-0351F9E870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19E063-D3CE-AED9-8C93-1AC54E85684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E0071C3-BEEC-642A-015D-0D9ACBAFED0B}"/>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02195E-9B98-F265-0862-AACD6269241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9A5F2A3-EB0C-206A-B207-7601F3E2A46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72471740-53C0-37E3-3819-A03A963AE45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1611AB29-7647-8781-23E1-8C720A020958}"/>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64E64A27-4B0B-2F32-2234-0CAF009FBED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98D2D340-51A3-FAE2-D907-1F29C2ADB15D}"/>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9A484823-36F1-BEB4-E2DD-E00C21108F3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8EFA81B3-112B-2458-DF60-8E7049F3E07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32E3ECE-1498-2521-7C90-417FED2AD49E}"/>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8341562-E02B-C335-961C-FE75C7C9322A}"/>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F8CEAE8F-B69A-7203-A0FD-655709A0559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D0D246D-5441-56CA-093B-C4B5F3E15130}"/>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6C86C172-1B81-DF49-59C0-736B3D52CE78}"/>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A343FEC3-6760-9EFA-7EF6-C97644380665}"/>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419AAFB3-E9A9-EEC6-9326-C3D082875CD9}"/>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F1CB84A-2403-4C07-26DE-0DC879144171}"/>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17F81410-0FE6-70AF-02FC-75BCA8A64DDD}"/>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B8AF1851-EB16-168A-EF89-E3EBB39D106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D31B8790-EB49-A209-9E8F-0546987D704C}"/>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0C462451-2D95-1BC4-1A1D-7193653A3983}"/>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C1059F28-6D51-8E5F-83DB-680BFB92F2D6}"/>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AAB20C3F-F8ED-378D-B9CE-083E3A2274A7}"/>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74D26E80-705D-C6F3-BDD0-13C48A495A82}"/>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10D91D3C-21BE-B0EB-27E9-F1CE65C882B1}"/>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B71FEA0F-5F10-3F79-8CB2-E42098AF6804}"/>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617FD323-5CF8-979F-00C6-7520D8A0EC9F}"/>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CE0F1E3D-0231-D736-F920-92F33605EC2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D77A1BC-8D2C-621D-64A2-6FDEB70B962B}"/>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25C1987D-3C4E-447F-B975-5185A7B2B337}"/>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A5E2A684-5CC8-EA56-30A0-2A889CE0F6CC}"/>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143CEFC4-5160-5548-BCC1-275FEF7EFEA1}"/>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2CD8CD34-A260-DB8C-2ED8-553E90529F53}"/>
              </a:ext>
            </a:extLst>
          </p:cNvPr>
          <p:cNvSpPr txBox="1"/>
          <p:nvPr/>
        </p:nvSpPr>
        <p:spPr>
          <a:xfrm>
            <a:off x="7157158" y="4043065"/>
            <a:ext cx="570089" cy="230832"/>
          </a:xfrm>
          <a:prstGeom prst="rect">
            <a:avLst/>
          </a:prstGeom>
          <a:noFill/>
        </p:spPr>
        <p:txBody>
          <a:bodyPr wrap="square" rtlCol="0">
            <a:spAutoFit/>
          </a:bodyPr>
          <a:lstStyle/>
          <a:p>
            <a:pPr algn="ctr"/>
            <a:r>
              <a:rPr lang="en-US" sz="900" dirty="0"/>
              <a:t>2478</a:t>
            </a:r>
          </a:p>
        </p:txBody>
      </p:sp>
      <p:sp>
        <p:nvSpPr>
          <p:cNvPr id="57" name="TextBox 56">
            <a:extLst>
              <a:ext uri="{FF2B5EF4-FFF2-40B4-BE49-F238E27FC236}">
                <a16:creationId xmlns:a16="http://schemas.microsoft.com/office/drawing/2014/main" id="{E6654C1A-6F46-AFA6-E334-3B4636239420}"/>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57D6F70F-3A25-90BE-707D-59329C77B1D1}"/>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047ED191-36A6-B728-B781-E668DBFC3087}"/>
              </a:ext>
            </a:extLst>
          </p:cNvPr>
          <p:cNvSpPr txBox="1"/>
          <p:nvPr/>
        </p:nvSpPr>
        <p:spPr>
          <a:xfrm>
            <a:off x="6654802" y="3406653"/>
            <a:ext cx="570089" cy="230832"/>
          </a:xfrm>
          <a:prstGeom prst="rect">
            <a:avLst/>
          </a:prstGeom>
          <a:noFill/>
        </p:spPr>
        <p:txBody>
          <a:bodyPr wrap="square" rtlCol="0">
            <a:spAutoFit/>
          </a:bodyPr>
          <a:lstStyle/>
          <a:p>
            <a:pPr algn="ctr"/>
            <a:r>
              <a:rPr lang="en-US" sz="900" dirty="0"/>
              <a:t>3458</a:t>
            </a:r>
          </a:p>
        </p:txBody>
      </p:sp>
      <p:sp>
        <p:nvSpPr>
          <p:cNvPr id="60" name="TextBox 59">
            <a:extLst>
              <a:ext uri="{FF2B5EF4-FFF2-40B4-BE49-F238E27FC236}">
                <a16:creationId xmlns:a16="http://schemas.microsoft.com/office/drawing/2014/main" id="{910DDA9F-B077-7AD9-D153-A587256E459B}"/>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1FDDD4E2-7895-E259-A485-CAA7158E764F}"/>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157C204-739F-474B-B144-35FA11CB948B}"/>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C84BEEA7-6E15-9B28-EF8C-56F34130AA10}"/>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14F3745-4DFC-19BF-6DD9-19B3A86BDA93}"/>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EC6C82E-D448-979D-7C55-F8E5A08FB426}"/>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710F862F-0C99-26C5-3ACE-2DE4F21AB13C}"/>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0AE79287-FB35-F5BE-D661-A55538DD18E5}"/>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3FA453C1-16C6-0F59-B1D6-3EC0F3ED83D9}"/>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56C4A90D-B019-916D-391F-36BBE98ECCAA}"/>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6F645B91-CB9A-17BC-0591-F706970BB95C}"/>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E27ED865-149E-13C6-909E-601E757543B9}"/>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CFBCA0A3-0374-6CFF-E78E-43BB3028F09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5058C03-06CB-1A90-A106-35E5196E5769}"/>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595918D7-2322-7622-424D-ED1C8750F17B}"/>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C392D808-82DE-D6EE-A786-2762E4F9746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B2C0665-15E1-AACD-670D-C9AC42ED3F3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DFDC187E-6560-729C-2683-33F6EB5C75BD}"/>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2E427E1-ECCE-4C0E-4648-A04AE771DBD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A2C6354-9E1E-1467-B8DF-6D679E59EDD3}"/>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8369A63D-3935-2FDF-449D-69DDBD13478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481F424-36EE-357B-CF27-56384CC1DEB9}"/>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9AB5B537-142A-4DA8-0533-71D374DD84D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3403A0A2-6D13-D91B-BD0A-5B252CD5814C}"/>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66A3B0B-944F-D602-8F38-4589FCEE2D77}"/>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B8FA6CF8-552F-0077-0475-14669EF51B41}"/>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45A0F69-D0EC-0CE3-0058-03703EA149C4}"/>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Tree>
    <p:extLst>
      <p:ext uri="{BB962C8B-B14F-4D97-AF65-F5344CB8AC3E}">
        <p14:creationId xmlns:p14="http://schemas.microsoft.com/office/powerpoint/2010/main" val="24467101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62CEC-5CA1-547E-B233-69BD64DDC2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7241F0-6F8B-6DCC-E25C-254AF238A6C4}"/>
              </a:ext>
            </a:extLst>
          </p:cNvPr>
          <p:cNvSpPr>
            <a:spLocks noGrp="1"/>
          </p:cNvSpPr>
          <p:nvPr>
            <p:ph sz="half" idx="1"/>
          </p:nvPr>
        </p:nvSpPr>
        <p:spPr/>
        <p:txBody>
          <a:bodyPr/>
          <a:lstStyle/>
          <a:p>
            <a:r>
              <a:rPr lang="en-US" dirty="0"/>
              <a:t>Reduce, and initialize remaining cells with six possibilities or fewer.</a:t>
            </a:r>
          </a:p>
        </p:txBody>
      </p:sp>
      <p:pic>
        <p:nvPicPr>
          <p:cNvPr id="4" name="Picture 3" descr="A grid of sudoku puzzle&#10;&#10;Description automatically generated">
            <a:extLst>
              <a:ext uri="{FF2B5EF4-FFF2-40B4-BE49-F238E27FC236}">
                <a16:creationId xmlns:a16="http://schemas.microsoft.com/office/drawing/2014/main" id="{F013F9BC-1D02-183E-2C10-1335621F8D25}"/>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F7433643-E71C-9C04-DFDE-96E111740E19}"/>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DED92AD-72C1-7424-CDC0-2B3F745E43F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5073915E-D1AB-06EE-C5A5-EC0D5628E2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1F593E3-2986-9403-2F0A-84957485853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3031285-9DE0-E2D9-F84C-A7372AA4C70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E2D90C28-14F7-450E-F561-F0AC3ABBC73F}"/>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C2EA051-F35A-41F0-400C-41709470583E}"/>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5F7214CC-2568-DD1B-A26A-00EF2F6184E9}"/>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3D348DC0-51FA-43D0-6370-5B0A3F357D6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10C0D016-8A7E-228D-D9DB-FEB6694C2E49}"/>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D2B9C2A-9255-976F-1632-B9219DCFBB88}"/>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329E1D6-A9FF-C72F-3A0D-A6E1EBD283F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57949066-FA1B-D7E8-AC2A-F347B8FC4570}"/>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D3BF1621-BBFC-979E-400A-A914CAC4135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2C6A286-B840-06A0-108F-C30DDF49A558}"/>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9983B29-3CF5-E329-070F-247E3832A1B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72053B39-E242-5D22-514C-B75AD186402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75F53149-72A3-3291-6223-5148FF9DC391}"/>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9FB2E4CD-F2D4-3E8C-B4C3-08EA9AF7DAEA}"/>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80C0F3DB-9EB4-C3C4-A68C-595105097561}"/>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C0159F3E-052E-9390-6A52-84F8FEC2E7F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0CB1525E-4EFD-8879-803C-4CA00DCBEC20}"/>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98A14671-B6C2-BE0E-04A4-6F00C28D9B05}"/>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0D0CB1DF-2D2F-A780-0638-FEDEBB67BDEB}"/>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21068D8A-15B2-DD17-DC56-54B4CAC9A1BB}"/>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4C861909-AF5F-9CBA-A5C3-6C86187D6AA4}"/>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54C14886-2E12-C3DC-875F-E60AE3B0A8F5}"/>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A663C70C-981A-C535-6DB5-1739F83769EA}"/>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FE473D0B-45BB-534D-8084-E2ED3FE8AE77}"/>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C85806A4-F0D8-87E1-4E2B-97C8D92DBBF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3F1646A4-3854-A54F-1530-007BED964AFD}"/>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7DCD5801-8177-D8B2-C105-D0E49DB21D99}"/>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A1A98C22-4463-9625-8933-75F1EC032DC0}"/>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BB67DCA3-0EAA-9C92-B35F-81E3941F03E9}"/>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462B4AAB-1651-B363-2BA9-4ADD10FA8ECC}"/>
              </a:ext>
            </a:extLst>
          </p:cNvPr>
          <p:cNvSpPr txBox="1"/>
          <p:nvPr/>
        </p:nvSpPr>
        <p:spPr>
          <a:xfrm>
            <a:off x="7157158" y="4043065"/>
            <a:ext cx="570089" cy="230832"/>
          </a:xfrm>
          <a:prstGeom prst="rect">
            <a:avLst/>
          </a:prstGeom>
          <a:noFill/>
        </p:spPr>
        <p:txBody>
          <a:bodyPr wrap="square" rtlCol="0">
            <a:spAutoFit/>
          </a:bodyPr>
          <a:lstStyle/>
          <a:p>
            <a:pPr algn="ctr"/>
            <a:r>
              <a:rPr lang="en-US" sz="900" dirty="0"/>
              <a:t>2478</a:t>
            </a:r>
          </a:p>
        </p:txBody>
      </p:sp>
      <p:sp>
        <p:nvSpPr>
          <p:cNvPr id="57" name="TextBox 56">
            <a:extLst>
              <a:ext uri="{FF2B5EF4-FFF2-40B4-BE49-F238E27FC236}">
                <a16:creationId xmlns:a16="http://schemas.microsoft.com/office/drawing/2014/main" id="{08EE6975-B421-A129-23F6-AD2C9E9F4859}"/>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4B5990F1-14AB-F6EF-331E-1DE7D4C39B22}"/>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DC569059-B183-E8BC-BD74-BDD44AE70605}"/>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76FF46B5-3CED-ACE4-7741-23CAF52DEF87}"/>
              </a:ext>
            </a:extLst>
          </p:cNvPr>
          <p:cNvSpPr txBox="1"/>
          <p:nvPr/>
        </p:nvSpPr>
        <p:spPr>
          <a:xfrm>
            <a:off x="7157158" y="3406653"/>
            <a:ext cx="570089" cy="230832"/>
          </a:xfrm>
          <a:prstGeom prst="rect">
            <a:avLst/>
          </a:prstGeom>
          <a:noFill/>
        </p:spPr>
        <p:txBody>
          <a:bodyPr wrap="square" rtlCol="0">
            <a:spAutoFit/>
          </a:bodyPr>
          <a:lstStyle/>
          <a:p>
            <a:pPr algn="ctr"/>
            <a:r>
              <a:rPr lang="en-US" sz="900" dirty="0"/>
              <a:t>45789</a:t>
            </a:r>
          </a:p>
        </p:txBody>
      </p:sp>
      <p:sp>
        <p:nvSpPr>
          <p:cNvPr id="61" name="TextBox 60">
            <a:extLst>
              <a:ext uri="{FF2B5EF4-FFF2-40B4-BE49-F238E27FC236}">
                <a16:creationId xmlns:a16="http://schemas.microsoft.com/office/drawing/2014/main" id="{B66D246F-6C94-7DCE-12DE-A8539FE94E71}"/>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3B91AF3-9FE2-FFD9-5931-F10E608E0AA2}"/>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DB7DD906-EA58-66E6-DD5B-D5B73B3813CB}"/>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25BD6BF1-0F35-09D8-539A-30A1C7630A8C}"/>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CD421B9-21B6-0D49-CB95-6FE41FE49894}"/>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232ACCE0-71E3-0AB7-6000-091105BD7911}"/>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2014666D-DEB8-334E-EB72-2E75A3C3FA09}"/>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690CD6BE-1E5E-35A8-1FBC-9A130B7CCB53}"/>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8796E029-DBAE-5F5C-C6D3-9847593DA56D}"/>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2730F875-15B9-7570-B7AB-D69FF0B414FA}"/>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57AB16FF-61B8-89BC-3E0E-B08D33556F31}"/>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564FD406-374F-8C52-3056-D7F9E720A78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1C515C81-E90B-2C7B-6686-0426163C1922}"/>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CB9CCF1E-3344-289A-AC0E-205A86CAF61A}"/>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D4A130CC-AE73-3867-554A-7590D50D126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BECB2F43-8CAB-C477-6824-E4950DCD932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9C01B7F-06AC-BADD-E3BA-6C6F52021F0A}"/>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E182E60-3312-E235-7B35-A1988ED238B2}"/>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7593AA1-1B11-6809-F7D0-2057E90F66F1}"/>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B68F4115-9248-03F0-221A-276C7419090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3F384B6-DF6D-2FCD-3352-EC75F42F54E2}"/>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9FD8C46C-6125-8142-4325-D1ACE3FD9D22}"/>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32B71901-4EEC-7AAD-D619-261EFC493B55}"/>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8860FB9-5985-EEB0-2A99-7B62D58D37CC}"/>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B6A3B474-6E19-1188-92BC-66B019195ED5}"/>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49151EC-1F9A-310D-E34C-C0F2BF1C5C11}"/>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F3942F20-6F2E-28B6-3122-F6705581F6A1}"/>
              </a:ext>
            </a:extLst>
          </p:cNvPr>
          <p:cNvSpPr txBox="1"/>
          <p:nvPr/>
        </p:nvSpPr>
        <p:spPr>
          <a:xfrm>
            <a:off x="6654802" y="2540233"/>
            <a:ext cx="570089" cy="230832"/>
          </a:xfrm>
          <a:prstGeom prst="rect">
            <a:avLst/>
          </a:prstGeom>
          <a:noFill/>
        </p:spPr>
        <p:txBody>
          <a:bodyPr wrap="square" rtlCol="0">
            <a:spAutoFit/>
          </a:bodyPr>
          <a:lstStyle/>
          <a:p>
            <a:pPr algn="ctr"/>
            <a:r>
              <a:rPr lang="en-US" sz="900" dirty="0"/>
              <a:t>12348</a:t>
            </a:r>
          </a:p>
        </p:txBody>
      </p:sp>
      <p:sp>
        <p:nvSpPr>
          <p:cNvPr id="54" name="TextBox 53">
            <a:extLst>
              <a:ext uri="{FF2B5EF4-FFF2-40B4-BE49-F238E27FC236}">
                <a16:creationId xmlns:a16="http://schemas.microsoft.com/office/drawing/2014/main" id="{41408590-F7C5-277B-9339-EA635D153202}"/>
              </a:ext>
            </a:extLst>
          </p:cNvPr>
          <p:cNvSpPr txBox="1"/>
          <p:nvPr/>
        </p:nvSpPr>
        <p:spPr>
          <a:xfrm>
            <a:off x="6654802" y="2792819"/>
            <a:ext cx="570089" cy="230832"/>
          </a:xfrm>
          <a:prstGeom prst="rect">
            <a:avLst/>
          </a:prstGeom>
          <a:noFill/>
        </p:spPr>
        <p:txBody>
          <a:bodyPr wrap="square" rtlCol="0">
            <a:spAutoFit/>
          </a:bodyPr>
          <a:lstStyle/>
          <a:p>
            <a:pPr algn="ctr"/>
            <a:r>
              <a:rPr lang="en-US" sz="900" dirty="0"/>
              <a:t>1248</a:t>
            </a:r>
          </a:p>
        </p:txBody>
      </p:sp>
      <p:sp>
        <p:nvSpPr>
          <p:cNvPr id="56" name="TextBox 55">
            <a:extLst>
              <a:ext uri="{FF2B5EF4-FFF2-40B4-BE49-F238E27FC236}">
                <a16:creationId xmlns:a16="http://schemas.microsoft.com/office/drawing/2014/main" id="{8FB55819-C0EE-135A-7F8D-7606C2F1775F}"/>
              </a:ext>
            </a:extLst>
          </p:cNvPr>
          <p:cNvSpPr txBox="1"/>
          <p:nvPr/>
        </p:nvSpPr>
        <p:spPr>
          <a:xfrm>
            <a:off x="6654802" y="4043065"/>
            <a:ext cx="570089" cy="230832"/>
          </a:xfrm>
          <a:prstGeom prst="rect">
            <a:avLst/>
          </a:prstGeom>
          <a:noFill/>
        </p:spPr>
        <p:txBody>
          <a:bodyPr wrap="square" rtlCol="0">
            <a:spAutoFit/>
          </a:bodyPr>
          <a:lstStyle/>
          <a:p>
            <a:pPr algn="ctr"/>
            <a:r>
              <a:rPr lang="en-US" sz="900" dirty="0"/>
              <a:t>2348</a:t>
            </a:r>
          </a:p>
        </p:txBody>
      </p:sp>
      <p:sp>
        <p:nvSpPr>
          <p:cNvPr id="72" name="TextBox 71">
            <a:extLst>
              <a:ext uri="{FF2B5EF4-FFF2-40B4-BE49-F238E27FC236}">
                <a16:creationId xmlns:a16="http://schemas.microsoft.com/office/drawing/2014/main" id="{82DDD06F-E735-D9B9-A4E8-9FFEDE052D40}"/>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12348</a:t>
            </a:r>
          </a:p>
        </p:txBody>
      </p:sp>
      <p:sp>
        <p:nvSpPr>
          <p:cNvPr id="73" name="TextBox 72">
            <a:extLst>
              <a:ext uri="{FF2B5EF4-FFF2-40B4-BE49-F238E27FC236}">
                <a16:creationId xmlns:a16="http://schemas.microsoft.com/office/drawing/2014/main" id="{76D36BB1-30EB-FA15-2A0F-37862859771F}"/>
              </a:ext>
            </a:extLst>
          </p:cNvPr>
          <p:cNvSpPr txBox="1"/>
          <p:nvPr/>
        </p:nvSpPr>
        <p:spPr>
          <a:xfrm>
            <a:off x="6152446" y="2540233"/>
            <a:ext cx="570089" cy="230832"/>
          </a:xfrm>
          <a:prstGeom prst="rect">
            <a:avLst/>
          </a:prstGeom>
          <a:noFill/>
        </p:spPr>
        <p:txBody>
          <a:bodyPr wrap="square" rtlCol="0">
            <a:spAutoFit/>
          </a:bodyPr>
          <a:lstStyle/>
          <a:p>
            <a:pPr algn="ctr"/>
            <a:r>
              <a:rPr lang="en-US" sz="900" dirty="0"/>
              <a:t>12378</a:t>
            </a:r>
          </a:p>
        </p:txBody>
      </p:sp>
      <p:sp>
        <p:nvSpPr>
          <p:cNvPr id="74" name="TextBox 73">
            <a:extLst>
              <a:ext uri="{FF2B5EF4-FFF2-40B4-BE49-F238E27FC236}">
                <a16:creationId xmlns:a16="http://schemas.microsoft.com/office/drawing/2014/main" id="{68713A0F-BE25-D83A-6E20-B2FF3D14511E}"/>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820CDF47-918C-9B78-35C7-54886CAD6691}"/>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1E598324-6EB4-64E0-B972-3F2B0CDDA95D}"/>
              </a:ext>
            </a:extLst>
          </p:cNvPr>
          <p:cNvSpPr txBox="1"/>
          <p:nvPr/>
        </p:nvSpPr>
        <p:spPr>
          <a:xfrm>
            <a:off x="7157158" y="2404765"/>
            <a:ext cx="570089" cy="230832"/>
          </a:xfrm>
          <a:prstGeom prst="rect">
            <a:avLst/>
          </a:prstGeom>
          <a:noFill/>
        </p:spPr>
        <p:txBody>
          <a:bodyPr wrap="square" rtlCol="0">
            <a:spAutoFit/>
          </a:bodyPr>
          <a:lstStyle/>
          <a:p>
            <a:pPr algn="ctr"/>
            <a:r>
              <a:rPr lang="en-US" sz="900" dirty="0"/>
              <a:t>245789</a:t>
            </a:r>
          </a:p>
        </p:txBody>
      </p:sp>
      <p:sp>
        <p:nvSpPr>
          <p:cNvPr id="77" name="TextBox 76">
            <a:extLst>
              <a:ext uri="{FF2B5EF4-FFF2-40B4-BE49-F238E27FC236}">
                <a16:creationId xmlns:a16="http://schemas.microsoft.com/office/drawing/2014/main" id="{61F8E80A-AD7D-E17B-A9AE-EDA6FE2B1BD6}"/>
              </a:ext>
            </a:extLst>
          </p:cNvPr>
          <p:cNvSpPr txBox="1"/>
          <p:nvPr/>
        </p:nvSpPr>
        <p:spPr>
          <a:xfrm>
            <a:off x="7157158" y="2905709"/>
            <a:ext cx="570089" cy="230832"/>
          </a:xfrm>
          <a:prstGeom prst="rect">
            <a:avLst/>
          </a:prstGeom>
          <a:noFill/>
        </p:spPr>
        <p:txBody>
          <a:bodyPr wrap="square" rtlCol="0">
            <a:spAutoFit/>
          </a:bodyPr>
          <a:lstStyle/>
          <a:p>
            <a:pPr algn="ctr"/>
            <a:r>
              <a:rPr lang="en-US" sz="900" dirty="0"/>
              <a:t>245789</a:t>
            </a:r>
          </a:p>
        </p:txBody>
      </p:sp>
      <p:sp>
        <p:nvSpPr>
          <p:cNvPr id="78" name="TextBox 77">
            <a:extLst>
              <a:ext uri="{FF2B5EF4-FFF2-40B4-BE49-F238E27FC236}">
                <a16:creationId xmlns:a16="http://schemas.microsoft.com/office/drawing/2014/main" id="{6E31421E-4A9A-D920-0953-9A2F9452A3D5}"/>
              </a:ext>
            </a:extLst>
          </p:cNvPr>
          <p:cNvSpPr txBox="1"/>
          <p:nvPr/>
        </p:nvSpPr>
        <p:spPr>
          <a:xfrm>
            <a:off x="7157158" y="4544009"/>
            <a:ext cx="570089" cy="230832"/>
          </a:xfrm>
          <a:prstGeom prst="rect">
            <a:avLst/>
          </a:prstGeom>
          <a:noFill/>
        </p:spPr>
        <p:txBody>
          <a:bodyPr wrap="square" rtlCol="0">
            <a:spAutoFit/>
          </a:bodyPr>
          <a:lstStyle/>
          <a:p>
            <a:pPr algn="ctr"/>
            <a:r>
              <a:rPr lang="en-US" sz="900" dirty="0"/>
              <a:t>2478</a:t>
            </a:r>
          </a:p>
        </p:txBody>
      </p:sp>
    </p:spTree>
    <p:extLst>
      <p:ext uri="{BB962C8B-B14F-4D97-AF65-F5344CB8AC3E}">
        <p14:creationId xmlns:p14="http://schemas.microsoft.com/office/powerpoint/2010/main" val="1540310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69B9D-C92C-8036-DF99-349CBA85BA8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8E4AA6-69ED-2F55-EEE6-6300EF43FCF7}"/>
              </a:ext>
            </a:extLst>
          </p:cNvPr>
          <p:cNvSpPr>
            <a:spLocks noGrp="1"/>
          </p:cNvSpPr>
          <p:nvPr>
            <p:ph sz="half" idx="1"/>
          </p:nvPr>
        </p:nvSpPr>
        <p:spPr/>
        <p:txBody>
          <a:bodyPr/>
          <a:lstStyle/>
          <a:p>
            <a:r>
              <a:rPr lang="en-US" dirty="0"/>
              <a:t>The arrow in Column 9 is five of 245789, which sums to 35, so 4 is the odd one out.</a:t>
            </a:r>
          </a:p>
          <a:p>
            <a:r>
              <a:rPr lang="en-US" dirty="0"/>
              <a:t>Then, last possible place for 4 in Column 9.</a:t>
            </a:r>
          </a:p>
        </p:txBody>
      </p:sp>
      <p:pic>
        <p:nvPicPr>
          <p:cNvPr id="4" name="Picture 3" descr="A grid of sudoku puzzle&#10;&#10;Description automatically generated">
            <a:extLst>
              <a:ext uri="{FF2B5EF4-FFF2-40B4-BE49-F238E27FC236}">
                <a16:creationId xmlns:a16="http://schemas.microsoft.com/office/drawing/2014/main" id="{94ACE3D0-59C9-9FCD-C5CD-A52DC8035B4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95E1881-9113-AA6B-F892-AC2661C7ADB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78CFDC45-339F-CC27-53E5-BF4EE1A1CDE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3C34D09-CE70-C5B7-E256-2407B9D216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69B27BF-4CFE-E54C-9B25-EF31913FEE2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03CF1F8A-CA2D-3E92-4F62-57CE9DB38A6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215BD316-7263-116C-9234-A075C001158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572868BE-E7B0-AF35-A84A-58874768E59C}"/>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52502312-02E4-CC53-F58E-D4382A636FD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F4E0C44-2948-ABDE-B44F-DAD8AAA0E76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9F81F0B1-4622-69E5-28FA-3B28D92B3FF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65EE97F9-C956-7ED8-CCFF-CE5AF254D49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033C1E6-A891-0883-9E83-2880A2BFB6AD}"/>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1EBC8B6-CA60-36EE-E532-35D159D38423}"/>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B3B91289-29AE-CC81-D49F-E1588938565B}"/>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A4FE78E-448F-E3C8-3C2A-29311A62459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E1B038D1-1D4D-AF7E-4980-E946338FFF8C}"/>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10629886-C5BE-4B2A-CF3B-5DB20FE4220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845D831-7CD9-2C59-DCBF-8DC9A076FB7E}"/>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7F5340CC-F8EA-BEA7-6B51-D85102D43158}"/>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7D7C0C15-5FE5-5D2F-6459-7E52A68DE50E}"/>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CFCE4F18-5679-9B4B-9957-BBC2ABE50F06}"/>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8A544DC5-2784-258E-0D61-F0A414E1B2D7}"/>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5A0E1890-98AE-E6BB-A660-23A28EDE463B}"/>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C1284168-F238-8FEF-3B92-5068ED2FE788}"/>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C7082906-AAB4-C7DD-EBFC-A6C4E736B036}"/>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4A9143B1-3F0D-B582-81CB-DF8D5C9C675A}"/>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1C5F9638-8F92-03AD-C041-81A9D88A5FD0}"/>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2B186A70-1F05-39BB-A508-C8C0FED0E3B6}"/>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FB0293C3-900D-8988-8CB7-F19B4A487604}"/>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91CB1700-9AFE-0BC9-09A4-27C6C4961CB1}"/>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4219754E-2900-86BD-2BE9-28FABB30F13B}"/>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6298609E-8C5D-51E8-597C-D0E66E4E9D2E}"/>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A5A8A81B-5F95-8051-85DC-0655B9129F3A}"/>
              </a:ext>
            </a:extLst>
          </p:cNvPr>
          <p:cNvSpPr txBox="1"/>
          <p:nvPr/>
        </p:nvSpPr>
        <p:spPr>
          <a:xfrm>
            <a:off x="5147734" y="4544009"/>
            <a:ext cx="570089" cy="230832"/>
          </a:xfrm>
          <a:prstGeom prst="rect">
            <a:avLst/>
          </a:prstGeom>
          <a:noFill/>
        </p:spPr>
        <p:txBody>
          <a:bodyPr wrap="square" rtlCol="0">
            <a:spAutoFit/>
          </a:bodyPr>
          <a:lstStyle/>
          <a:p>
            <a:pPr algn="ctr"/>
            <a:r>
              <a:rPr lang="en-US" sz="900" dirty="0"/>
              <a:t>345789</a:t>
            </a:r>
          </a:p>
        </p:txBody>
      </p:sp>
      <p:sp>
        <p:nvSpPr>
          <p:cNvPr id="51" name="TextBox 50">
            <a:extLst>
              <a:ext uri="{FF2B5EF4-FFF2-40B4-BE49-F238E27FC236}">
                <a16:creationId xmlns:a16="http://schemas.microsoft.com/office/drawing/2014/main" id="{7C9AAD0C-A988-3895-3838-8B6C081C284F}"/>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5E447AB9-30E1-D02E-653C-6567E8127A3D}"/>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115D873E-2B63-573D-A0DF-1B5F4046B1EF}"/>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14B71794-7CB8-AA7B-4B13-ADA8BC4AB228}"/>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B11AAA46-326B-099B-B470-CA256DC7413A}"/>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9C897DFF-D432-F98F-7436-A7E98016763B}"/>
              </a:ext>
            </a:extLst>
          </p:cNvPr>
          <p:cNvSpPr txBox="1"/>
          <p:nvPr/>
        </p:nvSpPr>
        <p:spPr>
          <a:xfrm>
            <a:off x="7157158" y="3406653"/>
            <a:ext cx="570089" cy="230832"/>
          </a:xfrm>
          <a:prstGeom prst="rect">
            <a:avLst/>
          </a:prstGeom>
          <a:noFill/>
        </p:spPr>
        <p:txBody>
          <a:bodyPr wrap="square" rtlCol="0">
            <a:spAutoFit/>
          </a:bodyPr>
          <a:lstStyle/>
          <a:p>
            <a:pPr algn="ctr"/>
            <a:r>
              <a:rPr lang="en-US" sz="900" dirty="0"/>
              <a:t>5789</a:t>
            </a:r>
          </a:p>
        </p:txBody>
      </p:sp>
      <p:sp>
        <p:nvSpPr>
          <p:cNvPr id="61" name="TextBox 60">
            <a:extLst>
              <a:ext uri="{FF2B5EF4-FFF2-40B4-BE49-F238E27FC236}">
                <a16:creationId xmlns:a16="http://schemas.microsoft.com/office/drawing/2014/main" id="{D809C3D4-0D3D-2D74-6142-F48A415C3513}"/>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AEDCEDB5-8FA2-9D6F-8D1A-FBB3C0E41693}"/>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EA1C19A0-83F3-F7C3-484A-0F2786A9F62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6C042766-0AFC-8058-0652-8536AB49DA3D}"/>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378C8F7-6E86-FECA-6BAA-F2A26351706B}"/>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33E529FD-C7F7-98F8-0BCD-1FD80B403081}"/>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4D255992-C432-0857-9DE5-243E44E05072}"/>
              </a:ext>
            </a:extLst>
          </p:cNvPr>
          <p:cNvSpPr txBox="1"/>
          <p:nvPr/>
        </p:nvSpPr>
        <p:spPr>
          <a:xfrm>
            <a:off x="4645378" y="4408541"/>
            <a:ext cx="570089" cy="230832"/>
          </a:xfrm>
          <a:prstGeom prst="rect">
            <a:avLst/>
          </a:prstGeom>
          <a:noFill/>
        </p:spPr>
        <p:txBody>
          <a:bodyPr wrap="square" rtlCol="0">
            <a:spAutoFit/>
          </a:bodyPr>
          <a:lstStyle/>
          <a:p>
            <a:pPr algn="ctr"/>
            <a:r>
              <a:rPr lang="en-US" sz="900" dirty="0"/>
              <a:t>23457</a:t>
            </a:r>
          </a:p>
        </p:txBody>
      </p:sp>
      <p:sp>
        <p:nvSpPr>
          <p:cNvPr id="46" name="TextBox 45">
            <a:extLst>
              <a:ext uri="{FF2B5EF4-FFF2-40B4-BE49-F238E27FC236}">
                <a16:creationId xmlns:a16="http://schemas.microsoft.com/office/drawing/2014/main" id="{D2EF09ED-0164-2302-1BC2-A9768B42EC6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F4B806BD-309F-950C-CBF3-433977ED60D2}"/>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B43F0894-3FB0-B8DA-1C96-AF033B03B7CA}"/>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6A9D9D47-8C86-EC6B-937B-D6D5ABEA9A92}"/>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633D1EF9-5BD3-B3D5-0B49-FD68A9C269E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130FB41-1B64-DC45-761C-86EA35A071E9}"/>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32801F77-B15A-EBDE-7DE5-22F30982B3CF}"/>
              </a:ext>
            </a:extLst>
          </p:cNvPr>
          <p:cNvSpPr txBox="1"/>
          <p:nvPr/>
        </p:nvSpPr>
        <p:spPr>
          <a:xfrm>
            <a:off x="5650090" y="4544009"/>
            <a:ext cx="570089" cy="230832"/>
          </a:xfrm>
          <a:prstGeom prst="rect">
            <a:avLst/>
          </a:prstGeom>
          <a:noFill/>
        </p:spPr>
        <p:txBody>
          <a:bodyPr wrap="square" rtlCol="0">
            <a:spAutoFit/>
          </a:bodyPr>
          <a:lstStyle/>
          <a:p>
            <a:pPr algn="ctr"/>
            <a:r>
              <a:rPr lang="en-US" sz="900" dirty="0"/>
              <a:t>23489</a:t>
            </a:r>
          </a:p>
        </p:txBody>
      </p:sp>
      <p:sp>
        <p:nvSpPr>
          <p:cNvPr id="69" name="TextBox 68">
            <a:extLst>
              <a:ext uri="{FF2B5EF4-FFF2-40B4-BE49-F238E27FC236}">
                <a16:creationId xmlns:a16="http://schemas.microsoft.com/office/drawing/2014/main" id="{A67141DB-8FB4-D561-4B4C-B6257B0C1E8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F8160C0C-4291-5F0D-93DC-BB9263C7DEC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0587ADFB-8BA4-2182-B47E-A970D3817EB2}"/>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01CA21F-4FC3-04A8-2F11-E5F7CE01256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F592769-21A6-8261-0C47-43B0A69D2A13}"/>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82A391AE-8E0D-1946-A70D-4787C886085E}"/>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BE79E29-F1CE-A9F5-A28E-74A6D313541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B2DC81AC-EE63-C894-DB83-B3BC4C07B35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7DA3CD27-5B32-C9C4-A6A2-2CE1F77E0936}"/>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CBA53194-2A82-99B9-9BC9-F842B06C2806}"/>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613DECC-DCEA-AAD8-E4D6-E934CA84F48E}"/>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8634256-4B76-5DCA-6F8A-14BC755FC2FD}"/>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7E6B27E7-3176-2CE7-9729-94C166164F5A}"/>
              </a:ext>
            </a:extLst>
          </p:cNvPr>
          <p:cNvSpPr txBox="1"/>
          <p:nvPr/>
        </p:nvSpPr>
        <p:spPr>
          <a:xfrm>
            <a:off x="6654802" y="2540233"/>
            <a:ext cx="570089" cy="230832"/>
          </a:xfrm>
          <a:prstGeom prst="rect">
            <a:avLst/>
          </a:prstGeom>
          <a:noFill/>
        </p:spPr>
        <p:txBody>
          <a:bodyPr wrap="square" rtlCol="0">
            <a:spAutoFit/>
          </a:bodyPr>
          <a:lstStyle/>
          <a:p>
            <a:pPr algn="ctr"/>
            <a:r>
              <a:rPr lang="en-US" sz="900" dirty="0"/>
              <a:t>12348</a:t>
            </a:r>
          </a:p>
        </p:txBody>
      </p:sp>
      <p:sp>
        <p:nvSpPr>
          <p:cNvPr id="54" name="TextBox 53">
            <a:extLst>
              <a:ext uri="{FF2B5EF4-FFF2-40B4-BE49-F238E27FC236}">
                <a16:creationId xmlns:a16="http://schemas.microsoft.com/office/drawing/2014/main" id="{2AD1F9C4-83F6-94E1-D605-24F0D4F2D828}"/>
              </a:ext>
            </a:extLst>
          </p:cNvPr>
          <p:cNvSpPr txBox="1"/>
          <p:nvPr/>
        </p:nvSpPr>
        <p:spPr>
          <a:xfrm>
            <a:off x="6654802" y="2792819"/>
            <a:ext cx="570089" cy="230832"/>
          </a:xfrm>
          <a:prstGeom prst="rect">
            <a:avLst/>
          </a:prstGeom>
          <a:noFill/>
        </p:spPr>
        <p:txBody>
          <a:bodyPr wrap="square" rtlCol="0">
            <a:spAutoFit/>
          </a:bodyPr>
          <a:lstStyle/>
          <a:p>
            <a:pPr algn="ctr"/>
            <a:r>
              <a:rPr lang="en-US" sz="900" dirty="0"/>
              <a:t>1248</a:t>
            </a:r>
          </a:p>
        </p:txBody>
      </p:sp>
      <p:sp>
        <p:nvSpPr>
          <p:cNvPr id="56" name="TextBox 55">
            <a:extLst>
              <a:ext uri="{FF2B5EF4-FFF2-40B4-BE49-F238E27FC236}">
                <a16:creationId xmlns:a16="http://schemas.microsoft.com/office/drawing/2014/main" id="{0B9080DB-3551-7D38-C513-949E1E57BA7C}"/>
              </a:ext>
            </a:extLst>
          </p:cNvPr>
          <p:cNvSpPr txBox="1"/>
          <p:nvPr/>
        </p:nvSpPr>
        <p:spPr>
          <a:xfrm>
            <a:off x="6654802" y="4043065"/>
            <a:ext cx="570089" cy="230832"/>
          </a:xfrm>
          <a:prstGeom prst="rect">
            <a:avLst/>
          </a:prstGeom>
          <a:noFill/>
        </p:spPr>
        <p:txBody>
          <a:bodyPr wrap="square" rtlCol="0">
            <a:spAutoFit/>
          </a:bodyPr>
          <a:lstStyle/>
          <a:p>
            <a:pPr algn="ctr"/>
            <a:r>
              <a:rPr lang="en-US" sz="900" dirty="0"/>
              <a:t>2348</a:t>
            </a:r>
          </a:p>
        </p:txBody>
      </p:sp>
      <p:sp>
        <p:nvSpPr>
          <p:cNvPr id="72" name="TextBox 71">
            <a:extLst>
              <a:ext uri="{FF2B5EF4-FFF2-40B4-BE49-F238E27FC236}">
                <a16:creationId xmlns:a16="http://schemas.microsoft.com/office/drawing/2014/main" id="{9C9B3E10-81C2-B435-DDEB-34B7B203EF91}"/>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12348</a:t>
            </a:r>
          </a:p>
        </p:txBody>
      </p:sp>
      <p:sp>
        <p:nvSpPr>
          <p:cNvPr id="73" name="TextBox 72">
            <a:extLst>
              <a:ext uri="{FF2B5EF4-FFF2-40B4-BE49-F238E27FC236}">
                <a16:creationId xmlns:a16="http://schemas.microsoft.com/office/drawing/2014/main" id="{F4098608-C725-D13A-99A1-052CD86A3506}"/>
              </a:ext>
            </a:extLst>
          </p:cNvPr>
          <p:cNvSpPr txBox="1"/>
          <p:nvPr/>
        </p:nvSpPr>
        <p:spPr>
          <a:xfrm>
            <a:off x="6152446" y="2540233"/>
            <a:ext cx="570089" cy="230832"/>
          </a:xfrm>
          <a:prstGeom prst="rect">
            <a:avLst/>
          </a:prstGeom>
          <a:noFill/>
        </p:spPr>
        <p:txBody>
          <a:bodyPr wrap="square" rtlCol="0">
            <a:spAutoFit/>
          </a:bodyPr>
          <a:lstStyle/>
          <a:p>
            <a:pPr algn="ctr"/>
            <a:r>
              <a:rPr lang="en-US" sz="900" dirty="0"/>
              <a:t>12378</a:t>
            </a:r>
          </a:p>
        </p:txBody>
      </p:sp>
      <p:sp>
        <p:nvSpPr>
          <p:cNvPr id="74" name="TextBox 73">
            <a:extLst>
              <a:ext uri="{FF2B5EF4-FFF2-40B4-BE49-F238E27FC236}">
                <a16:creationId xmlns:a16="http://schemas.microsoft.com/office/drawing/2014/main" id="{0FBA96D9-4CCF-090C-25C6-2D7CD657B38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7B35CA98-54FE-A6D4-AF3E-EA8AC698A10E}"/>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A88BB1E4-18AF-804F-1462-C2E3141F791C}"/>
              </a:ext>
            </a:extLst>
          </p:cNvPr>
          <p:cNvSpPr txBox="1"/>
          <p:nvPr/>
        </p:nvSpPr>
        <p:spPr>
          <a:xfrm>
            <a:off x="7157158" y="2404765"/>
            <a:ext cx="570089" cy="230832"/>
          </a:xfrm>
          <a:prstGeom prst="rect">
            <a:avLst/>
          </a:prstGeom>
          <a:noFill/>
        </p:spPr>
        <p:txBody>
          <a:bodyPr wrap="square" rtlCol="0">
            <a:spAutoFit/>
          </a:bodyPr>
          <a:lstStyle/>
          <a:p>
            <a:pPr algn="ctr"/>
            <a:r>
              <a:rPr lang="en-US" sz="900" dirty="0"/>
              <a:t>25789</a:t>
            </a:r>
          </a:p>
        </p:txBody>
      </p:sp>
      <p:sp>
        <p:nvSpPr>
          <p:cNvPr id="77" name="TextBox 76">
            <a:extLst>
              <a:ext uri="{FF2B5EF4-FFF2-40B4-BE49-F238E27FC236}">
                <a16:creationId xmlns:a16="http://schemas.microsoft.com/office/drawing/2014/main" id="{E9E8E536-1479-07A0-98DF-B37915F94F62}"/>
              </a:ext>
            </a:extLst>
          </p:cNvPr>
          <p:cNvSpPr txBox="1"/>
          <p:nvPr/>
        </p:nvSpPr>
        <p:spPr>
          <a:xfrm>
            <a:off x="7157158" y="2905709"/>
            <a:ext cx="570089" cy="230832"/>
          </a:xfrm>
          <a:prstGeom prst="rect">
            <a:avLst/>
          </a:prstGeom>
          <a:noFill/>
        </p:spPr>
        <p:txBody>
          <a:bodyPr wrap="square" rtlCol="0">
            <a:spAutoFit/>
          </a:bodyPr>
          <a:lstStyle/>
          <a:p>
            <a:pPr algn="ctr"/>
            <a:r>
              <a:rPr lang="en-US" sz="900" dirty="0"/>
              <a:t>25789</a:t>
            </a:r>
          </a:p>
        </p:txBody>
      </p:sp>
      <p:sp>
        <p:nvSpPr>
          <p:cNvPr id="79" name="TextBox 78">
            <a:extLst>
              <a:ext uri="{FF2B5EF4-FFF2-40B4-BE49-F238E27FC236}">
                <a16:creationId xmlns:a16="http://schemas.microsoft.com/office/drawing/2014/main" id="{110D79AC-E5FE-79F6-B034-8B06B22C08A7}"/>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180375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933B2-64A3-9177-AB50-17659F317DE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FD2CC0A-CA3B-DEEC-398A-D0AD5CEB47C9}"/>
              </a:ext>
            </a:extLst>
          </p:cNvPr>
          <p:cNvSpPr>
            <a:spLocks noGrp="1"/>
          </p:cNvSpPr>
          <p:nvPr>
            <p:ph sz="half" idx="1"/>
          </p:nvPr>
        </p:nvSpPr>
        <p:spPr/>
        <p:txBody>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DEB4EC84-9A35-0026-5FF8-90AB0C9B93A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E8C23BE-3F88-DEE7-3508-40B041EA807D}"/>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521425A-E223-8AC9-2076-33FB2324CEBC}"/>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7039D0C-D7B2-F241-9ACE-4FBAA9505F5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D309F01-ED1E-E02A-1DB1-19383693838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002DF09-52CD-66B3-AC36-29621BC4A21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4ECC758B-FF2D-9ED3-B228-CA50F85F8753}"/>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07058489-3E53-E96C-0315-4F88EF7ABA5D}"/>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88EB98EB-F558-CE8D-4A2A-CE8822EFA377}"/>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9BA40F12-18AC-09CD-1FF2-F070C24C628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AB7B21E5-94DB-C8F3-4D34-5FBFEA74BCB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26732349-CC76-047F-AB9D-7E3C6B8D5E2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9680A79-E53E-D80A-3099-AC5A34A06C6F}"/>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AE84A3C-BC8D-8682-C9D5-86278D73E2C2}"/>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B47D373E-8C3C-CAD5-9CB7-96B06F2541A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3AC525D-9138-0F8C-2CFE-2BA505AC05B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47616AFA-C1F0-DC27-9674-1F656BF7D665}"/>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ADEB6885-28C0-B2EB-835D-8528205B7C7D}"/>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C964132E-B934-9AF8-DEC9-29FA3E2FF6C1}"/>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55789B4C-37DE-337A-DC0F-C5B693BEC8F4}"/>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B1C51195-C1FB-9A26-2AC2-6C1775A1ECD1}"/>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39C768B2-DEDF-D0A1-B30D-0359B4AD8F9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D9E3408A-5267-A8D8-81EA-9F793C9F93BE}"/>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CB347ABD-2D96-4BC0-2882-42B8570BF42D}"/>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2A901285-07D0-8E94-C8DD-D9F22092DB17}"/>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9ADE0BAF-805A-F458-4479-1D7A3AD88433}"/>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6F725FDD-449B-FB45-7CF5-9927B387B481}"/>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E494F3AC-00E8-FF9C-D4AC-0B5997CFC41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08071B73-98F5-9504-4D68-5730B9E3F074}"/>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EECE15A4-A489-098D-F7DD-BBB4D858CAB4}"/>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9772B21A-2EFB-B3FE-F3C8-2401E8D0562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5D0EE0F1-2C02-89F3-10FA-376807A168FA}"/>
              </a:ext>
            </a:extLst>
          </p:cNvPr>
          <p:cNvSpPr txBox="1"/>
          <p:nvPr/>
        </p:nvSpPr>
        <p:spPr>
          <a:xfrm>
            <a:off x="5147734" y="3041177"/>
            <a:ext cx="570089" cy="230832"/>
          </a:xfrm>
          <a:prstGeom prst="rect">
            <a:avLst/>
          </a:prstGeom>
          <a:noFill/>
        </p:spPr>
        <p:txBody>
          <a:bodyPr wrap="square" rtlCol="0">
            <a:spAutoFit/>
          </a:bodyPr>
          <a:lstStyle/>
          <a:p>
            <a:pPr algn="ctr"/>
            <a:r>
              <a:rPr lang="en-US" sz="900" dirty="0"/>
              <a:t>145789</a:t>
            </a:r>
          </a:p>
        </p:txBody>
      </p:sp>
      <p:sp>
        <p:nvSpPr>
          <p:cNvPr id="49" name="TextBox 48">
            <a:extLst>
              <a:ext uri="{FF2B5EF4-FFF2-40B4-BE49-F238E27FC236}">
                <a16:creationId xmlns:a16="http://schemas.microsoft.com/office/drawing/2014/main" id="{1761DB3D-016B-593B-76C2-D30B753D4F54}"/>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5EC2D42F-CAF3-EE3B-DBC5-E0CD37465256}"/>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ADADD270-CE73-C14C-F745-CC3D37C611F3}"/>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A22E240F-3EBB-2084-4649-675009A42979}"/>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F3658368-6D65-E40B-C398-8897232BA00F}"/>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0B25E5BE-1633-C4A8-6263-14C475D8B6DD}"/>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2844B365-12C6-6A38-790B-3452A37914EC}"/>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B9333686-8FEA-B6C6-4B90-E0C841C019B2}"/>
              </a:ext>
            </a:extLst>
          </p:cNvPr>
          <p:cNvSpPr txBox="1"/>
          <p:nvPr/>
        </p:nvSpPr>
        <p:spPr>
          <a:xfrm>
            <a:off x="7157158" y="3406653"/>
            <a:ext cx="570089" cy="230832"/>
          </a:xfrm>
          <a:prstGeom prst="rect">
            <a:avLst/>
          </a:prstGeom>
          <a:noFill/>
        </p:spPr>
        <p:txBody>
          <a:bodyPr wrap="square" rtlCol="0">
            <a:spAutoFit/>
          </a:bodyPr>
          <a:lstStyle/>
          <a:p>
            <a:pPr algn="ctr"/>
            <a:r>
              <a:rPr lang="en-US" sz="900" dirty="0"/>
              <a:t>5789</a:t>
            </a:r>
          </a:p>
        </p:txBody>
      </p:sp>
      <p:sp>
        <p:nvSpPr>
          <p:cNvPr id="61" name="TextBox 60">
            <a:extLst>
              <a:ext uri="{FF2B5EF4-FFF2-40B4-BE49-F238E27FC236}">
                <a16:creationId xmlns:a16="http://schemas.microsoft.com/office/drawing/2014/main" id="{0C1AEA4D-9BA8-F2AB-001D-1EC3C654E7A2}"/>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A88FF313-B395-4369-AE7A-039117E4F9A3}"/>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32A93919-6D87-456A-6F3C-3904AFDEF257}"/>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47A8C52-F8BE-0F19-6A88-E2BC5DE694BF}"/>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B91A0E9A-DED9-7FBD-2661-920E0A5239A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A86611D7-CD64-172D-16DF-C180E31AAD83}"/>
              </a:ext>
            </a:extLst>
          </p:cNvPr>
          <p:cNvSpPr txBox="1"/>
          <p:nvPr/>
        </p:nvSpPr>
        <p:spPr>
          <a:xfrm>
            <a:off x="4645378" y="3041177"/>
            <a:ext cx="570089" cy="230832"/>
          </a:xfrm>
          <a:prstGeom prst="rect">
            <a:avLst/>
          </a:prstGeom>
          <a:noFill/>
        </p:spPr>
        <p:txBody>
          <a:bodyPr wrap="square" rtlCol="0">
            <a:spAutoFit/>
          </a:bodyPr>
          <a:lstStyle/>
          <a:p>
            <a:pPr algn="ctr"/>
            <a:r>
              <a:rPr lang="en-US" sz="900" dirty="0"/>
              <a:t>12457</a:t>
            </a:r>
          </a:p>
        </p:txBody>
      </p:sp>
      <p:sp>
        <p:nvSpPr>
          <p:cNvPr id="45" name="TextBox 44">
            <a:extLst>
              <a:ext uri="{FF2B5EF4-FFF2-40B4-BE49-F238E27FC236}">
                <a16:creationId xmlns:a16="http://schemas.microsoft.com/office/drawing/2014/main" id="{3E0076E0-9C55-1E97-9FD0-411AECBDB39D}"/>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AD0270B8-ABB4-BF62-86C0-E7B2C3F1B0F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E0091375-FDD3-B5CB-B5DF-57A468FA58BC}"/>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AC3A914C-FD05-A248-7DC6-7E19A17CEB03}"/>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0311A484-CFDC-D8D2-C269-89D44567380C}"/>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32FD7F12-8763-2254-3188-49732AE4D0B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E50046C2-53BC-E0EA-5070-348105ADCA42}"/>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5569F755-6A83-A74F-8244-4538736FA08D}"/>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89D71B28-D125-274B-086D-E0D4D753CEB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A6AD9C42-022F-4BE4-44CD-5946AE0D1EC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377843F-BDB6-B34F-11EB-95A574702430}"/>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49611B6-714D-2F58-E18E-AEB2F68855B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B5B79E2-3D6C-547C-B9E3-4059077350F0}"/>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368BB552-54B7-FA5A-16A9-743547AC52B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CD816B2F-B112-4FA3-1523-4DC9FA6B6F0C}"/>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D2D89834-256C-E2BC-FF19-46DB8A9FD05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78FB4A8C-47AC-E251-C032-7C0061D8E5E5}"/>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33BD398F-A6A9-D298-D66F-82297D749A10}"/>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DD5325B8-F1C0-5B6C-7456-90FBBA02D122}"/>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9F938EA-CE23-DA3C-7580-1FA0FE0682BE}"/>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65570135-0A26-F37E-5157-032A10389269}"/>
              </a:ext>
            </a:extLst>
          </p:cNvPr>
          <p:cNvSpPr txBox="1"/>
          <p:nvPr/>
        </p:nvSpPr>
        <p:spPr>
          <a:xfrm>
            <a:off x="6654802" y="2540233"/>
            <a:ext cx="570089" cy="230832"/>
          </a:xfrm>
          <a:prstGeom prst="rect">
            <a:avLst/>
          </a:prstGeom>
          <a:noFill/>
        </p:spPr>
        <p:txBody>
          <a:bodyPr wrap="square" rtlCol="0">
            <a:spAutoFit/>
          </a:bodyPr>
          <a:lstStyle/>
          <a:p>
            <a:pPr algn="ctr"/>
            <a:r>
              <a:rPr lang="en-US" sz="900" dirty="0"/>
              <a:t>12348</a:t>
            </a:r>
          </a:p>
        </p:txBody>
      </p:sp>
      <p:sp>
        <p:nvSpPr>
          <p:cNvPr id="54" name="TextBox 53">
            <a:extLst>
              <a:ext uri="{FF2B5EF4-FFF2-40B4-BE49-F238E27FC236}">
                <a16:creationId xmlns:a16="http://schemas.microsoft.com/office/drawing/2014/main" id="{594B3B23-E604-F264-1A7F-BD21E04E2512}"/>
              </a:ext>
            </a:extLst>
          </p:cNvPr>
          <p:cNvSpPr txBox="1"/>
          <p:nvPr/>
        </p:nvSpPr>
        <p:spPr>
          <a:xfrm>
            <a:off x="6654802" y="2792819"/>
            <a:ext cx="570089" cy="230832"/>
          </a:xfrm>
          <a:prstGeom prst="rect">
            <a:avLst/>
          </a:prstGeom>
          <a:noFill/>
        </p:spPr>
        <p:txBody>
          <a:bodyPr wrap="square" rtlCol="0">
            <a:spAutoFit/>
          </a:bodyPr>
          <a:lstStyle/>
          <a:p>
            <a:pPr algn="ctr"/>
            <a:r>
              <a:rPr lang="en-US" sz="900" dirty="0"/>
              <a:t>1248</a:t>
            </a:r>
          </a:p>
        </p:txBody>
      </p:sp>
      <p:sp>
        <p:nvSpPr>
          <p:cNvPr id="56" name="TextBox 55">
            <a:extLst>
              <a:ext uri="{FF2B5EF4-FFF2-40B4-BE49-F238E27FC236}">
                <a16:creationId xmlns:a16="http://schemas.microsoft.com/office/drawing/2014/main" id="{8AEFC1D3-ED0D-C92C-2C2F-065BEEB6CD5D}"/>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E2110DD7-BF1F-E9AE-2991-0367BD66F6A2}"/>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1C4D3953-CE1A-A571-4F1C-00078AA9376F}"/>
              </a:ext>
            </a:extLst>
          </p:cNvPr>
          <p:cNvSpPr txBox="1"/>
          <p:nvPr/>
        </p:nvSpPr>
        <p:spPr>
          <a:xfrm>
            <a:off x="6152446" y="2540233"/>
            <a:ext cx="570089" cy="230832"/>
          </a:xfrm>
          <a:prstGeom prst="rect">
            <a:avLst/>
          </a:prstGeom>
          <a:noFill/>
        </p:spPr>
        <p:txBody>
          <a:bodyPr wrap="square" rtlCol="0">
            <a:spAutoFit/>
          </a:bodyPr>
          <a:lstStyle/>
          <a:p>
            <a:pPr algn="ctr"/>
            <a:r>
              <a:rPr lang="en-US" sz="900" dirty="0"/>
              <a:t>12378</a:t>
            </a:r>
          </a:p>
        </p:txBody>
      </p:sp>
      <p:sp>
        <p:nvSpPr>
          <p:cNvPr id="74" name="TextBox 73">
            <a:extLst>
              <a:ext uri="{FF2B5EF4-FFF2-40B4-BE49-F238E27FC236}">
                <a16:creationId xmlns:a16="http://schemas.microsoft.com/office/drawing/2014/main" id="{904470A2-BB41-DFF2-626B-831F408A872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EC89D944-D9DB-ADD4-28E9-27F4C6A306A5}"/>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D85B8D90-D721-ABE1-8A10-21CBFF9F48C1}"/>
              </a:ext>
            </a:extLst>
          </p:cNvPr>
          <p:cNvSpPr txBox="1"/>
          <p:nvPr/>
        </p:nvSpPr>
        <p:spPr>
          <a:xfrm>
            <a:off x="7157158" y="2404765"/>
            <a:ext cx="570089" cy="230832"/>
          </a:xfrm>
          <a:prstGeom prst="rect">
            <a:avLst/>
          </a:prstGeom>
          <a:noFill/>
        </p:spPr>
        <p:txBody>
          <a:bodyPr wrap="square" rtlCol="0">
            <a:spAutoFit/>
          </a:bodyPr>
          <a:lstStyle/>
          <a:p>
            <a:pPr algn="ctr"/>
            <a:r>
              <a:rPr lang="en-US" sz="900" dirty="0"/>
              <a:t>25789</a:t>
            </a:r>
          </a:p>
        </p:txBody>
      </p:sp>
      <p:sp>
        <p:nvSpPr>
          <p:cNvPr id="77" name="TextBox 76">
            <a:extLst>
              <a:ext uri="{FF2B5EF4-FFF2-40B4-BE49-F238E27FC236}">
                <a16:creationId xmlns:a16="http://schemas.microsoft.com/office/drawing/2014/main" id="{2C84A69C-B0CA-51A8-B90A-87C71EC526CB}"/>
              </a:ext>
            </a:extLst>
          </p:cNvPr>
          <p:cNvSpPr txBox="1"/>
          <p:nvPr/>
        </p:nvSpPr>
        <p:spPr>
          <a:xfrm>
            <a:off x="7157158" y="2905709"/>
            <a:ext cx="570089" cy="230832"/>
          </a:xfrm>
          <a:prstGeom prst="rect">
            <a:avLst/>
          </a:prstGeom>
          <a:noFill/>
        </p:spPr>
        <p:txBody>
          <a:bodyPr wrap="square" rtlCol="0">
            <a:spAutoFit/>
          </a:bodyPr>
          <a:lstStyle/>
          <a:p>
            <a:pPr algn="ctr"/>
            <a:r>
              <a:rPr lang="en-US" sz="900" dirty="0"/>
              <a:t>25789</a:t>
            </a:r>
          </a:p>
        </p:txBody>
      </p:sp>
      <p:sp>
        <p:nvSpPr>
          <p:cNvPr id="79" name="TextBox 78">
            <a:extLst>
              <a:ext uri="{FF2B5EF4-FFF2-40B4-BE49-F238E27FC236}">
                <a16:creationId xmlns:a16="http://schemas.microsoft.com/office/drawing/2014/main" id="{AD54E64D-62F1-B2A3-1900-E82B829756BF}"/>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0377875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DC753-FC50-6F44-EBD6-06E94974AC9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C239B09-6CB0-9062-6A51-56B9B365A846}"/>
              </a:ext>
            </a:extLst>
          </p:cNvPr>
          <p:cNvSpPr>
            <a:spLocks noGrp="1"/>
          </p:cNvSpPr>
          <p:nvPr>
            <p:ph sz="half" idx="1"/>
          </p:nvPr>
        </p:nvSpPr>
        <p:spPr/>
        <p:txBody>
          <a:bodyPr/>
          <a:lstStyle/>
          <a:p>
            <a:r>
              <a:rPr lang="en-US" dirty="0"/>
              <a:t>There can’t be a 1 on the arrow in Row 5. If there were, the sum could only reach 31 (16789), and the 1 would repeat in the row.</a:t>
            </a:r>
          </a:p>
        </p:txBody>
      </p:sp>
      <p:pic>
        <p:nvPicPr>
          <p:cNvPr id="4" name="Picture 3" descr="A grid of sudoku puzzle&#10;&#10;Description automatically generated">
            <a:extLst>
              <a:ext uri="{FF2B5EF4-FFF2-40B4-BE49-F238E27FC236}">
                <a16:creationId xmlns:a16="http://schemas.microsoft.com/office/drawing/2014/main" id="{A1B041D8-86AA-2329-B464-230C8901804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949A653-1BBB-0C4C-4D2A-9CC8A5B6C8C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CD6D4F-8631-A75C-A40A-EE58CC3E027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57CE488-947C-7571-E230-55FE4E26A98E}"/>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158C0EF-B290-A0BE-4496-1C02F57EDE6A}"/>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A9A5A6E-FA77-33C7-4C99-3B74AA89241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362B7DC5-E5A6-A17F-E2E7-460624E79B6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20F87F51-B657-283B-D5AB-737282AF7EE4}"/>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B44DE6A1-C3F3-E1A7-930C-CF35DB822AEB}"/>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D9DE2CD7-5167-59FB-0EBA-B198930D753F}"/>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8CE0E0BA-9B31-3195-8F46-7C66A742BCF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FCDBBB8B-A0A0-B82D-92F3-A80E29D8FEB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11FC0996-8EA1-D045-FCCD-1A9540622AE3}"/>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7FE0B46-AE77-2990-0C24-025941C6313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FDB656F-31FB-2824-AF25-214B6EC5500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429E74B-7209-14F2-45EA-6DA503DA7E8B}"/>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BD3BE061-EE4B-D8C7-CC92-1743EA228F32}"/>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9B910B23-A796-8ABD-081F-3B802B916917}"/>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56999090-C286-18F3-4591-0C7D81A0FCFA}"/>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25A21188-2BCF-8CC1-E49B-D6B44AABC7EE}"/>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8B2058A8-63AC-BD42-D45B-64B55EFE2796}"/>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7F0EE089-51CF-D047-0E5F-0C5FFFA2976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68414E19-0803-23C0-F2EF-F20BDA133EA8}"/>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E4BCDF7D-62C4-D9B9-6497-BEBF0357C591}"/>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CB234DAE-B2EA-8AE9-19C1-81544537F1D7}"/>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3777757E-8BC2-3B2E-469C-7C3F609F23E8}"/>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1C50CFF2-677D-85B9-1ECE-A8030B0F3E46}"/>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3FC6DDC5-AAC8-CA61-8E70-C79998D3906D}"/>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504C3EC5-71C9-4562-4100-2E329A545AE3}"/>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5E49CD40-0AAC-F6F1-1391-CD93A3832D3F}"/>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8F2E01EE-FDAC-D883-6B37-ABF5E36C2A8A}"/>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345A2244-E80B-A19D-8141-C9CC82DD883E}"/>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2693EB38-BAAE-50EE-0B32-CE33B10EE436}"/>
              </a:ext>
            </a:extLst>
          </p:cNvPr>
          <p:cNvSpPr txBox="1"/>
          <p:nvPr/>
        </p:nvSpPr>
        <p:spPr>
          <a:xfrm>
            <a:off x="5650090" y="3041177"/>
            <a:ext cx="570089" cy="230832"/>
          </a:xfrm>
          <a:prstGeom prst="rect">
            <a:avLst/>
          </a:prstGeom>
          <a:noFill/>
        </p:spPr>
        <p:txBody>
          <a:bodyPr wrap="square" rtlCol="0">
            <a:spAutoFit/>
          </a:bodyPr>
          <a:lstStyle/>
          <a:p>
            <a:pPr algn="ctr"/>
            <a:r>
              <a:rPr lang="en-US" sz="900" dirty="0"/>
              <a:t>2489</a:t>
            </a:r>
          </a:p>
        </p:txBody>
      </p:sp>
      <p:sp>
        <p:nvSpPr>
          <p:cNvPr id="50" name="TextBox 49">
            <a:extLst>
              <a:ext uri="{FF2B5EF4-FFF2-40B4-BE49-F238E27FC236}">
                <a16:creationId xmlns:a16="http://schemas.microsoft.com/office/drawing/2014/main" id="{482FA7D7-84F0-F12B-0F3D-E540DA881C09}"/>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A9613886-D413-B429-028D-D8A755F3AABA}"/>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22E876D7-3E59-72E9-176E-426B11CF13FC}"/>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8520B401-FB0B-A1EC-E268-300AD74F08E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2B8E63B2-45E5-388F-C6C3-D45C140B6091}"/>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2F986EAF-EDDC-0466-9675-F98A3A5954F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E2D6318F-2132-B534-3F5D-13FCDEB8614D}"/>
              </a:ext>
            </a:extLst>
          </p:cNvPr>
          <p:cNvSpPr txBox="1"/>
          <p:nvPr/>
        </p:nvSpPr>
        <p:spPr>
          <a:xfrm>
            <a:off x="7157158" y="3406653"/>
            <a:ext cx="570089" cy="230832"/>
          </a:xfrm>
          <a:prstGeom prst="rect">
            <a:avLst/>
          </a:prstGeom>
          <a:noFill/>
        </p:spPr>
        <p:txBody>
          <a:bodyPr wrap="square" rtlCol="0">
            <a:spAutoFit/>
          </a:bodyPr>
          <a:lstStyle/>
          <a:p>
            <a:pPr algn="ctr"/>
            <a:r>
              <a:rPr lang="en-US" sz="900" dirty="0"/>
              <a:t>5789</a:t>
            </a:r>
          </a:p>
        </p:txBody>
      </p:sp>
      <p:sp>
        <p:nvSpPr>
          <p:cNvPr id="61" name="TextBox 60">
            <a:extLst>
              <a:ext uri="{FF2B5EF4-FFF2-40B4-BE49-F238E27FC236}">
                <a16:creationId xmlns:a16="http://schemas.microsoft.com/office/drawing/2014/main" id="{53067244-F172-E467-6F4B-2941869AC3B7}"/>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ABFC4BC1-228F-89D7-D2D3-4272BF7AAA51}"/>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E7C8F010-BE6A-3642-EB31-9BD895F9EFD3}"/>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8814EDE7-3F2D-18D6-D1FB-E4980CC500A0}"/>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9225074-B7DE-B41D-B15A-2AD0B017A13C}"/>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CB5EE6F4-D892-D3DE-5C47-3724BF95879E}"/>
              </a:ext>
            </a:extLst>
          </p:cNvPr>
          <p:cNvSpPr txBox="1"/>
          <p:nvPr/>
        </p:nvSpPr>
        <p:spPr>
          <a:xfrm>
            <a:off x="4645378" y="3041177"/>
            <a:ext cx="570089" cy="230832"/>
          </a:xfrm>
          <a:prstGeom prst="rect">
            <a:avLst/>
          </a:prstGeom>
          <a:noFill/>
        </p:spPr>
        <p:txBody>
          <a:bodyPr wrap="square" rtlCol="0">
            <a:spAutoFit/>
          </a:bodyPr>
          <a:lstStyle/>
          <a:p>
            <a:pPr algn="ctr"/>
            <a:r>
              <a:rPr lang="en-US" sz="900" dirty="0"/>
              <a:t>2457</a:t>
            </a:r>
          </a:p>
        </p:txBody>
      </p:sp>
      <p:sp>
        <p:nvSpPr>
          <p:cNvPr id="45" name="TextBox 44">
            <a:extLst>
              <a:ext uri="{FF2B5EF4-FFF2-40B4-BE49-F238E27FC236}">
                <a16:creationId xmlns:a16="http://schemas.microsoft.com/office/drawing/2014/main" id="{64DA3812-B60F-C180-EF37-3B86250DE750}"/>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E754E8A7-485E-3F9E-A08E-F23D5DD74DB2}"/>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54A74185-32F7-B9E0-A6DE-E316C8B263C5}"/>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B506BF3F-C072-BEB0-876F-7A0ECC3A4D6F}"/>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0013B84B-D1C9-5FE9-BCA9-71BF059DCCD2}"/>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956E6D7A-C12A-B86D-5993-A6B2C1F7CB4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FB65A7F-B9D8-57D9-34E5-78D479B26FD6}"/>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76B6A737-EB21-8754-7CD3-7441A542EE54}"/>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167CC758-A5FF-B57C-EB58-FB425F383DF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70D22392-FBD2-D193-2CD4-24B7BD982DE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55D93CE5-6A43-4C02-0E1E-9BFC1F8AB35A}"/>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7E668141-A99F-5801-A316-98FFA8AD972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B7F6C8A-4A8E-3885-ACB0-E651B9DDD957}"/>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B9D7D122-4DB0-2B01-2B90-45AFF250C89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566A199-F45F-7D8E-2C38-5E901E5C8BA4}"/>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CC3A7FDD-D295-9398-E14B-CBC8F590AC4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DA211CF7-8B06-FA43-1802-BDBF0A962597}"/>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5D87C17-2416-54FA-2FBD-3BF29968C03A}"/>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3EDDC57-CACB-B337-55BA-BDD902C92AD1}"/>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77F20C9-55B2-EABD-1590-B6C3CF8F3683}"/>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0FD40AF7-F001-23E0-A446-AF3070BF3729}"/>
              </a:ext>
            </a:extLst>
          </p:cNvPr>
          <p:cNvSpPr txBox="1"/>
          <p:nvPr/>
        </p:nvSpPr>
        <p:spPr>
          <a:xfrm>
            <a:off x="6654802" y="2540233"/>
            <a:ext cx="570089" cy="230832"/>
          </a:xfrm>
          <a:prstGeom prst="rect">
            <a:avLst/>
          </a:prstGeom>
          <a:noFill/>
        </p:spPr>
        <p:txBody>
          <a:bodyPr wrap="square" rtlCol="0">
            <a:spAutoFit/>
          </a:bodyPr>
          <a:lstStyle/>
          <a:p>
            <a:pPr algn="ctr"/>
            <a:r>
              <a:rPr lang="en-US" sz="900" dirty="0"/>
              <a:t>12348</a:t>
            </a:r>
          </a:p>
        </p:txBody>
      </p:sp>
      <p:sp>
        <p:nvSpPr>
          <p:cNvPr id="54" name="TextBox 53">
            <a:extLst>
              <a:ext uri="{FF2B5EF4-FFF2-40B4-BE49-F238E27FC236}">
                <a16:creationId xmlns:a16="http://schemas.microsoft.com/office/drawing/2014/main" id="{9CF71889-4A1C-0B46-E293-48807F92BD3F}"/>
              </a:ext>
            </a:extLst>
          </p:cNvPr>
          <p:cNvSpPr txBox="1"/>
          <p:nvPr/>
        </p:nvSpPr>
        <p:spPr>
          <a:xfrm>
            <a:off x="6654802" y="2792819"/>
            <a:ext cx="570089" cy="230832"/>
          </a:xfrm>
          <a:prstGeom prst="rect">
            <a:avLst/>
          </a:prstGeom>
          <a:noFill/>
        </p:spPr>
        <p:txBody>
          <a:bodyPr wrap="square" rtlCol="0">
            <a:spAutoFit/>
          </a:bodyPr>
          <a:lstStyle/>
          <a:p>
            <a:pPr algn="ctr"/>
            <a:r>
              <a:rPr lang="en-US" sz="900" dirty="0"/>
              <a:t>1248</a:t>
            </a:r>
          </a:p>
        </p:txBody>
      </p:sp>
      <p:sp>
        <p:nvSpPr>
          <p:cNvPr id="56" name="TextBox 55">
            <a:extLst>
              <a:ext uri="{FF2B5EF4-FFF2-40B4-BE49-F238E27FC236}">
                <a16:creationId xmlns:a16="http://schemas.microsoft.com/office/drawing/2014/main" id="{7E4A5C2E-43F5-34D3-62EB-D6DA1BD79BEC}"/>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2FFFD3B5-AE41-92C7-B497-08B2EB0D7BD6}"/>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BA2AF132-4A7D-379E-2906-B86621C50DBA}"/>
              </a:ext>
            </a:extLst>
          </p:cNvPr>
          <p:cNvSpPr txBox="1"/>
          <p:nvPr/>
        </p:nvSpPr>
        <p:spPr>
          <a:xfrm>
            <a:off x="6152446" y="2540233"/>
            <a:ext cx="570089" cy="230832"/>
          </a:xfrm>
          <a:prstGeom prst="rect">
            <a:avLst/>
          </a:prstGeom>
          <a:noFill/>
        </p:spPr>
        <p:txBody>
          <a:bodyPr wrap="square" rtlCol="0">
            <a:spAutoFit/>
          </a:bodyPr>
          <a:lstStyle/>
          <a:p>
            <a:pPr algn="ctr"/>
            <a:r>
              <a:rPr lang="en-US" sz="900" dirty="0"/>
              <a:t>12378</a:t>
            </a:r>
          </a:p>
        </p:txBody>
      </p:sp>
      <p:sp>
        <p:nvSpPr>
          <p:cNvPr id="74" name="TextBox 73">
            <a:extLst>
              <a:ext uri="{FF2B5EF4-FFF2-40B4-BE49-F238E27FC236}">
                <a16:creationId xmlns:a16="http://schemas.microsoft.com/office/drawing/2014/main" id="{D78A6E55-AD8E-F24B-947C-4788F29C23F5}"/>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7DDBFB01-3DF6-FC5F-1A16-97AD445C2E8C}"/>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DF8C3B6E-454E-CA30-D5F6-2C07BB2E1F48}"/>
              </a:ext>
            </a:extLst>
          </p:cNvPr>
          <p:cNvSpPr txBox="1"/>
          <p:nvPr/>
        </p:nvSpPr>
        <p:spPr>
          <a:xfrm>
            <a:off x="7157158" y="2404765"/>
            <a:ext cx="570089" cy="230832"/>
          </a:xfrm>
          <a:prstGeom prst="rect">
            <a:avLst/>
          </a:prstGeom>
          <a:noFill/>
        </p:spPr>
        <p:txBody>
          <a:bodyPr wrap="square" rtlCol="0">
            <a:spAutoFit/>
          </a:bodyPr>
          <a:lstStyle/>
          <a:p>
            <a:pPr algn="ctr"/>
            <a:r>
              <a:rPr lang="en-US" sz="900" dirty="0"/>
              <a:t>25789</a:t>
            </a:r>
          </a:p>
        </p:txBody>
      </p:sp>
      <p:sp>
        <p:nvSpPr>
          <p:cNvPr id="77" name="TextBox 76">
            <a:extLst>
              <a:ext uri="{FF2B5EF4-FFF2-40B4-BE49-F238E27FC236}">
                <a16:creationId xmlns:a16="http://schemas.microsoft.com/office/drawing/2014/main" id="{609DA210-10AF-9813-02EC-FB655BB93B11}"/>
              </a:ext>
            </a:extLst>
          </p:cNvPr>
          <p:cNvSpPr txBox="1"/>
          <p:nvPr/>
        </p:nvSpPr>
        <p:spPr>
          <a:xfrm>
            <a:off x="7157158" y="2905709"/>
            <a:ext cx="570089" cy="230832"/>
          </a:xfrm>
          <a:prstGeom prst="rect">
            <a:avLst/>
          </a:prstGeom>
          <a:noFill/>
        </p:spPr>
        <p:txBody>
          <a:bodyPr wrap="square" rtlCol="0">
            <a:spAutoFit/>
          </a:bodyPr>
          <a:lstStyle/>
          <a:p>
            <a:pPr algn="ctr"/>
            <a:r>
              <a:rPr lang="en-US" sz="900" dirty="0"/>
              <a:t>25789</a:t>
            </a:r>
          </a:p>
        </p:txBody>
      </p:sp>
      <p:sp>
        <p:nvSpPr>
          <p:cNvPr id="79" name="TextBox 78">
            <a:extLst>
              <a:ext uri="{FF2B5EF4-FFF2-40B4-BE49-F238E27FC236}">
                <a16:creationId xmlns:a16="http://schemas.microsoft.com/office/drawing/2014/main" id="{F5DC43E7-EFE6-0620-E767-0E697E14C733}"/>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7221850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0A2A66-15FF-40D8-96EF-0286ECE27DF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85C783-B338-A162-57FA-8F99A10AA63A}"/>
              </a:ext>
            </a:extLst>
          </p:cNvPr>
          <p:cNvSpPr>
            <a:spLocks noGrp="1"/>
          </p:cNvSpPr>
          <p:nvPr>
            <p:ph sz="half" idx="1"/>
          </p:nvPr>
        </p:nvSpPr>
        <p:spPr/>
        <p:txBody>
          <a:bodyPr>
            <a:normAutofit lnSpcReduction="10000"/>
          </a:bodyPr>
          <a:lstStyle/>
          <a:p>
            <a:r>
              <a:rPr lang="en-US" dirty="0"/>
              <a:t>In Row 5, the arrow is five of 2456789, which sums to 41. We need to drop two digits to make the sum 31 (10) or 32 (9). The possibilities are 27 or 28.</a:t>
            </a:r>
            <a:br>
              <a:rPr lang="en-US" dirty="0"/>
            </a:br>
            <a:r>
              <a:rPr lang="en-US" dirty="0"/>
              <a:t>(6 can’t be dropped. 45 would require a duplicate 2 in row.) 4, 5, and 9 stay, regardless.</a:t>
            </a:r>
          </a:p>
        </p:txBody>
      </p:sp>
      <p:pic>
        <p:nvPicPr>
          <p:cNvPr id="4" name="Picture 3" descr="A grid of sudoku puzzle&#10;&#10;Description automatically generated">
            <a:extLst>
              <a:ext uri="{FF2B5EF4-FFF2-40B4-BE49-F238E27FC236}">
                <a16:creationId xmlns:a16="http://schemas.microsoft.com/office/drawing/2014/main" id="{9F53BB79-2536-FB2B-8FBF-F5237885F10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4905A82-AD04-E35C-A04C-D50F6575AF6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8CEEA26-B4F1-2ACC-7D4E-86D120D0BF6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059C2DE-3E2E-4825-D031-B3569C3F8A7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90D117A-D000-8D4A-096D-3D20B9C132D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82825FA-4F27-1137-53AB-BD3C6EE3F39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01D0911D-CC6D-ECC7-0704-DFA45950E14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12CB9A7-9C95-5AC7-E695-36715B163E61}"/>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86E979A5-5038-713A-3337-B7367EA12154}"/>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C944E3AE-C935-67EC-2F9C-753C559DCDF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DDCED8F0-DFCB-C51B-35DA-BA328801E2D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B8C25881-CD1C-A2B6-4061-5BF4D6B3B47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3C1E9A62-D0B3-7216-93D0-CFD19A2DEDD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39929FF-95EB-3524-8FCE-1682CA54999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DE36D54-CD88-A3EE-EFEF-1AAABB30193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1BDFE46-BF7E-FA12-C16E-2265A42C5FB2}"/>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50257218-38EA-9AB3-986A-DCDCE9F97C01}"/>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A1ECE27C-F175-5785-5ED3-4EEE6B2AD552}"/>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4E07B0B4-C2AE-7613-6118-68D4F20EA601}"/>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13295DC-357D-D9B3-F8D4-282ACA5853A0}"/>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B9384FF1-C536-0F6F-A558-544FDB74D473}"/>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82971C66-02F4-3567-6952-005E259DC7A7}"/>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46D2ED2B-3ADF-4B9E-3910-F89F217393E0}"/>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8432C428-E8B6-10BF-C2EB-639E568FAB2E}"/>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BCBEA16C-BCE8-4516-CF3B-15ABFB39564F}"/>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8D21E49F-6BD1-CC75-EEA7-5322FF38AB2C}"/>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3816A742-8F26-471A-A449-6102FA07C77A}"/>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FA1AACF4-A145-66A4-9FA8-DC266B88C547}"/>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5F907A42-9E1D-A26D-C945-F66806E85BFB}"/>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BD2D9668-68D2-6A64-924F-A2FEF542678D}"/>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7D720FB1-E8CB-5BA5-CA07-0FC18847625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827B1F6E-B453-A7FA-D234-02FCD253A497}"/>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8B5152A1-D669-D2E9-EAE6-45437CB73953}"/>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3880E8DC-93C3-20C2-103D-9323DF49D306}"/>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481C40BC-B9C7-C7F1-D13C-DA83535A04A9}"/>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928096B5-EE2A-FCCA-6FEE-B48BFEA71C6F}"/>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8FB52172-64AA-98A2-E0E0-708B22476BC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F9C36AF7-310B-3123-133A-C0F289737938}"/>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B8CC3AF4-619D-B401-5920-6CFAC505B1CB}"/>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A8EEE75F-E70C-01B0-3870-58B6CC206C80}"/>
              </a:ext>
            </a:extLst>
          </p:cNvPr>
          <p:cNvSpPr txBox="1"/>
          <p:nvPr/>
        </p:nvSpPr>
        <p:spPr>
          <a:xfrm>
            <a:off x="7157158" y="3406653"/>
            <a:ext cx="570089" cy="230832"/>
          </a:xfrm>
          <a:prstGeom prst="rect">
            <a:avLst/>
          </a:prstGeom>
          <a:noFill/>
        </p:spPr>
        <p:txBody>
          <a:bodyPr wrap="square" rtlCol="0">
            <a:spAutoFit/>
          </a:bodyPr>
          <a:lstStyle/>
          <a:p>
            <a:pPr algn="ctr"/>
            <a:r>
              <a:rPr lang="en-US" sz="900" dirty="0"/>
              <a:t>5789</a:t>
            </a:r>
          </a:p>
        </p:txBody>
      </p:sp>
      <p:sp>
        <p:nvSpPr>
          <p:cNvPr id="61" name="TextBox 60">
            <a:extLst>
              <a:ext uri="{FF2B5EF4-FFF2-40B4-BE49-F238E27FC236}">
                <a16:creationId xmlns:a16="http://schemas.microsoft.com/office/drawing/2014/main" id="{CA4D60D0-A497-8DA1-5DAA-EE5A564ECF84}"/>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BC2C0057-447F-CB64-1C4D-344B7FA206CE}"/>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DC60E4ED-68DD-D0FB-E4BD-AD269E3E4A73}"/>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6BCD75A-0E4A-B81F-91F6-A96D9E171345}"/>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75B4976-BFAE-B2AA-6336-9040C48EC357}"/>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81133AA3-7E0A-CBD5-AA3C-47E8E19CF45E}"/>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70F49A61-C442-C0DC-057F-C1F03C93815F}"/>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D0634875-7532-8240-65E2-E2E07385756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349A4323-36BE-4C98-D28B-995A3777F7ED}"/>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FAB68024-6C27-6F3D-147C-07508A3AE117}"/>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48A84009-8CE5-7599-814C-796DC6BB4C9C}"/>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62803501-25A4-FF2B-228C-4C97307DB00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BDD499D1-497A-CA5E-FA13-4EA450B60528}"/>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2F48EB5B-2894-B53B-D7D7-6C38048AE739}"/>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3062D6A3-D7F2-E0A6-F102-919BC98ACAE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64E96C0-8971-7149-8079-9D985540974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88D5CCBF-D777-FDF7-B9AF-96FDED6FD181}"/>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417E835-F1B2-1BA4-320B-6E8D4F63DA8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E6FFA50-789D-CC75-C862-BD774A68034D}"/>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743FCDD2-1D05-A8C3-930E-143F5821210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311EDA5-4EF6-E695-4DBB-4B0CEAFFC10D}"/>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D229E43D-8E6D-F5A4-6D1F-E4E40361A98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F0D2A26A-7F38-3BC7-0722-F862DB9CA19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EC0C365-0921-1978-1A77-99ED9B5F8D6C}"/>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29F9B0E-B3BB-234B-4F24-EB7518BC6B87}"/>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8BCD7FB-C5AA-1F3E-0F8C-514E0A004235}"/>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9E6BFDD5-74E2-0F32-DDFB-09A3BE1895D8}"/>
              </a:ext>
            </a:extLst>
          </p:cNvPr>
          <p:cNvSpPr txBox="1"/>
          <p:nvPr/>
        </p:nvSpPr>
        <p:spPr>
          <a:xfrm>
            <a:off x="6654802" y="2540233"/>
            <a:ext cx="570089" cy="230832"/>
          </a:xfrm>
          <a:prstGeom prst="rect">
            <a:avLst/>
          </a:prstGeom>
          <a:noFill/>
        </p:spPr>
        <p:txBody>
          <a:bodyPr wrap="square" rtlCol="0">
            <a:spAutoFit/>
          </a:bodyPr>
          <a:lstStyle/>
          <a:p>
            <a:pPr algn="ctr"/>
            <a:r>
              <a:rPr lang="en-US" sz="900" dirty="0"/>
              <a:t>12348</a:t>
            </a:r>
          </a:p>
        </p:txBody>
      </p:sp>
      <p:sp>
        <p:nvSpPr>
          <p:cNvPr id="54" name="TextBox 53">
            <a:extLst>
              <a:ext uri="{FF2B5EF4-FFF2-40B4-BE49-F238E27FC236}">
                <a16:creationId xmlns:a16="http://schemas.microsoft.com/office/drawing/2014/main" id="{14D656A8-903C-6B23-A46A-36EDB71D1883}"/>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89631895-2988-3068-355B-18A98D5F522D}"/>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62812D04-D589-F863-57D9-3EA62A7B6A73}"/>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79050266-B4E6-79CD-C323-683368456447}"/>
              </a:ext>
            </a:extLst>
          </p:cNvPr>
          <p:cNvSpPr txBox="1"/>
          <p:nvPr/>
        </p:nvSpPr>
        <p:spPr>
          <a:xfrm>
            <a:off x="6152446" y="2540233"/>
            <a:ext cx="570089" cy="230832"/>
          </a:xfrm>
          <a:prstGeom prst="rect">
            <a:avLst/>
          </a:prstGeom>
          <a:noFill/>
        </p:spPr>
        <p:txBody>
          <a:bodyPr wrap="square" rtlCol="0">
            <a:spAutoFit/>
          </a:bodyPr>
          <a:lstStyle/>
          <a:p>
            <a:pPr algn="ctr"/>
            <a:r>
              <a:rPr lang="en-US" sz="900" dirty="0"/>
              <a:t>12378</a:t>
            </a:r>
          </a:p>
        </p:txBody>
      </p:sp>
      <p:sp>
        <p:nvSpPr>
          <p:cNvPr id="74" name="TextBox 73">
            <a:extLst>
              <a:ext uri="{FF2B5EF4-FFF2-40B4-BE49-F238E27FC236}">
                <a16:creationId xmlns:a16="http://schemas.microsoft.com/office/drawing/2014/main" id="{09F8DFEF-010C-EDCB-AB5E-C5C12A9A352B}"/>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1B01C6FF-0767-D82D-AFD3-CDFD4E4AE506}"/>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CCC78C37-D040-1C54-CFB6-11023D344F43}"/>
              </a:ext>
            </a:extLst>
          </p:cNvPr>
          <p:cNvSpPr txBox="1"/>
          <p:nvPr/>
        </p:nvSpPr>
        <p:spPr>
          <a:xfrm>
            <a:off x="7157158" y="2404765"/>
            <a:ext cx="570089" cy="230832"/>
          </a:xfrm>
          <a:prstGeom prst="rect">
            <a:avLst/>
          </a:prstGeom>
          <a:noFill/>
        </p:spPr>
        <p:txBody>
          <a:bodyPr wrap="square" rtlCol="0">
            <a:spAutoFit/>
          </a:bodyPr>
          <a:lstStyle/>
          <a:p>
            <a:pPr algn="ctr"/>
            <a:r>
              <a:rPr lang="en-US" sz="900" dirty="0"/>
              <a:t>25789</a:t>
            </a:r>
          </a:p>
        </p:txBody>
      </p:sp>
      <p:sp>
        <p:nvSpPr>
          <p:cNvPr id="77" name="TextBox 76">
            <a:extLst>
              <a:ext uri="{FF2B5EF4-FFF2-40B4-BE49-F238E27FC236}">
                <a16:creationId xmlns:a16="http://schemas.microsoft.com/office/drawing/2014/main" id="{60B3FCD1-1FD0-55B1-96A4-0A742D6D849A}"/>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A2C3DEC9-831D-86E6-EB5F-FA401DB18FB4}"/>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2599691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695A6-CF75-306C-3958-FC6F01A76AB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205E980-483C-4261-F297-15100D9965A1}"/>
              </a:ext>
            </a:extLst>
          </p:cNvPr>
          <p:cNvSpPr>
            <a:spLocks noGrp="1"/>
          </p:cNvSpPr>
          <p:nvPr>
            <p:ph sz="half" idx="1"/>
          </p:nvPr>
        </p:nvSpPr>
        <p:spPr/>
        <p:txBody>
          <a:bodyPr>
            <a:normAutofit/>
          </a:bodyPr>
          <a:lstStyle/>
          <a:p>
            <a:r>
              <a:rPr lang="en-US" dirty="0"/>
              <a:t>In the center block, 1 and 2 are in Row 4.</a:t>
            </a:r>
          </a:p>
        </p:txBody>
      </p:sp>
      <p:pic>
        <p:nvPicPr>
          <p:cNvPr id="4" name="Picture 3" descr="A grid of sudoku puzzle&#10;&#10;Description automatically generated">
            <a:extLst>
              <a:ext uri="{FF2B5EF4-FFF2-40B4-BE49-F238E27FC236}">
                <a16:creationId xmlns:a16="http://schemas.microsoft.com/office/drawing/2014/main" id="{703C0F2A-5D0E-8DAE-06DB-80761F3B14F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A557098-693E-33E3-9DE9-E7067C43DC9F}"/>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BA3A74E-FF08-D014-6418-D30B50EA69D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A5DB426-AC39-92EF-F06A-3C3432E9267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2AB085E-10CE-E542-D119-F3240F044DF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BADA081-4349-EF38-1C3A-EF8170E2C43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A8090FB-E64C-C143-9185-5928BB969BE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B717062D-0F01-81A0-E683-4F5608388115}"/>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028FB787-D532-7603-6D1F-35E454577104}"/>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0EE9A2F4-A212-67D2-1857-0F0357BB5FF1}"/>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D09FAE65-6F71-5EC0-25B0-3F2E42E4644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1AA12DB1-B98D-B8BD-4F41-E4FB38199A1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26411C5-674A-DD3A-288B-2743E61B8A5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837D6DC-74F7-0E1D-B852-ECE2DDBFCF6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B20C57D-7E0F-40B6-A618-683C8CA4A9F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82080E5-B2C0-C17F-D0CF-D4B47E2E153E}"/>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B9C45313-C1A9-5814-F286-F0BC08210C96}"/>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BB715667-F301-CE6B-E2BF-3F009480E49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631A472F-E696-904A-F7CF-C9E5B86E549B}"/>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158AE5CE-CA98-C1C4-8519-6FE2AB1DF97A}"/>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B6793669-B7BA-57FE-F681-A22430BDECA0}"/>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9EB873A2-B871-BDCB-ED6B-CBA179D7AC8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F8560377-51E2-D5FE-2932-036E70B69AFF}"/>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4718DE68-B561-340A-62B0-4B9F290DC8C0}"/>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58A8D98B-BD5D-A767-28CF-D0334EEF3AF9}"/>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4E5842FE-BA88-2765-722A-5854A557E97D}"/>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6E8E5133-0288-F400-CB97-27B6438580A5}"/>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419B5F8C-8A02-957D-F3CD-1B6CDDC71462}"/>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BC1B440B-1496-7BCD-C383-52D51B75C7AE}"/>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72138635-EC72-3EE5-A166-B84234EA1494}"/>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FF59BAA3-451B-1D1D-6627-4431E3A82E60}"/>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49B6D69-5821-8A1F-33A3-B612772DBAD3}"/>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36F42053-45F9-ECAF-6743-1E3C212DEC29}"/>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D1B2685E-0AAC-0591-8139-8EF13B18EB98}"/>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FEE7ABF1-9E74-626E-35E2-1C8FAC824BA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B5DBF324-7402-6DDE-55D2-8EF20BAB6A70}"/>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75993316-618E-5E5A-B28A-AC940B8A10E6}"/>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3ED8F740-B26F-0E3F-4EE3-5860B193690A}"/>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3CC4491A-E306-F0AA-4E87-3638520D35E4}"/>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B655FCF9-E80F-A7B2-77F7-0458351C600D}"/>
              </a:ext>
            </a:extLst>
          </p:cNvPr>
          <p:cNvSpPr txBox="1"/>
          <p:nvPr/>
        </p:nvSpPr>
        <p:spPr>
          <a:xfrm>
            <a:off x="7157158" y="3406653"/>
            <a:ext cx="570089" cy="230832"/>
          </a:xfrm>
          <a:prstGeom prst="rect">
            <a:avLst/>
          </a:prstGeom>
          <a:noFill/>
        </p:spPr>
        <p:txBody>
          <a:bodyPr wrap="square" rtlCol="0">
            <a:spAutoFit/>
          </a:bodyPr>
          <a:lstStyle/>
          <a:p>
            <a:pPr algn="ctr"/>
            <a:r>
              <a:rPr lang="en-US" sz="900" dirty="0"/>
              <a:t>5789</a:t>
            </a:r>
          </a:p>
        </p:txBody>
      </p:sp>
      <p:sp>
        <p:nvSpPr>
          <p:cNvPr id="61" name="TextBox 60">
            <a:extLst>
              <a:ext uri="{FF2B5EF4-FFF2-40B4-BE49-F238E27FC236}">
                <a16:creationId xmlns:a16="http://schemas.microsoft.com/office/drawing/2014/main" id="{4234E83C-E5BD-0518-5BB1-EDB60B4179B5}"/>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E121CEBE-810E-D1B8-20C8-38F20F2EED57}"/>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037F870A-1BEE-CB17-5FBE-BEA5B3127D07}"/>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5A5923B2-2056-C748-6657-9CB37F4D562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782D2E2-491F-976E-1FB5-3A116DC7271B}"/>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1572991A-018D-477F-C1E4-EC008EE699F8}"/>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14B939B-21D7-01AC-161E-8E030B486FDA}"/>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CCC265AA-2B84-D0FC-BA27-4208972CE93B}"/>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965C0F61-B605-E136-BC6A-69F018F80DD6}"/>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3EB488F7-CAFF-C80D-D817-1E1C6B0F4447}"/>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79F13B3E-4D56-8971-7E5F-02FB96D4AD39}"/>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F2F58E23-C270-62FE-3195-A64D147DF1B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D9F5EFEE-4D89-6D8D-9790-A9EF23A5D77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DF763468-9EB4-7758-27CD-6C158A953713}"/>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F09D05F8-DDF0-3B21-3C0F-3F2F0042E7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9595B5B-26F3-4E82-9044-143625E1483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98ECEC7-DFC0-87AF-C0E6-59BF66264331}"/>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6529A8A7-9375-6B84-B346-9FF1CAB9983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B23CE60-24A0-47B0-F220-B57359BB2D92}"/>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553DB841-0789-AA4C-BF6E-D98AA6A5BB4A}"/>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AF7A64B0-0F72-83F2-DC12-9951AD3F7EBD}"/>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69EB86C4-2CAF-F467-585D-6716E5B084F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47E62AB2-EC4E-048D-9D53-18D836DD903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CD22AC5-073E-7714-F3E6-C2D5E36968A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B45D0358-5DEE-1249-67B3-C5B3E8B6AA83}"/>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3D3B43FD-F4D2-CF90-F6D8-CF4A33629B62}"/>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FC8B2708-2D54-9897-DF8E-917947DC6838}"/>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4C801330-F712-8605-00BF-0753E656F95E}"/>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6D52B264-4176-B211-1CA2-12DB618AD4A2}"/>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00EE3130-2A86-EB5B-E2A3-310652E48360}"/>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4A007CCC-75F6-2B55-EE5E-53CE7D553AD9}"/>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2C9FE33B-C7DE-DAD4-0668-725058FC52D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9F11F7E6-DCBC-5DAB-D13F-1112ACAB5737}"/>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13B07B30-F4BB-1076-6919-AFF2835F04EF}"/>
              </a:ext>
            </a:extLst>
          </p:cNvPr>
          <p:cNvSpPr txBox="1"/>
          <p:nvPr/>
        </p:nvSpPr>
        <p:spPr>
          <a:xfrm>
            <a:off x="7157158" y="2404765"/>
            <a:ext cx="570089" cy="230832"/>
          </a:xfrm>
          <a:prstGeom prst="rect">
            <a:avLst/>
          </a:prstGeom>
          <a:noFill/>
        </p:spPr>
        <p:txBody>
          <a:bodyPr wrap="square" rtlCol="0">
            <a:spAutoFit/>
          </a:bodyPr>
          <a:lstStyle/>
          <a:p>
            <a:pPr algn="ctr"/>
            <a:r>
              <a:rPr lang="en-US" sz="900" dirty="0"/>
              <a:t>5789</a:t>
            </a:r>
          </a:p>
        </p:txBody>
      </p:sp>
      <p:sp>
        <p:nvSpPr>
          <p:cNvPr id="77" name="TextBox 76">
            <a:extLst>
              <a:ext uri="{FF2B5EF4-FFF2-40B4-BE49-F238E27FC236}">
                <a16:creationId xmlns:a16="http://schemas.microsoft.com/office/drawing/2014/main" id="{941C0B27-1D29-45CF-F775-98620AB5A1CC}"/>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A77733BE-45AE-B7E2-FAD9-4D3E39255749}"/>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21630118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2DEA9E-4AA1-756B-260A-47E9DBA1975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6E46C5-B03B-F12A-E651-59805C48DCCD}"/>
              </a:ext>
            </a:extLst>
          </p:cNvPr>
          <p:cNvSpPr>
            <a:spLocks noGrp="1"/>
          </p:cNvSpPr>
          <p:nvPr>
            <p:ph sz="half" idx="1"/>
          </p:nvPr>
        </p:nvSpPr>
        <p:spPr/>
        <p:txBody>
          <a:bodyPr>
            <a:normAutofit/>
          </a:bodyPr>
          <a:lstStyle/>
          <a:p>
            <a:r>
              <a:rPr lang="en-US" dirty="0"/>
              <a:t>Note the 28/278/278 triplet in Column 9.</a:t>
            </a:r>
          </a:p>
        </p:txBody>
      </p:sp>
      <p:pic>
        <p:nvPicPr>
          <p:cNvPr id="4" name="Picture 3" descr="A grid of sudoku puzzle&#10;&#10;Description automatically generated">
            <a:extLst>
              <a:ext uri="{FF2B5EF4-FFF2-40B4-BE49-F238E27FC236}">
                <a16:creationId xmlns:a16="http://schemas.microsoft.com/office/drawing/2014/main" id="{C0FD3143-CE25-FB19-5DC5-12AD1D3961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AB5B566-F2F1-6764-446D-D93FC9078B5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FA63B733-635C-EFC5-4DE8-0B8D97BBBF3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DD82A46-5603-DFAB-75DD-E86ABEE1238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0EF843C-87E1-2937-9605-198DBF38E54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7E0173B-CC4F-7A26-B757-29031D46DE3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3462BFE4-C0D0-7F78-775E-620A9DA155D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C314D8E7-3BF7-8ABF-4A8F-6269DE702F7D}"/>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E7692AFB-0EAF-4949-80E8-5DF8C8FB7294}"/>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5955B9E6-1376-23FA-A58F-E77BC10076A0}"/>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9F882C4C-F57E-4649-BB82-6B123E34ABD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54213481-95B2-54D7-3230-C949513F227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0826B36-8C09-3563-445B-F53F37C6FC10}"/>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472B0A0-7984-F7DD-DA28-D760220ADB2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085953F-8532-5FA9-A8F6-600499909625}"/>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E2D176B-D742-EF56-7A3A-8572318C8821}"/>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B38EF654-7AEC-A2F6-96C9-70544DAA4C77}"/>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F47D0F81-6CBC-D332-FDCD-FA4E7BD5BEF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A5F8323A-C7B9-A736-BB18-75D0866A08B3}"/>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DA283886-093C-1782-FBD9-8C3D35194095}"/>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269B673D-F4F8-4153-43F5-DD1ADA078CCE}"/>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71014454-EF80-EE34-6EAF-F5F44B9D6B4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3F1465C2-2FE4-66C1-AC5C-25BE1854363E}"/>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7FE8DEE3-1E3D-0E18-BFFC-82796BBBD7F1}"/>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8EF74EDD-8454-A3AA-D34B-E20F51A76722}"/>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7E477AEB-D46B-55D8-3D03-6CB471329748}"/>
              </a:ext>
            </a:extLst>
          </p:cNvPr>
          <p:cNvSpPr txBox="1"/>
          <p:nvPr/>
        </p:nvSpPr>
        <p:spPr>
          <a:xfrm>
            <a:off x="4143022" y="2540233"/>
            <a:ext cx="570089" cy="230832"/>
          </a:xfrm>
          <a:prstGeom prst="rect">
            <a:avLst/>
          </a:prstGeom>
          <a:noFill/>
        </p:spPr>
        <p:txBody>
          <a:bodyPr wrap="square" rtlCol="0">
            <a:spAutoFit/>
          </a:bodyPr>
          <a:lstStyle/>
          <a:p>
            <a:pPr algn="ctr"/>
            <a:r>
              <a:rPr lang="en-US" sz="900" dirty="0"/>
              <a:t>4579</a:t>
            </a:r>
          </a:p>
        </p:txBody>
      </p:sp>
      <p:sp>
        <p:nvSpPr>
          <p:cNvPr id="34" name="TextBox 33">
            <a:extLst>
              <a:ext uri="{FF2B5EF4-FFF2-40B4-BE49-F238E27FC236}">
                <a16:creationId xmlns:a16="http://schemas.microsoft.com/office/drawing/2014/main" id="{E9646650-5F1A-BB12-5258-C71C73EB5B5B}"/>
              </a:ext>
            </a:extLst>
          </p:cNvPr>
          <p:cNvSpPr txBox="1"/>
          <p:nvPr/>
        </p:nvSpPr>
        <p:spPr>
          <a:xfrm>
            <a:off x="3138310" y="2540233"/>
            <a:ext cx="570089" cy="230832"/>
          </a:xfrm>
          <a:prstGeom prst="rect">
            <a:avLst/>
          </a:prstGeom>
          <a:noFill/>
        </p:spPr>
        <p:txBody>
          <a:bodyPr wrap="square" rtlCol="0">
            <a:spAutoFit/>
          </a:bodyPr>
          <a:lstStyle/>
          <a:p>
            <a:pPr algn="ctr"/>
            <a:r>
              <a:rPr lang="en-US" sz="900" dirty="0"/>
              <a:t>45789</a:t>
            </a:r>
          </a:p>
        </p:txBody>
      </p:sp>
      <p:sp>
        <p:nvSpPr>
          <p:cNvPr id="35" name="TextBox 34">
            <a:extLst>
              <a:ext uri="{FF2B5EF4-FFF2-40B4-BE49-F238E27FC236}">
                <a16:creationId xmlns:a16="http://schemas.microsoft.com/office/drawing/2014/main" id="{9AEFA079-5B61-5097-B3FB-63DEF4363C6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3A19B8F9-5F4C-7CF0-9616-D25761D90BFC}"/>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91D8325D-B89C-35EB-D745-DC22F3814193}"/>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68BE1830-BD56-5CFA-A353-530CCFDFCA23}"/>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1EF4D68D-6208-FC63-4A8C-7473CDDDA20E}"/>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FD9A9307-1183-9EE5-A798-795CEF1C0FFA}"/>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355C8F59-B41E-8D25-0DB6-9479B0514453}"/>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6BCE7E10-DC28-BD07-C8CB-E47CA632D3D6}"/>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8B02ABE1-CE15-AA77-986B-DB3468CF79D8}"/>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B9D03BB9-6008-89FD-EC37-F89A633933D5}"/>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52509353-AA82-371B-61AC-70B983AC8D4D}"/>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614F2A29-A769-B51D-C615-FE364DEE443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418B18F4-2B42-362A-F9F0-6E155CC9FC6B}"/>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5FBFDDD4-678A-5957-7614-AB5505B0AA1C}"/>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91AF9229-CB1B-5887-E305-FC9018A6A538}"/>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B96C99BE-E0F7-6293-C44D-1EE6C6E39D8E}"/>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1F3B41A2-BA50-4DA8-5F4F-EB56F8B9A3F7}"/>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55CB74F7-644A-4020-5BFC-EA74B64620F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C2E75EE8-C036-AA89-9C1A-46C1CAAE7804}"/>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9DF88CDC-BC05-69D9-6BDD-606AC7F90C42}"/>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4090325B-936A-F9CE-2B10-F019BCFF4FD3}"/>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9684748E-5589-5F8A-E883-A35BBAECD056}"/>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C92CCD64-B6E9-7272-A88B-A0E2727C5476}"/>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F8939EFE-3135-4A03-9432-6571C3EDD0BA}"/>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8DD21EBC-46F1-1D5F-0ABC-CE59FCEB555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F242E716-A969-D82D-44CA-254742045CBC}"/>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53B0FEF8-A94A-C4BD-8A1F-928257CEB6A7}"/>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3C32ACA3-4E1E-30D0-5E84-4CC5519C1447}"/>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C0F647E3-BA2D-1C4B-C417-C055E1F63C4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79E6CED-535C-B01B-9F68-4960BBB6C178}"/>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0E1BB1AC-AD32-7D60-C1BB-841C16CE883A}"/>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758F862-4912-F671-E054-6A9BC1E6AA58}"/>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29045231-5AFD-6497-1F27-3F508AB280A4}"/>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7CCC92B-B222-29A8-DFCB-403D586E73EC}"/>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056E2971-B03C-2C13-2C8E-F2B66B98C90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D4D05EB2-389B-6FAB-7ED8-0BD0D7C0FBF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46D4407A-EFE4-5821-113A-A2EF957F6490}"/>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C7D6A2D-21C4-5E3B-CA1F-8AC78CD18DC5}"/>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5011B2C-F6AE-47D6-FD65-D182868EB289}"/>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5EA63403-CEA1-DFC3-00B2-DBCDB00E0737}"/>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CEB1D88C-23C9-193D-3BBF-AFD2F9B7E002}"/>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F43D3434-6454-6222-9E8D-6405BE1B5329}"/>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9FFCA841-AFE8-AE51-59CF-35291633B358}"/>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23B39626-96DF-7191-37F5-0A5B9913087F}"/>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5F1AC207-BA2D-D187-AAEF-57AE217FEF3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070BD4CB-2DC8-2764-1A54-38A1BA7CDE6D}"/>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4DC87C77-8785-C957-FD8A-45B0B659F773}"/>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5FFFA92C-64D8-D9BA-7A05-C62E57AED916}"/>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C7B7B746-8ED1-9C3E-8443-173C69C1986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1253355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0437D3-5647-C323-2752-7FF0E25866E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37477E1-5181-16F8-865A-4F6679800712}"/>
              </a:ext>
            </a:extLst>
          </p:cNvPr>
          <p:cNvSpPr>
            <a:spLocks noGrp="1"/>
          </p:cNvSpPr>
          <p:nvPr>
            <p:ph sz="half" idx="1"/>
          </p:nvPr>
        </p:nvSpPr>
        <p:spPr/>
        <p:txBody>
          <a:bodyPr>
            <a:normAutofit/>
          </a:bodyPr>
          <a:lstStyle/>
          <a:p>
            <a:r>
              <a:rPr lang="en-US" dirty="0"/>
              <a:t>The 54 arrow consists of all the unique digits that sum to 45, except for 2 or 8, plus 11 or 17, respectively. The only way to make 11 is 47. The only way to make 17 is 89, which fits in only one way.</a:t>
            </a:r>
          </a:p>
        </p:txBody>
      </p:sp>
      <p:pic>
        <p:nvPicPr>
          <p:cNvPr id="4" name="Picture 3" descr="A grid of sudoku puzzle&#10;&#10;Description automatically generated">
            <a:extLst>
              <a:ext uri="{FF2B5EF4-FFF2-40B4-BE49-F238E27FC236}">
                <a16:creationId xmlns:a16="http://schemas.microsoft.com/office/drawing/2014/main" id="{1D0693BF-B56D-6B34-C862-F6B46CFE752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5D77A65-C6F3-FD79-01C3-EA7AF943FB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49FD7E-B2B5-DFA3-083C-1F64B7A6C41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7374677-6098-060D-7231-82C30BDBCB6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BBF299BE-66DE-3F5C-2B3E-C0FDF5818B4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7A1ACD5-B6D4-D6FB-2C69-4634031D203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5AEC97D8-6DC3-E753-7C0E-95AE7FC43D5C}"/>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4DF79999-F607-6AA8-C7A9-A4CF3BD1693C}"/>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C02D61B5-A594-E3B8-305F-BD7DE7EBA729}"/>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366AE577-772C-C37E-3743-68677912DAD2}"/>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E89311B4-B040-F5D5-3A3C-F9049FB1B08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553AB1E3-3C6B-788B-9DC1-E62712756C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F8155E11-07C0-D934-51F2-614B697C206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FC9F1A0-FDD9-B084-9254-8792644095FA}"/>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527E26B-F73A-3545-E2E0-4588B6407A1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AFD660E-D329-4D39-38CD-C474FC133936}"/>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E8E58D9-F281-8A40-254E-8F5ADE7D955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53305A65-6BFA-A05F-5152-8EFE67D9DB9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42E7B93-2A5E-0E61-D475-6EC32EAA2FFB}"/>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EC788F7F-87FF-628A-BD15-D4DBC8B614CF}"/>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B45ECFB1-8675-5698-DCC5-BF1BB23612BA}"/>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D30B04C6-F3B3-15B4-EB4A-BFDFB522472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45789</a:t>
            </a:r>
          </a:p>
        </p:txBody>
      </p:sp>
      <p:sp>
        <p:nvSpPr>
          <p:cNvPr id="30" name="TextBox 29">
            <a:extLst>
              <a:ext uri="{FF2B5EF4-FFF2-40B4-BE49-F238E27FC236}">
                <a16:creationId xmlns:a16="http://schemas.microsoft.com/office/drawing/2014/main" id="{FD849C34-6B3F-5F7B-8AF0-7D2A13591221}"/>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A6068730-608F-8A41-3D6E-67415DA02D39}"/>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EA67692F-D5EA-01B4-7B48-374DDE24F6D3}"/>
              </a:ext>
            </a:extLst>
          </p:cNvPr>
          <p:cNvSpPr txBox="1"/>
          <p:nvPr/>
        </p:nvSpPr>
        <p:spPr>
          <a:xfrm>
            <a:off x="3138310" y="5044952"/>
            <a:ext cx="570089" cy="230832"/>
          </a:xfrm>
          <a:prstGeom prst="rect">
            <a:avLst/>
          </a:prstGeom>
          <a:noFill/>
        </p:spPr>
        <p:txBody>
          <a:bodyPr wrap="square" rtlCol="0">
            <a:spAutoFit/>
          </a:bodyPr>
          <a:lstStyle/>
          <a:p>
            <a:pPr algn="ctr"/>
            <a:r>
              <a:rPr lang="en-US" sz="900" dirty="0"/>
              <a:t>478</a:t>
            </a:r>
          </a:p>
        </p:txBody>
      </p:sp>
      <p:sp>
        <p:nvSpPr>
          <p:cNvPr id="33" name="TextBox 32">
            <a:extLst>
              <a:ext uri="{FF2B5EF4-FFF2-40B4-BE49-F238E27FC236}">
                <a16:creationId xmlns:a16="http://schemas.microsoft.com/office/drawing/2014/main" id="{BCC286A5-4F05-1B61-B0D7-B578E70A38DC}"/>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454F4586-FD0D-C311-5F17-577887F004D9}"/>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829BC904-E437-8F81-A452-BD4C0CFC651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45B61B79-9AEE-4F4E-F65F-B3354ABD041A}"/>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8220CD14-D399-1CFA-3C10-6A6E6FBEA1AE}"/>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A11008B1-A4E6-554C-947B-60FE8F64983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6337C43F-BEE7-6B8F-2CDA-24D2E74310FC}"/>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1B430849-3E6E-FC37-68E1-DEE6E524A918}"/>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1CCE0D92-F801-035A-8323-CE0C5C480999}"/>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A0A845B4-C73C-D325-ECF8-8C53CFED40D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639DBFFA-2E6A-E071-E6FD-AC561F36238C}"/>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8679F2A8-6801-B66F-99D0-3B0E12D9253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E928E3E9-205C-BBDA-1C93-84FEB8A1F9EE}"/>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D87437EE-3AF8-6F80-06C6-200120B9F13C}"/>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244E0C47-3A79-A996-008F-5AE35CC149F6}"/>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D7624951-A58B-3F21-6311-CD01A26BFD0F}"/>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D73F97EF-FF45-93BB-EBB3-812FFAE30DE4}"/>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479CD5E7-5013-BD93-8F8E-D41F7E8A3FAE}"/>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B6B89105-3B7E-640F-33C5-FBC0DEB645AB}"/>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CB810D6-7425-21C8-6878-47853A7FAF5A}"/>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E896966A-E1B5-3D37-3C21-32A61B1B1A42}"/>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82C89CF9-57FE-4C8F-6C30-89EEFC496D94}"/>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2A597235-522A-5E16-7F73-DCA358642B93}"/>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C12E5305-54B8-4227-7082-CFDECE4FE8FF}"/>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F0D9384B-A756-162A-F1E8-DAFB486868B3}"/>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C60A04B9-6FFD-4F60-5D29-A2E27B00B456}"/>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E122B8F8-9DF0-4310-8908-4A22895E562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CD73C21-4000-5CE8-F45D-2A604D622049}"/>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7FE84441-A1CD-8907-D9D7-84EA7A9FA7B0}"/>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CA12AD30-47EA-B7AE-9275-AA9B52337FC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C92DC224-4736-FA2B-D0E0-9A35CC9C56E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065CA6D-0834-CEAB-9815-881A03AD7229}"/>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371E45F-31C4-F35D-9C30-F8D50856B8A7}"/>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ADF0373-0CFB-4F79-C483-BC948F06E3CC}"/>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A24452D0-DDFC-31DC-94FD-9E3036EFA496}"/>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02C11D22-DB02-40B5-48E0-0F28BAF8BCF6}"/>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FE73E337-02F8-107C-92CA-4B1061B0543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1B1D6DF9-8AB4-9C1E-A73E-D30439F51B5D}"/>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E9EE529-4CC7-395F-4CF4-A59861A161AD}"/>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158C871-C080-3CA0-035E-F0EE755EBEEF}"/>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6F6C482-DBFA-AA06-2529-8F9969D2FC54}"/>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8AF5E768-3B57-7ABA-5AD2-00A1D17D1BE3}"/>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FCD63D46-8EAA-7FE2-E7DD-0FCAB7CE060A}"/>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71F40A15-5CE2-6A2B-11B0-BB703F4623FE}"/>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50C3A99A-E879-A76E-5A10-035D15D0395B}"/>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C4B1311D-4F2A-563B-ECF9-354F66F5413D}"/>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D71F03E0-B7AE-E3E6-400B-3D2621D13F8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A7E635EE-90F1-04B4-B335-F8C280DD048C}"/>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0119D820-D764-3E3D-8E95-5F5C4C4F50E4}"/>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554D8353-DCBF-18D0-5FF1-BA1A19B78D32}"/>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BC1B6134-810F-ACD3-6E05-84E90A94EB77}"/>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555156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CD58A-61E2-F712-4818-EC3ECA176BD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EDB68B7-A3A9-D3FE-4EB6-29BD74AE16E0}"/>
              </a:ext>
            </a:extLst>
          </p:cNvPr>
          <p:cNvSpPr>
            <a:spLocks noGrp="1"/>
          </p:cNvSpPr>
          <p:nvPr>
            <p:ph sz="half" idx="1"/>
          </p:nvPr>
        </p:nvSpPr>
        <p:spPr/>
        <p:txBody>
          <a:bodyPr>
            <a:normAutofit/>
          </a:bodyPr>
          <a:lstStyle/>
          <a:p>
            <a:r>
              <a:rPr lang="en-US" dirty="0"/>
              <a:t>In the left center block, the 8 is in Column 1.</a:t>
            </a:r>
          </a:p>
        </p:txBody>
      </p:sp>
      <p:pic>
        <p:nvPicPr>
          <p:cNvPr id="4" name="Picture 3" descr="A grid of sudoku puzzle&#10;&#10;Description automatically generated">
            <a:extLst>
              <a:ext uri="{FF2B5EF4-FFF2-40B4-BE49-F238E27FC236}">
                <a16:creationId xmlns:a16="http://schemas.microsoft.com/office/drawing/2014/main" id="{04423135-2651-D56D-B77C-DBB7960B3BE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312543AD-F7A4-45CE-A686-F0064C1E2A9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2AA00FE-5F7A-64A6-7D73-54F32004D05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8587F7B0-4853-3813-B0F4-77E2ED90C2F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196DAB0-8139-D4A6-7CC6-374EA09DA1E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4A5C4D4-CEED-37B2-E957-D4524AF3CD3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9F63058A-2BDC-C936-6D51-833C03FAE7C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27393B2C-C164-119E-D9BA-1ED5519BA39F}"/>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6" name="TextBox 15">
            <a:extLst>
              <a:ext uri="{FF2B5EF4-FFF2-40B4-BE49-F238E27FC236}">
                <a16:creationId xmlns:a16="http://schemas.microsoft.com/office/drawing/2014/main" id="{8F0DAEB0-ADE8-1DFE-3C3C-5AFC363DE1C1}"/>
              </a:ext>
            </a:extLst>
          </p:cNvPr>
          <p:cNvSpPr txBox="1"/>
          <p:nvPr/>
        </p:nvSpPr>
        <p:spPr>
          <a:xfrm>
            <a:off x="615244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75F6934B-F871-3061-5F60-58AF7448FCE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600ECDB0-9F92-90B2-D723-99D14C1156D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E4022A6-C8AE-503B-7560-4E405290B919}"/>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5BA3902-1BE0-4A91-77A5-4B85AA75856E}"/>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0D35072-5403-07BB-C169-11E5556E95D4}"/>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079105A-46F3-02C7-1C5A-6D37127B31A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3A45682B-3B0C-006E-5348-67278E7304DB}"/>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9F0185FE-069C-2951-AEA5-26A139EF8853}"/>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8EB506E5-5FB2-0C1B-0EAB-098EE364DCF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95FA442F-59C5-ED4B-6E7E-EF647535952D}"/>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F807A461-1F9D-F83A-741B-EC915F2608F7}"/>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E4695028-36C3-B2BD-547E-01EA0D4193A9}"/>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8E1A5220-954C-2DFB-408B-5DC1408AA204}"/>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32E63FFA-97A0-4F6E-6009-0C27F54F1175}"/>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404B03C4-C701-FBF0-B294-EDCA01B4A3B7}"/>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690583B2-A02B-F65A-CF26-854D8F1122C8}"/>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B906204B-5714-C6B7-0196-E8AFA7EE4FF8}"/>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2D1A47BB-EE09-5356-8EB4-CB39E57339BB}"/>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A11CA070-0C18-DD12-9EE6-5C516C017817}"/>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1E5A7717-EC5D-694D-1615-CEFCC8979687}"/>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DF4FD8D3-7BA0-8A84-3765-616B2EB17247}"/>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6420A2D8-4298-24FA-DE9B-90EB93A7561E}"/>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39BB04D9-EBC1-0AF0-B8CA-233769C58001}"/>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3ED1FF75-4E0B-7AD3-0EB4-20B6AE54BDA6}"/>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A19ACA32-FE15-1707-1575-7E10A844A379}"/>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B8B16E2D-76D4-86D3-9532-CCB15840C5EB}"/>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CB6B2ECF-A065-DEED-BEC3-137762607AB6}"/>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9ECCC8B8-A5A5-AADE-184F-08798BBE366D}"/>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B3731DAD-29AB-0C86-F4BF-02474EBBCF28}"/>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55D6371D-9E62-B12B-F31B-224BF19405B7}"/>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9B5359E3-0943-DF07-D0BC-A5B4B95D9266}"/>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FF13A578-8C93-8901-1429-A314BE7F69B2}"/>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51546462-0DF8-2F8C-81C6-75872D578729}"/>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45C3A3AB-2B5E-CDFD-0AEB-D4BD6505279A}"/>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D8EF7FB-B5B0-462C-F6EA-05C3A569F4A4}"/>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7DAF0F7-D4F3-1209-40DE-90384156D3C0}"/>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E9774372-9436-C9E7-631E-003B21440C5F}"/>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F81E724-CFBA-5B50-CEF0-F144325F7507}"/>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0EE46502-60D8-DB5B-010C-327797714DCC}"/>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444F0FA3-B8BA-B106-719E-02B36DED330F}"/>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776F538C-1D48-FC7E-1448-4671575B25DB}"/>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D4F244F9-266B-2CB9-44A5-9A27AA8A1406}"/>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D4EDF60E-85C8-2E5A-722D-3666EEA3CAD7}"/>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B095DA67-2F39-DA20-1C07-885257053BD7}"/>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3387D124-D759-FCEB-E518-0760738C5601}"/>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DDE6AB69-F6BA-87CC-BC8C-72544B75EA7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9AECF505-A0E3-C706-6989-910CE1314D5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AC6878E-916F-5CE7-BFB4-DCE5CD4EB71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C18581F-AE3B-15F8-97B8-BA291D2664B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CF90CDE7-7587-D779-7390-FBFE69ED6FA8}"/>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82F3CEE-6D2A-F591-5737-E35E273F405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4FE9EAB-0800-773B-DF85-F5E201DC8180}"/>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6E675B1C-C01A-3DF2-34EF-0ACE4E03200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6DF0AD77-F4B9-9E07-B3CB-CA4D6B21831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64E02FC-200D-77DC-645A-0425033345B1}"/>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23D92DAB-E487-13EC-9705-C3E7D074C949}"/>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D074368-E6A3-924B-63B8-D400E569FCA5}"/>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B0B4CA7D-18FC-6B2B-1EF9-57241F9BD676}"/>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6E5BEB15-A57E-87CB-577B-A9E272FDD79F}"/>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A0A9A5CC-BD82-C884-0F28-8BD7FCB545F8}"/>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5F3EF803-0579-EEBF-116E-CD24DFA53F8F}"/>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8C2183FA-84D2-8BD7-FC68-EF81B5D4E1B9}"/>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D72B2767-DABF-0A12-437A-378A39D81107}"/>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BA9F60A7-54DB-DCAC-C856-F2A3E91A7379}"/>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E7266AE7-ED46-1D45-F89B-96A154462D6D}"/>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214DF699-0638-7E50-139A-663849FB1AD9}"/>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39F64D60-61C8-C78A-8F0A-C9E08788C32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37038657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06437-4CD0-CE38-69AB-B7DEACC1375C}"/>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048E49B-E00C-B49E-8F66-DA36AA43249E}"/>
              </a:ext>
            </a:extLst>
          </p:cNvPr>
          <p:cNvSpPr>
            <a:spLocks noGrp="1"/>
          </p:cNvSpPr>
          <p:nvPr>
            <p:ph sz="half" idx="1"/>
          </p:nvPr>
        </p:nvSpPr>
        <p:spPr/>
        <p:txBody>
          <a:bodyPr>
            <a:normAutofit/>
          </a:bodyPr>
          <a:lstStyle/>
          <a:p>
            <a:r>
              <a:rPr lang="en-US" dirty="0"/>
              <a:t>The most this 3-arrow can be is 348 = 15. The first digit of the sum must be 1.</a:t>
            </a:r>
          </a:p>
        </p:txBody>
      </p:sp>
      <p:pic>
        <p:nvPicPr>
          <p:cNvPr id="4" name="Picture 3" descr="A grid of sudoku puzzle&#10;&#10;Description automatically generated">
            <a:extLst>
              <a:ext uri="{FF2B5EF4-FFF2-40B4-BE49-F238E27FC236}">
                <a16:creationId xmlns:a16="http://schemas.microsoft.com/office/drawing/2014/main" id="{92C72298-1A11-18D7-0674-B533A0AC0CA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B303F4B-ECBC-F512-7855-6F3DB5E12A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5D4B340-61D0-97CD-7874-84309C29B51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B6B57D9F-8B25-52A3-9F8D-A028CFFD721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7EED553-FC5B-0ED0-ABA8-D1F3921F662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401C61A-9DAD-1F2F-2872-891889F3C9FC}"/>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DF037A6A-0500-5D69-A151-923B4E45ADED}"/>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5" name="TextBox 14">
            <a:extLst>
              <a:ext uri="{FF2B5EF4-FFF2-40B4-BE49-F238E27FC236}">
                <a16:creationId xmlns:a16="http://schemas.microsoft.com/office/drawing/2014/main" id="{2E8EF2FE-E645-BEAC-AF2C-8E1EFD3996CF}"/>
              </a:ext>
            </a:extLst>
          </p:cNvPr>
          <p:cNvSpPr txBox="1"/>
          <p:nvPr/>
        </p:nvSpPr>
        <p:spPr>
          <a:xfrm>
            <a:off x="3640666" y="3406653"/>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C3F7BA3D-02D3-B990-ED05-C6F456ACB0BE}"/>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87476FA0-1C9C-3BF1-D1BC-F4EC6BD0236C}"/>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D4141FE-7BD4-5C8A-545E-78B5150907B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3012B51-6F8F-8D9F-1ABB-9280B7B1269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7613F36-0BF3-4C23-2BE1-82585A77B4AA}"/>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DA9E865-3140-3CAB-3829-4E4875F2725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2FF694B-5BA1-6443-B525-6CF137206BB1}"/>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7FD5D78C-1B18-0E14-35E6-2FD21CD3D3E7}"/>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D199F3E2-5F30-133D-0259-BDBDCB39C0C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4D0DEC03-9A1B-FCF4-3524-43C219AE589C}"/>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9" name="TextBox 8">
            <a:extLst>
              <a:ext uri="{FF2B5EF4-FFF2-40B4-BE49-F238E27FC236}">
                <a16:creationId xmlns:a16="http://schemas.microsoft.com/office/drawing/2014/main" id="{A5D003DD-0554-24C9-AB32-75CF5BA1F0B2}"/>
              </a:ext>
            </a:extLst>
          </p:cNvPr>
          <p:cNvSpPr txBox="1"/>
          <p:nvPr/>
        </p:nvSpPr>
        <p:spPr>
          <a:xfrm>
            <a:off x="3640666" y="2905709"/>
            <a:ext cx="570089" cy="230832"/>
          </a:xfrm>
          <a:prstGeom prst="rect">
            <a:avLst/>
          </a:prstGeom>
          <a:noFill/>
        </p:spPr>
        <p:txBody>
          <a:bodyPr wrap="square" rtlCol="0">
            <a:spAutoFit/>
          </a:bodyPr>
          <a:lstStyle/>
          <a:p>
            <a:pPr algn="ctr"/>
            <a:r>
              <a:rPr lang="en-US" sz="900" dirty="0"/>
              <a:t>12</a:t>
            </a:r>
          </a:p>
        </p:txBody>
      </p:sp>
      <p:sp>
        <p:nvSpPr>
          <p:cNvPr id="10" name="TextBox 9">
            <a:extLst>
              <a:ext uri="{FF2B5EF4-FFF2-40B4-BE49-F238E27FC236}">
                <a16:creationId xmlns:a16="http://schemas.microsoft.com/office/drawing/2014/main" id="{3184FDC4-622C-D9F2-143A-A5E1C4A69E10}"/>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4D8B9400-E5E8-E1D1-4EA8-9AED13FBE6DE}"/>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8C6F0A44-5491-2197-86F5-93044DF64304}"/>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A8884872-E0F4-A07C-B013-6A90047EE620}"/>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DD46526D-8EC8-C6F5-180B-2EEEC428DAC7}"/>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F01AD95C-B55B-10B2-C175-344C23CA2584}"/>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D09482DC-AAD6-293A-5B17-BD27E4A55E3D}"/>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F9FC942D-5D46-9EB3-0F4B-B566629418C9}"/>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979086C9-E4D2-2017-36F7-90DFA2D7D2E7}"/>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53B4CF62-718E-3B42-788F-D5A7473B457E}"/>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AFE37FF0-E671-19D6-63E7-5B41DF4BE3B9}"/>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79B95056-E9D5-EF3D-EE82-806AFCFC9AFA}"/>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859939C5-638D-4646-0C87-3A210669107E}"/>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98445D8C-E570-63E4-36EE-35451252223E}"/>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B684EFF4-C985-6F6F-75D2-6C1FC0C3D10E}"/>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62D2F734-643E-5974-71DF-E2825C1C9133}"/>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4786738B-443B-C8CA-8046-2465BBB3648E}"/>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5993D70B-2B1D-90D6-5315-CD1DA83FBAF5}"/>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9AE40D10-E7A4-D32F-DB2A-18F80AC46AB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7385C1C0-4D75-E653-1A91-A7D6034429CC}"/>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B3DD6653-F47A-CD21-5D5E-F41E77E8CB8B}"/>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A1165B27-4D36-BEF8-77A0-4E02F344073A}"/>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7AF3DC42-5ED3-C084-9AD6-890C4ACBE95F}"/>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94D5611-C1BA-164D-EC50-F89B2717A523}"/>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730DA99-CD2C-76F8-F1FD-B78798CFCC46}"/>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86A795E7-32C3-DC72-62A0-26719D839E5B}"/>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D179A8F3-B27C-74A3-3254-11985BE20F19}"/>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A1959E82-1E00-36AB-41E0-A2A83524F4AE}"/>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8639EB71-A943-0421-B27F-73D54F059F3B}"/>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979C370D-6D00-34D7-D216-1E5C676F5857}"/>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6DB71F57-27E7-0249-F2B6-69DC27B0E882}"/>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3FD8F361-EF65-792B-4943-07B68322008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4C0AB20E-3BC0-4A14-3E1F-8547E751E0A1}"/>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676ECEC2-EC1E-FE66-FF1A-430ADE47E3BE}"/>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DEF95687-6F78-ADF1-CF26-36B15412CAA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85F52D4-D142-5918-A54D-58EDDED52A4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6AC20AE1-8B85-84AA-29A3-72B9DA119CC3}"/>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856FFC6-64AC-237D-5C17-1FCBC0828D5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A030FB8-B161-EAAE-7997-6DB5CEA154C5}"/>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0FBB4050-1E2C-857A-87C5-940C0F0FB40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5E849FA-2196-7FBE-477B-897624E1C383}"/>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46FF9DB1-4E20-751B-5BF8-CE011CA75AB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A91D1F0E-F07A-1CB5-445C-A262B8D6CD85}"/>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3B4F9C6-3278-D633-C046-3F39BB623CA6}"/>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5E5532C7-E387-61D3-1F17-8F84D5FFC7B0}"/>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659EB45-E776-F274-6352-6CFCBA350B57}"/>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53344F47-67A7-8823-28F1-37EB4251542B}"/>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2475D994-3C2B-A4CF-1633-67FAD1974B81}"/>
              </a:ext>
            </a:extLst>
          </p:cNvPr>
          <p:cNvSpPr txBox="1"/>
          <p:nvPr/>
        </p:nvSpPr>
        <p:spPr>
          <a:xfrm>
            <a:off x="6654802" y="2792819"/>
            <a:ext cx="570089" cy="230832"/>
          </a:xfrm>
          <a:prstGeom prst="rect">
            <a:avLst/>
          </a:prstGeom>
          <a:noFill/>
        </p:spPr>
        <p:txBody>
          <a:bodyPr wrap="square" rtlCol="0">
            <a:spAutoFit/>
          </a:bodyPr>
          <a:lstStyle/>
          <a:p>
            <a:pPr algn="ctr"/>
            <a:r>
              <a:rPr lang="en-US" sz="900" dirty="0"/>
              <a:t>128</a:t>
            </a:r>
          </a:p>
        </p:txBody>
      </p:sp>
      <p:sp>
        <p:nvSpPr>
          <p:cNvPr id="56" name="TextBox 55">
            <a:extLst>
              <a:ext uri="{FF2B5EF4-FFF2-40B4-BE49-F238E27FC236}">
                <a16:creationId xmlns:a16="http://schemas.microsoft.com/office/drawing/2014/main" id="{7A7DE82C-C860-C3C1-A2CB-CCB7740A6BE5}"/>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066B2B01-7592-49EF-62EB-B3F1182F7C6F}"/>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D0FAF025-0BB5-47FB-460C-0102C912D39B}"/>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1550F3AD-FF9E-AD1F-448C-01B6237E58C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6A1DB6A0-A13A-A0C9-7F6F-B70EF20DA2F5}"/>
              </a:ext>
            </a:extLst>
          </p:cNvPr>
          <p:cNvSpPr txBox="1"/>
          <p:nvPr/>
        </p:nvSpPr>
        <p:spPr>
          <a:xfrm>
            <a:off x="6152446" y="4544009"/>
            <a:ext cx="570089" cy="230832"/>
          </a:xfrm>
          <a:prstGeom prst="rect">
            <a:avLst/>
          </a:prstGeom>
          <a:noFill/>
        </p:spPr>
        <p:txBody>
          <a:bodyPr wrap="square" rtlCol="0">
            <a:spAutoFit/>
          </a:bodyPr>
          <a:lstStyle/>
          <a:p>
            <a:pPr algn="ctr"/>
            <a:r>
              <a:rPr lang="en-US" sz="900" dirty="0"/>
              <a:t>12378</a:t>
            </a:r>
          </a:p>
        </p:txBody>
      </p:sp>
      <p:sp>
        <p:nvSpPr>
          <p:cNvPr id="76" name="TextBox 75">
            <a:extLst>
              <a:ext uri="{FF2B5EF4-FFF2-40B4-BE49-F238E27FC236}">
                <a16:creationId xmlns:a16="http://schemas.microsoft.com/office/drawing/2014/main" id="{08D53F9D-DEC0-82C3-5221-CDC6F475C2C8}"/>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78139A5B-B4F4-6CF0-FF05-8A45FD353897}"/>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42D2E15A-1899-A114-B719-EDC54F6B4BC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196CFB3-A2EE-BB9F-84D4-3CE6243F2DB8}"/>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7550736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4AB6D-9E3F-9009-4CDE-DB6F49C744D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E33CB14-6434-D8BB-BDCC-268245B32127}"/>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432B5D9-20C9-8C39-84CB-D5CDA4A227D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1DB9A43-142E-AAC7-EC94-87F0C7648A2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4CD4255-D33D-9438-B837-55A1F0AC76E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05E8CDE-9783-2FFD-D8F0-204B7B979A8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ED91B3-E85C-07BF-9A9A-98F450E54A6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11ADB57-DC8E-B6A9-809E-7A2AB09F486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97EC5C45-995A-56F3-C796-82814C2C0D50}"/>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9B860896-F5F0-B29F-AC8E-EFC7BF36D65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27C80101-05D0-CAF2-83EE-BC17890E148C}"/>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1B2D82C7-B206-A321-9580-AB359C4C5BB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5D798CC-CD83-D6C2-1B47-EC68EE303F69}"/>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A8DD6FB-39BF-9DB1-C4B0-BACC6DAA8FC0}"/>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21B022A7-0370-9842-1049-08F225DE805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A333AFDF-80DC-3FB7-9C47-B7C0EA7AF733}"/>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AE3A75B0-F257-54CD-BC72-CB96DB37A4E8}"/>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9779854A-9EDD-CB39-3C59-4024E89A2402}"/>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DA6AA4DE-2923-0232-7F0F-DAD2AA0EC00D}"/>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C3A3A26-CE55-1A20-700D-220273D71A37}"/>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4518EA6D-5024-6E05-4A64-01E01FF4379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1BA59586-2AB1-635D-86DD-35E39605DC9B}"/>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DDAF6FC2-5E6E-77F3-4B31-7FF3E895B147}"/>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33545EC9-6B26-3856-7861-C3BD922F5707}"/>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B73EA1E9-78F3-32FC-D699-37B3A3D32BF0}"/>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DE23E26D-B8DD-3F4E-AAB0-3619667473E4}"/>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74C57439-7CD8-9261-A272-DEFB3FF684F9}"/>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09DD756F-5B39-1C50-04D2-5BB16470B120}"/>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02A4355B-3A2E-AF06-D638-9700DFF6FEF4}"/>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B74EBC7E-F3E0-B6D4-5B55-4B860BFCF422}"/>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F4DEA581-E974-F581-48EE-32B56077BA9C}"/>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45789</a:t>
            </a:r>
          </a:p>
        </p:txBody>
      </p:sp>
      <p:sp>
        <p:nvSpPr>
          <p:cNvPr id="49" name="TextBox 48">
            <a:extLst>
              <a:ext uri="{FF2B5EF4-FFF2-40B4-BE49-F238E27FC236}">
                <a16:creationId xmlns:a16="http://schemas.microsoft.com/office/drawing/2014/main" id="{B691D46B-3935-1A03-72EE-19CC48561D92}"/>
              </a:ext>
            </a:extLst>
          </p:cNvPr>
          <p:cNvSpPr txBox="1"/>
          <p:nvPr/>
        </p:nvSpPr>
        <p:spPr>
          <a:xfrm>
            <a:off x="5650090" y="3041177"/>
            <a:ext cx="570089" cy="230832"/>
          </a:xfrm>
          <a:prstGeom prst="rect">
            <a:avLst/>
          </a:prstGeom>
          <a:noFill/>
        </p:spPr>
        <p:txBody>
          <a:bodyPr wrap="square" rtlCol="0">
            <a:spAutoFit/>
          </a:bodyPr>
          <a:lstStyle/>
          <a:p>
            <a:pPr algn="ctr"/>
            <a:r>
              <a:rPr lang="en-US" sz="900" dirty="0"/>
              <a:t>489</a:t>
            </a:r>
          </a:p>
        </p:txBody>
      </p:sp>
      <p:sp>
        <p:nvSpPr>
          <p:cNvPr id="50" name="TextBox 49">
            <a:extLst>
              <a:ext uri="{FF2B5EF4-FFF2-40B4-BE49-F238E27FC236}">
                <a16:creationId xmlns:a16="http://schemas.microsoft.com/office/drawing/2014/main" id="{F567B362-7D4D-5C33-7581-0E5CD6D11576}"/>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852DE277-0142-6594-DF2A-5392CB77777B}"/>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727135FA-4CA6-B895-4A60-AA1D3B4B5130}"/>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1B3A59D5-FF11-3AC8-0715-C9A7CFA0CE1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46695D19-9C8E-8427-2007-3DC341F0BF96}"/>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2E43A78B-AFD5-5EAD-F016-F84BF72D276C}"/>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72D7288F-ACEE-D3C5-9DA6-DEFCEE1A8E9C}"/>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3A195822-4985-993C-CC26-E545CF6E57DA}"/>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FA42C1D6-CC4B-CB21-2FEE-936C68AFE45F}"/>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3D2BB946-EF0A-4860-0648-BAA0B91AFE6A}"/>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8E2DB90E-F4DB-9E4A-D780-5AC5E783780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A190F94-48CE-A345-3528-2B88051E3A6A}"/>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9772C508-087E-50B8-E46C-EF4B017B2B9F}"/>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09FE3959-ED1F-F451-FD5B-E4A466680CC8}"/>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91B6AB3B-05F0-13B4-3AE8-C8B46978044D}"/>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C08615D9-538F-3A8A-2186-CA59DA7F6395}"/>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75B0921E-0DAC-1DDE-C16E-0244B18C430A}"/>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BD4E3119-9346-F271-8E2C-AF53EC3374DE}"/>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86CF7BCB-B35A-1B65-045A-0CC9BA35396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6D657ED-DE4E-CDF5-B0BF-AE35632F16B0}"/>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5B2C3E4B-0697-ED9E-8FF9-D0DB462F6A51}"/>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040D6F75-8FC6-A7E8-6890-2A04360B331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D532DC2-4163-A8E3-4214-0A64F4CDEF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C5E6408-14E0-C062-757E-FFE2E165EF44}"/>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FBF6D03-7126-713C-3E06-04BC9DCC125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32C9FC4-AE88-3822-D125-EC9D6C9EF54B}"/>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F895935-0AFB-BCFD-B9C3-6E58574F67DC}"/>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285EE196-BDAA-0F19-D6DA-4AC5F7537A06}"/>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6218F5DB-9BEC-DA8D-58CC-ADC31F0ED69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C10E3CBF-1DC9-5426-4BA4-163FD77C594C}"/>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86FF6F7-A6C7-4224-5C49-F726A030C27D}"/>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598E063-F27E-E7BC-5FD2-88CEA390553F}"/>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1DEA8F2B-3A33-92C6-582E-588FC35DD4F1}"/>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E6E551DF-6383-2972-82B1-D9E53BE90E94}"/>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624E5915-C206-9539-94CA-7E3D44CC414C}"/>
              </a:ext>
            </a:extLst>
          </p:cNvPr>
          <p:cNvSpPr txBox="1"/>
          <p:nvPr/>
        </p:nvSpPr>
        <p:spPr>
          <a:xfrm>
            <a:off x="6654802" y="2792819"/>
            <a:ext cx="570089" cy="230832"/>
          </a:xfrm>
          <a:prstGeom prst="rect">
            <a:avLst/>
          </a:prstGeom>
          <a:no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A5C10E70-CF4C-5654-5D6A-190DF983C54D}"/>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2" name="TextBox 71">
            <a:extLst>
              <a:ext uri="{FF2B5EF4-FFF2-40B4-BE49-F238E27FC236}">
                <a16:creationId xmlns:a16="http://schemas.microsoft.com/office/drawing/2014/main" id="{22FAFFA1-3124-6420-1ADA-46CDA9BAD101}"/>
              </a:ext>
            </a:extLst>
          </p:cNvPr>
          <p:cNvSpPr txBox="1"/>
          <p:nvPr/>
        </p:nvSpPr>
        <p:spPr>
          <a:xfrm>
            <a:off x="6654802" y="4544009"/>
            <a:ext cx="570089" cy="230832"/>
          </a:xfrm>
          <a:prstGeom prst="rect">
            <a:avLst/>
          </a:prstGeom>
          <a:noFill/>
        </p:spPr>
        <p:txBody>
          <a:bodyPr wrap="square" rtlCol="0">
            <a:spAutoFit/>
          </a:bodyPr>
          <a:lstStyle/>
          <a:p>
            <a:pPr algn="ctr"/>
            <a:r>
              <a:rPr lang="en-US" sz="900" dirty="0"/>
              <a:t>1238</a:t>
            </a:r>
          </a:p>
        </p:txBody>
      </p:sp>
      <p:sp>
        <p:nvSpPr>
          <p:cNvPr id="73" name="TextBox 72">
            <a:extLst>
              <a:ext uri="{FF2B5EF4-FFF2-40B4-BE49-F238E27FC236}">
                <a16:creationId xmlns:a16="http://schemas.microsoft.com/office/drawing/2014/main" id="{FC7FB769-7981-C368-1BEA-288292913C4F}"/>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BCF9DD43-8B3E-C5B5-1A22-D5F71756C140}"/>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CB425A77-707E-3D36-E016-B6CC21B470A5}"/>
              </a:ext>
            </a:extLst>
          </p:cNvPr>
          <p:cNvSpPr txBox="1"/>
          <p:nvPr/>
        </p:nvSpPr>
        <p:spPr>
          <a:xfrm>
            <a:off x="6152446" y="4544009"/>
            <a:ext cx="570089" cy="230832"/>
          </a:xfrm>
          <a:prstGeom prst="rect">
            <a:avLst/>
          </a:prstGeom>
          <a:noFill/>
        </p:spPr>
        <p:txBody>
          <a:bodyPr wrap="square" rtlCol="0">
            <a:spAutoFit/>
          </a:bodyPr>
          <a:lstStyle/>
          <a:p>
            <a:pPr algn="ctr"/>
            <a:r>
              <a:rPr lang="en-US" sz="900" dirty="0"/>
              <a:t>2378</a:t>
            </a:r>
          </a:p>
        </p:txBody>
      </p:sp>
      <p:sp>
        <p:nvSpPr>
          <p:cNvPr id="76" name="TextBox 75">
            <a:extLst>
              <a:ext uri="{FF2B5EF4-FFF2-40B4-BE49-F238E27FC236}">
                <a16:creationId xmlns:a16="http://schemas.microsoft.com/office/drawing/2014/main" id="{6C97B3EE-B0D0-6229-953B-E12150A01C28}"/>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E4FAED4A-F130-E232-4A76-926C53CE6CC9}"/>
              </a:ext>
            </a:extLst>
          </p:cNvPr>
          <p:cNvSpPr txBox="1"/>
          <p:nvPr/>
        </p:nvSpPr>
        <p:spPr>
          <a:xfrm>
            <a:off x="7157158" y="2905709"/>
            <a:ext cx="570089" cy="230832"/>
          </a:xfrm>
          <a:prstGeom prst="rect">
            <a:avLst/>
          </a:prstGeom>
          <a:noFill/>
        </p:spPr>
        <p:txBody>
          <a:bodyPr wrap="square" rtlCol="0">
            <a:spAutoFit/>
          </a:bodyPr>
          <a:lstStyle/>
          <a:p>
            <a:pPr algn="ctr"/>
            <a:r>
              <a:rPr lang="en-US" sz="900" dirty="0"/>
              <a:t>278</a:t>
            </a:r>
          </a:p>
        </p:txBody>
      </p:sp>
      <p:sp>
        <p:nvSpPr>
          <p:cNvPr id="79" name="TextBox 78">
            <a:extLst>
              <a:ext uri="{FF2B5EF4-FFF2-40B4-BE49-F238E27FC236}">
                <a16:creationId xmlns:a16="http://schemas.microsoft.com/office/drawing/2014/main" id="{10AD5E7A-7015-53C9-57D0-0444B5A2EC4F}"/>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13EFC05-60D9-B7FF-C2F1-3FF81B8D393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4D2F7526-2BE3-4C6F-2253-05A99DB8D4DB}"/>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05F20C47-6A02-35B4-8BA4-F87E12C815A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20718885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B2F77-1D9D-1E3F-EC66-CBC01C00A82B}"/>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E131BE0-E373-7781-9B3E-46356F7B29D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4FCD6B1C-B475-8AC6-EFD7-D015AE1E08B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7076142-3A62-9974-8FB0-C5E87B08407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3951067-474C-2BD0-755B-5E59013EC95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B3C1307-B75B-5949-8034-8B1613E0329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323380B-7050-8E7D-B8AF-651F9FF4628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4B3FB98-5D8D-A4E2-8BB4-E0AB4732632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4BB8AF19-B63F-355A-DFF3-7A210F462096}"/>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FDE2E937-82F7-BE18-4BF4-AB740089D83F}"/>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6DF78EEC-15FB-77EC-8C2F-EC5E55885750}"/>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84DCDB9-01C7-5915-1E47-1B5DC712BF14}"/>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8740D291-83E4-1CC1-3E06-B38DF38383B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7C6960B-2BF2-949E-3083-C83FA047748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1436202-EE2D-3310-0F80-A75707634F6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8A0D0118-056A-B94E-B8A7-79DDABDB03B9}"/>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B86801DE-6C5D-9C6B-9C6A-666D78FAEDA5}"/>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1E0BAAF6-4B39-5228-A6E1-C2F0220DF7A5}"/>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5B062A4-9CD4-EF79-CF7F-81898A35C82E}"/>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1C2D988C-92A5-68F0-2043-E3DF11D1934E}"/>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C1BEB182-CBF0-4FC1-F756-10321ABE3B62}"/>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5D829376-B8FA-5EE5-1932-BACE5A2A9359}"/>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C480D2D7-E332-9874-C615-2BCDB5149068}"/>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C8019662-095F-30EA-5CBD-EA0F586E4DBB}"/>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7C618F06-F396-459D-6073-9E4B4F46F647}"/>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2CEAD8AF-AF48-889A-90B0-991168263354}"/>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53ADA973-07BE-6D1E-E167-56E68F89E08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9FFB6EE1-3496-90AB-A36D-819DF15C8DEC}"/>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0FF6182D-9158-DD06-4CFD-B3FE76D9D4A5}"/>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BA1126B9-0381-29C7-E9F7-FDB79DBF8F44}"/>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BC98A649-1300-BB4A-DDBC-FFC2B15E7F78}"/>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08B4F0A4-50C0-BBF5-B592-9C7A40A9231A}"/>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5DCCA53A-3E8F-1125-B34A-32752D56DFAF}"/>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2548F1F3-E82C-AF76-8E8C-5148DF5A078D}"/>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A4E073AA-5FBF-3489-949B-596564A9AC2B}"/>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B2468818-171B-C6CA-D6C5-71CB7B34D647}"/>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91B27820-67CB-F001-5183-2177A74B4099}"/>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081A0B66-4CF7-E771-9429-1C4196D3D20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348</a:t>
            </a:r>
          </a:p>
        </p:txBody>
      </p:sp>
      <p:sp>
        <p:nvSpPr>
          <p:cNvPr id="60" name="TextBox 59">
            <a:extLst>
              <a:ext uri="{FF2B5EF4-FFF2-40B4-BE49-F238E27FC236}">
                <a16:creationId xmlns:a16="http://schemas.microsoft.com/office/drawing/2014/main" id="{5F339DB0-D73D-24FC-1D97-C85D097DDBB2}"/>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B66E5F5E-7FE7-879A-B976-868886C6C4FE}"/>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1DED235-C503-2451-3953-AF39B752CB09}"/>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65756BCE-62E3-FF22-303A-7CB8AC584F6B}"/>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C07A4C62-D4C3-A045-236F-546440BFA1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EC9AF54D-6566-2F55-053D-835ADDF20A34}"/>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213D58F8-8A06-76C4-8D48-1C7A9BF7A304}"/>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04F51B72-892D-DD7E-EB46-36AAB97D8CEC}"/>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03E9CA4A-89E0-47E3-8307-370C2B7C027B}"/>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005C9FCF-5B0E-4463-D6C9-8CDE91446973}"/>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3EB10BE2-3DE0-37E9-9915-503F9A8DD818}"/>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DA2417FE-9FDB-9F03-557A-CD60668BFE43}"/>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D970485F-8BB1-0174-A623-6503BEFDBE5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405E2019-860F-D835-D5AE-7A0396BE437C}"/>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88C82AC5-F286-0AFA-8B6F-4A93A29B6E8D}"/>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18094A5B-0FC6-5CD6-3C74-0D5346163ED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BB62E044-22B4-05F7-C4B5-DA0A14D034C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2B9052F5-14CB-6394-CE55-91BC4C657C61}"/>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3EA28669-79E2-A3D2-D4BE-CA6EA3EAF57E}"/>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1A4F2D2-B9D7-83B5-4432-3DBC5F5CA87B}"/>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2E2DDB5B-F03C-9F91-F08D-11EA3FCDFBFB}"/>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E19C24E-A5B0-90F9-0A8D-A4D459BA03C7}"/>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C3630084-1BA2-BDF5-11D2-F1A5353020F2}"/>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4BAF9A32-ED7E-76B2-DEE9-FE84BC64AB52}"/>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C2FDBFA0-5765-68F6-9236-370CBDD0FA7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C5D771B-3D8B-C13B-577B-CB53BFA196DA}"/>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D8C8DF3-DA7E-06AB-D4D1-18A3E86E5FF4}"/>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C1A68043-9497-DC49-3C4F-1DD8F9AC17B0}"/>
              </a:ext>
            </a:extLst>
          </p:cNvPr>
          <p:cNvSpPr txBox="1"/>
          <p:nvPr/>
        </p:nvSpPr>
        <p:spPr>
          <a:xfrm>
            <a:off x="6654802" y="2540233"/>
            <a:ext cx="570089" cy="230832"/>
          </a:xfrm>
          <a:prstGeom prst="rect">
            <a:avLst/>
          </a:prstGeom>
          <a:noFill/>
        </p:spPr>
        <p:txBody>
          <a:bodyPr wrap="square" rtlCol="0">
            <a:spAutoFit/>
          </a:bodyPr>
          <a:lstStyle/>
          <a:p>
            <a:pPr algn="ctr"/>
            <a:r>
              <a:rPr lang="en-US" sz="900" dirty="0"/>
              <a:t>348</a:t>
            </a:r>
          </a:p>
        </p:txBody>
      </p:sp>
      <p:sp>
        <p:nvSpPr>
          <p:cNvPr id="54" name="TextBox 53">
            <a:extLst>
              <a:ext uri="{FF2B5EF4-FFF2-40B4-BE49-F238E27FC236}">
                <a16:creationId xmlns:a16="http://schemas.microsoft.com/office/drawing/2014/main" id="{9D4A9B01-13BC-CF9F-464F-14FB77C3B67F}"/>
              </a:ext>
            </a:extLst>
          </p:cNvPr>
          <p:cNvSpPr txBox="1"/>
          <p:nvPr/>
        </p:nvSpPr>
        <p:spPr>
          <a:xfrm>
            <a:off x="6654802" y="2792819"/>
            <a:ext cx="570089" cy="230832"/>
          </a:xfrm>
          <a:prstGeom prst="rect">
            <a:avLst/>
          </a:prstGeom>
          <a:no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C35476BE-B62E-19F5-C4B6-D070CC67E298}"/>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F2BAF7DE-EF68-1033-93D9-EB26CC3D71C7}"/>
              </a:ext>
            </a:extLst>
          </p:cNvPr>
          <p:cNvSpPr txBox="1"/>
          <p:nvPr/>
        </p:nvSpPr>
        <p:spPr>
          <a:xfrm>
            <a:off x="6152446" y="2540233"/>
            <a:ext cx="570089" cy="230832"/>
          </a:xfrm>
          <a:prstGeom prst="rect">
            <a:avLst/>
          </a:prstGeom>
          <a:noFill/>
        </p:spPr>
        <p:txBody>
          <a:bodyPr wrap="square" rtlCol="0">
            <a:spAutoFit/>
          </a:bodyPr>
          <a:lstStyle/>
          <a:p>
            <a:pPr algn="ctr"/>
            <a:r>
              <a:rPr lang="en-US" sz="900" dirty="0"/>
              <a:t>378</a:t>
            </a:r>
          </a:p>
        </p:txBody>
      </p:sp>
      <p:sp>
        <p:nvSpPr>
          <p:cNvPr id="74" name="TextBox 73">
            <a:extLst>
              <a:ext uri="{FF2B5EF4-FFF2-40B4-BE49-F238E27FC236}">
                <a16:creationId xmlns:a16="http://schemas.microsoft.com/office/drawing/2014/main" id="{7FDFFB08-488C-D72E-1933-935BF1328561}"/>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77F534A4-F0F8-A28D-099A-885EE7A3C09F}"/>
              </a:ext>
            </a:extLst>
          </p:cNvPr>
          <p:cNvSpPr txBox="1"/>
          <p:nvPr/>
        </p:nvSpPr>
        <p:spPr>
          <a:xfrm>
            <a:off x="6152446" y="4544009"/>
            <a:ext cx="570089" cy="230832"/>
          </a:xfrm>
          <a:prstGeom prst="rect">
            <a:avLst/>
          </a:prstGeom>
          <a:noFill/>
        </p:spPr>
        <p:txBody>
          <a:bodyPr wrap="square" rtlCol="0">
            <a:spAutoFit/>
          </a:bodyPr>
          <a:lstStyle/>
          <a:p>
            <a:pPr algn="ctr"/>
            <a:r>
              <a:rPr lang="en-US" sz="900" dirty="0"/>
              <a:t>2378</a:t>
            </a:r>
          </a:p>
        </p:txBody>
      </p:sp>
      <p:sp>
        <p:nvSpPr>
          <p:cNvPr id="76" name="TextBox 75">
            <a:extLst>
              <a:ext uri="{FF2B5EF4-FFF2-40B4-BE49-F238E27FC236}">
                <a16:creationId xmlns:a16="http://schemas.microsoft.com/office/drawing/2014/main" id="{CD3384EF-E93B-F2A4-B502-8B594CB360C2}"/>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2DAB562B-FD7E-5818-3846-824F54C7B4F8}"/>
              </a:ext>
            </a:extLst>
          </p:cNvPr>
          <p:cNvSpPr txBox="1"/>
          <p:nvPr/>
        </p:nvSpPr>
        <p:spPr>
          <a:xfrm>
            <a:off x="7157158" y="2905709"/>
            <a:ext cx="570089" cy="230832"/>
          </a:xfrm>
          <a:prstGeom prst="rect">
            <a:avLst/>
          </a:prstGeom>
          <a:noFill/>
        </p:spPr>
        <p:txBody>
          <a:bodyPr wrap="square" rtlCol="0">
            <a:spAutoFit/>
          </a:bodyPr>
          <a:lstStyle/>
          <a:p>
            <a:pPr algn="ctr"/>
            <a:r>
              <a:rPr lang="en-US" sz="900" dirty="0"/>
              <a:t>82</a:t>
            </a:r>
          </a:p>
        </p:txBody>
      </p:sp>
      <p:sp>
        <p:nvSpPr>
          <p:cNvPr id="79" name="TextBox 78">
            <a:extLst>
              <a:ext uri="{FF2B5EF4-FFF2-40B4-BE49-F238E27FC236}">
                <a16:creationId xmlns:a16="http://schemas.microsoft.com/office/drawing/2014/main" id="{9AE81BAD-575F-4D14-B2CA-E2ABE568FD6C}"/>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0756AD7-6696-9C5C-3912-E3EB3A78C6D8}"/>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39FFAEE-87EC-28FE-17D7-4B56E216188A}"/>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5584EE95-3AB3-7EE6-3B38-32C6862B692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7BD4A3D7-33A8-9FE9-D79A-87EC7A4E57B2}"/>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652235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AEF59-7F20-BE72-7A17-08913715F3F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461DA78-336F-CAD4-D179-FDE505C9BE44}"/>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2DBE026-3E9B-2F72-64D7-DA788FC9A82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D6FC1B6-743E-E29E-012C-CC4529AEA3E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83F9700-17FB-DDF4-2C8B-EC4BAF861ED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1FC809-B7E7-C456-8C62-9ABBD9A91FA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B350FF5-0272-7C52-2CF1-0C345AC5DFE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9F2072B-873C-7C17-7A93-034E828C870F}"/>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711C439E-368B-E883-04C8-96D3B7F0D8FF}"/>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2F1A8AB3-CD51-88C5-B14D-D3BED18EBE85}"/>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388814B6-3C1F-12C4-B452-DE3B77C1C55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4A4BB041-8416-7228-8A09-C750842C3D6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C675F9A-7E3D-F842-455E-F19709F31A5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943A282-C9F3-FD6E-B21E-2195E6462599}"/>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F40E3A6D-18B7-FBB7-7681-3BFFBC4AFFC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1C74B79D-6803-60EA-BB0B-D332F577C20B}"/>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FAEBE949-3EEB-21CC-03FE-13DF55E4171F}"/>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EED8764C-A4E6-E0B0-D88D-318FB21AEC07}"/>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AE895F7-7E25-F4E1-F812-B67D166C640B}"/>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403CCDE9-CFEC-46DE-16C6-3716994FB77B}"/>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85A461FB-ECCF-7C45-AED5-D6E24B919E59}"/>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6B885BB3-1A2F-BB16-1E98-46193770B083}"/>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AC8B2454-1800-8C57-107E-794326ECE2E7}"/>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EB03DE34-01CA-3682-FCD5-D63C686234AF}"/>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501B16F3-0A6D-50A5-610B-D0DFD5BA832C}"/>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0761F2CA-74CC-2B06-1187-5E3EEF8CF199}"/>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C7CAB131-5642-EF23-E3BE-D752C2FE062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2F212EA8-39BE-91BE-5E53-44AAD9E528F5}"/>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7F5111B8-7CD0-FB35-03A7-0634547FAA06}"/>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BC2778CB-E4DE-50E0-C7E8-40A6B80F4912}"/>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393C487F-78DC-0DE0-9B85-10A8B43CA520}"/>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2C6C9F8A-9B7D-5077-7A29-61D8A96322FE}"/>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CD184A90-A958-FC32-78DB-FB543F791510}"/>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D49C71B4-4F81-9373-0E4E-475AD9ADA96F}"/>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13EC557F-1A64-3348-6907-4136AAEEF9C3}"/>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B8DD9D78-0BF0-2436-0B91-6451966FC4A1}"/>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285BD7FD-5025-2B1A-F4AC-4B1AB2304300}"/>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7584740E-35E1-DA8A-2397-801CF98429C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0" name="TextBox 59">
            <a:extLst>
              <a:ext uri="{FF2B5EF4-FFF2-40B4-BE49-F238E27FC236}">
                <a16:creationId xmlns:a16="http://schemas.microsoft.com/office/drawing/2014/main" id="{8DD4C31C-EF84-A8A8-CD8C-60ED13053613}"/>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EF23219C-B9F6-C47B-1CB8-DD3C262A0929}"/>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33750791-9795-3136-2661-31CA4BA57D92}"/>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D77F91D7-EF72-94A7-8A4E-6BFA5797BDA9}"/>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AAD9292D-8724-6A27-61C5-3CCCB6C84245}"/>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606351A-F716-2A66-1DFB-BF40A1A3F38C}"/>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7749E4E0-2819-E5B0-F384-F146B0B72115}"/>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A6A42768-85A0-0086-5583-D71CA318AF55}"/>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28F2C253-DAD8-0E8F-B575-13CAEF2B5118}"/>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7747BF27-B81E-EB17-4E5E-33B5BB712E9C}"/>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FAEA7DAD-2A50-CFCF-9182-B9A49B6445C7}"/>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6E946BA0-B14F-BF3D-E682-785B2461C875}"/>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8720516C-D768-D8EB-4754-C8977E2415D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5CEFA09E-449B-FC17-6AFC-BBD00EF8709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6E06ADB0-6A06-B504-6115-02BFBF3100FA}"/>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0CAA16E8-46EA-C7A7-CE28-F66A94BDA71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F102DAD2-AA78-0795-4C90-DE12BB39DB48}"/>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DABAC24-14C7-D05E-73D9-D831C8684D62}"/>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E2F1DAC-C9EA-6488-6C32-8315108E1B3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782079D-462E-092A-E874-063D4C88714D}"/>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2ED4683D-CF5B-2448-1A2C-6BA6BF2C9D7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911DF92-1738-DE55-5B25-448CB0E8795B}"/>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49E3286A-C8FD-A6C6-8519-53FD212F3E5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F8526B9A-0178-EC55-7BF2-13B9F4A7C6C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BD3383B-75B6-A71D-B75F-BEF6D3DAD161}"/>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3279CAA-B3B6-4AE0-BCBC-E5844FD4A1A2}"/>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E5B78E4-E35A-D460-AC8B-4D712144ECEE}"/>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777EED60-0A5D-3EE5-185B-6DAAC8AB2E65}"/>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C554F045-835B-0474-9D8F-9DC5DCD6B3F4}"/>
              </a:ext>
            </a:extLst>
          </p:cNvPr>
          <p:cNvSpPr txBox="1"/>
          <p:nvPr/>
        </p:nvSpPr>
        <p:spPr>
          <a:xfrm>
            <a:off x="6654802" y="2792819"/>
            <a:ext cx="570089" cy="230832"/>
          </a:xfrm>
          <a:prstGeom prst="rect">
            <a:avLst/>
          </a:prstGeom>
          <a:no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F15D0E9F-E852-2977-51B6-450F42870F4B}"/>
              </a:ext>
            </a:extLst>
          </p:cNvPr>
          <p:cNvSpPr txBox="1"/>
          <p:nvPr/>
        </p:nvSpPr>
        <p:spPr>
          <a:xfrm>
            <a:off x="6654802" y="4043065"/>
            <a:ext cx="570089" cy="230832"/>
          </a:xfrm>
          <a:prstGeom prst="rect">
            <a:avLst/>
          </a:prstGeom>
          <a:noFill/>
        </p:spPr>
        <p:txBody>
          <a:bodyPr wrap="square" rtlCol="0">
            <a:spAutoFit/>
          </a:bodyPr>
          <a:lstStyle/>
          <a:p>
            <a:pPr algn="ctr"/>
            <a:r>
              <a:rPr lang="en-US" sz="900" dirty="0"/>
              <a:t>238</a:t>
            </a:r>
          </a:p>
        </p:txBody>
      </p:sp>
      <p:sp>
        <p:nvSpPr>
          <p:cNvPr id="73" name="TextBox 72">
            <a:extLst>
              <a:ext uri="{FF2B5EF4-FFF2-40B4-BE49-F238E27FC236}">
                <a16:creationId xmlns:a16="http://schemas.microsoft.com/office/drawing/2014/main" id="{BD9DD38A-B0A2-F32C-7122-2E4D1D5D83D4}"/>
              </a:ext>
            </a:extLst>
          </p:cNvPr>
          <p:cNvSpPr txBox="1"/>
          <p:nvPr/>
        </p:nvSpPr>
        <p:spPr>
          <a:xfrm>
            <a:off x="6152446" y="2540233"/>
            <a:ext cx="570089" cy="230832"/>
          </a:xfrm>
          <a:prstGeom prst="rect">
            <a:avLst/>
          </a:prstGeom>
          <a:noFill/>
        </p:spPr>
        <p:txBody>
          <a:bodyPr wrap="square" rtlCol="0">
            <a:spAutoFit/>
          </a:bodyPr>
          <a:lstStyle/>
          <a:p>
            <a:pPr algn="ctr"/>
            <a:r>
              <a:rPr lang="en-US" sz="900" dirty="0"/>
              <a:t>37</a:t>
            </a:r>
          </a:p>
        </p:txBody>
      </p:sp>
      <p:sp>
        <p:nvSpPr>
          <p:cNvPr id="74" name="TextBox 73">
            <a:extLst>
              <a:ext uri="{FF2B5EF4-FFF2-40B4-BE49-F238E27FC236}">
                <a16:creationId xmlns:a16="http://schemas.microsoft.com/office/drawing/2014/main" id="{25241121-4E14-AAD6-D86B-255F03FFD6EF}"/>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95C1184D-7EB9-101D-4482-327FB4950296}"/>
              </a:ext>
            </a:extLst>
          </p:cNvPr>
          <p:cNvSpPr txBox="1"/>
          <p:nvPr/>
        </p:nvSpPr>
        <p:spPr>
          <a:xfrm>
            <a:off x="6152446" y="4544009"/>
            <a:ext cx="570089" cy="230832"/>
          </a:xfrm>
          <a:prstGeom prst="rect">
            <a:avLst/>
          </a:prstGeom>
          <a:noFill/>
        </p:spPr>
        <p:txBody>
          <a:bodyPr wrap="square" rtlCol="0">
            <a:spAutoFit/>
          </a:bodyPr>
          <a:lstStyle/>
          <a:p>
            <a:pPr algn="ctr"/>
            <a:r>
              <a:rPr lang="en-US" sz="900" dirty="0"/>
              <a:t>2378</a:t>
            </a:r>
          </a:p>
        </p:txBody>
      </p:sp>
      <p:sp>
        <p:nvSpPr>
          <p:cNvPr id="76" name="TextBox 75">
            <a:extLst>
              <a:ext uri="{FF2B5EF4-FFF2-40B4-BE49-F238E27FC236}">
                <a16:creationId xmlns:a16="http://schemas.microsoft.com/office/drawing/2014/main" id="{18441F11-5D37-2651-0976-825AF34F35E9}"/>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1C212244-0D04-1BE1-A5B4-653A5005D179}"/>
              </a:ext>
            </a:extLst>
          </p:cNvPr>
          <p:cNvSpPr txBox="1"/>
          <p:nvPr/>
        </p:nvSpPr>
        <p:spPr>
          <a:xfrm>
            <a:off x="7157158" y="2905709"/>
            <a:ext cx="570089" cy="230832"/>
          </a:xfrm>
          <a:prstGeom prst="rect">
            <a:avLst/>
          </a:prstGeom>
          <a:noFill/>
        </p:spPr>
        <p:txBody>
          <a:bodyPr wrap="square" rtlCol="0">
            <a:spAutoFit/>
          </a:bodyPr>
          <a:lstStyle/>
          <a:p>
            <a:pPr algn="ctr"/>
            <a:r>
              <a:rPr lang="en-US" sz="900" dirty="0"/>
              <a:t>82</a:t>
            </a:r>
          </a:p>
        </p:txBody>
      </p:sp>
      <p:sp>
        <p:nvSpPr>
          <p:cNvPr id="79" name="TextBox 78">
            <a:extLst>
              <a:ext uri="{FF2B5EF4-FFF2-40B4-BE49-F238E27FC236}">
                <a16:creationId xmlns:a16="http://schemas.microsoft.com/office/drawing/2014/main" id="{5D2736A6-1D33-8CFF-4D07-64A4F56ED184}"/>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7E74EDEF-7E7C-E4A0-E369-F52D2D2185B5}"/>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453A9DD-F409-6504-92FD-6BC9B0975317}"/>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E5D1E69D-D336-E541-C9E0-976CF81BD127}"/>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4E1A041-A3C8-24CA-6013-1E119475466E}"/>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717067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9776E-52B2-B825-25A0-7130BD82913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AFC426A-4C68-E781-97FF-9D08487C1F1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1BCCADF9-E7A0-4AA5-01E0-4988A568FC3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40B381-0DF1-6B45-2B9B-04AD6E3B10A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381D28C5-FAD0-02CF-8BAE-A8ACFF4F4FC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59B77B0-7C4A-1C14-77AE-D73557AD5FB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19B0A6D5-6BC2-3702-DF52-3BB5C0BD04A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E6C24F7-B60C-85F1-CCBB-80935AB1C526}"/>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60B79B7E-7E94-72C0-EB7F-BCAEEB925970}"/>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AC249D2-760F-3BCE-112F-F462D396A321}"/>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C7A77FE9-9068-6A08-ECB4-0F55AC6E1B48}"/>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C0B57EE5-02D4-B84D-3283-627369C9730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E76A786-04B3-39D3-5ECF-DF857D53B3B6}"/>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C8EC25B-9165-9518-C486-DB3E9E14AE66}"/>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3E3D60C1-137E-3786-AA08-09B2EBDB4ECF}"/>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2B66351A-D51B-D333-B18C-435793F82BD4}"/>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23E51345-B2AC-998B-2CD6-EB3906F391F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3883F220-1558-7FCE-7711-C6E3BE6EC932}"/>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A9619330-7750-F207-C288-1A93325481FF}"/>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37BC4B63-4037-9BED-28FC-80B9BD4FB227}"/>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BD6BBDA5-D066-F8CC-20A5-8F99AA5AF5F5}"/>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6F55AD02-9707-C8BC-0338-1AF2B5EBC8F9}"/>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928D24F9-CD8B-B703-CAB2-D5DE09804387}"/>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F0B0DCD4-F68F-9DD9-10E8-BCF640F4308E}"/>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3" name="TextBox 32">
            <a:extLst>
              <a:ext uri="{FF2B5EF4-FFF2-40B4-BE49-F238E27FC236}">
                <a16:creationId xmlns:a16="http://schemas.microsoft.com/office/drawing/2014/main" id="{102DC0D9-09F0-8940-8DE6-DCDE164241A7}"/>
              </a:ext>
            </a:extLst>
          </p:cNvPr>
          <p:cNvSpPr txBox="1"/>
          <p:nvPr/>
        </p:nvSpPr>
        <p:spPr>
          <a:xfrm>
            <a:off x="4143022" y="2540233"/>
            <a:ext cx="570089" cy="230832"/>
          </a:xfrm>
          <a:prstGeom prst="rect">
            <a:avLst/>
          </a:prstGeom>
          <a:noFill/>
        </p:spPr>
        <p:txBody>
          <a:bodyPr wrap="square" rtlCol="0">
            <a:spAutoFit/>
          </a:bodyPr>
          <a:lstStyle/>
          <a:p>
            <a:pPr algn="ctr"/>
            <a:r>
              <a:rPr lang="en-US" sz="900" dirty="0"/>
              <a:t>479</a:t>
            </a:r>
          </a:p>
        </p:txBody>
      </p:sp>
      <p:sp>
        <p:nvSpPr>
          <p:cNvPr id="34" name="TextBox 33">
            <a:extLst>
              <a:ext uri="{FF2B5EF4-FFF2-40B4-BE49-F238E27FC236}">
                <a16:creationId xmlns:a16="http://schemas.microsoft.com/office/drawing/2014/main" id="{C74F09F0-74E9-451E-FB9F-665E2AB46ED9}"/>
              </a:ext>
            </a:extLst>
          </p:cNvPr>
          <p:cNvSpPr txBox="1"/>
          <p:nvPr/>
        </p:nvSpPr>
        <p:spPr>
          <a:xfrm>
            <a:off x="3138310" y="2540233"/>
            <a:ext cx="570089" cy="230832"/>
          </a:xfrm>
          <a:prstGeom prst="rect">
            <a:avLst/>
          </a:prstGeom>
          <a:noFill/>
        </p:spPr>
        <p:txBody>
          <a:bodyPr wrap="square" rtlCol="0">
            <a:spAutoFit/>
          </a:bodyPr>
          <a:lstStyle/>
          <a:p>
            <a:pPr algn="ctr"/>
            <a:r>
              <a:rPr lang="en-US" sz="900" dirty="0"/>
              <a:t>478</a:t>
            </a:r>
          </a:p>
        </p:txBody>
      </p:sp>
      <p:sp>
        <p:nvSpPr>
          <p:cNvPr id="35" name="TextBox 34">
            <a:extLst>
              <a:ext uri="{FF2B5EF4-FFF2-40B4-BE49-F238E27FC236}">
                <a16:creationId xmlns:a16="http://schemas.microsoft.com/office/drawing/2014/main" id="{A6041CC7-E613-9FCE-805B-91630DF35F6D}"/>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949F79BC-CDED-43ED-37C2-2AE75DA92B45}"/>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2B80DB59-0EDC-324F-D300-2ACC603EDCEC}"/>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407C5E1D-64E4-C143-96A6-2B5839D95FD6}"/>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D045CB84-E8BF-C0E6-018C-47CBA6A6A024}"/>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41DCC51A-A8EA-F4A7-D412-2DDD2E16445C}"/>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68756C04-EA13-D44B-4109-878D36A50BB7}"/>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3629A912-9FA1-810D-A4E9-B2F58CEFEB90}"/>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11A482FE-5E60-6335-12EA-186AB4788039}"/>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C7AC5F39-431C-014E-6DA6-F93AFBCD94E8}"/>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F54AA910-BACB-5CAD-A1BC-6C88932092D4}"/>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6CB435A0-9DB4-1E78-832F-E8946879ECCA}"/>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0" name="TextBox 59">
            <a:extLst>
              <a:ext uri="{FF2B5EF4-FFF2-40B4-BE49-F238E27FC236}">
                <a16:creationId xmlns:a16="http://schemas.microsoft.com/office/drawing/2014/main" id="{51FEDD16-1C0F-3FD5-B286-E5F21F0E2872}"/>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068AA7D8-6C16-8D32-F78D-014AE64A321C}"/>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A4FD5C0C-CC22-5B12-42AF-0555B88F6F46}"/>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50E9FF74-46AB-559F-BD9B-FD391FE3936D}"/>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031EA9D0-C1D8-0F8D-B7EC-8898819A3127}"/>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E3C05CF5-530B-730B-A682-D499AD37E4B9}"/>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2D0844BD-88F2-1765-E933-FA16BAAB6C25}"/>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86FF76C-52D2-DA3F-C517-2EE14C6D3DEA}"/>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E13CB1C6-36CC-C154-A12D-6D4963173626}"/>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DA349163-3A7F-627B-7E2E-A3CE9189FDC8}"/>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5" name="TextBox 64">
            <a:extLst>
              <a:ext uri="{FF2B5EF4-FFF2-40B4-BE49-F238E27FC236}">
                <a16:creationId xmlns:a16="http://schemas.microsoft.com/office/drawing/2014/main" id="{EB2C2670-AEA2-19C8-7E7F-46E8740343BC}"/>
              </a:ext>
            </a:extLst>
          </p:cNvPr>
          <p:cNvSpPr txBox="1"/>
          <p:nvPr/>
        </p:nvSpPr>
        <p:spPr>
          <a:xfrm>
            <a:off x="6152446" y="2039289"/>
            <a:ext cx="570089" cy="230832"/>
          </a:xfrm>
          <a:prstGeom prst="rect">
            <a:avLst/>
          </a:prstGeom>
          <a:noFill/>
        </p:spPr>
        <p:txBody>
          <a:bodyPr wrap="square" rtlCol="0">
            <a:spAutoFit/>
          </a:bodyPr>
          <a:lstStyle/>
          <a:p>
            <a:pPr algn="ctr"/>
            <a:r>
              <a:rPr lang="en-US" sz="900" dirty="0"/>
              <a:t>28</a:t>
            </a:r>
          </a:p>
        </p:txBody>
      </p:sp>
      <p:sp>
        <p:nvSpPr>
          <p:cNvPr id="66" name="TextBox 65">
            <a:extLst>
              <a:ext uri="{FF2B5EF4-FFF2-40B4-BE49-F238E27FC236}">
                <a16:creationId xmlns:a16="http://schemas.microsoft.com/office/drawing/2014/main" id="{56526FD8-3DB7-7B5A-A4AA-588B2E2D9973}"/>
              </a:ext>
            </a:extLst>
          </p:cNvPr>
          <p:cNvSpPr txBox="1"/>
          <p:nvPr/>
        </p:nvSpPr>
        <p:spPr>
          <a:xfrm>
            <a:off x="7157158" y="1903821"/>
            <a:ext cx="570089" cy="230832"/>
          </a:xfrm>
          <a:prstGeom prst="rect">
            <a:avLst/>
          </a:prstGeom>
          <a:noFill/>
        </p:spPr>
        <p:txBody>
          <a:bodyPr wrap="square" rtlCol="0">
            <a:spAutoFit/>
          </a:bodyPr>
          <a:lstStyle/>
          <a:p>
            <a:pPr algn="ctr"/>
            <a:r>
              <a:rPr lang="en-US" sz="900" dirty="0"/>
              <a:t>28</a:t>
            </a:r>
          </a:p>
        </p:txBody>
      </p:sp>
      <p:sp>
        <p:nvSpPr>
          <p:cNvPr id="67" name="TextBox 66">
            <a:extLst>
              <a:ext uri="{FF2B5EF4-FFF2-40B4-BE49-F238E27FC236}">
                <a16:creationId xmlns:a16="http://schemas.microsoft.com/office/drawing/2014/main" id="{43649FD7-2245-02DF-9287-6A3F5B809685}"/>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0061EF6C-487B-85A9-83C2-60F784DD6C0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FBBD4633-9595-16B4-AE48-9458BE3C60E4}"/>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C7A83274-8015-E090-ABA0-7C562E214CC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7C5A7D5C-6E68-FB3E-1A7A-AB3608E7EBB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98C3A66-9947-1E7E-0397-CE392318A14C}"/>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9747F374-18FC-4EDD-C146-B6CA42DFEAE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27B66C0-F3B2-767E-9F91-673EC307F09A}"/>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6057B503-2739-A770-85F7-74D97095CA6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79AE064B-6910-AB99-D733-E2D81C102B26}"/>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6BA204F9-E12E-FCE9-E2AC-F627F4B2237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E03BB3EF-B2E6-100A-F32D-8F3AC8D51FEE}"/>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26F3528-1326-6BEF-8FCA-B2BDF45EB4D8}"/>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2EFBB6B-031F-1627-F9B5-9A0E1CFA4B5C}"/>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E308848-2B99-462F-A4C1-4D890449115C}"/>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BE0449E8-D77C-6D40-D12A-C869F08380BA}"/>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D3B2767F-275D-4346-8963-A7470A32964E}"/>
              </a:ext>
            </a:extLst>
          </p:cNvPr>
          <p:cNvSpPr txBox="1"/>
          <p:nvPr/>
        </p:nvSpPr>
        <p:spPr>
          <a:xfrm>
            <a:off x="6654802" y="2792819"/>
            <a:ext cx="570089" cy="230832"/>
          </a:xfrm>
          <a:prstGeom prst="rect">
            <a:avLst/>
          </a:prstGeom>
          <a:no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D0ED1E20-2043-403B-AA46-F6A3A2C5517B}"/>
              </a:ext>
            </a:extLst>
          </p:cNvPr>
          <p:cNvSpPr txBox="1"/>
          <p:nvPr/>
        </p:nvSpPr>
        <p:spPr>
          <a:xfrm>
            <a:off x="6654802" y="4043065"/>
            <a:ext cx="570089" cy="230832"/>
          </a:xfrm>
          <a:prstGeom prst="rect">
            <a:avLst/>
          </a:prstGeom>
          <a:noFill/>
        </p:spPr>
        <p:txBody>
          <a:bodyPr wrap="square" rtlCol="0">
            <a:spAutoFit/>
          </a:bodyPr>
          <a:lstStyle/>
          <a:p>
            <a:pPr algn="ctr"/>
            <a:r>
              <a:rPr lang="en-US" sz="900" dirty="0"/>
              <a:t>82</a:t>
            </a:r>
          </a:p>
        </p:txBody>
      </p:sp>
      <p:sp>
        <p:nvSpPr>
          <p:cNvPr id="74" name="TextBox 73">
            <a:extLst>
              <a:ext uri="{FF2B5EF4-FFF2-40B4-BE49-F238E27FC236}">
                <a16:creationId xmlns:a16="http://schemas.microsoft.com/office/drawing/2014/main" id="{69CE88E6-28E6-D641-D71D-C3CFE67C724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2378</a:t>
            </a:r>
          </a:p>
        </p:txBody>
      </p:sp>
      <p:sp>
        <p:nvSpPr>
          <p:cNvPr id="75" name="TextBox 74">
            <a:extLst>
              <a:ext uri="{FF2B5EF4-FFF2-40B4-BE49-F238E27FC236}">
                <a16:creationId xmlns:a16="http://schemas.microsoft.com/office/drawing/2014/main" id="{A611D74D-AF34-158F-F741-A90DEDDFC590}"/>
              </a:ext>
            </a:extLst>
          </p:cNvPr>
          <p:cNvSpPr txBox="1"/>
          <p:nvPr/>
        </p:nvSpPr>
        <p:spPr>
          <a:xfrm>
            <a:off x="6152446" y="4544009"/>
            <a:ext cx="570089" cy="230832"/>
          </a:xfrm>
          <a:prstGeom prst="rect">
            <a:avLst/>
          </a:prstGeom>
          <a:noFill/>
        </p:spPr>
        <p:txBody>
          <a:bodyPr wrap="square" rtlCol="0">
            <a:spAutoFit/>
          </a:bodyPr>
          <a:lstStyle/>
          <a:p>
            <a:pPr algn="ctr"/>
            <a:r>
              <a:rPr lang="en-US" sz="900" dirty="0"/>
              <a:t>2378</a:t>
            </a:r>
          </a:p>
        </p:txBody>
      </p:sp>
      <p:sp>
        <p:nvSpPr>
          <p:cNvPr id="76" name="TextBox 75">
            <a:extLst>
              <a:ext uri="{FF2B5EF4-FFF2-40B4-BE49-F238E27FC236}">
                <a16:creationId xmlns:a16="http://schemas.microsoft.com/office/drawing/2014/main" id="{67DE7F9B-67B2-656A-3BF4-D4B5889D4EF4}"/>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F19AA0F9-0A4B-2AA5-E8CD-F74BD889E620}"/>
              </a:ext>
            </a:extLst>
          </p:cNvPr>
          <p:cNvSpPr txBox="1"/>
          <p:nvPr/>
        </p:nvSpPr>
        <p:spPr>
          <a:xfrm>
            <a:off x="7157158" y="2905709"/>
            <a:ext cx="570089" cy="230832"/>
          </a:xfrm>
          <a:prstGeom prst="rect">
            <a:avLst/>
          </a:prstGeom>
          <a:noFill/>
        </p:spPr>
        <p:txBody>
          <a:bodyPr wrap="square" rtlCol="0">
            <a:spAutoFit/>
          </a:bodyPr>
          <a:lstStyle/>
          <a:p>
            <a:pPr algn="ctr"/>
            <a:r>
              <a:rPr lang="en-US" sz="900" dirty="0"/>
              <a:t>82</a:t>
            </a:r>
          </a:p>
        </p:txBody>
      </p:sp>
      <p:sp>
        <p:nvSpPr>
          <p:cNvPr id="79" name="TextBox 78">
            <a:extLst>
              <a:ext uri="{FF2B5EF4-FFF2-40B4-BE49-F238E27FC236}">
                <a16:creationId xmlns:a16="http://schemas.microsoft.com/office/drawing/2014/main" id="{6E9EC3F1-40DB-2557-AF7D-B84846D1F0C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FD00A342-D79D-3F59-97E5-C8CBDF989FF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BC0B916-94AF-9AAB-881A-45F2BA7C7AFB}"/>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65025CD-849B-7DC5-921D-E24D18A657A3}"/>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BDA3F092-4CD3-B754-2153-F3724509354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B3ED97F4-3AEA-FB6A-75DD-90198D854CCF}"/>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42940861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1691F-4B96-E60B-B381-355B5ECA790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39DC039-F938-26D3-BFDC-B81D327E4256}"/>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1C2FF03-4C4A-68B2-0C33-7FEDC5FDD1E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7B069CA-527B-F2C2-B05F-C0396D7A6D6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E0EAA1F-8F7E-DC11-44E9-62F261C65C89}"/>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52F13C5-D5B8-CC3A-69E1-5329224EB5B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FF695F6-22EA-B136-EFE4-2E441703294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A7D9DA5-D7D0-2B19-4A65-A55C8507F0E6}"/>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6EA4C60E-A1D8-27E0-D373-620C50DB59C7}"/>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897A7A0B-2D24-6FA0-A58A-D3B202A9CED0}"/>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42446FA5-2685-2F88-6A71-9740275CF6F2}"/>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75F98F06-36AA-4F55-8D49-D715DF86FB91}"/>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D80B1F8-0B9A-A6CD-12B2-91EE6B8653B9}"/>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C49F2D52-54C5-20D5-4CC0-58C1D5D99549}"/>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2373C29F-F843-AEF1-9E8E-EDC3025DE83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F4090995-435A-1D95-0743-584D4F4ED0DA}"/>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4E325FDE-2054-A902-4092-9AC5E092F1E4}"/>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AF64499F-536E-5029-657F-F7F9FFA0D81D}"/>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25D64C8F-84AB-F096-B454-E5964063316D}"/>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3FE8B546-A784-33E4-1272-CFF2815FA8CD}"/>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8AF23C04-D668-F8C7-13BA-450A19FA367B}"/>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E677CAEF-6BB3-AF3F-8340-52A40A32BE4F}"/>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795CF6AE-5B31-4D8F-B73C-992BAAB19458}"/>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A52A376B-F087-07AD-32B3-D4327DB5FDB9}"/>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3D13991F-C09B-AABD-8958-C3EB549D9995}"/>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4579</a:t>
            </a:r>
          </a:p>
        </p:txBody>
      </p:sp>
      <p:sp>
        <p:nvSpPr>
          <p:cNvPr id="36" name="TextBox 35">
            <a:extLst>
              <a:ext uri="{FF2B5EF4-FFF2-40B4-BE49-F238E27FC236}">
                <a16:creationId xmlns:a16="http://schemas.microsoft.com/office/drawing/2014/main" id="{22FF1F16-96C1-76D8-7F45-D228A7E1E54E}"/>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4579</a:t>
            </a:r>
          </a:p>
        </p:txBody>
      </p:sp>
      <p:sp>
        <p:nvSpPr>
          <p:cNvPr id="37" name="TextBox 36">
            <a:extLst>
              <a:ext uri="{FF2B5EF4-FFF2-40B4-BE49-F238E27FC236}">
                <a16:creationId xmlns:a16="http://schemas.microsoft.com/office/drawing/2014/main" id="{132AE097-BF7B-15A3-9F23-FBD423560929}"/>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45789</a:t>
            </a:r>
          </a:p>
        </p:txBody>
      </p:sp>
      <p:sp>
        <p:nvSpPr>
          <p:cNvPr id="47" name="TextBox 46">
            <a:extLst>
              <a:ext uri="{FF2B5EF4-FFF2-40B4-BE49-F238E27FC236}">
                <a16:creationId xmlns:a16="http://schemas.microsoft.com/office/drawing/2014/main" id="{8790BB9B-F12A-4DC3-81B8-3EED25DDFE7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F2088BF-3962-E085-55ED-79706B8561C4}"/>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848690AE-6756-B2D4-D995-3595022E66FE}"/>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17D14017-1FF2-7791-E215-4237CD854ECB}"/>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1DD5E1DB-10E7-2165-0DAC-08367E4F07C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FAF338F3-56A8-BD23-4C11-75AD10FB2BB2}"/>
              </a:ext>
            </a:extLst>
          </p:cNvPr>
          <p:cNvSpPr txBox="1"/>
          <p:nvPr/>
        </p:nvSpPr>
        <p:spPr>
          <a:xfrm>
            <a:off x="7157158" y="4043065"/>
            <a:ext cx="570089" cy="230832"/>
          </a:xfrm>
          <a:prstGeom prst="rect">
            <a:avLst/>
          </a:prstGeom>
          <a:noFill/>
        </p:spPr>
        <p:txBody>
          <a:bodyPr wrap="square" rtlCol="0">
            <a:spAutoFit/>
          </a:bodyPr>
          <a:lstStyle/>
          <a:p>
            <a:pPr algn="ctr"/>
            <a:r>
              <a:rPr lang="en-US" sz="900" dirty="0"/>
              <a:t>278</a:t>
            </a:r>
          </a:p>
        </p:txBody>
      </p:sp>
      <p:sp>
        <p:nvSpPr>
          <p:cNvPr id="57" name="TextBox 56">
            <a:extLst>
              <a:ext uri="{FF2B5EF4-FFF2-40B4-BE49-F238E27FC236}">
                <a16:creationId xmlns:a16="http://schemas.microsoft.com/office/drawing/2014/main" id="{2DF16EC2-CC7E-3B48-732B-56AA43195B6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CB1EA1F3-0C21-CD85-0D82-0B8EF8490EC6}"/>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10DEB473-770F-56D2-982D-3FD3F680F2A1}"/>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0" name="TextBox 59">
            <a:extLst>
              <a:ext uri="{FF2B5EF4-FFF2-40B4-BE49-F238E27FC236}">
                <a16:creationId xmlns:a16="http://schemas.microsoft.com/office/drawing/2014/main" id="{928BE803-A244-B1BD-5B2F-1D9D6321775F}"/>
              </a:ext>
            </a:extLst>
          </p:cNvPr>
          <p:cNvSpPr txBox="1"/>
          <p:nvPr/>
        </p:nvSpPr>
        <p:spPr>
          <a:xfrm>
            <a:off x="7157158" y="3406653"/>
            <a:ext cx="570089" cy="230832"/>
          </a:xfrm>
          <a:prstGeom prst="rect">
            <a:avLst/>
          </a:prstGeom>
          <a:noFill/>
        </p:spPr>
        <p:txBody>
          <a:bodyPr wrap="square" rtlCol="0">
            <a:spAutoFit/>
          </a:bodyPr>
          <a:lstStyle/>
          <a:p>
            <a:pPr algn="ctr"/>
            <a:r>
              <a:rPr lang="en-US" sz="900" dirty="0"/>
              <a:t>95</a:t>
            </a:r>
          </a:p>
        </p:txBody>
      </p:sp>
      <p:sp>
        <p:nvSpPr>
          <p:cNvPr id="61" name="TextBox 60">
            <a:extLst>
              <a:ext uri="{FF2B5EF4-FFF2-40B4-BE49-F238E27FC236}">
                <a16:creationId xmlns:a16="http://schemas.microsoft.com/office/drawing/2014/main" id="{1CE2DBCC-E72C-F5CD-C074-4AC830034634}"/>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BCB953E3-2CC2-0065-7650-239111DAEDDD}"/>
              </a:ext>
            </a:extLst>
          </p:cNvPr>
          <p:cNvSpPr txBox="1"/>
          <p:nvPr/>
        </p:nvSpPr>
        <p:spPr>
          <a:xfrm>
            <a:off x="4143022" y="1768353"/>
            <a:ext cx="570089" cy="230832"/>
          </a:xfrm>
          <a:prstGeom prst="rect">
            <a:avLst/>
          </a:prstGeom>
          <a:noFill/>
        </p:spPr>
        <p:txBody>
          <a:bodyPr wrap="square" rtlCol="0">
            <a:spAutoFit/>
          </a:bodyPr>
          <a:lstStyle/>
          <a:p>
            <a:pPr algn="ctr"/>
            <a:r>
              <a:rPr lang="en-US" sz="900" dirty="0"/>
              <a:t>579</a:t>
            </a:r>
          </a:p>
        </p:txBody>
      </p:sp>
      <p:sp>
        <p:nvSpPr>
          <p:cNvPr id="63" name="TextBox 62">
            <a:extLst>
              <a:ext uri="{FF2B5EF4-FFF2-40B4-BE49-F238E27FC236}">
                <a16:creationId xmlns:a16="http://schemas.microsoft.com/office/drawing/2014/main" id="{62350279-4557-2CD7-9BC7-0B97084ED83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EC90ABDB-9403-9946-CA5B-1EA790DC8F93}"/>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34A3F28-161F-1A10-C1DE-CC9CFB7FA38B}"/>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141D4D8B-87F3-207E-7AE8-ABEDFF7DDD89}"/>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E692E36-87B2-9019-F54C-770A265BCEB0}"/>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3E97AD24-ADDB-4DFD-6F68-1A30A1E1F2D4}"/>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9E5D6890-CA97-B544-4FA2-A63484FFBA89}"/>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9332F235-6A92-2F0B-E358-4D58C392E970}"/>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48C05FC-CD68-58C1-9D08-14CD2279FEAC}"/>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23489</a:t>
            </a:r>
          </a:p>
        </p:txBody>
      </p:sp>
      <p:sp>
        <p:nvSpPr>
          <p:cNvPr id="68" name="TextBox 67">
            <a:extLst>
              <a:ext uri="{FF2B5EF4-FFF2-40B4-BE49-F238E27FC236}">
                <a16:creationId xmlns:a16="http://schemas.microsoft.com/office/drawing/2014/main" id="{0191EC9B-754D-939F-FBA4-92786CBE8E22}"/>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867B6901-41F9-34FE-EC55-7F8A942A917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AEA5B4B8-4949-91D6-BAF7-7C9CEBF0780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1B386C50-0F9F-26D3-D2F7-26D08CC1865A}"/>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92F7984A-FE02-E402-D29C-72C4DAF43074}"/>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9AFD3605-6CF4-7B36-1273-552FB0F22225}"/>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F91E1416-2E6E-A359-8DBF-C53F44FF4CB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A01118A0-4125-022D-7F2B-270252229BB5}"/>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E63A0040-0DF1-8D42-0E99-DCF09E692A8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AAA5475A-BA24-7009-23D9-7360DDBD7AB8}"/>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7830BE3-57F2-0E4C-EF3E-1B739B99953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061E8052-F98C-E710-F341-59F2605E4531}"/>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7BE818F-493D-AAB9-AC97-7FF8582BBE46}"/>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9F0346CF-0E99-94FD-A212-F37D0E3CE267}"/>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54" name="TextBox 53">
            <a:extLst>
              <a:ext uri="{FF2B5EF4-FFF2-40B4-BE49-F238E27FC236}">
                <a16:creationId xmlns:a16="http://schemas.microsoft.com/office/drawing/2014/main" id="{BD8F300A-C5D7-CA3B-534D-AE4A742D365A}"/>
              </a:ext>
            </a:extLst>
          </p:cNvPr>
          <p:cNvSpPr txBox="1"/>
          <p:nvPr/>
        </p:nvSpPr>
        <p:spPr>
          <a:xfrm>
            <a:off x="6654802" y="2792819"/>
            <a:ext cx="570089" cy="230832"/>
          </a:xfrm>
          <a:prstGeom prst="rect">
            <a:avLst/>
          </a:prstGeom>
          <a:solidFill>
            <a:schemeClr val="accent5">
              <a:lumMod val="20000"/>
              <a:lumOff val="80000"/>
            </a:schemeClr>
          </a:solidFill>
        </p:spPr>
        <p:txBody>
          <a:bodyPr wrap="square" rtlCol="0">
            <a:spAutoFit/>
          </a:bodyPr>
          <a:lstStyle/>
          <a:p>
            <a:pPr algn="ctr"/>
            <a:r>
              <a:rPr lang="en-US" sz="900" dirty="0"/>
              <a:t>28</a:t>
            </a:r>
          </a:p>
        </p:txBody>
      </p:sp>
      <p:sp>
        <p:nvSpPr>
          <p:cNvPr id="56" name="TextBox 55">
            <a:extLst>
              <a:ext uri="{FF2B5EF4-FFF2-40B4-BE49-F238E27FC236}">
                <a16:creationId xmlns:a16="http://schemas.microsoft.com/office/drawing/2014/main" id="{FD45FACB-B14B-7E0A-9AF7-66EAAD9BAD9A}"/>
              </a:ext>
            </a:extLst>
          </p:cNvPr>
          <p:cNvSpPr txBox="1"/>
          <p:nvPr/>
        </p:nvSpPr>
        <p:spPr>
          <a:xfrm>
            <a:off x="6654802" y="4043065"/>
            <a:ext cx="570089" cy="230832"/>
          </a:xfrm>
          <a:prstGeom prst="rect">
            <a:avLst/>
          </a:prstGeom>
          <a:solidFill>
            <a:schemeClr val="accent5">
              <a:lumMod val="20000"/>
              <a:lumOff val="80000"/>
            </a:schemeClr>
          </a:solidFill>
        </p:spPr>
        <p:txBody>
          <a:bodyPr wrap="square" rtlCol="0">
            <a:spAutoFit/>
          </a:bodyPr>
          <a:lstStyle/>
          <a:p>
            <a:pPr algn="ctr"/>
            <a:r>
              <a:rPr lang="en-US" sz="900" dirty="0"/>
              <a:t>82</a:t>
            </a:r>
          </a:p>
        </p:txBody>
      </p:sp>
      <p:sp>
        <p:nvSpPr>
          <p:cNvPr id="74" name="TextBox 73">
            <a:extLst>
              <a:ext uri="{FF2B5EF4-FFF2-40B4-BE49-F238E27FC236}">
                <a16:creationId xmlns:a16="http://schemas.microsoft.com/office/drawing/2014/main" id="{B4AED0FD-D247-1D58-2416-23DA62B15856}"/>
              </a:ext>
            </a:extLst>
          </p:cNvPr>
          <p:cNvSpPr txBox="1"/>
          <p:nvPr/>
        </p:nvSpPr>
        <p:spPr>
          <a:xfrm>
            <a:off x="6152446" y="3907597"/>
            <a:ext cx="570089" cy="230832"/>
          </a:xfrm>
          <a:prstGeom prst="rect">
            <a:avLst/>
          </a:prstGeom>
          <a:noFill/>
        </p:spPr>
        <p:txBody>
          <a:bodyPr wrap="square" rtlCol="0">
            <a:spAutoFit/>
          </a:bodyPr>
          <a:lstStyle/>
          <a:p>
            <a:pPr algn="ctr"/>
            <a:r>
              <a:rPr lang="en-US" sz="900" dirty="0"/>
              <a:t>238</a:t>
            </a:r>
          </a:p>
        </p:txBody>
      </p:sp>
      <p:sp>
        <p:nvSpPr>
          <p:cNvPr id="75" name="TextBox 74">
            <a:extLst>
              <a:ext uri="{FF2B5EF4-FFF2-40B4-BE49-F238E27FC236}">
                <a16:creationId xmlns:a16="http://schemas.microsoft.com/office/drawing/2014/main" id="{270ECD7A-77FD-E1F3-D0D5-3D00589A723B}"/>
              </a:ext>
            </a:extLst>
          </p:cNvPr>
          <p:cNvSpPr txBox="1"/>
          <p:nvPr/>
        </p:nvSpPr>
        <p:spPr>
          <a:xfrm>
            <a:off x="6152446" y="4544009"/>
            <a:ext cx="570089" cy="230832"/>
          </a:xfrm>
          <a:prstGeom prst="rect">
            <a:avLst/>
          </a:prstGeom>
          <a:noFill/>
        </p:spPr>
        <p:txBody>
          <a:bodyPr wrap="square" rtlCol="0">
            <a:spAutoFit/>
          </a:bodyPr>
          <a:lstStyle/>
          <a:p>
            <a:pPr algn="ctr"/>
            <a:r>
              <a:rPr lang="en-US" sz="900" dirty="0"/>
              <a:t>238</a:t>
            </a:r>
          </a:p>
        </p:txBody>
      </p:sp>
      <p:sp>
        <p:nvSpPr>
          <p:cNvPr id="76" name="TextBox 75">
            <a:extLst>
              <a:ext uri="{FF2B5EF4-FFF2-40B4-BE49-F238E27FC236}">
                <a16:creationId xmlns:a16="http://schemas.microsoft.com/office/drawing/2014/main" id="{CA7CD3B0-D0E0-0794-E238-ABEB2371290E}"/>
              </a:ext>
            </a:extLst>
          </p:cNvPr>
          <p:cNvSpPr txBox="1"/>
          <p:nvPr/>
        </p:nvSpPr>
        <p:spPr>
          <a:xfrm>
            <a:off x="7157158" y="2404765"/>
            <a:ext cx="570089" cy="230832"/>
          </a:xfrm>
          <a:prstGeom prst="rect">
            <a:avLst/>
          </a:prstGeom>
          <a:noFill/>
        </p:spPr>
        <p:txBody>
          <a:bodyPr wrap="square" rtlCol="0">
            <a:spAutoFit/>
          </a:bodyPr>
          <a:lstStyle/>
          <a:p>
            <a:pPr algn="ctr"/>
            <a:r>
              <a:rPr lang="en-US" sz="900" dirty="0"/>
              <a:t>59</a:t>
            </a:r>
          </a:p>
        </p:txBody>
      </p:sp>
      <p:sp>
        <p:nvSpPr>
          <p:cNvPr id="77" name="TextBox 76">
            <a:extLst>
              <a:ext uri="{FF2B5EF4-FFF2-40B4-BE49-F238E27FC236}">
                <a16:creationId xmlns:a16="http://schemas.microsoft.com/office/drawing/2014/main" id="{B5A21C85-3D7D-9F24-56B9-97A9034A7798}"/>
              </a:ext>
            </a:extLst>
          </p:cNvPr>
          <p:cNvSpPr txBox="1"/>
          <p:nvPr/>
        </p:nvSpPr>
        <p:spPr>
          <a:xfrm>
            <a:off x="7157158" y="2905709"/>
            <a:ext cx="570089" cy="230832"/>
          </a:xfrm>
          <a:prstGeom prst="rect">
            <a:avLst/>
          </a:prstGeom>
          <a:solidFill>
            <a:schemeClr val="accent5">
              <a:lumMod val="20000"/>
              <a:lumOff val="80000"/>
            </a:schemeClr>
          </a:solidFill>
        </p:spPr>
        <p:txBody>
          <a:bodyPr wrap="square" rtlCol="0">
            <a:spAutoFit/>
          </a:bodyPr>
          <a:lstStyle/>
          <a:p>
            <a:pPr algn="ctr"/>
            <a:r>
              <a:rPr lang="en-US" sz="900" dirty="0"/>
              <a:t>82</a:t>
            </a:r>
          </a:p>
        </p:txBody>
      </p:sp>
      <p:sp>
        <p:nvSpPr>
          <p:cNvPr id="79" name="TextBox 78">
            <a:extLst>
              <a:ext uri="{FF2B5EF4-FFF2-40B4-BE49-F238E27FC236}">
                <a16:creationId xmlns:a16="http://schemas.microsoft.com/office/drawing/2014/main" id="{18C7FC32-60F3-C885-25A5-14763954FAC0}"/>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46429B8E-13B1-94C4-D91D-2E1CB9DBDF22}"/>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C1E1CB7-380B-8BB5-FBF3-03FA1436AEE6}"/>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A6BDFD78-01E4-13B3-E6E1-950BFE85CE41}"/>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38ACA19C-7BBD-3774-DA50-69C28F48371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8FB527FE-7550-5035-32AF-4375488B0489}"/>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CE6537F9-66C5-5E53-8099-6C691DD3A8B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8E7A7521-D37F-C6E7-C118-A91B0B61E0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75FDFF63-FC6F-E48D-0924-7CCA8718D59B}"/>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CD94F7E9-3B2D-AC78-A49B-6B38CF73870E}"/>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84" name="TextBox 83">
            <a:extLst>
              <a:ext uri="{FF2B5EF4-FFF2-40B4-BE49-F238E27FC236}">
                <a16:creationId xmlns:a16="http://schemas.microsoft.com/office/drawing/2014/main" id="{2E76F423-FF17-07FE-25AC-3ED03F75DDBE}"/>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134589</a:t>
            </a:r>
          </a:p>
        </p:txBody>
      </p:sp>
    </p:spTree>
    <p:extLst>
      <p:ext uri="{BB962C8B-B14F-4D97-AF65-F5344CB8AC3E}">
        <p14:creationId xmlns:p14="http://schemas.microsoft.com/office/powerpoint/2010/main" val="7885311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5ED95-083A-5D65-EC08-117A4DD4379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85EAB1E-E606-92EE-6554-04AADDF8CBA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B6C89FEC-9D83-8856-1D8D-847E5A2814A9}"/>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F133486-4AF4-4B12-B09A-84FEECDA66B1}"/>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9E04C7D-442E-D553-7436-CF58237905A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8C5B133-FD14-9477-DB48-FEDBC56F337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7738323-A209-4587-536D-5F26E265965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8F8B37A-E89B-0D1B-BBF0-3EBDB37C4A11}"/>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C6C8EB99-4D82-44D7-AA29-B74372B0F1D4}"/>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FC1F31A9-5BFF-3B23-D583-E6B0D3DC5E78}"/>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7FD603F7-1910-6C0B-B7F7-55AB10B3BF7C}"/>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F9F52C08-93FD-5C6E-9BF2-FD8689DE3F6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0D45EE2-294D-F5EC-1882-DA7A368AED50}"/>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F192382-D3B8-8A7D-DD3A-93B0C4E0DD12}"/>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7D1F914F-8097-DD26-BD20-75386B7E8CA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26C307C-6727-0434-A02F-AE425D815067}"/>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D9E73C06-8DFC-AC0E-E3A0-0EE04443227B}"/>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6F630326-1CDA-C88F-89B0-D0DF0307341A}"/>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DCE0B50C-BDDD-4745-FC64-A31074EB4F95}"/>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D57409F-14C4-8896-928C-A55726CDBC5E}"/>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9A64C270-5740-C3E4-6C9F-37B02F451C9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63755128-B970-122C-A5BF-296F2FB13EBA}"/>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3FA7B954-6EE3-EE07-E8A5-E824988436D1}"/>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06D4F9A3-A384-9F24-7797-C6E765702197}"/>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B73292AE-D1B6-1ECC-B28A-42D2F0C298EB}"/>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2C3904EF-493B-C606-5151-27A8F2D2B092}"/>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27595A23-3673-4734-0B7C-742C8F3477FB}"/>
              </a:ext>
            </a:extLst>
          </p:cNvPr>
          <p:cNvSpPr txBox="1"/>
          <p:nvPr/>
        </p:nvSpPr>
        <p:spPr>
          <a:xfrm>
            <a:off x="3138310" y="3271185"/>
            <a:ext cx="570089" cy="230832"/>
          </a:xfrm>
          <a:prstGeom prst="rect">
            <a:avLst/>
          </a:prstGeom>
          <a:noFill/>
        </p:spPr>
        <p:txBody>
          <a:bodyPr wrap="square" rtlCol="0">
            <a:spAutoFit/>
          </a:bodyPr>
          <a:lstStyle/>
          <a:p>
            <a:pPr algn="ctr"/>
            <a:r>
              <a:rPr lang="en-US" sz="900" dirty="0"/>
              <a:t>457</a:t>
            </a:r>
          </a:p>
        </p:txBody>
      </p:sp>
      <p:sp>
        <p:nvSpPr>
          <p:cNvPr id="47" name="TextBox 46">
            <a:extLst>
              <a:ext uri="{FF2B5EF4-FFF2-40B4-BE49-F238E27FC236}">
                <a16:creationId xmlns:a16="http://schemas.microsoft.com/office/drawing/2014/main" id="{C049D456-578F-4C5D-DE7B-8F20981CB70F}"/>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017E4456-71AD-683A-1BD3-FDA0FB2D2B04}"/>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06E29B8D-C0B6-9588-9934-C735B74450D5}"/>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0C084D07-D943-C5EC-B106-2C46E8B95DF0}"/>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232A06E8-9035-886B-393A-CF594A849387}"/>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2" name="TextBox 51">
            <a:extLst>
              <a:ext uri="{FF2B5EF4-FFF2-40B4-BE49-F238E27FC236}">
                <a16:creationId xmlns:a16="http://schemas.microsoft.com/office/drawing/2014/main" id="{B24660AE-364D-EC90-7489-7CA63AC66E2E}"/>
              </a:ext>
            </a:extLst>
          </p:cNvPr>
          <p:cNvSpPr txBox="1"/>
          <p:nvPr/>
        </p:nvSpPr>
        <p:spPr>
          <a:xfrm>
            <a:off x="7157158" y="4043065"/>
            <a:ext cx="570089" cy="230832"/>
          </a:xfrm>
          <a:prstGeom prst="rect">
            <a:avLst/>
          </a:prstGeom>
          <a:noFill/>
        </p:spPr>
        <p:txBody>
          <a:bodyPr wrap="square" rtlCol="0">
            <a:spAutoFit/>
          </a:bodyPr>
          <a:lstStyle/>
          <a:p>
            <a:pPr algn="ctr"/>
            <a:r>
              <a:rPr lang="en-US" sz="900" dirty="0"/>
              <a:t>27</a:t>
            </a:r>
          </a:p>
        </p:txBody>
      </p:sp>
      <p:sp>
        <p:nvSpPr>
          <p:cNvPr id="57" name="TextBox 56">
            <a:extLst>
              <a:ext uri="{FF2B5EF4-FFF2-40B4-BE49-F238E27FC236}">
                <a16:creationId xmlns:a16="http://schemas.microsoft.com/office/drawing/2014/main" id="{E2187A87-72C7-37BA-C6EC-7026823E43B7}"/>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345789</a:t>
            </a:r>
          </a:p>
        </p:txBody>
      </p:sp>
      <p:sp>
        <p:nvSpPr>
          <p:cNvPr id="58" name="TextBox 57">
            <a:extLst>
              <a:ext uri="{FF2B5EF4-FFF2-40B4-BE49-F238E27FC236}">
                <a16:creationId xmlns:a16="http://schemas.microsoft.com/office/drawing/2014/main" id="{4CCA5915-D203-F97F-C183-D6AAB993D0A5}"/>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3489</a:t>
            </a:r>
          </a:p>
        </p:txBody>
      </p:sp>
      <p:sp>
        <p:nvSpPr>
          <p:cNvPr id="59" name="TextBox 58">
            <a:extLst>
              <a:ext uri="{FF2B5EF4-FFF2-40B4-BE49-F238E27FC236}">
                <a16:creationId xmlns:a16="http://schemas.microsoft.com/office/drawing/2014/main" id="{8F121E34-542C-AED9-B16D-A69EDFCD1800}"/>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1" name="TextBox 60">
            <a:extLst>
              <a:ext uri="{FF2B5EF4-FFF2-40B4-BE49-F238E27FC236}">
                <a16:creationId xmlns:a16="http://schemas.microsoft.com/office/drawing/2014/main" id="{D6E1817E-D4F7-4CE3-1BC1-81268C6414E7}"/>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39ACD1A6-42ED-7C1C-F0E6-6A641FADDCE8}"/>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7184DB73-8C67-6B4D-CD04-EA7039CBE9CF}"/>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500B34B0-776F-FA70-4415-48F17CD39967}"/>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924257F-EA89-21BC-813B-1B72AD728BE4}"/>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AE84375E-DEE2-8EC3-1E9C-606BF8508155}"/>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74C5E96A-2127-6FC9-5E17-8B9403B31372}"/>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1610F494-9F69-C312-B750-81CC0B36D856}"/>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E68B0C53-0D79-68E0-4E20-3C05B7CF1AAA}"/>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8A2EE837-62D7-7348-AE05-B263966A8E2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E4BAAFFE-5AA6-4F27-0C6C-968C97234BF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a:t>
            </a:r>
          </a:p>
        </p:txBody>
      </p:sp>
      <p:sp>
        <p:nvSpPr>
          <p:cNvPr id="68" name="TextBox 67">
            <a:extLst>
              <a:ext uri="{FF2B5EF4-FFF2-40B4-BE49-F238E27FC236}">
                <a16:creationId xmlns:a16="http://schemas.microsoft.com/office/drawing/2014/main" id="{E73E791D-BC22-25C5-5CCE-2FF7CBD6FD0A}"/>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92028FCD-78D5-539E-1DBE-C99A70A5FBE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7CC17CF4-3264-9418-CD4D-18983965AFF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83CE235-C399-71D2-B30B-BEFB0DDF8FD6}"/>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9D6EBAB-DB08-4C41-C17F-A1F699093BB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1F92776-C24F-DE7E-60C5-ECF938A7747B}"/>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9D751B9B-E847-E44F-7F3F-13D2B0D86D9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1E0F986-53A5-DB3F-1BBB-909168BF9347}"/>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C234833A-D955-18E3-FF38-2127A8147785}"/>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35AE5E5B-5EBD-DC96-6038-F336B68A83E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C6CAD397-0318-CC04-F825-176B77C8A36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0A40491-4555-6FB4-80C0-102CECB1B232}"/>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0046134-8ADC-AF36-6D47-32AB512F9EA3}"/>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D1A61A36-41A9-F8D6-E1E0-253CEF3F9891}"/>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74" name="TextBox 73">
            <a:extLst>
              <a:ext uri="{FF2B5EF4-FFF2-40B4-BE49-F238E27FC236}">
                <a16:creationId xmlns:a16="http://schemas.microsoft.com/office/drawing/2014/main" id="{0F40B9F1-E32D-BE7C-BACF-91758945595D}"/>
              </a:ext>
            </a:extLst>
          </p:cNvPr>
          <p:cNvSpPr txBox="1"/>
          <p:nvPr/>
        </p:nvSpPr>
        <p:spPr>
          <a:xfrm>
            <a:off x="6152446" y="3907597"/>
            <a:ext cx="570089" cy="230832"/>
          </a:xfrm>
          <a:prstGeom prst="rect">
            <a:avLst/>
          </a:prstGeom>
          <a:noFill/>
        </p:spPr>
        <p:txBody>
          <a:bodyPr wrap="square" rtlCol="0">
            <a:spAutoFit/>
          </a:bodyPr>
          <a:lstStyle/>
          <a:p>
            <a:pPr algn="ctr"/>
            <a:r>
              <a:rPr lang="en-US" sz="900" dirty="0"/>
              <a:t>238</a:t>
            </a:r>
          </a:p>
        </p:txBody>
      </p:sp>
      <p:sp>
        <p:nvSpPr>
          <p:cNvPr id="75" name="TextBox 74">
            <a:extLst>
              <a:ext uri="{FF2B5EF4-FFF2-40B4-BE49-F238E27FC236}">
                <a16:creationId xmlns:a16="http://schemas.microsoft.com/office/drawing/2014/main" id="{CA3EA927-442D-867A-0DA3-3B9B30324A29}"/>
              </a:ext>
            </a:extLst>
          </p:cNvPr>
          <p:cNvSpPr txBox="1"/>
          <p:nvPr/>
        </p:nvSpPr>
        <p:spPr>
          <a:xfrm>
            <a:off x="6152446" y="4544009"/>
            <a:ext cx="570089" cy="230832"/>
          </a:xfrm>
          <a:prstGeom prst="rect">
            <a:avLst/>
          </a:prstGeom>
          <a:noFill/>
        </p:spPr>
        <p:txBody>
          <a:bodyPr wrap="square" rtlCol="0">
            <a:spAutoFit/>
          </a:bodyPr>
          <a:lstStyle/>
          <a:p>
            <a:pPr algn="ctr"/>
            <a:r>
              <a:rPr lang="en-US" sz="900" dirty="0"/>
              <a:t>238</a:t>
            </a:r>
          </a:p>
        </p:txBody>
      </p:sp>
      <p:sp>
        <p:nvSpPr>
          <p:cNvPr id="79" name="TextBox 78">
            <a:extLst>
              <a:ext uri="{FF2B5EF4-FFF2-40B4-BE49-F238E27FC236}">
                <a16:creationId xmlns:a16="http://schemas.microsoft.com/office/drawing/2014/main" id="{98DF84E9-3771-A700-E69D-CD6A8C6019D4}"/>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7381DD86-31F4-AB9A-76C3-F84DCDAB0FED}"/>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2AB6595-5760-7948-D898-D7B7559E4083}"/>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217CB313-08A5-D43F-6EF8-E21A19851D8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981DFBA-9EB1-61D6-2713-ED49A2DFE162}"/>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872BDC42-4757-EA18-D6CD-F8BEB2E8E668}"/>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5CB2E67-5822-B6D9-B855-14E0980D9010}"/>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304A226-881A-0968-D7F9-22C39215751F}"/>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EACEA700-08E4-1431-1687-057A6638EB8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E5A7C05B-7552-142D-3781-B3DB4454787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B6D9DF70-6A28-D2AB-DB59-9EFDCD83FFE9}"/>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F9DE9C50-4C63-6F5A-764D-5207382A13FF}"/>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AE1C9B05-DB20-CB7A-4B42-63ACF464B37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66" name="TextBox 65">
            <a:extLst>
              <a:ext uri="{FF2B5EF4-FFF2-40B4-BE49-F238E27FC236}">
                <a16:creationId xmlns:a16="http://schemas.microsoft.com/office/drawing/2014/main" id="{1584E6B1-12AB-4D78-0761-A0CDD9EEC263}"/>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1345</a:t>
            </a:r>
          </a:p>
        </p:txBody>
      </p:sp>
      <p:sp>
        <p:nvSpPr>
          <p:cNvPr id="72" name="TextBox 71">
            <a:extLst>
              <a:ext uri="{FF2B5EF4-FFF2-40B4-BE49-F238E27FC236}">
                <a16:creationId xmlns:a16="http://schemas.microsoft.com/office/drawing/2014/main" id="{C97258AD-C72E-B319-8169-2B6CF862CC43}"/>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84" name="TextBox 83">
            <a:extLst>
              <a:ext uri="{FF2B5EF4-FFF2-40B4-BE49-F238E27FC236}">
                <a16:creationId xmlns:a16="http://schemas.microsoft.com/office/drawing/2014/main" id="{FE642374-03A5-1FAC-A960-5EDBB40FDD8D}"/>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813316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3F80-52FA-D4C0-6179-83FF67A0DE99}"/>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25EA6C3-4518-CE40-B5D9-E08C0F248D4E}"/>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3B73398-A9CA-054D-8659-51A58489A5A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43021AD-EBA1-DEE9-7C14-A64E47CDEF7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CBA4A06E-77A1-FC67-ED0F-5E850B4B8932}"/>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52477F1-D6C1-B1DF-716B-DC56A8C483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2B2655F-EAD5-7D50-7505-5868C181B4F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C5C8F7CE-1305-33B1-AD1B-B4C7095152A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8AE5813A-C3A0-D4A4-BBCE-CDDACEDD1CD2}"/>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07FA2BAB-78E9-A744-F888-249CBB617B5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815F9739-B539-5D8C-63DD-95FFA29E9DEB}"/>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DC64433C-4C00-6FAA-2DBD-AA4058E6DCA3}"/>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7707E6D-AACB-DA03-314A-061BE65A3D8D}"/>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E6770C0-A50C-72C4-D32C-1286E623E4B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5BD31F8-9F96-5DF0-A460-1B60B5ABC3D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B634F8D1-76E2-1F6B-6CA9-A7E05675901E}"/>
              </a:ext>
            </a:extLst>
          </p:cNvPr>
          <p:cNvSpPr txBox="1"/>
          <p:nvPr/>
        </p:nvSpPr>
        <p:spPr>
          <a:xfrm>
            <a:off x="4645378" y="3907597"/>
            <a:ext cx="570089" cy="230832"/>
          </a:xfrm>
          <a:prstGeom prst="rect">
            <a:avLst/>
          </a:prstGeom>
          <a:noFill/>
        </p:spPr>
        <p:txBody>
          <a:bodyPr wrap="square" rtlCol="0">
            <a:spAutoFit/>
          </a:bodyPr>
          <a:lstStyle/>
          <a:p>
            <a:pPr algn="ctr"/>
            <a:r>
              <a:rPr lang="en-US" sz="900" dirty="0"/>
              <a:t>345</a:t>
            </a:r>
          </a:p>
        </p:txBody>
      </p:sp>
      <p:sp>
        <p:nvSpPr>
          <p:cNvPr id="24" name="TextBox 23">
            <a:extLst>
              <a:ext uri="{FF2B5EF4-FFF2-40B4-BE49-F238E27FC236}">
                <a16:creationId xmlns:a16="http://schemas.microsoft.com/office/drawing/2014/main" id="{59364494-4482-7D89-2134-8527B38A02A1}"/>
              </a:ext>
            </a:extLst>
          </p:cNvPr>
          <p:cNvSpPr txBox="1"/>
          <p:nvPr/>
        </p:nvSpPr>
        <p:spPr>
          <a:xfrm>
            <a:off x="5147734" y="4043065"/>
            <a:ext cx="570089" cy="230832"/>
          </a:xfrm>
          <a:prstGeom prst="rect">
            <a:avLst/>
          </a:prstGeom>
          <a:noFill/>
        </p:spPr>
        <p:txBody>
          <a:bodyPr wrap="square" rtlCol="0">
            <a:spAutoFit/>
          </a:bodyPr>
          <a:lstStyle/>
          <a:p>
            <a:pPr algn="ctr"/>
            <a:r>
              <a:rPr lang="en-US" sz="900" dirty="0"/>
              <a:t>789</a:t>
            </a:r>
          </a:p>
        </p:txBody>
      </p:sp>
      <p:sp>
        <p:nvSpPr>
          <p:cNvPr id="27" name="TextBox 26">
            <a:extLst>
              <a:ext uri="{FF2B5EF4-FFF2-40B4-BE49-F238E27FC236}">
                <a16:creationId xmlns:a16="http://schemas.microsoft.com/office/drawing/2014/main" id="{84FC9703-0BC6-6E2A-20DD-9154E593AE64}"/>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4654D28-A394-0561-8333-4CE50ACC2FAF}"/>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102F07E-824F-B027-EAF1-A93CF06E2E0F}"/>
              </a:ext>
            </a:extLst>
          </p:cNvPr>
          <p:cNvSpPr txBox="1"/>
          <p:nvPr/>
        </p:nvSpPr>
        <p:spPr>
          <a:xfrm>
            <a:off x="3640666" y="3907597"/>
            <a:ext cx="570089" cy="230832"/>
          </a:xfrm>
          <a:prstGeom prst="rect">
            <a:avLst/>
          </a:prstGeom>
          <a:noFill/>
        </p:spPr>
        <p:txBody>
          <a:bodyPr wrap="square" rtlCol="0">
            <a:spAutoFit/>
          </a:bodyPr>
          <a:lstStyle/>
          <a:p>
            <a:pPr algn="ctr"/>
            <a:r>
              <a:rPr lang="en-US" sz="900" dirty="0"/>
              <a:t>5789</a:t>
            </a:r>
          </a:p>
        </p:txBody>
      </p:sp>
      <p:sp>
        <p:nvSpPr>
          <p:cNvPr id="29" name="TextBox 28">
            <a:extLst>
              <a:ext uri="{FF2B5EF4-FFF2-40B4-BE49-F238E27FC236}">
                <a16:creationId xmlns:a16="http://schemas.microsoft.com/office/drawing/2014/main" id="{F510E9C2-0238-8FAF-DC13-34B993D651F5}"/>
              </a:ext>
            </a:extLst>
          </p:cNvPr>
          <p:cNvSpPr txBox="1"/>
          <p:nvPr/>
        </p:nvSpPr>
        <p:spPr>
          <a:xfrm>
            <a:off x="3138310" y="3907597"/>
            <a:ext cx="570089" cy="230832"/>
          </a:xfrm>
          <a:prstGeom prst="rect">
            <a:avLst/>
          </a:prstGeom>
          <a:noFill/>
        </p:spPr>
        <p:txBody>
          <a:bodyPr wrap="square" rtlCol="0">
            <a:spAutoFit/>
          </a:bodyPr>
          <a:lstStyle/>
          <a:p>
            <a:pPr algn="ctr"/>
            <a:r>
              <a:rPr lang="en-US" sz="900" dirty="0"/>
              <a:t>4579</a:t>
            </a:r>
          </a:p>
        </p:txBody>
      </p:sp>
      <p:sp>
        <p:nvSpPr>
          <p:cNvPr id="30" name="TextBox 29">
            <a:extLst>
              <a:ext uri="{FF2B5EF4-FFF2-40B4-BE49-F238E27FC236}">
                <a16:creationId xmlns:a16="http://schemas.microsoft.com/office/drawing/2014/main" id="{58F4F089-FA45-EB7B-43B0-F3A857FF52C7}"/>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C5BC6BC6-142A-562C-FEBD-41B2882245E4}"/>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D7D91893-A4D0-AB10-A69B-05C51774B614}"/>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1F05172E-65F4-95CB-5E8C-A5EC0D0D592E}"/>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A6F5E97A-25FC-ED73-8447-FA11A181BB59}"/>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2F8DAA48-F70F-3AFE-E4B0-EEAE85A4B1FE}"/>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B62ABAE0-4B0C-C744-02A7-8692BD15FF13}"/>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43FAAB20-E27B-ED68-065F-27CF478504FD}"/>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2C982537-2188-7F78-DADC-654F72EBC627}"/>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C4EC6314-4769-7FAB-2867-E861A36F1EEE}"/>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A79933A8-2221-0103-A87E-5894605B64DB}"/>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417B68D3-56BF-5E7F-2884-16BE1899A05A}"/>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71D8D4E3-4BA7-BA13-D081-89A679F18EE7}"/>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8D7F4CB0-331D-3059-11C1-9071785DFE39}"/>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1" name="TextBox 60">
            <a:extLst>
              <a:ext uri="{FF2B5EF4-FFF2-40B4-BE49-F238E27FC236}">
                <a16:creationId xmlns:a16="http://schemas.microsoft.com/office/drawing/2014/main" id="{47256060-A3F1-D5A1-820D-E6672752E0AC}"/>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5F97E89F-5701-A061-F55C-9B2582E1FA0E}"/>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774466D7-3F61-46C1-7C89-9381527931A6}"/>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01D31E3-2713-C0FB-4274-03E5C862FB47}"/>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F17C956B-0AC2-9840-27B0-186E9A60D1B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B413B1E5-5043-B874-7857-B3ACCF089494}"/>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F9928579-CD67-A83F-89DD-2B6B6C22C783}"/>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5682B5C0-D11E-CF60-002A-46429543959F}"/>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14CAAD73-1F9B-CD89-5A3D-A15E6C18FA78}"/>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AC422F83-1AC9-4482-C0FE-FAB1E8E633D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2D5E4D2A-3FBB-10CB-C7EC-EE0FC0A9664A}"/>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a:t>
            </a:r>
          </a:p>
        </p:txBody>
      </p:sp>
      <p:sp>
        <p:nvSpPr>
          <p:cNvPr id="68" name="TextBox 67">
            <a:extLst>
              <a:ext uri="{FF2B5EF4-FFF2-40B4-BE49-F238E27FC236}">
                <a16:creationId xmlns:a16="http://schemas.microsoft.com/office/drawing/2014/main" id="{11FECACA-8D76-CC74-FBFF-0381D30E1A68}"/>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0F3BBF33-5B1F-9D68-04FE-95C236656B2F}"/>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2D1FAE0-98E4-22E7-5419-C5AA40F1F4C0}"/>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AB1C3E26-7F07-B7E7-33BA-620DDF89D6DC}"/>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12CE3B9-625B-BE75-03BD-60215605233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F8B695F-3D05-8A15-FD54-BCC0A000FA90}"/>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E2D9BEA0-30BA-94EE-75C2-12FC51542AD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E0EFF82-F2A3-62C5-6F52-8584908689D1}"/>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FFE9E11D-020B-9EF5-EE93-BE67BE70DDB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721AEF84-2CD8-4F48-1BF8-74A43E548555}"/>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165B3A17-483D-A34B-5C86-F42A08033B12}"/>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F31B6EF-467F-0C37-D66F-5757815DB108}"/>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5803642-2369-25CD-470F-E2A6736217E7}"/>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95A6E826-9C44-9ED3-BCB6-C9E745CBAA97}"/>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74" name="TextBox 73">
            <a:extLst>
              <a:ext uri="{FF2B5EF4-FFF2-40B4-BE49-F238E27FC236}">
                <a16:creationId xmlns:a16="http://schemas.microsoft.com/office/drawing/2014/main" id="{45959ABF-36B8-B39D-95D0-43B26B76EE2C}"/>
              </a:ext>
            </a:extLst>
          </p:cNvPr>
          <p:cNvSpPr txBox="1"/>
          <p:nvPr/>
        </p:nvSpPr>
        <p:spPr>
          <a:xfrm>
            <a:off x="6152446" y="3907597"/>
            <a:ext cx="570089" cy="230832"/>
          </a:xfrm>
          <a:prstGeom prst="rect">
            <a:avLst/>
          </a:prstGeom>
          <a:noFill/>
        </p:spPr>
        <p:txBody>
          <a:bodyPr wrap="square" rtlCol="0">
            <a:spAutoFit/>
          </a:bodyPr>
          <a:lstStyle/>
          <a:p>
            <a:pPr algn="ctr"/>
            <a:r>
              <a:rPr lang="en-US" sz="900" dirty="0"/>
              <a:t>38</a:t>
            </a:r>
          </a:p>
        </p:txBody>
      </p:sp>
      <p:sp>
        <p:nvSpPr>
          <p:cNvPr id="75" name="TextBox 74">
            <a:extLst>
              <a:ext uri="{FF2B5EF4-FFF2-40B4-BE49-F238E27FC236}">
                <a16:creationId xmlns:a16="http://schemas.microsoft.com/office/drawing/2014/main" id="{7DB62419-25E7-9874-34DF-13D36384D449}"/>
              </a:ext>
            </a:extLst>
          </p:cNvPr>
          <p:cNvSpPr txBox="1"/>
          <p:nvPr/>
        </p:nvSpPr>
        <p:spPr>
          <a:xfrm>
            <a:off x="6152446" y="4544009"/>
            <a:ext cx="570089" cy="230832"/>
          </a:xfrm>
          <a:prstGeom prst="rect">
            <a:avLst/>
          </a:prstGeom>
          <a:noFill/>
        </p:spPr>
        <p:txBody>
          <a:bodyPr wrap="square" rtlCol="0">
            <a:spAutoFit/>
          </a:bodyPr>
          <a:lstStyle/>
          <a:p>
            <a:pPr algn="ctr"/>
            <a:r>
              <a:rPr lang="en-US" sz="900" dirty="0"/>
              <a:t>38</a:t>
            </a:r>
          </a:p>
        </p:txBody>
      </p:sp>
      <p:sp>
        <p:nvSpPr>
          <p:cNvPr id="79" name="TextBox 78">
            <a:extLst>
              <a:ext uri="{FF2B5EF4-FFF2-40B4-BE49-F238E27FC236}">
                <a16:creationId xmlns:a16="http://schemas.microsoft.com/office/drawing/2014/main" id="{FB79FCDD-D24E-3348-1085-2C62541872F2}"/>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9E1B2227-2B82-35B4-00C1-A4F45E101D4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DA155EF-E063-BEB6-87A1-0D2FE2C56111}"/>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F4583B66-73FA-573B-8816-C11D3D1B462A}"/>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ECFDC52A-5B81-EE4A-67AF-9E0D505436C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CEBE088A-E743-9AA8-E290-6E4A74F9D3C9}"/>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5B55FB4-0C98-9149-82F6-77B0F111F22C}"/>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647C4EDD-3BC1-17CF-82BC-6B6DBF90AF08}"/>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1F6DBB54-180A-5786-28C2-C4DF91264EBF}"/>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398BBF27-B53E-1FE7-D0C9-E9A4B0FE0A9C}"/>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7BD5AAF8-1055-9A34-0CDF-658FAFCFD728}"/>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D1CBE7C3-C4B5-5C0B-3E27-7BBCD74457C9}"/>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B08C86B4-67A5-7AF5-6C42-4F521F48F94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909DC1C4-EBC4-C7A8-A926-E021219B1878}"/>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FC1D038-60E6-EFE8-5D02-15D14683BF45}"/>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a:t>
            </a:r>
          </a:p>
        </p:txBody>
      </p:sp>
      <p:sp>
        <p:nvSpPr>
          <p:cNvPr id="66" name="TextBox 65">
            <a:extLst>
              <a:ext uri="{FF2B5EF4-FFF2-40B4-BE49-F238E27FC236}">
                <a16:creationId xmlns:a16="http://schemas.microsoft.com/office/drawing/2014/main" id="{1EA981D0-1BA3-2540-D05A-EB737EA5405B}"/>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C41B5C86-F066-B55C-7161-72B063FCBBA0}"/>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0193133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F82AF5-3016-8A95-70B4-C2B5E8A6EB7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2F75EA7-6D13-3BC1-1142-35484DA3DCA2}"/>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A131FC93-6831-2C2A-C468-47A4960CBAE0}"/>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9DADEDBE-8987-2EEF-8D98-76EBAA0C613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D67685EF-45C3-A1ED-E899-CE93E4710B3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B1D1DAC-E7F6-2F5A-BEF1-86117C7B8F9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9D0DF3EB-66F9-861E-5352-6892B35CD3E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D3EA63E6-3777-254A-3A5A-737A2945D02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FB9FF1B8-CD41-A733-2887-8D278B08F7D1}"/>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BD4B64C1-316C-38F7-5432-DF7D84C4B91A}"/>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27C9A8E9-30A6-818C-C0EF-0759365483A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0786300F-A713-297C-D46E-A25C2FAC656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623F40E3-5CBC-7A81-0C16-A4FD4A4CB03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76F945E5-9793-F120-081E-8D2384728753}"/>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5AA35320-936B-AB31-FB70-06E21901407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09090E4-9AFA-A0EB-FB18-253D7A3ED00C}"/>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72BD3B13-3DAD-2F7A-F023-39669A40AE87}"/>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98D65F17-D4AB-4F8E-7C06-A05BE345EAD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E0353B0-D0F7-7401-A846-7E7F228667A8}"/>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B497EAE9-B124-3820-8D2D-2A4EF28984C7}"/>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D4DEDDBB-B177-AFD1-4577-5A2420461DD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A9B33A97-25DB-C099-05D0-35D884BD9CCE}"/>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6DF9D6C5-18A7-5EAA-DEFD-33A36B246592}"/>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FB6552A6-CFEB-51D1-7405-A363EC00010B}"/>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BDFBFD1A-2403-2006-A7B2-216D789C3390}"/>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6D48D3FD-E05A-9810-8235-E02A33BFB05B}"/>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62AAC264-61D4-3B3D-6DC0-8295C361CD8E}"/>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43587D27-7E7C-091B-2F06-309D88BE52CD}"/>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3C83A69A-D8CB-4CA8-3079-8310D3274B30}"/>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99E70872-6367-DE0B-6A8F-B437CC16B47F}"/>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43F85B53-D9C6-147F-F2B0-8E6A509AD542}"/>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C9944419-3899-7497-8526-D529C017185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2E37EE7B-2075-CDAB-6374-7DC1A2F8A66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31CC3745-85B8-E67B-93F0-2BB80F46284D}"/>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59" name="TextBox 58">
            <a:extLst>
              <a:ext uri="{FF2B5EF4-FFF2-40B4-BE49-F238E27FC236}">
                <a16:creationId xmlns:a16="http://schemas.microsoft.com/office/drawing/2014/main" id="{84F0F5A6-3DDA-F593-C499-3D22F6936EF5}"/>
              </a:ext>
            </a:extLst>
          </p:cNvPr>
          <p:cNvSpPr txBox="1"/>
          <p:nvPr/>
        </p:nvSpPr>
        <p:spPr>
          <a:xfrm>
            <a:off x="6654802" y="3406653"/>
            <a:ext cx="570089" cy="230832"/>
          </a:xfrm>
          <a:prstGeom prst="rect">
            <a:avLst/>
          </a:prstGeom>
          <a:noFill/>
        </p:spPr>
        <p:txBody>
          <a:bodyPr wrap="square" rtlCol="0">
            <a:spAutoFit/>
          </a:bodyPr>
          <a:lstStyle/>
          <a:p>
            <a:pPr algn="ctr"/>
            <a:r>
              <a:rPr lang="en-US" sz="900" dirty="0"/>
              <a:t>34</a:t>
            </a:r>
          </a:p>
        </p:txBody>
      </p:sp>
      <p:sp>
        <p:nvSpPr>
          <p:cNvPr id="61" name="TextBox 60">
            <a:extLst>
              <a:ext uri="{FF2B5EF4-FFF2-40B4-BE49-F238E27FC236}">
                <a16:creationId xmlns:a16="http://schemas.microsoft.com/office/drawing/2014/main" id="{B0DFCCC8-626B-D248-DB27-CECF2E55AA56}"/>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9582DDD7-7C32-7F2B-D281-48FD20779C8A}"/>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D6CFEF9B-EF06-E489-EF46-D5381A94D18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2C876A33-A4F2-CE2A-8B05-BF5AE7CE5AC8}"/>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1C33AD9-D5FC-E501-DF6F-B9A53108EEFF}"/>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E5014557-170B-AF15-2C47-B2632042B11C}"/>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363D2F1A-2A38-3621-7226-104CF7606F6D}"/>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1E6EA8DF-E325-4C23-0083-C37500D60617}"/>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C8876856-DC7C-3B03-42CD-A11C45ABCFE4}"/>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E50FC4FA-695F-F252-6564-95483F88EFF2}"/>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D2A975E8-872B-04BD-B92A-76355FC77064}"/>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a:t>
            </a:r>
          </a:p>
        </p:txBody>
      </p:sp>
      <p:sp>
        <p:nvSpPr>
          <p:cNvPr id="68" name="TextBox 67">
            <a:extLst>
              <a:ext uri="{FF2B5EF4-FFF2-40B4-BE49-F238E27FC236}">
                <a16:creationId xmlns:a16="http://schemas.microsoft.com/office/drawing/2014/main" id="{B0401E42-F638-990B-9882-548CE7638E7C}"/>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5C704F0E-4008-37D6-59C1-5FACCDAB4B1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2D0DDD89-E89D-EEE0-D50D-C25F6E30648A}"/>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C601F34B-0C18-903B-9BD7-709CA71E6882}"/>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C404707B-3CD8-FF40-3AA9-6C11E4F4C357}"/>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D6BD7A8-8F12-0817-B922-5044AEA38863}"/>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17DDAE61-230D-0A16-B65D-D5E3550EDD3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8349BB5-98A8-9AA9-016D-5F213BFEC7B9}"/>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4EA1A3C8-5FB0-1833-2505-98B69E025FAB}"/>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5E4D8B26-2180-0D24-A59B-8D1BD63D9347}"/>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37A3B6F-1033-1A2E-5F8E-FBBE604FEDA2}"/>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274C6B1-3630-8373-C141-1334945A3D6D}"/>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C8FB823-452F-A0DF-760E-0920BBD9B70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257D2872-9509-8F8C-B60D-4D17555DC1AD}"/>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74" name="TextBox 73">
            <a:extLst>
              <a:ext uri="{FF2B5EF4-FFF2-40B4-BE49-F238E27FC236}">
                <a16:creationId xmlns:a16="http://schemas.microsoft.com/office/drawing/2014/main" id="{72E53716-EAAB-2D9F-A755-54C09AA0138C}"/>
              </a:ext>
            </a:extLst>
          </p:cNvPr>
          <p:cNvSpPr txBox="1"/>
          <p:nvPr/>
        </p:nvSpPr>
        <p:spPr>
          <a:xfrm>
            <a:off x="6152446" y="3907597"/>
            <a:ext cx="570089" cy="230832"/>
          </a:xfrm>
          <a:prstGeom prst="rect">
            <a:avLst/>
          </a:prstGeom>
          <a:noFill/>
        </p:spPr>
        <p:txBody>
          <a:bodyPr wrap="square" rtlCol="0">
            <a:spAutoFit/>
          </a:bodyPr>
          <a:lstStyle/>
          <a:p>
            <a:pPr algn="ctr"/>
            <a:r>
              <a:rPr lang="en-US" sz="900" dirty="0"/>
              <a:t>38</a:t>
            </a:r>
          </a:p>
        </p:txBody>
      </p:sp>
      <p:sp>
        <p:nvSpPr>
          <p:cNvPr id="75" name="TextBox 74">
            <a:extLst>
              <a:ext uri="{FF2B5EF4-FFF2-40B4-BE49-F238E27FC236}">
                <a16:creationId xmlns:a16="http://schemas.microsoft.com/office/drawing/2014/main" id="{8B11B0F9-E689-099E-2D31-CA4C0183040F}"/>
              </a:ext>
            </a:extLst>
          </p:cNvPr>
          <p:cNvSpPr txBox="1"/>
          <p:nvPr/>
        </p:nvSpPr>
        <p:spPr>
          <a:xfrm>
            <a:off x="6152446" y="4544009"/>
            <a:ext cx="570089" cy="230832"/>
          </a:xfrm>
          <a:prstGeom prst="rect">
            <a:avLst/>
          </a:prstGeom>
          <a:noFill/>
        </p:spPr>
        <p:txBody>
          <a:bodyPr wrap="square" rtlCol="0">
            <a:spAutoFit/>
          </a:bodyPr>
          <a:lstStyle/>
          <a:p>
            <a:pPr algn="ctr"/>
            <a:r>
              <a:rPr lang="en-US" sz="900" dirty="0"/>
              <a:t>38</a:t>
            </a:r>
          </a:p>
        </p:txBody>
      </p:sp>
      <p:sp>
        <p:nvSpPr>
          <p:cNvPr id="79" name="TextBox 78">
            <a:extLst>
              <a:ext uri="{FF2B5EF4-FFF2-40B4-BE49-F238E27FC236}">
                <a16:creationId xmlns:a16="http://schemas.microsoft.com/office/drawing/2014/main" id="{26AF6431-7493-022F-81D0-0623974E882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FDECFF3-E593-617D-190F-C7713EAB027D}"/>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76904756-F2FD-8600-467A-28E431CC138A}"/>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1B2F3F43-C152-DF9F-F205-A5E8508BB2B4}"/>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B9A2249-D3CC-91A5-405C-1E746545340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3C8EF82-C7AA-FE3A-345A-A7585D2D47CD}"/>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E3A06E8-94EF-C837-B682-8C22210BE10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2F285AB-9BB3-0D61-3B87-3C705A90F8AB}"/>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7DB7C207-2C88-4040-DA89-B28A85C50A18}"/>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108D9BAB-A039-C6C8-5C33-EC6A1C049D01}"/>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99C1F89F-1DA3-2A03-1CD4-1147C9F4789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6865528D-021A-CEF5-0327-6C0EB8D55D75}"/>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C2C8BE77-0245-C7F9-3400-93DD7D5A03C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0C2BFB8C-8EC6-D4D1-39FB-B49E76FBE9EA}"/>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83B97A71-C971-8995-380C-DD23ADB5AFA4}"/>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a:t>
            </a:r>
          </a:p>
        </p:txBody>
      </p:sp>
      <p:sp>
        <p:nvSpPr>
          <p:cNvPr id="66" name="TextBox 65">
            <a:extLst>
              <a:ext uri="{FF2B5EF4-FFF2-40B4-BE49-F238E27FC236}">
                <a16:creationId xmlns:a16="http://schemas.microsoft.com/office/drawing/2014/main" id="{144FA334-7CEB-F23B-4A19-7BF180A5B61E}"/>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454B0FA6-CA6C-E551-8989-3A3B9B6EFABA}"/>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72038648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028177-7314-4D5A-375B-B1B1ACC5697E}"/>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852E71E-0EFA-DFA3-D6BC-28E9BB7305C1}"/>
              </a:ext>
            </a:extLst>
          </p:cNvPr>
          <p:cNvSpPr>
            <a:spLocks noGrp="1"/>
          </p:cNvSpPr>
          <p:nvPr>
            <p:ph sz="half" idx="1"/>
          </p:nvPr>
        </p:nvSpPr>
        <p:spPr/>
        <p:txBody>
          <a:bodyPr>
            <a:normAutofit/>
          </a:bodyPr>
          <a:lstStyle/>
          <a:p>
            <a:r>
              <a:rPr lang="en-US" dirty="0"/>
              <a:t>Only one way to complete this arrow.</a:t>
            </a:r>
          </a:p>
        </p:txBody>
      </p:sp>
      <p:pic>
        <p:nvPicPr>
          <p:cNvPr id="4" name="Picture 3" descr="A grid of sudoku puzzle&#10;&#10;Description automatically generated">
            <a:extLst>
              <a:ext uri="{FF2B5EF4-FFF2-40B4-BE49-F238E27FC236}">
                <a16:creationId xmlns:a16="http://schemas.microsoft.com/office/drawing/2014/main" id="{8DDA48C2-8274-23E5-AE61-BC9AF7474832}"/>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AA63E751-B9C3-7E6C-C218-3C9A529FF9BE}"/>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F19E5E2-4A6A-4748-20A5-17E3FBE5F25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60CFAFAB-FA40-0DF9-6E06-934A071E67D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3B7F903-E748-3781-2122-FCEC80ADDB6E}"/>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9036C803-9D8D-BB40-D5B2-B4E87339DD4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AF0248E6-E265-54A3-955A-9A6CD644776E}"/>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9722009E-BC33-0F0F-3DAE-BCC748BE1BE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A66E0FC9-E920-E063-9A99-060ED86498B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A3EABA7A-F05C-1133-961F-A56AD1C8E45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E7A53EE-F824-F753-E79B-D43F90007E8C}"/>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C5635E4-E69E-09B8-13B6-177F1E72BE40}"/>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51021BBB-52D4-9D8B-B50F-95BFAB91DB74}"/>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B66A1F5-F526-6ACF-6DD2-C21525A297A5}"/>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C3E1F25A-2972-A663-8461-AD3DC1C4A2E3}"/>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46A4D19A-6414-6C92-0489-3539FC4CE0E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5F656C26-929B-53C7-3B2F-CD587C96C15C}"/>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D49E2BF9-7253-A83E-7D2E-41991CDC12F3}"/>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F35BC4FB-5397-3A98-CB52-559D9ECE927B}"/>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F40127AA-1061-DE1C-57B2-2BD86FEAC0FC}"/>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7BF4A211-0EE2-B698-4CC4-0FD587DE7D61}"/>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D7B29F67-5177-3DC4-83B5-254F34E12F83}"/>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C12C8E6D-4CA1-5931-CA25-47D8151A7E0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DE654CB4-24E8-B6DE-A924-DB06565580D2}"/>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EE870031-33BC-BECD-3E7C-EC467D58CF54}"/>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31626243-A2E3-B18C-13CA-AA0DA0E6146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6CA5BBA0-752E-1C20-59CF-9D8DA819A3E9}"/>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5DFE5235-C1FB-1D18-014D-6D99F17F710C}"/>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EAD08008-C0FA-0B58-54C0-774C9B918385}"/>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B47A3CE1-3AB3-3124-3755-7A295FF5EA0C}"/>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4B00FD5A-3266-1ED8-A754-AFE4757499CD}"/>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F58E1D5F-4915-EBA7-26A2-A403C1240060}"/>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61" name="TextBox 60">
            <a:extLst>
              <a:ext uri="{FF2B5EF4-FFF2-40B4-BE49-F238E27FC236}">
                <a16:creationId xmlns:a16="http://schemas.microsoft.com/office/drawing/2014/main" id="{46DA201B-9579-48AD-BBF6-0A6D8F246A5F}"/>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F5380E3A-CC47-712C-BF9C-C34858E12AB4}"/>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835B10C8-010C-B5F3-35A5-7C550895DE4C}"/>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85D963E3-AC78-E1AD-3093-3194DA06D949}"/>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EFFAA5D-1213-361B-2D99-BF68B177172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72F01445-40B1-2252-CADE-75AD0C04B19B}"/>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F2757AED-7DCD-D5BB-B684-D449E8F7C7D2}"/>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551B25A6-F418-7C07-559A-F42C78DABBB0}"/>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2D9BBAF7-6339-C4F2-16BA-93C0C525E236}"/>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E628CF9F-C285-78FD-252F-D1C914614CA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360AF784-6B65-F831-C7E1-CE28308A1F1E}"/>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a:t>
            </a:r>
          </a:p>
        </p:txBody>
      </p:sp>
      <p:sp>
        <p:nvSpPr>
          <p:cNvPr id="68" name="TextBox 67">
            <a:extLst>
              <a:ext uri="{FF2B5EF4-FFF2-40B4-BE49-F238E27FC236}">
                <a16:creationId xmlns:a16="http://schemas.microsoft.com/office/drawing/2014/main" id="{4D10D7CC-C5A1-F580-B3BA-BD17E5A50556}"/>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6E183E0A-C497-6D27-B426-40C7FB70DE2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0FFE7F5-E78D-6A3F-68E9-7FDE141F76A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69F6974D-8EC2-7002-71BA-AB73184E9A9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5336684-F40C-0598-581E-4C9162E4329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1B30CEC7-4F0E-76CB-1305-8FF7FDF61664}"/>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D9E4B953-D061-0D08-4D1E-2894D8B509C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1CCB74C-1400-3D7F-AB5C-E94228589D0E}"/>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C8AA6316-919A-6B48-8E5A-FEF4716A109F}"/>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AAE13170-C580-B9D5-CDCD-8124985CF88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399FC17-BC49-35B6-F6EC-5100087EC25C}"/>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DE415CCB-BBAB-798F-9EF9-54ACEFFB1128}"/>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02584F9-7A67-39FB-70B1-B3B740D20C6E}"/>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53" name="TextBox 52">
            <a:extLst>
              <a:ext uri="{FF2B5EF4-FFF2-40B4-BE49-F238E27FC236}">
                <a16:creationId xmlns:a16="http://schemas.microsoft.com/office/drawing/2014/main" id="{04EB1509-97F1-9F49-2A77-F36EA1CD3E43}"/>
              </a:ext>
            </a:extLst>
          </p:cNvPr>
          <p:cNvSpPr txBox="1"/>
          <p:nvPr/>
        </p:nvSpPr>
        <p:spPr>
          <a:xfrm>
            <a:off x="6654802" y="2540233"/>
            <a:ext cx="570089" cy="230832"/>
          </a:xfrm>
          <a:prstGeom prst="rect">
            <a:avLst/>
          </a:prstGeom>
          <a:noFill/>
        </p:spPr>
        <p:txBody>
          <a:bodyPr wrap="square" rtlCol="0">
            <a:spAutoFit/>
          </a:bodyPr>
          <a:lstStyle/>
          <a:p>
            <a:pPr algn="ctr"/>
            <a:r>
              <a:rPr lang="en-US" sz="900" dirty="0"/>
              <a:t>34</a:t>
            </a:r>
          </a:p>
        </p:txBody>
      </p:sp>
      <p:sp>
        <p:nvSpPr>
          <p:cNvPr id="75" name="TextBox 74">
            <a:extLst>
              <a:ext uri="{FF2B5EF4-FFF2-40B4-BE49-F238E27FC236}">
                <a16:creationId xmlns:a16="http://schemas.microsoft.com/office/drawing/2014/main" id="{3611322E-AE19-006F-263F-64576A7A9456}"/>
              </a:ext>
            </a:extLst>
          </p:cNvPr>
          <p:cNvSpPr txBox="1"/>
          <p:nvPr/>
        </p:nvSpPr>
        <p:spPr>
          <a:xfrm>
            <a:off x="6152446" y="4544009"/>
            <a:ext cx="570089" cy="230832"/>
          </a:xfrm>
          <a:prstGeom prst="rect">
            <a:avLst/>
          </a:prstGeom>
          <a:noFill/>
        </p:spPr>
        <p:txBody>
          <a:bodyPr wrap="square" rtlCol="0">
            <a:spAutoFit/>
          </a:bodyPr>
          <a:lstStyle/>
          <a:p>
            <a:pPr algn="ctr"/>
            <a:r>
              <a:rPr lang="en-US" sz="900" dirty="0"/>
              <a:t>38</a:t>
            </a:r>
          </a:p>
        </p:txBody>
      </p:sp>
      <p:sp>
        <p:nvSpPr>
          <p:cNvPr id="79" name="TextBox 78">
            <a:extLst>
              <a:ext uri="{FF2B5EF4-FFF2-40B4-BE49-F238E27FC236}">
                <a16:creationId xmlns:a16="http://schemas.microsoft.com/office/drawing/2014/main" id="{1D441D5A-3538-3EE3-11B9-3CED6181F99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B7383521-6FBA-38A6-5798-3923228FA43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D18EE1AC-9A76-A688-3B0D-6DBBC76E3A44}"/>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8450E06C-027B-422B-BC73-D5D8AE8A80FC}"/>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06A13C5-58D5-8AE5-151E-6752D79F007F}"/>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1AE4563-EFF7-AE85-B6F3-958E141CC516}"/>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6DF734C7-45B5-D957-DC28-E56A0E1EC764}"/>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D0618613-B08E-65B4-38C7-EDEF6283167A}"/>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94142F89-E972-D59E-2143-0B0BF541239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B1BB6373-C528-0BC6-467E-6FC569AB029D}"/>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D44D99A-598A-D36F-4347-41A032F857E8}"/>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19439746-2F68-DCD6-2F58-EFD8AF047143}"/>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5226EF6D-0FA7-4935-AB87-2F07533D0A9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D7680144-6D28-98A2-F277-E4A3C441BCE3}"/>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60502409-FCCA-E0CA-5948-81D343588E8A}"/>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a:t>
            </a:r>
          </a:p>
        </p:txBody>
      </p:sp>
      <p:sp>
        <p:nvSpPr>
          <p:cNvPr id="66" name="TextBox 65">
            <a:extLst>
              <a:ext uri="{FF2B5EF4-FFF2-40B4-BE49-F238E27FC236}">
                <a16:creationId xmlns:a16="http://schemas.microsoft.com/office/drawing/2014/main" id="{F50D6903-ABCB-6443-12CC-52505F3D828D}"/>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2F9B62E6-0304-FA62-072A-9FCE65F5226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2A0B5BA-B23B-1E30-24D5-66539813C2F1}"/>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1A4FEE32-F0DA-8A6D-9D84-D8628185DECB}"/>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Tree>
    <p:extLst>
      <p:ext uri="{BB962C8B-B14F-4D97-AF65-F5344CB8AC3E}">
        <p14:creationId xmlns:p14="http://schemas.microsoft.com/office/powerpoint/2010/main" val="155137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27808A-D6B5-C3A4-5B72-8968D99F63C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5C7577E-7C34-628C-1E65-828B663E664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79E2FFD-F554-8BFF-00EA-620FEFF0A99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DA386689-CA52-65B5-134A-2C995CFE1A2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4AAB1A-843F-09B4-D352-52CCD48383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86F176B-42AF-3F85-35D6-4B76D3A931F5}"/>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F34785B-0A05-E758-BA08-854475280EF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27F35CE-0359-1962-7807-52A170EA75D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454FE698-598D-EFE9-F97D-A81CB7FAA840}"/>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4ACAB133-D9D5-2494-163F-CB5C2D6B85CC}"/>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E94EB602-F191-6C1B-6AD1-FEE352E1DF27}"/>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CD94A7B0-A4F2-5901-B2BF-217A5EAFCB9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B2C6082-5BBB-8B81-B567-6EB9B6B1060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85AA4ED-F894-DED2-2120-5BB5C02CA03C}"/>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0AE259B-F0ED-3003-ED41-24480770B28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DC9A4E02-8867-9A11-EF12-6AFB6F9780C2}"/>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EBD3D185-DADA-D64C-C238-60431CC03279}"/>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C2D333D9-0CBA-DDB5-BC0A-FC76F4CEE8D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B2226C3-6A13-871D-E6AF-BC73DD21D0FF}"/>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60AF5098-E9A3-F61F-BFBD-52110B01DF93}"/>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C79579F5-7D1A-AAD6-0BFD-17512C8C8D1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B24C3826-B382-AE6B-E231-2CA96CCA63C6}"/>
              </a:ext>
            </a:extLst>
          </p:cNvPr>
          <p:cNvSpPr txBox="1"/>
          <p:nvPr/>
        </p:nvSpPr>
        <p:spPr>
          <a:xfrm>
            <a:off x="3640666" y="4408541"/>
            <a:ext cx="570089" cy="230832"/>
          </a:xfrm>
          <a:prstGeom prst="rect">
            <a:avLst/>
          </a:prstGeom>
          <a:noFill/>
        </p:spPr>
        <p:txBody>
          <a:bodyPr wrap="square" rtlCol="0">
            <a:spAutoFit/>
          </a:bodyPr>
          <a:lstStyle/>
          <a:p>
            <a:pPr algn="ctr"/>
            <a:r>
              <a:rPr lang="en-US" sz="900" dirty="0"/>
              <a:t>5789</a:t>
            </a:r>
          </a:p>
        </p:txBody>
      </p:sp>
      <p:sp>
        <p:nvSpPr>
          <p:cNvPr id="31" name="TextBox 30">
            <a:extLst>
              <a:ext uri="{FF2B5EF4-FFF2-40B4-BE49-F238E27FC236}">
                <a16:creationId xmlns:a16="http://schemas.microsoft.com/office/drawing/2014/main" id="{A66C14D3-59EA-C7E9-BFB5-584C95CB893C}"/>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3B996732-CFBD-C4F4-2FE5-C277E5347D8E}"/>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C75CEC89-DCCE-63B0-CD94-9476498F6FE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8C38CF04-7BFA-B349-82F2-646154FD1975}"/>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A177754D-D9FE-48E3-0B95-49DA8D984F12}"/>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D0EC3827-8F2C-4C55-4FDD-B5B59A825E76}"/>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AC564F63-C4F8-EAFA-B88C-2353F8F9D54E}"/>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A56B067E-6F56-6784-6F1B-D245F11C308A}"/>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85BEB965-886A-3CF0-C212-7D76673CD62E}"/>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35789</a:t>
            </a:r>
          </a:p>
        </p:txBody>
      </p:sp>
      <p:sp>
        <p:nvSpPr>
          <p:cNvPr id="51" name="TextBox 50">
            <a:extLst>
              <a:ext uri="{FF2B5EF4-FFF2-40B4-BE49-F238E27FC236}">
                <a16:creationId xmlns:a16="http://schemas.microsoft.com/office/drawing/2014/main" id="{3C95618D-9487-C506-5D53-74D89B719525}"/>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30C20E06-2696-639D-19C5-2EE8B51452ED}"/>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96ECDF20-A638-0512-A95B-29BF45ACC1B7}"/>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61" name="TextBox 60">
            <a:extLst>
              <a:ext uri="{FF2B5EF4-FFF2-40B4-BE49-F238E27FC236}">
                <a16:creationId xmlns:a16="http://schemas.microsoft.com/office/drawing/2014/main" id="{F374164F-2240-CC04-1E0D-F1A8BCEAC34B}"/>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3BF536F0-3DF4-313E-9704-D8075591DAD4}"/>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0234FE1C-B358-29DE-69D3-99128A5807D8}"/>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D31CB34-A897-666E-52FA-CFD7CE0AB888}"/>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5093473-42EC-721B-8AFC-37F2588A2863}"/>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DBA90CA9-0008-65DB-8065-DDE0E4805606}"/>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3D280884-B75C-8E39-9C45-583C8D59E091}"/>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FAE63198-C115-668B-568D-F87B9565B0C1}"/>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A56C0358-2896-C26C-3846-549C634EF3DD}"/>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15F88DFC-E62E-82B6-4971-B7A4B6CFF6D8}"/>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01457BFC-8E2D-30C5-6BC6-C5A0B0C65407}"/>
              </a:ext>
            </a:extLst>
          </p:cNvPr>
          <p:cNvSpPr txBox="1"/>
          <p:nvPr/>
        </p:nvSpPr>
        <p:spPr>
          <a:xfrm>
            <a:off x="5650090" y="2540233"/>
            <a:ext cx="570089" cy="230832"/>
          </a:xfrm>
          <a:prstGeom prst="rect">
            <a:avLst/>
          </a:prstGeom>
          <a:noFill/>
        </p:spPr>
        <p:txBody>
          <a:bodyPr wrap="square" rtlCol="0">
            <a:spAutoFit/>
          </a:bodyPr>
          <a:lstStyle/>
          <a:p>
            <a:pPr algn="ctr"/>
            <a:r>
              <a:rPr lang="en-US" sz="900" dirty="0"/>
              <a:t>234</a:t>
            </a:r>
          </a:p>
        </p:txBody>
      </p:sp>
      <p:sp>
        <p:nvSpPr>
          <p:cNvPr id="68" name="TextBox 67">
            <a:extLst>
              <a:ext uri="{FF2B5EF4-FFF2-40B4-BE49-F238E27FC236}">
                <a16:creationId xmlns:a16="http://schemas.microsoft.com/office/drawing/2014/main" id="{F114016A-4FB0-568E-6D04-AE3F9691B6DB}"/>
              </a:ext>
            </a:extLst>
          </p:cNvPr>
          <p:cNvSpPr txBox="1"/>
          <p:nvPr/>
        </p:nvSpPr>
        <p:spPr>
          <a:xfrm>
            <a:off x="5650090" y="4544009"/>
            <a:ext cx="570089" cy="230832"/>
          </a:xfrm>
          <a:prstGeom prst="rect">
            <a:avLst/>
          </a:prstGeom>
          <a:noFill/>
        </p:spPr>
        <p:txBody>
          <a:bodyPr wrap="square" rtlCol="0">
            <a:spAutoFit/>
          </a:bodyPr>
          <a:lstStyle/>
          <a:p>
            <a:pPr algn="ctr"/>
            <a:r>
              <a:rPr lang="en-US" sz="900" dirty="0"/>
              <a:t>2389</a:t>
            </a:r>
          </a:p>
        </p:txBody>
      </p:sp>
      <p:sp>
        <p:nvSpPr>
          <p:cNvPr id="69" name="TextBox 68">
            <a:extLst>
              <a:ext uri="{FF2B5EF4-FFF2-40B4-BE49-F238E27FC236}">
                <a16:creationId xmlns:a16="http://schemas.microsoft.com/office/drawing/2014/main" id="{7601CFB7-F40A-D50A-31C0-E8327D921E2E}"/>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CE727D47-8DE3-5995-6794-8C08A39892C5}"/>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1D784BDA-BA68-1694-E761-76A8A23283BC}"/>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2504301-1BDA-C2A0-1005-DEBC0FC4B95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84FE4FEB-E793-E29F-7882-9B8A8EE792A0}"/>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9778459-2115-F540-DA9F-26E5C5E7FF2B}"/>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1897735-269E-781C-54A1-201FD68DCDAE}"/>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37D25D9D-7720-FA6C-D633-6838CD64F487}"/>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D6D6863D-7A2F-2567-7A1F-5EA200DEA3D7}"/>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741DF5F-D69B-C8B2-7258-14DCDCC2CA57}"/>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3C9F792E-BBE9-AFC6-824D-1267EC247024}"/>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252CE78-B9DE-403E-92A2-CBB97631664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61696CB-41BB-EF07-5036-74A99D73F7B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0775F19C-9B19-4AB2-363B-022DC98C33B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9D1B6B89-BBA3-2E8A-5A1D-244C6F98E4C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750E1F29-0EF8-25DE-E55A-1A1C475758AE}"/>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F16306B-4196-384B-5300-779A6A77D8E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5E39CAF-C872-AB65-09DA-3CCB5343B4BC}"/>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4AF0D85C-9A9A-B3AF-7DB3-CBCEA10C9135}"/>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6C235AD-6C1C-3E9F-1116-5ECFB25C6D1C}"/>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4A9755F0-4931-C467-F898-E2E8C6035A0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C0CD009A-4F9D-0537-9F41-8146F4992D5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85983A3-4C00-BBE4-39D7-59CA81B0303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ABF2B0D8-AED3-C72A-3208-522833B0AAB8}"/>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587A43EE-DC3E-6F44-CAA0-AA366B99A30B}"/>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67B13BCF-9E09-3972-D4A4-8C6260D8D6F4}"/>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EAE309AC-E61B-8A3C-236C-668A79E4E07C}"/>
              </a:ext>
            </a:extLst>
          </p:cNvPr>
          <p:cNvSpPr txBox="1"/>
          <p:nvPr/>
        </p:nvSpPr>
        <p:spPr>
          <a:xfrm>
            <a:off x="5147734" y="2404765"/>
            <a:ext cx="570089" cy="230832"/>
          </a:xfrm>
          <a:prstGeom prst="rect">
            <a:avLst/>
          </a:prstGeom>
          <a:noFill/>
        </p:spPr>
        <p:txBody>
          <a:bodyPr wrap="square" rtlCol="0">
            <a:spAutoFit/>
          </a:bodyPr>
          <a:lstStyle/>
          <a:p>
            <a:pPr algn="ctr"/>
            <a:r>
              <a:rPr lang="en-US" sz="900" dirty="0"/>
              <a:t>134</a:t>
            </a:r>
          </a:p>
        </p:txBody>
      </p:sp>
      <p:sp>
        <p:nvSpPr>
          <p:cNvPr id="66" name="TextBox 65">
            <a:extLst>
              <a:ext uri="{FF2B5EF4-FFF2-40B4-BE49-F238E27FC236}">
                <a16:creationId xmlns:a16="http://schemas.microsoft.com/office/drawing/2014/main" id="{059BC843-791B-6B68-051E-6700C0573A6E}"/>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224BE813-CA53-2E67-1A8F-5D2FDF10BEE5}"/>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E83AE476-D713-F1C9-C966-373C022C7454}"/>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103D4379-860C-EDDA-EE4D-EF1BBE245AD5}"/>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C297C65B-E40D-AF9A-7400-560C6D26AA84}"/>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E8DC63D-D558-939C-1A51-A62C9244E93A}"/>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38098320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A75D1-F346-AE70-C216-AEEF3C5E7ECD}"/>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27099AB-2C48-C70D-17C9-62FCD30024F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C70C0EB-21D8-4C3D-B44A-081F5A1C9AD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BCF9F01-2082-209B-EE76-5F827AFF5342}"/>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1B8194F-4FE4-544C-93AE-9987BA5278D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3F46421-A86F-1DFD-7DB5-CD1C4EA687C2}"/>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7D5A817C-864D-68C7-B032-177B97B28298}"/>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8A0A6773-4F22-1013-E7F6-6EB36A0F14FE}"/>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3" name="TextBox 12">
            <a:extLst>
              <a:ext uri="{FF2B5EF4-FFF2-40B4-BE49-F238E27FC236}">
                <a16:creationId xmlns:a16="http://schemas.microsoft.com/office/drawing/2014/main" id="{8BA868FE-0B51-FDF5-8D06-6CC3A7D36C53}"/>
              </a:ext>
            </a:extLst>
          </p:cNvPr>
          <p:cNvSpPr txBox="1"/>
          <p:nvPr/>
        </p:nvSpPr>
        <p:spPr>
          <a:xfrm>
            <a:off x="4645378" y="2404765"/>
            <a:ext cx="570089" cy="230832"/>
          </a:xfrm>
          <a:prstGeom prst="rect">
            <a:avLst/>
          </a:prstGeom>
          <a:noFill/>
        </p:spPr>
        <p:txBody>
          <a:bodyPr wrap="square" rtlCol="0">
            <a:spAutoFit/>
          </a:bodyPr>
          <a:lstStyle/>
          <a:p>
            <a:pPr algn="ctr"/>
            <a:r>
              <a:rPr lang="en-US" sz="900" dirty="0"/>
              <a:t>12</a:t>
            </a:r>
          </a:p>
        </p:txBody>
      </p:sp>
      <p:sp>
        <p:nvSpPr>
          <p:cNvPr id="18" name="TextBox 17">
            <a:extLst>
              <a:ext uri="{FF2B5EF4-FFF2-40B4-BE49-F238E27FC236}">
                <a16:creationId xmlns:a16="http://schemas.microsoft.com/office/drawing/2014/main" id="{132BBCE1-7C4E-33A8-F74C-114E217BBE87}"/>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768D6EA7-FBBC-4301-DFF1-0FA163919E86}"/>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4DFCB400-4B69-1FD2-45B3-15DBE2BB34AB}"/>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5A3B6719-C909-D033-720C-7170811DC8C2}"/>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A86448E-4BDA-3AAA-6283-DEF90FF5974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D60F7702-3482-2F78-4627-3A83B5D26EA6}"/>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62D8DF3D-01EE-A269-906E-BE789EC5CD66}"/>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49B2DDF4-9916-4544-E8FF-D83271A5FC28}"/>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1C8592E5-4C72-EAB0-763A-F1A3EF619F97}"/>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B1DF1BDE-0D36-1F06-0590-CA503BDD881F}"/>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1E76388E-2C57-9832-4C90-BCF5269AF0FF}"/>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990B11DC-80F4-12DD-21E5-AE3F693685E1}"/>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904702C6-B0C0-034E-373C-DC4130335084}"/>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F00E20F5-37A1-7F1C-FE1A-27DE8FE397F3}"/>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593BD8BB-1298-945D-7661-1BBA2F8AE25C}"/>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59F4C214-2D67-5D1D-9965-1BF3A40BC43D}"/>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C56F4570-23D1-03B1-20EE-AF0E1DBABCA0}"/>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8207B4CD-71CB-7452-3186-026B5AC51E33}"/>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70175AA8-05EF-3155-508A-E10B50213CDF}"/>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007AF910-750B-B016-2C06-425050012EA9}"/>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947E6F50-133F-C34C-54BC-EA9956CCFBF2}"/>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334F857E-6D18-7980-3B29-2AA0CE95F879}"/>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3579</a:t>
            </a:r>
          </a:p>
        </p:txBody>
      </p:sp>
      <p:sp>
        <p:nvSpPr>
          <p:cNvPr id="51" name="TextBox 50">
            <a:extLst>
              <a:ext uri="{FF2B5EF4-FFF2-40B4-BE49-F238E27FC236}">
                <a16:creationId xmlns:a16="http://schemas.microsoft.com/office/drawing/2014/main" id="{5F367DA0-23DD-8729-1DF9-DA64062C0C54}"/>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62F71623-F7A0-C015-807C-603833849CC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1F923177-F56D-716D-A3EE-A9814FC40725}"/>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61" name="TextBox 60">
            <a:extLst>
              <a:ext uri="{FF2B5EF4-FFF2-40B4-BE49-F238E27FC236}">
                <a16:creationId xmlns:a16="http://schemas.microsoft.com/office/drawing/2014/main" id="{A2971FB5-0CB7-D287-1F66-47053D27B425}"/>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1E7DDD51-2066-6C67-3550-59DFA8CD0D35}"/>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BFEFBA16-C25F-94A5-6B29-47AAB5273979}"/>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D0D735B6-F4CA-2665-AC23-342A8D8A1CF4}"/>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1C59A581-C150-EF91-B4FA-C46415F2E612}"/>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09D74763-6230-D3D6-EAFF-13876790D549}"/>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6084C8B1-695F-B4E7-25DC-1842D023C356}"/>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50F424BB-B30E-7E7C-029F-E930989CF249}"/>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41AF2917-1D7C-642C-15C4-75FED53FDA9F}"/>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6312B73A-BF15-710D-31F7-2993A3057BEA}"/>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43" name="TextBox 42">
            <a:extLst>
              <a:ext uri="{FF2B5EF4-FFF2-40B4-BE49-F238E27FC236}">
                <a16:creationId xmlns:a16="http://schemas.microsoft.com/office/drawing/2014/main" id="{9E643380-D70C-3632-D6B6-57D54FB5A2D7}"/>
              </a:ext>
            </a:extLst>
          </p:cNvPr>
          <p:cNvSpPr txBox="1"/>
          <p:nvPr/>
        </p:nvSpPr>
        <p:spPr>
          <a:xfrm>
            <a:off x="5650090" y="2540233"/>
            <a:ext cx="570089" cy="230832"/>
          </a:xfrm>
          <a:prstGeom prst="rect">
            <a:avLst/>
          </a:prstGeom>
          <a:noFill/>
        </p:spPr>
        <p:txBody>
          <a:bodyPr wrap="square" rtlCol="0">
            <a:spAutoFit/>
          </a:bodyPr>
          <a:lstStyle/>
          <a:p>
            <a:pPr algn="ctr"/>
            <a:r>
              <a:rPr lang="en-US" sz="900" dirty="0"/>
              <a:t>23</a:t>
            </a:r>
          </a:p>
        </p:txBody>
      </p:sp>
      <p:sp>
        <p:nvSpPr>
          <p:cNvPr id="68" name="TextBox 67">
            <a:extLst>
              <a:ext uri="{FF2B5EF4-FFF2-40B4-BE49-F238E27FC236}">
                <a16:creationId xmlns:a16="http://schemas.microsoft.com/office/drawing/2014/main" id="{21531A66-095A-B6F6-7792-0ABF1ABA21D6}"/>
              </a:ext>
            </a:extLst>
          </p:cNvPr>
          <p:cNvSpPr txBox="1"/>
          <p:nvPr/>
        </p:nvSpPr>
        <p:spPr>
          <a:xfrm>
            <a:off x="5650090" y="4544009"/>
            <a:ext cx="570089" cy="230832"/>
          </a:xfrm>
          <a:prstGeom prst="rect">
            <a:avLst/>
          </a:prstGeom>
          <a:noFill/>
        </p:spPr>
        <p:txBody>
          <a:bodyPr wrap="square" rtlCol="0">
            <a:spAutoFit/>
          </a:bodyPr>
          <a:lstStyle/>
          <a:p>
            <a:pPr algn="ctr"/>
            <a:r>
              <a:rPr lang="en-US" sz="900" dirty="0"/>
              <a:t>239</a:t>
            </a:r>
          </a:p>
        </p:txBody>
      </p:sp>
      <p:sp>
        <p:nvSpPr>
          <p:cNvPr id="69" name="TextBox 68">
            <a:extLst>
              <a:ext uri="{FF2B5EF4-FFF2-40B4-BE49-F238E27FC236}">
                <a16:creationId xmlns:a16="http://schemas.microsoft.com/office/drawing/2014/main" id="{16602054-A02A-85F3-EEDF-A0E4B8E430C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F72CFF8A-41F8-DA1D-EEDD-C6A97184FC03}"/>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A8B8AAA-A22C-D3ED-7455-7F3894BDD5B4}"/>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3FD1F200-C2FC-AA18-95D7-F84E8CE2AAD8}"/>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269C8DA-75BE-A706-8117-DFA0B4A9B379}"/>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DAD26D3A-AEA4-39D2-E4D3-9B71F4CAFF8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0D3558E2-A1E1-E5AA-C618-5458DD91CB37}"/>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A6C58CD0-C5A4-DA1D-C85D-40BD82958DB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721B688D-6536-D708-42F1-99C493E6B1F0}"/>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AA96F7A8-4617-7879-9962-E69A7EBCE96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AB4DBFBC-D209-9E74-8768-C365059A8363}"/>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27051A5-71CE-504B-E384-597B1B54CE6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1492961-46ED-6900-2BEF-FD3EFFA9DEA8}"/>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5F7D1759-35E7-ED10-06D9-3A824B7C4E96}"/>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6FBE14D-6D26-30B5-FDDC-4FABEA15525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3612F186-A47A-BC31-B691-C0A185CB7532}"/>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E283E506-9BE7-5FD4-56DC-997EF2DD34C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060A8501-E64C-1F0C-E423-28A836CD4653}"/>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15C75AD9-C58A-AFAE-82AD-A911A05CE816}"/>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95D0731-DFD4-EE33-EFBD-2D38D005DB5E}"/>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67935028-7520-9131-FAFE-CAD2BA76934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B4AF5BAC-0F42-26BC-5D68-CAFEAFE7E32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1163620D-01A3-EA54-430B-03EE57738274}"/>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39A207BB-1BA6-BC4E-00A8-16A477389F5C}"/>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283852F4-5998-C0AF-4058-F8CF58BB2126}"/>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E9E367CB-AFD4-7F0E-307B-0767BB3A9AD3}"/>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56" name="TextBox 55">
            <a:extLst>
              <a:ext uri="{FF2B5EF4-FFF2-40B4-BE49-F238E27FC236}">
                <a16:creationId xmlns:a16="http://schemas.microsoft.com/office/drawing/2014/main" id="{B4FE2746-DE1B-71AE-3E04-12DF97DA9B66}"/>
              </a:ext>
            </a:extLst>
          </p:cNvPr>
          <p:cNvSpPr txBox="1"/>
          <p:nvPr/>
        </p:nvSpPr>
        <p:spPr>
          <a:xfrm>
            <a:off x="5147734" y="2404765"/>
            <a:ext cx="570089" cy="230832"/>
          </a:xfrm>
          <a:prstGeom prst="rect">
            <a:avLst/>
          </a:prstGeom>
          <a:noFill/>
        </p:spPr>
        <p:txBody>
          <a:bodyPr wrap="square" rtlCol="0">
            <a:spAutoFit/>
          </a:bodyPr>
          <a:lstStyle/>
          <a:p>
            <a:pPr algn="ctr"/>
            <a:r>
              <a:rPr lang="en-US" sz="900" dirty="0"/>
              <a:t>13</a:t>
            </a:r>
          </a:p>
        </p:txBody>
      </p:sp>
      <p:sp>
        <p:nvSpPr>
          <p:cNvPr id="66" name="TextBox 65">
            <a:extLst>
              <a:ext uri="{FF2B5EF4-FFF2-40B4-BE49-F238E27FC236}">
                <a16:creationId xmlns:a16="http://schemas.microsoft.com/office/drawing/2014/main" id="{0856B6AA-94E4-C0CB-4FF0-46F07E9B0D32}"/>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58F302E9-48CC-46C5-328C-D3D25DA6D54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DA353BFC-AA8C-B5DD-9603-22C048DD4FC9}"/>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0F2F583D-22BE-EBA7-F48F-9127AFE9BFD0}"/>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948497A8-2693-2AE0-164A-A2C765AB11C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98E43834-F76D-0B9B-6BE2-4DF6CB9B5ECE}"/>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Tree>
    <p:extLst>
      <p:ext uri="{BB962C8B-B14F-4D97-AF65-F5344CB8AC3E}">
        <p14:creationId xmlns:p14="http://schemas.microsoft.com/office/powerpoint/2010/main" val="9805563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EA309-B1DC-AB08-07B7-F16F96C34B0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80C8206-DF74-9FBF-9607-9D59BBC67494}"/>
              </a:ext>
            </a:extLst>
          </p:cNvPr>
          <p:cNvSpPr>
            <a:spLocks noGrp="1"/>
          </p:cNvSpPr>
          <p:nvPr>
            <p:ph sz="half" idx="1"/>
          </p:nvPr>
        </p:nvSpPr>
        <p:spPr/>
        <p:txBody>
          <a:bodyPr>
            <a:normAutofit/>
          </a:bodyPr>
          <a:lstStyle/>
          <a:p>
            <a:r>
              <a:rPr lang="en-US" dirty="0"/>
              <a:t>Only one way to complete this arrow.</a:t>
            </a:r>
          </a:p>
        </p:txBody>
      </p:sp>
      <p:pic>
        <p:nvPicPr>
          <p:cNvPr id="4" name="Picture 3" descr="A grid of sudoku puzzle&#10;&#10;Description automatically generated">
            <a:extLst>
              <a:ext uri="{FF2B5EF4-FFF2-40B4-BE49-F238E27FC236}">
                <a16:creationId xmlns:a16="http://schemas.microsoft.com/office/drawing/2014/main" id="{FEE22C53-0CFB-667C-887F-3956D550227F}"/>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FFE7666-EF30-7F58-F912-F6AE860804F3}"/>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03D523A-392F-DF55-AE21-EE81DC55503F}"/>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9D7B9C9-8718-4D90-B58C-7AE8A55F551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AF11059-0672-4DD5-13E5-1017E20D6C3D}"/>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E7B289CB-B243-6B50-4D8F-589C4AE936A4}"/>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71B0F091-3396-F3D0-3B81-78A2AB9F7CC6}"/>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6E5853B0-9158-49C9-89EC-026E2A30892A}"/>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72F68C18-A394-D9F5-B158-CBABA6F6878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DE32CBD-B039-14F6-0F45-5695C913522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DFCEE5BF-F6B2-308D-2B4F-76D44362144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AF41A73B-CDED-2830-8920-AD3B21AB3A7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356F35EB-36A9-CCD8-74DB-06819A2A33B7}"/>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4F530CD4-83A6-5E48-AD6A-B7E68860DD6F}"/>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0DF7E6EC-C795-90A4-FBF2-04EF49BC6CB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33A048DB-0231-9E76-4FAC-C9DD203F293B}"/>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BDB98404-983C-5E00-7D58-C414E5EF0A47}"/>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ECC7DE7C-5D92-C560-961A-DE4878AC05A3}"/>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4940D78C-6B41-75B9-9166-63CCAD113676}"/>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8AE946AA-499C-9E3F-A85C-41BE0F514448}"/>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1BC5B7E5-EBE7-0EAE-7E3E-CAEC0F76F23B}"/>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5D9AA589-DF7C-A8F4-0CF1-6B3A0C630608}"/>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51C1C30B-C94C-8EFA-42ED-1BBC9966E484}"/>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A8CA1D99-C8B9-1CFB-9AD4-9C785B1AA00E}"/>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7B8B832B-C19A-7247-CD60-A3336382AE98}"/>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5A96CD7C-098A-0A47-AC31-B9285FA5884C}"/>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31119984-6B5B-422C-3CDE-6BBA3E751FB3}"/>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2747E8DB-8F16-4C5A-B594-6AD9F6C44C82}"/>
              </a:ext>
            </a:extLst>
          </p:cNvPr>
          <p:cNvSpPr txBox="1"/>
          <p:nvPr/>
        </p:nvSpPr>
        <p:spPr>
          <a:xfrm>
            <a:off x="5147734" y="4544009"/>
            <a:ext cx="570089" cy="230832"/>
          </a:xfrm>
          <a:prstGeom prst="rect">
            <a:avLst/>
          </a:prstGeom>
          <a:noFill/>
        </p:spPr>
        <p:txBody>
          <a:bodyPr wrap="square" rtlCol="0">
            <a:spAutoFit/>
          </a:bodyPr>
          <a:lstStyle/>
          <a:p>
            <a:pPr algn="ctr"/>
            <a:r>
              <a:rPr lang="en-US" sz="900" dirty="0"/>
              <a:t>3579</a:t>
            </a:r>
          </a:p>
        </p:txBody>
      </p:sp>
      <p:sp>
        <p:nvSpPr>
          <p:cNvPr id="51" name="TextBox 50">
            <a:extLst>
              <a:ext uri="{FF2B5EF4-FFF2-40B4-BE49-F238E27FC236}">
                <a16:creationId xmlns:a16="http://schemas.microsoft.com/office/drawing/2014/main" id="{DDA762FF-A932-C0F5-86B0-BDD153826921}"/>
              </a:ext>
            </a:extLst>
          </p:cNvPr>
          <p:cNvSpPr txBox="1"/>
          <p:nvPr/>
        </p:nvSpPr>
        <p:spPr>
          <a:xfrm>
            <a:off x="5147734" y="5044952"/>
            <a:ext cx="570089" cy="230832"/>
          </a:xfrm>
          <a:prstGeom prst="rect">
            <a:avLst/>
          </a:prstGeom>
          <a:noFill/>
        </p:spPr>
        <p:txBody>
          <a:bodyPr wrap="square" rtlCol="0">
            <a:spAutoFit/>
          </a:bodyPr>
          <a:lstStyle/>
          <a:p>
            <a:pPr algn="ctr"/>
            <a:r>
              <a:rPr lang="en-US" sz="900" dirty="0"/>
              <a:t>3478</a:t>
            </a:r>
          </a:p>
        </p:txBody>
      </p:sp>
      <p:sp>
        <p:nvSpPr>
          <p:cNvPr id="57" name="TextBox 56">
            <a:extLst>
              <a:ext uri="{FF2B5EF4-FFF2-40B4-BE49-F238E27FC236}">
                <a16:creationId xmlns:a16="http://schemas.microsoft.com/office/drawing/2014/main" id="{C362A50F-CCBF-4B0F-9BF0-812F837A9ACB}"/>
              </a:ext>
            </a:extLst>
          </p:cNvPr>
          <p:cNvSpPr txBox="1"/>
          <p:nvPr/>
        </p:nvSpPr>
        <p:spPr>
          <a:xfrm>
            <a:off x="5147734" y="3542121"/>
            <a:ext cx="570089" cy="230832"/>
          </a:xfrm>
          <a:prstGeom prst="rect">
            <a:avLst/>
          </a:prstGeom>
          <a:noFill/>
        </p:spPr>
        <p:txBody>
          <a:bodyPr wrap="square" rtlCol="0">
            <a:spAutoFit/>
          </a:bodyPr>
          <a:lstStyle/>
          <a:p>
            <a:pPr algn="ctr"/>
            <a:r>
              <a:rPr lang="en-US" sz="900" dirty="0"/>
              <a:t>34578</a:t>
            </a:r>
          </a:p>
        </p:txBody>
      </p:sp>
      <p:sp>
        <p:nvSpPr>
          <p:cNvPr id="58" name="TextBox 57">
            <a:extLst>
              <a:ext uri="{FF2B5EF4-FFF2-40B4-BE49-F238E27FC236}">
                <a16:creationId xmlns:a16="http://schemas.microsoft.com/office/drawing/2014/main" id="{1638B138-6B13-4A4F-4EA0-E7FB04C6C2D5}"/>
              </a:ext>
            </a:extLst>
          </p:cNvPr>
          <p:cNvSpPr txBox="1"/>
          <p:nvPr/>
        </p:nvSpPr>
        <p:spPr>
          <a:xfrm>
            <a:off x="5650090" y="3542121"/>
            <a:ext cx="570089" cy="230832"/>
          </a:xfrm>
          <a:prstGeom prst="rect">
            <a:avLst/>
          </a:prstGeom>
          <a:noFill/>
        </p:spPr>
        <p:txBody>
          <a:bodyPr wrap="square" rtlCol="0">
            <a:spAutoFit/>
          </a:bodyPr>
          <a:lstStyle/>
          <a:p>
            <a:pPr algn="ctr"/>
            <a:r>
              <a:rPr lang="en-US" sz="900" dirty="0"/>
              <a:t>348</a:t>
            </a:r>
          </a:p>
        </p:txBody>
      </p:sp>
      <p:sp>
        <p:nvSpPr>
          <p:cNvPr id="61" name="TextBox 60">
            <a:extLst>
              <a:ext uri="{FF2B5EF4-FFF2-40B4-BE49-F238E27FC236}">
                <a16:creationId xmlns:a16="http://schemas.microsoft.com/office/drawing/2014/main" id="{C3456146-34E8-C7B6-1E15-5F1D04695871}"/>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8189807A-8EC8-C262-F9C2-C3EC6E843364}"/>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57D79BC9-BBA7-0840-2534-B1F9E5433EDA}"/>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F4A1A0FD-E66A-CD86-716F-214A3B94B2F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4F7F855A-9682-6470-DB1D-55F55E4E0FCE}"/>
              </a:ext>
            </a:extLst>
          </p:cNvPr>
          <p:cNvSpPr txBox="1"/>
          <p:nvPr/>
        </p:nvSpPr>
        <p:spPr>
          <a:xfrm>
            <a:off x="4645378" y="2039289"/>
            <a:ext cx="570089" cy="230832"/>
          </a:xfrm>
          <a:prstGeom prst="rect">
            <a:avLst/>
          </a:prstGeom>
          <a:noFill/>
        </p:spPr>
        <p:txBody>
          <a:bodyPr wrap="square" rtlCol="0">
            <a:spAutoFit/>
          </a:bodyPr>
          <a:lstStyle/>
          <a:p>
            <a:pPr algn="ctr"/>
            <a:r>
              <a:rPr lang="en-US" sz="900" dirty="0"/>
              <a:t>134</a:t>
            </a:r>
          </a:p>
        </p:txBody>
      </p:sp>
      <p:sp>
        <p:nvSpPr>
          <p:cNvPr id="44" name="TextBox 43">
            <a:extLst>
              <a:ext uri="{FF2B5EF4-FFF2-40B4-BE49-F238E27FC236}">
                <a16:creationId xmlns:a16="http://schemas.microsoft.com/office/drawing/2014/main" id="{40AAB718-D5D5-3A2A-ED70-E01E5CD18BA9}"/>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BA239B8F-1640-833A-0CE4-2273E3E16EC0}"/>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D4F2F888-71D3-F4EA-4F53-3E7B9E290665}"/>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D4F15A18-32A1-93D5-834D-71CF74DD1EC7}"/>
              </a:ext>
            </a:extLst>
          </p:cNvPr>
          <p:cNvSpPr txBox="1"/>
          <p:nvPr/>
        </p:nvSpPr>
        <p:spPr>
          <a:xfrm>
            <a:off x="5147734" y="2039289"/>
            <a:ext cx="570089" cy="230832"/>
          </a:xfrm>
          <a:prstGeom prst="rect">
            <a:avLst/>
          </a:prstGeom>
          <a:noFill/>
        </p:spPr>
        <p:txBody>
          <a:bodyPr wrap="square" rtlCol="0">
            <a:spAutoFit/>
          </a:bodyPr>
          <a:lstStyle/>
          <a:p>
            <a:pPr algn="ctr"/>
            <a:r>
              <a:rPr lang="en-US" sz="900" dirty="0"/>
              <a:t>134</a:t>
            </a:r>
          </a:p>
        </p:txBody>
      </p:sp>
      <p:sp>
        <p:nvSpPr>
          <p:cNvPr id="67" name="TextBox 66">
            <a:extLst>
              <a:ext uri="{FF2B5EF4-FFF2-40B4-BE49-F238E27FC236}">
                <a16:creationId xmlns:a16="http://schemas.microsoft.com/office/drawing/2014/main" id="{EAA0AFCB-707A-DCFE-2BB8-F63B85B27F2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695E95D1-3885-D083-AC46-718CAEFE5061}"/>
              </a:ext>
            </a:extLst>
          </p:cNvPr>
          <p:cNvSpPr txBox="1"/>
          <p:nvPr/>
        </p:nvSpPr>
        <p:spPr>
          <a:xfrm>
            <a:off x="5650090" y="4544009"/>
            <a:ext cx="570089" cy="230832"/>
          </a:xfrm>
          <a:prstGeom prst="rect">
            <a:avLst/>
          </a:prstGeom>
          <a:noFill/>
        </p:spPr>
        <p:txBody>
          <a:bodyPr wrap="square" rtlCol="0">
            <a:spAutoFit/>
          </a:bodyPr>
          <a:lstStyle/>
          <a:p>
            <a:pPr algn="ctr"/>
            <a:r>
              <a:rPr lang="en-US" sz="900" dirty="0"/>
              <a:t>239</a:t>
            </a:r>
          </a:p>
        </p:txBody>
      </p:sp>
      <p:sp>
        <p:nvSpPr>
          <p:cNvPr id="69" name="TextBox 68">
            <a:extLst>
              <a:ext uri="{FF2B5EF4-FFF2-40B4-BE49-F238E27FC236}">
                <a16:creationId xmlns:a16="http://schemas.microsoft.com/office/drawing/2014/main" id="{2F536F2B-DD58-667C-0B97-487C959572E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E310966F-6A03-F85F-AE26-D90DF8AEC7C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08A7A72D-6AEE-704F-F702-282773E2D8FD}"/>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6E00FC3-7D86-A0B7-76A3-059B48EC4D5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256C1EF-E1CD-556D-243C-6A8A01F7EAAB}"/>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70F9571D-3A28-215D-EE19-A34DF81CABCD}"/>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6FC3AF74-6B0A-A7A2-7522-2D714AE0AC1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51C46FDE-8998-A0AB-F0F4-FD672CC3BBF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10669E65-61E2-B10D-1A1C-6C9A0061B45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ED88159-35E4-9E5D-7009-7F1E223CEB8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D7E0162-B536-0668-AAE0-FE7249F6C98E}"/>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00B812E-8DC2-079E-FFBE-105FD064EA04}"/>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58D87B4-115B-A0B5-F146-2826ADF0B3D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D7C567C-B15D-AEAA-78DC-7A283507BE37}"/>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18E9D18-C344-F8B2-7292-8467BE653BE6}"/>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0A783AF6-43DF-37D9-F42F-DEF4EC0A7AB7}"/>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DAECC45-FB6D-CCA3-FA06-A4A869BD42D4}"/>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6324ED15-5966-2C1F-EF99-870C3EC0104A}"/>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860E03EB-BED4-C71A-4A74-577C73D1CE6B}"/>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A1E5F8B-B629-7352-7FAD-55D0A961E17E}"/>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6FF916F2-2F5D-1999-6CA7-ECF5FED1AEE9}"/>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6D3C4569-576D-D8BC-1DCE-93C592F1281F}"/>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24739EE5-AA30-878A-A0A8-424958B62A1C}"/>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FBA45402-165A-CA63-5202-C03DA57D97DC}"/>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F8E37FE6-6BF5-F74C-745C-86A0CF99E3F3}"/>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B9F2FF56-D28C-82EA-19CC-E5DCF92AA285}"/>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463A927C-FF73-2C8B-6D95-1DF404B34B88}"/>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15E5DEE7-ACE5-1AE8-A433-D0BDFEAA0159}"/>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B7E00CC-A894-1379-9FB7-864E3A9C094A}"/>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BBAD4AD5-97DB-F923-6AA5-79B3C314E94C}"/>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B3A85AEB-8BD8-4EDC-9DE6-5B1312C32BB2}"/>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9EBDE170-B7FE-A0D7-244C-0B8C306A7AD1}"/>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C954EB1A-0015-F1C7-D4DC-0996A9FB3D9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56DFBBC5-B58E-EA5D-5DD2-44D8E145BC29}"/>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00E286CA-264E-DC7A-9DAA-019958199A1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42365319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E8B1B-7A30-7DE6-1514-5CA8429A4F0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389BC97-457C-EEA2-61D0-2BA575A0FE7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0198270D-A39D-EA7D-63BC-36C7B64AF87C}"/>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9F02871-CF60-9FD7-77F5-AF3437DE77C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2397457-001D-159C-7D6C-634668AD4AC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3EA9E25-F6C4-E39C-382B-E9A7FD352269}"/>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20BF16F-5359-4FC1-C8BB-E6C8A4421A24}"/>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FDC3E409-23A3-431C-8325-9120A4B92FD9}"/>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8" name="TextBox 17">
            <a:extLst>
              <a:ext uri="{FF2B5EF4-FFF2-40B4-BE49-F238E27FC236}">
                <a16:creationId xmlns:a16="http://schemas.microsoft.com/office/drawing/2014/main" id="{4C5FEFE2-4ABA-D26E-2080-25E5185B45B3}"/>
              </a:ext>
            </a:extLst>
          </p:cNvPr>
          <p:cNvSpPr txBox="1"/>
          <p:nvPr/>
        </p:nvSpPr>
        <p:spPr>
          <a:xfrm>
            <a:off x="4143022" y="4408541"/>
            <a:ext cx="570089" cy="230832"/>
          </a:xfrm>
          <a:prstGeom prst="rect">
            <a:avLst/>
          </a:prstGeom>
          <a:noFill/>
        </p:spPr>
        <p:txBody>
          <a:bodyPr wrap="square" rtlCol="0">
            <a:spAutoFit/>
          </a:bodyPr>
          <a:lstStyle/>
          <a:p>
            <a:pPr algn="ctr"/>
            <a:r>
              <a:rPr lang="en-US" sz="900" dirty="0"/>
              <a:t>23</a:t>
            </a:r>
          </a:p>
        </p:txBody>
      </p:sp>
      <p:sp>
        <p:nvSpPr>
          <p:cNvPr id="19" name="TextBox 18">
            <a:extLst>
              <a:ext uri="{FF2B5EF4-FFF2-40B4-BE49-F238E27FC236}">
                <a16:creationId xmlns:a16="http://schemas.microsoft.com/office/drawing/2014/main" id="{EA624AAD-86C0-1EE2-BEA0-3B341AAF0991}"/>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2A319C42-4B40-73DA-B308-05F1A833A365}"/>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84E06A2-6593-9FDC-2616-C76A414C998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6715BAC-6E62-8748-F068-2C6221C20B2D}"/>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BD794154-6720-A1CB-B905-75083DBBA76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A2CF6DB-3AF6-7A79-4563-2840CEE52F19}"/>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C804F4B5-EC91-0E07-688B-28A9ABB03F1C}"/>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AD1E6254-BB7E-53DB-C5BB-EB8EB1829E9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DA9301ED-B69E-FAD8-6CAD-682E80B3EC9A}"/>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B32EDE7C-230C-F827-E54C-FB2961B0B951}"/>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F57F1654-53EE-93C2-34AE-EA808CD241D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3B9C4055-E752-7AA7-48DF-5EB27C344BFB}"/>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5958E5C5-85B4-9BBF-984C-1B9B4B5AA7DD}"/>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EAEDD4D1-1472-B650-61D8-B6826A924F3F}"/>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602B608D-0DE4-8FAA-1113-20BF57E75F32}"/>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4CDBB91A-6789-3783-2CA0-295564C05710}"/>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ED001679-EE4E-DE34-1B21-E1CDF1AB1F2D}"/>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CE40AF1D-7D51-8018-777A-978114842257}"/>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19DEE36-1712-DF82-B4CA-538EEC84F8E3}"/>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EF07404B-D569-C2D6-CC90-D1C1C8A3CE5F}"/>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CAC09B28-3B99-A61E-A9F3-560EE515CEC7}"/>
              </a:ext>
            </a:extLst>
          </p:cNvPr>
          <p:cNvSpPr txBox="1"/>
          <p:nvPr/>
        </p:nvSpPr>
        <p:spPr>
          <a:xfrm>
            <a:off x="5147734" y="4544009"/>
            <a:ext cx="570089" cy="230832"/>
          </a:xfrm>
          <a:prstGeom prst="rect">
            <a:avLst/>
          </a:prstGeom>
          <a:noFill/>
        </p:spPr>
        <p:txBody>
          <a:bodyPr wrap="square" rtlCol="0">
            <a:spAutoFit/>
          </a:bodyPr>
          <a:lstStyle/>
          <a:p>
            <a:pPr algn="ctr"/>
            <a:r>
              <a:rPr lang="en-US" sz="900" dirty="0"/>
              <a:t>579</a:t>
            </a:r>
          </a:p>
        </p:txBody>
      </p:sp>
      <p:sp>
        <p:nvSpPr>
          <p:cNvPr id="51" name="TextBox 50">
            <a:extLst>
              <a:ext uri="{FF2B5EF4-FFF2-40B4-BE49-F238E27FC236}">
                <a16:creationId xmlns:a16="http://schemas.microsoft.com/office/drawing/2014/main" id="{27953519-7955-5CE6-CD18-BA9F4ACD27DC}"/>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DAF7DD26-70B3-10B5-C7B9-5F1CDF36068C}"/>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9EA08691-9BE2-2036-D46D-8B0355D2A3DA}"/>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82D117D0-0B31-F356-E10E-1E3109590C35}"/>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6F323EFF-6C61-28BA-9A9D-4A1FEAD65F8D}"/>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FD0CF767-A4C2-312C-EADC-26D05E113FC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326247F3-98DD-2A99-3D36-F997209EB1F0}"/>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BAB662E-F8E0-2177-128A-17353152855D}"/>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49B5838D-3299-3D4F-D4C3-2594224769F3}"/>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F78C825B-CBD2-EB23-10AC-CFC2B2878FDF}"/>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2333B468-CBDF-AE56-355D-801BB0B798AB}"/>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4" name="TextBox 63">
            <a:extLst>
              <a:ext uri="{FF2B5EF4-FFF2-40B4-BE49-F238E27FC236}">
                <a16:creationId xmlns:a16="http://schemas.microsoft.com/office/drawing/2014/main" id="{755BA006-7328-6676-4A16-E24059CBBCD8}"/>
              </a:ext>
            </a:extLst>
          </p:cNvPr>
          <p:cNvSpPr txBox="1"/>
          <p:nvPr/>
        </p:nvSpPr>
        <p:spPr>
          <a:xfrm>
            <a:off x="5147734" y="2039289"/>
            <a:ext cx="570089" cy="230832"/>
          </a:xfrm>
          <a:prstGeom prst="rect">
            <a:avLst/>
          </a:prstGeom>
          <a:noFill/>
        </p:spPr>
        <p:txBody>
          <a:bodyPr wrap="square" rtlCol="0">
            <a:spAutoFit/>
          </a:bodyPr>
          <a:lstStyle/>
          <a:p>
            <a:pPr algn="ctr"/>
            <a:r>
              <a:rPr lang="en-US" sz="900" dirty="0"/>
              <a:t>14</a:t>
            </a:r>
          </a:p>
        </p:txBody>
      </p:sp>
      <p:sp>
        <p:nvSpPr>
          <p:cNvPr id="67" name="TextBox 66">
            <a:extLst>
              <a:ext uri="{FF2B5EF4-FFF2-40B4-BE49-F238E27FC236}">
                <a16:creationId xmlns:a16="http://schemas.microsoft.com/office/drawing/2014/main" id="{8DCF963E-6F48-9B24-07F0-178B35DAA23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94994A95-DF3B-42D5-3203-B3463623DF93}"/>
              </a:ext>
            </a:extLst>
          </p:cNvPr>
          <p:cNvSpPr txBox="1"/>
          <p:nvPr/>
        </p:nvSpPr>
        <p:spPr>
          <a:xfrm>
            <a:off x="5650090" y="4544009"/>
            <a:ext cx="570089" cy="230832"/>
          </a:xfrm>
          <a:prstGeom prst="rect">
            <a:avLst/>
          </a:prstGeom>
          <a:noFill/>
        </p:spPr>
        <p:txBody>
          <a:bodyPr wrap="square" rtlCol="0">
            <a:spAutoFit/>
          </a:bodyPr>
          <a:lstStyle/>
          <a:p>
            <a:pPr algn="ctr"/>
            <a:r>
              <a:rPr lang="en-US" sz="900" dirty="0"/>
              <a:t>39</a:t>
            </a:r>
          </a:p>
        </p:txBody>
      </p:sp>
      <p:sp>
        <p:nvSpPr>
          <p:cNvPr id="69" name="TextBox 68">
            <a:extLst>
              <a:ext uri="{FF2B5EF4-FFF2-40B4-BE49-F238E27FC236}">
                <a16:creationId xmlns:a16="http://schemas.microsoft.com/office/drawing/2014/main" id="{27405D2F-31ED-2F43-5021-16333A2366B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4954CE0D-EC30-544D-F325-56DE115013D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C5B81F9-A55D-EF28-22D7-2B69E628D72E}"/>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AF999DF0-93CD-888B-A8B4-588CAE6F262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08D5640-9555-B347-4141-2F245C844CE8}"/>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8354710-E1B1-2CB0-FB83-534F2AB3045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9C05F179-D8F2-D9AB-D74A-0A1B340303A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9F4DC3CA-D71A-7230-67DD-993F82A363F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269214C9-F1E4-CB26-1DBD-1389D90839C6}"/>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F7DAE042-B399-2008-8422-83D88BBF1F9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18FDE45-F41E-0851-8210-66A3EE784424}"/>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7E5DCF3-02E1-E831-3A03-6CF94C0A14A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AD68B880-F849-0E3E-D498-DCDC27815350}"/>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A9B49AFA-D425-9187-A232-C88E0B18406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BE96A9E0-34F0-C680-DEB7-02EE91FCA5A2}"/>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4A4738C1-B37A-AC2E-3A7A-478B1C4563E3}"/>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342AB762-3290-D70D-3194-2E1E1751408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67297766-4F9A-D377-3B9B-60970F47B500}"/>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76FC622A-CEC7-C8DD-4B92-88330661DC40}"/>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85A1F13-6F2B-2827-263B-897A2DD253D8}"/>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0D910165-6DB8-0536-EE69-655808CC1B2C}"/>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0DCBA290-0FD2-C3F1-BA58-A906D28956C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4CB0641E-46F3-6B2F-6F6B-492855EA859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728B7F60-449F-2A3A-B4A5-2031C5BBEB09}"/>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81C1640A-9326-229D-6B52-373A14524CFD}"/>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FD4612CE-D8BF-541C-892B-7CB904AFA808}"/>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C2AE1CDD-47B2-F35F-E01C-5C66B38779FD}"/>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2E79F9C1-14A6-1819-DC9C-2C6E7BE7C12B}"/>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B2253513-084C-A9E2-244B-9574BAD200A2}"/>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8628AC42-1FBC-DB8E-A39A-1BD64D002A56}"/>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ADE054EB-FD80-2F73-8F6A-4F10C23BB73F}"/>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ADB74ED0-42F9-FFA9-79DD-9C8C3299CF6C}"/>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627AB537-4245-1973-1A3C-A3BE243B629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9662C869-CC8F-1489-0241-4FC8090DAB7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3C58678A-01AF-5871-C2CD-715FC4E7CF9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Tree>
    <p:extLst>
      <p:ext uri="{BB962C8B-B14F-4D97-AF65-F5344CB8AC3E}">
        <p14:creationId xmlns:p14="http://schemas.microsoft.com/office/powerpoint/2010/main" val="36427852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6272A-F715-D10E-D808-D5D632578014}"/>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0E795BA-8EBC-1180-D882-871731FD6AF9}"/>
              </a:ext>
            </a:extLst>
          </p:cNvPr>
          <p:cNvSpPr>
            <a:spLocks noGrp="1"/>
          </p:cNvSpPr>
          <p:nvPr>
            <p:ph sz="half" idx="1"/>
          </p:nvPr>
        </p:nvSpPr>
        <p:spPr/>
        <p:txBody>
          <a:bodyPr>
            <a:normAutofit/>
          </a:bodyPr>
          <a:lstStyle/>
          <a:p>
            <a:r>
              <a:rPr lang="en-US" dirty="0"/>
              <a:t>In Row 8, 13 on the arrow is already identified, and the maximum the rest can be is 16, for a total sum of 29. The first digit of the sum must be 2.</a:t>
            </a:r>
          </a:p>
        </p:txBody>
      </p:sp>
      <p:pic>
        <p:nvPicPr>
          <p:cNvPr id="4" name="Picture 3" descr="A grid of sudoku puzzle&#10;&#10;Description automatically generated">
            <a:extLst>
              <a:ext uri="{FF2B5EF4-FFF2-40B4-BE49-F238E27FC236}">
                <a16:creationId xmlns:a16="http://schemas.microsoft.com/office/drawing/2014/main" id="{AF54648C-32CD-97B8-EADC-BC5611C0B8C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7CF73A8-A2BC-1104-649D-B80E8B6D1545}"/>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24B29ADA-6F38-8A01-2443-2C2BE19D7CDD}"/>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2983C4C6-278B-FF4D-EC67-49B169D5FB1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459A8E4C-D4A2-2505-A3BD-8BC014BA320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2894E6C-D91C-F48A-A86A-C1CCE71B8D4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19" name="TextBox 18">
            <a:extLst>
              <a:ext uri="{FF2B5EF4-FFF2-40B4-BE49-F238E27FC236}">
                <a16:creationId xmlns:a16="http://schemas.microsoft.com/office/drawing/2014/main" id="{083E6535-DAD5-551A-619A-17D0430DC4C5}"/>
              </a:ext>
            </a:extLst>
          </p:cNvPr>
          <p:cNvSpPr txBox="1"/>
          <p:nvPr/>
        </p:nvSpPr>
        <p:spPr>
          <a:xfrm>
            <a:off x="4143022" y="4909484"/>
            <a:ext cx="570089" cy="230832"/>
          </a:xfrm>
          <a:prstGeom prst="rect">
            <a:avLst/>
          </a:prstGeom>
          <a:noFill/>
        </p:spPr>
        <p:txBody>
          <a:bodyPr wrap="square" rtlCol="0">
            <a:spAutoFit/>
          </a:bodyPr>
          <a:lstStyle/>
          <a:p>
            <a:pPr algn="ctr"/>
            <a:r>
              <a:rPr lang="en-US" sz="900" dirty="0"/>
              <a:t>23</a:t>
            </a:r>
          </a:p>
        </p:txBody>
      </p:sp>
      <p:sp>
        <p:nvSpPr>
          <p:cNvPr id="21" name="TextBox 20">
            <a:extLst>
              <a:ext uri="{FF2B5EF4-FFF2-40B4-BE49-F238E27FC236}">
                <a16:creationId xmlns:a16="http://schemas.microsoft.com/office/drawing/2014/main" id="{99C37144-0C54-8596-906A-0D1A20EE36D8}"/>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E1EA1E91-18FB-3847-040F-08CAE07254D3}"/>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32730C9-E7C2-3100-8869-76E16B4420CD}"/>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C1E2F6AF-4A77-70C7-0D4E-1D241C8C8748}"/>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03D8C7DC-C5EE-83F5-C9D3-7F552B3BB4C2}"/>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7DDDC1C3-F9D2-4A57-6872-7E7B8456BFE5}"/>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0A5D4FEE-F67A-6A16-97B4-A6CD2D25FCF6}"/>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55688666-F55A-1231-89C1-E5EC6302341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9893AF2D-1B92-479A-7093-30BD326E56D8}"/>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615A838D-07FA-F3EF-8873-859A24AFF1A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7BC087FD-6AB9-1C40-2E31-677DE933B25E}"/>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C327F6F7-C9FF-AEBC-973E-A8CCCABA9A40}"/>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20E8E146-DB8F-FF63-0B77-D3B135E7DEC4}"/>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F1FBFB78-7602-7240-8202-4A23D33CE7F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CEB25390-F8E8-65CD-CBAF-0DB6B0F2C77A}"/>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DAD080EF-5D37-2536-1FDE-ABB6D14A1CE4}"/>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EC383C5C-E666-DA94-0CF3-6C2436DD89C1}"/>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7A6A9D7-B2D2-4CEA-5E93-3C69024A84FA}"/>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7E71ABBC-B9E2-C7A0-9BF8-3A92E0B6672B}"/>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27629C9D-90BF-2ACB-5BEF-C230B5B0C93E}"/>
              </a:ext>
            </a:extLst>
          </p:cNvPr>
          <p:cNvSpPr txBox="1"/>
          <p:nvPr/>
        </p:nvSpPr>
        <p:spPr>
          <a:xfrm>
            <a:off x="5147734" y="4544009"/>
            <a:ext cx="570089" cy="230832"/>
          </a:xfrm>
          <a:prstGeom prst="rect">
            <a:avLst/>
          </a:prstGeom>
          <a:noFill/>
        </p:spPr>
        <p:txBody>
          <a:bodyPr wrap="square" rtlCol="0">
            <a:spAutoFit/>
          </a:bodyPr>
          <a:lstStyle/>
          <a:p>
            <a:pPr algn="ctr"/>
            <a:r>
              <a:rPr lang="en-US" sz="900" dirty="0"/>
              <a:t>579</a:t>
            </a:r>
          </a:p>
        </p:txBody>
      </p:sp>
      <p:sp>
        <p:nvSpPr>
          <p:cNvPr id="51" name="TextBox 50">
            <a:extLst>
              <a:ext uri="{FF2B5EF4-FFF2-40B4-BE49-F238E27FC236}">
                <a16:creationId xmlns:a16="http://schemas.microsoft.com/office/drawing/2014/main" id="{653E5AF0-830B-8F9A-E5FD-82A812FAC2AC}"/>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EEABCC0E-55E7-AA04-D8CF-6C3142DD986D}"/>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771AB57B-5705-E12C-9D0C-B28C6F79D860}"/>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F38A0D29-909B-4054-5375-664F37F22DBB}"/>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09F09A4-BD7D-F6EC-FB3A-CB74A17C6F3E}"/>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ADD87DCD-8425-7D5E-276E-AC742A9B0422}"/>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304F5C0E-05F5-FFDF-AF38-8E003423F39F}"/>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92908C8B-9C84-22C7-DD16-E1910C092BC6}"/>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72740F26-55BC-6338-3132-0D4A13C06E04}"/>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ED9B6B2E-72F1-1408-C617-5F721C2A3EA4}"/>
              </a:ext>
            </a:extLst>
          </p:cNvPr>
          <p:cNvSpPr txBox="1"/>
          <p:nvPr/>
        </p:nvSpPr>
        <p:spPr>
          <a:xfrm>
            <a:off x="4645378" y="4408541"/>
            <a:ext cx="570089" cy="230832"/>
          </a:xfrm>
          <a:prstGeom prst="rect">
            <a:avLst/>
          </a:prstGeom>
          <a:noFill/>
        </p:spPr>
        <p:txBody>
          <a:bodyPr wrap="square" rtlCol="0">
            <a:spAutoFit/>
          </a:bodyPr>
          <a:lstStyle/>
          <a:p>
            <a:pPr algn="ctr"/>
            <a:r>
              <a:rPr lang="en-US" sz="900" dirty="0"/>
              <a:t>2357</a:t>
            </a:r>
          </a:p>
        </p:txBody>
      </p:sp>
      <p:sp>
        <p:nvSpPr>
          <p:cNvPr id="46" name="TextBox 45">
            <a:extLst>
              <a:ext uri="{FF2B5EF4-FFF2-40B4-BE49-F238E27FC236}">
                <a16:creationId xmlns:a16="http://schemas.microsoft.com/office/drawing/2014/main" id="{55DCDD7D-2321-F27D-122C-253472F85C3D}"/>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7" name="TextBox 66">
            <a:extLst>
              <a:ext uri="{FF2B5EF4-FFF2-40B4-BE49-F238E27FC236}">
                <a16:creationId xmlns:a16="http://schemas.microsoft.com/office/drawing/2014/main" id="{1501091E-E3F9-3E66-BCDE-9E648F54C46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F11CCF93-8CAD-0EEB-AD09-BEE790483956}"/>
              </a:ext>
            </a:extLst>
          </p:cNvPr>
          <p:cNvSpPr txBox="1"/>
          <p:nvPr/>
        </p:nvSpPr>
        <p:spPr>
          <a:xfrm>
            <a:off x="5650090" y="4544009"/>
            <a:ext cx="570089" cy="230832"/>
          </a:xfrm>
          <a:prstGeom prst="rect">
            <a:avLst/>
          </a:prstGeom>
          <a:noFill/>
        </p:spPr>
        <p:txBody>
          <a:bodyPr wrap="square" rtlCol="0">
            <a:spAutoFit/>
          </a:bodyPr>
          <a:lstStyle/>
          <a:p>
            <a:pPr algn="ctr"/>
            <a:r>
              <a:rPr lang="en-US" sz="900" dirty="0"/>
              <a:t>39</a:t>
            </a:r>
          </a:p>
        </p:txBody>
      </p:sp>
      <p:sp>
        <p:nvSpPr>
          <p:cNvPr id="69" name="TextBox 68">
            <a:extLst>
              <a:ext uri="{FF2B5EF4-FFF2-40B4-BE49-F238E27FC236}">
                <a16:creationId xmlns:a16="http://schemas.microsoft.com/office/drawing/2014/main" id="{B0B646E1-14C2-F9A9-0274-82BD4EFAFBD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86F3CFD0-0F47-95B2-70F2-14B2A2279E8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6AC38E1B-A066-DB08-CABA-D8CBEA8089CC}"/>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697BAD6-96F2-7FB7-13AC-62BC3E1C6ACC}"/>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A12A060-0DD1-5A08-C833-14B08C0A5024}"/>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8AA9A3CD-0F9F-6A8A-2B31-44C0BE1F548B}"/>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67FA4AAD-26A5-9BEF-3CFF-E75D94204B1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B4F6D9E8-CA50-EC19-3B0E-3B8C308E0DC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FF382C7A-34F2-FB28-DCE7-A0AE8E5ED3F5}"/>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9E91FB4B-B915-D7E8-0CDF-95D6E6A8050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EF3489B-8C62-411F-CE6F-6DCF56CF3F76}"/>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E1F8B528-2459-E48B-2EEF-96F834797411}"/>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DC67424-545F-D08F-583F-66423E90473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0AE3D093-4A22-8E93-1EC1-CC68385F5FB5}"/>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465DF8F-941D-7516-3026-7C3DFE28CAD3}"/>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79518E25-1853-899C-72F7-0B996A5BB21A}"/>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106FF47-F7AE-54B7-7F0C-A1ADC786222D}"/>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FA7FB4AD-E5EB-10D3-111C-946C81DBAC4C}"/>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6F845F0-9254-C070-5BBD-A7D44260F117}"/>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1F4752A0-AF08-D808-421A-BB4D0B484036}"/>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FFD3402F-387A-669B-EEA6-ED2F005A36BE}"/>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612A538F-EB08-F3B8-9D4D-FF64A1F5582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1C3583A9-1ADA-35CE-0B81-94D3CDC24BA4}"/>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E1BEA385-32C2-3CAB-5B17-4279504FDD17}"/>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57F0D39D-EAA0-7FD5-36EE-5EDFC8642F24}"/>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5901EFDC-C2E5-35C9-882A-C540B2B61BF2}"/>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A46C8224-A252-15BC-A534-3D6B7F40E086}"/>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48CB401B-96B5-D594-D011-9A381BBF47D4}"/>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365CC440-7B7E-551D-0EC5-EC7A381BE375}"/>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20D82BBA-C9ED-0767-FA07-3EA37EC76771}"/>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396A2921-0C2F-EF53-1A1A-B00EF7346166}"/>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C1A98B8C-9222-E20D-B058-FCFA8248585C}"/>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EF2A8AE-C95B-473D-AEAD-A02F6570B77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6915DD51-D212-4331-1589-E9763A33F3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AAA60F16-CDB2-7ECB-69C0-C6F4052DD524}"/>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0FA55234-A380-FFD8-37D0-88CDF388C862}"/>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43" name="TextBox 42">
            <a:extLst>
              <a:ext uri="{FF2B5EF4-FFF2-40B4-BE49-F238E27FC236}">
                <a16:creationId xmlns:a16="http://schemas.microsoft.com/office/drawing/2014/main" id="{6AA6C81F-14CF-6AFE-5000-84E877D79AF4}"/>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0258342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9DAB9-D218-95FE-3CF7-6BF0E4031016}"/>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1B11A1B-3E4B-F7F0-EE62-9DE340E63C0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25FD18E4-9F53-0946-4AD8-B277ACBBCCA6}"/>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76BB9407-7E60-44F0-EBAA-79DEBB82F5BC}"/>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397D203-1C44-02B2-9A65-1EF0DBD6F178}"/>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043EC127-6FCB-9DF9-E026-942C0B5D0C7A}"/>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C6654C-CC86-7493-6CCD-B403BD306AD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5B935928-390B-A57F-35F1-2AC89F157C4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6E1944C0-D1EB-6BA1-2DF2-09716B0ECF3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6F4D4D5-3421-8C52-30B3-08040DCC8EC7}"/>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ADA8143-F39B-47ED-AD49-17ABA98D905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E84EE7A7-A75B-3A8B-2FE3-55973B7C904A}"/>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78277BCD-8D73-DCF5-4BCE-A22446EBC9DC}"/>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71F62C81-5386-3355-8CDE-B83588013056}"/>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663725CE-28DC-643B-C11F-52F3A8057D0C}"/>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FE9E9A93-BF45-1834-78E9-7CD6035CF361}"/>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E67B1B9-0CE2-E268-CB4C-56FDDC398516}"/>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96905367-8169-EEFB-D633-82727125BDD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51CE04C8-5F23-8167-327C-EA05AEE48CB3}"/>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E7EC06AD-658B-ACD8-C000-8FDB855CA063}"/>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8F3AB7A1-C20A-7295-86C8-18B5EA9591EA}"/>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77074B7C-C9A1-9C3F-2E6C-E107DA514C16}"/>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E21DD98F-DF83-3ECD-C9E4-833513BFA6C4}"/>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1D3ED7FC-73C3-CA32-EADB-692DCECF50CA}"/>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A5E9EBE4-60D8-55AE-2364-2F4E28530258}"/>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C10B65CA-B6ED-502A-937F-6903D98BFD55}"/>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A07EA43D-DD28-C579-CE70-498A3E404A67}"/>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2B0FF601-4510-4F48-DC75-9921CFE2209A}"/>
              </a:ext>
            </a:extLst>
          </p:cNvPr>
          <p:cNvSpPr txBox="1"/>
          <p:nvPr/>
        </p:nvSpPr>
        <p:spPr>
          <a:xfrm>
            <a:off x="5147734" y="4544009"/>
            <a:ext cx="570089" cy="230832"/>
          </a:xfrm>
          <a:prstGeom prst="rect">
            <a:avLst/>
          </a:prstGeom>
          <a:noFill/>
        </p:spPr>
        <p:txBody>
          <a:bodyPr wrap="square" rtlCol="0">
            <a:spAutoFit/>
          </a:bodyPr>
          <a:lstStyle/>
          <a:p>
            <a:pPr algn="ctr"/>
            <a:r>
              <a:rPr lang="en-US" sz="900" dirty="0"/>
              <a:t>579</a:t>
            </a:r>
          </a:p>
        </p:txBody>
      </p:sp>
      <p:sp>
        <p:nvSpPr>
          <p:cNvPr id="51" name="TextBox 50">
            <a:extLst>
              <a:ext uri="{FF2B5EF4-FFF2-40B4-BE49-F238E27FC236}">
                <a16:creationId xmlns:a16="http://schemas.microsoft.com/office/drawing/2014/main" id="{960D3C6D-00C7-ED21-79F0-FA74F3E825D0}"/>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0710BCE0-AA78-887D-CC5B-D224290E9948}"/>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1334BD30-38BD-2D9E-47A9-7D7A4D501EE2}"/>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6181EED8-06B1-2E22-8D1B-3BCBAB91291A}"/>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173BDA9F-B408-9622-815A-3CEC243D0A09}"/>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0E44628F-C638-20F6-0ECB-27E905797BF6}"/>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9C181AF8-61B7-49B6-4817-16108AD187F1}"/>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A91E00E1-51D4-B926-5489-7D7F8DC122BA}"/>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DAD77A89-DA39-1D89-EB3E-89B2211FC68D}"/>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99D16BE3-B467-1820-AEF6-F12F93A9C6F3}"/>
              </a:ext>
            </a:extLst>
          </p:cNvPr>
          <p:cNvSpPr txBox="1"/>
          <p:nvPr/>
        </p:nvSpPr>
        <p:spPr>
          <a:xfrm>
            <a:off x="4645378" y="4408541"/>
            <a:ext cx="570089" cy="230832"/>
          </a:xfrm>
          <a:prstGeom prst="rect">
            <a:avLst/>
          </a:prstGeom>
          <a:noFill/>
        </p:spPr>
        <p:txBody>
          <a:bodyPr wrap="square" rtlCol="0">
            <a:spAutoFit/>
          </a:bodyPr>
          <a:lstStyle/>
          <a:p>
            <a:pPr algn="ctr"/>
            <a:r>
              <a:rPr lang="en-US" sz="900" dirty="0"/>
              <a:t>357</a:t>
            </a:r>
          </a:p>
        </p:txBody>
      </p:sp>
      <p:sp>
        <p:nvSpPr>
          <p:cNvPr id="46" name="TextBox 45">
            <a:extLst>
              <a:ext uri="{FF2B5EF4-FFF2-40B4-BE49-F238E27FC236}">
                <a16:creationId xmlns:a16="http://schemas.microsoft.com/office/drawing/2014/main" id="{EE985D47-5DD9-2B05-C971-2041E391DB46}"/>
              </a:ext>
            </a:extLst>
          </p:cNvPr>
          <p:cNvSpPr txBox="1"/>
          <p:nvPr/>
        </p:nvSpPr>
        <p:spPr>
          <a:xfrm>
            <a:off x="4645378" y="4909484"/>
            <a:ext cx="570089" cy="230832"/>
          </a:xfrm>
          <a:prstGeom prst="rect">
            <a:avLst/>
          </a:prstGeom>
          <a:noFill/>
        </p:spPr>
        <p:txBody>
          <a:bodyPr wrap="square" rtlCol="0">
            <a:spAutoFit/>
          </a:bodyPr>
          <a:lstStyle/>
          <a:p>
            <a:pPr algn="ctr"/>
            <a:r>
              <a:rPr lang="en-US" sz="900" dirty="0"/>
              <a:t>2347</a:t>
            </a:r>
          </a:p>
        </p:txBody>
      </p:sp>
      <p:sp>
        <p:nvSpPr>
          <p:cNvPr id="67" name="TextBox 66">
            <a:extLst>
              <a:ext uri="{FF2B5EF4-FFF2-40B4-BE49-F238E27FC236}">
                <a16:creationId xmlns:a16="http://schemas.microsoft.com/office/drawing/2014/main" id="{EDCEBD90-3E99-8ADF-FC3A-8EBE5CF7E376}"/>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94F85AD5-808C-7F45-3A97-BB4F4C95A065}"/>
              </a:ext>
            </a:extLst>
          </p:cNvPr>
          <p:cNvSpPr txBox="1"/>
          <p:nvPr/>
        </p:nvSpPr>
        <p:spPr>
          <a:xfrm>
            <a:off x="5650090" y="4544009"/>
            <a:ext cx="570089" cy="230832"/>
          </a:xfrm>
          <a:prstGeom prst="rect">
            <a:avLst/>
          </a:prstGeom>
          <a:noFill/>
        </p:spPr>
        <p:txBody>
          <a:bodyPr wrap="square" rtlCol="0">
            <a:spAutoFit/>
          </a:bodyPr>
          <a:lstStyle/>
          <a:p>
            <a:pPr algn="ctr"/>
            <a:r>
              <a:rPr lang="en-US" sz="900" dirty="0"/>
              <a:t>39</a:t>
            </a:r>
          </a:p>
        </p:txBody>
      </p:sp>
      <p:sp>
        <p:nvSpPr>
          <p:cNvPr id="69" name="TextBox 68">
            <a:extLst>
              <a:ext uri="{FF2B5EF4-FFF2-40B4-BE49-F238E27FC236}">
                <a16:creationId xmlns:a16="http://schemas.microsoft.com/office/drawing/2014/main" id="{3BA5753E-5BD7-4E47-FDB7-4B351EC160F7}"/>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1F76AA57-C721-D121-4E1E-662B10ED322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BDFD732-49D4-9814-79CB-13A35A77B730}"/>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DACD2028-08F7-B167-0D71-A2851D53FD6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7ACD9EE8-F994-CF1B-1EB1-1900D97DFF00}"/>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1596B88E-1AAF-4F6B-721C-F777DEC2A527}"/>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536CB1FC-AB58-CE42-8723-2164252FB793}"/>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3D7D74F6-55A4-E767-1FA2-164DCF8F94CE}"/>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A63A78A0-1527-D39E-541B-0C1645180DE3}"/>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7BA7CA8-050B-CD95-D9CE-67024146DBA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9BFCEE8-8365-2FCB-30CB-9098464953E5}"/>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0B7E528E-F94D-8347-1CCE-F7538FE01211}"/>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41370AB8-97B0-3940-2ADF-322518516AE2}"/>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B305D5CA-E323-90F6-3234-46B77A0F263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106F4F88-C9AD-908A-C9A2-B189D60682A0}"/>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6C0BACEB-C3E1-BAB6-756F-F46D68CCB2F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F82E3726-367E-E90C-273B-4C088A329E2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DE8DF981-CC43-69EC-1431-5D87902F4779}"/>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2D5AF648-E3C2-FAF6-10E2-1D2B80C9FEE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2AD1F66E-98B8-7DC7-A834-7813626914CE}"/>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9A70F4E1-5F09-F334-A38A-9E99257DF1F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AD4576D1-07DD-A118-1982-CFEF44B2E59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DD8415CE-C38C-50D4-C0F2-7B65A990746D}"/>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0F863DB8-D092-4BCF-9C77-C01A9C7E9D0B}"/>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B0B6F295-3A07-06A9-490C-83F22AEF681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5DC898A6-77F6-990D-7CB9-896D62CC6F6A}"/>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BC56BB01-4621-394A-A422-C9C613555FE7}"/>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299F3255-9ADA-0EA8-DF54-544D3929C058}"/>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343CBE9-7312-ACB8-EC0A-684AC1CFBD81}"/>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3C61E7BB-D221-33C6-578F-60F338A08A83}"/>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B3784F62-7C95-1606-0245-15395ECA196E}"/>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5E5E6E3A-690A-E06A-3324-033429FC203D}"/>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92C24877-8565-3250-5C56-07C6CDB8D17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86E20468-B874-650C-99C3-63F5081DB26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FF536CEE-4647-6540-A722-BBFFE0EFBB3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1A55DC73-2D98-223D-0494-78B4D75F114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CA7FDF37-7E25-79BA-3F66-AE5BEF0E1506}"/>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43" name="TextBox 42">
            <a:extLst>
              <a:ext uri="{FF2B5EF4-FFF2-40B4-BE49-F238E27FC236}">
                <a16:creationId xmlns:a16="http://schemas.microsoft.com/office/drawing/2014/main" id="{4EE759CC-4886-F667-A863-2543BDFA54D2}"/>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93925249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2B565D-06A7-759D-0FED-7B231E7F5408}"/>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CB1A8B-D58D-7EAF-CD0B-02B8DD49D7E3}"/>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E604C93-5C96-C4BF-255E-7B268A1BF0B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161D31B-0093-8988-7FEE-48EDA3C96C6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6C5764C-7700-1CCC-B38A-78258C0F7516}"/>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9BD478B4-F699-559B-3732-D3EDBE06447D}"/>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467EF6C-B490-071E-6138-33CF461746D0}"/>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BD8CD7B-CBB0-95BA-AF03-0414497C8CA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D42AA5C-3BB9-E342-EBE6-236C94A723C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A2B79D2B-B529-D75B-E269-4C3276E323D6}"/>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6498E5C-6538-AB1C-E912-4236E642797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45E5C750-1929-7864-72FD-9E4862F72AE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EBD21939-D153-33C9-61DA-B0FA15CB0ADA}"/>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6CB9F453-3101-AB74-FD1C-6AFEA87A8C26}"/>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2662C645-3517-AE30-6215-A6EBB7E142B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D1A78A1-949E-F91F-4B88-3CF079D20298}"/>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666D7D4B-3005-69ED-8F4A-F4AAFB7FC7AA}"/>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F06E5D8D-A045-1F97-CD00-D4A968FF7E6D}"/>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9DF480BB-C39D-610C-1AC4-997B82A24B01}"/>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67974615-7702-C76E-B640-1DBA8C0143A1}"/>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BE167580-0F2E-0121-F99E-E22046F250C1}"/>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95F62119-4737-C873-73FA-729929D396CB}"/>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481E140A-92F5-D946-AA76-B9CAD3C71CBA}"/>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562BFD5B-095E-24A8-620F-49EECDBB6491}"/>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076D2510-43A7-BC71-ECE0-7D7599D95254}"/>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0E60A5AE-7F88-EB3A-3B67-E0D09864EFC0}"/>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033DD8EB-9AD2-854C-320E-8A811598431A}"/>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E55554B6-2C30-643D-5C12-A1E5BACE9015}"/>
              </a:ext>
            </a:extLst>
          </p:cNvPr>
          <p:cNvSpPr txBox="1"/>
          <p:nvPr/>
        </p:nvSpPr>
        <p:spPr>
          <a:xfrm>
            <a:off x="5147734" y="4544009"/>
            <a:ext cx="570089" cy="230832"/>
          </a:xfrm>
          <a:prstGeom prst="rect">
            <a:avLst/>
          </a:prstGeom>
          <a:noFill/>
        </p:spPr>
        <p:txBody>
          <a:bodyPr wrap="square" rtlCol="0">
            <a:spAutoFit/>
          </a:bodyPr>
          <a:lstStyle/>
          <a:p>
            <a:pPr algn="ctr"/>
            <a:r>
              <a:rPr lang="en-US" sz="900" dirty="0"/>
              <a:t>579</a:t>
            </a:r>
          </a:p>
        </p:txBody>
      </p:sp>
      <p:sp>
        <p:nvSpPr>
          <p:cNvPr id="51" name="TextBox 50">
            <a:extLst>
              <a:ext uri="{FF2B5EF4-FFF2-40B4-BE49-F238E27FC236}">
                <a16:creationId xmlns:a16="http://schemas.microsoft.com/office/drawing/2014/main" id="{98890125-70AD-4059-F454-DC4139669E07}"/>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4F239983-1873-4772-083D-42CE26BE0B98}"/>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90281450-AEC3-AD1D-8BA7-CAC950804480}"/>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8F30AA99-D6DB-1D52-2698-A25372F1983F}"/>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836BBB64-8821-940F-8757-B23FCCDB9D82}"/>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61D3DFB3-6FE3-6242-5A1E-08E298487408}"/>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98F954F6-D43A-2E3D-89E8-B8C0202A619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3EC71095-56BF-CD2D-DA81-0AAFC38F3A01}"/>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771392E8-8B47-45B6-C6CE-71CF225852EE}"/>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10E2E466-3125-D7D7-1096-D4AA0FC2C98B}"/>
              </a:ext>
            </a:extLst>
          </p:cNvPr>
          <p:cNvSpPr txBox="1"/>
          <p:nvPr/>
        </p:nvSpPr>
        <p:spPr>
          <a:xfrm>
            <a:off x="4645378" y="4408541"/>
            <a:ext cx="570089" cy="230832"/>
          </a:xfrm>
          <a:prstGeom prst="rect">
            <a:avLst/>
          </a:prstGeom>
          <a:noFill/>
        </p:spPr>
        <p:txBody>
          <a:bodyPr wrap="square" rtlCol="0">
            <a:spAutoFit/>
          </a:bodyPr>
          <a:lstStyle/>
          <a:p>
            <a:pPr algn="ctr"/>
            <a:r>
              <a:rPr lang="en-US" sz="900" dirty="0"/>
              <a:t>357</a:t>
            </a:r>
          </a:p>
        </p:txBody>
      </p:sp>
      <p:sp>
        <p:nvSpPr>
          <p:cNvPr id="46" name="TextBox 45">
            <a:extLst>
              <a:ext uri="{FF2B5EF4-FFF2-40B4-BE49-F238E27FC236}">
                <a16:creationId xmlns:a16="http://schemas.microsoft.com/office/drawing/2014/main" id="{BD063587-5B67-E779-A0B8-152F534A2DAC}"/>
              </a:ext>
            </a:extLst>
          </p:cNvPr>
          <p:cNvSpPr txBox="1"/>
          <p:nvPr/>
        </p:nvSpPr>
        <p:spPr>
          <a:xfrm>
            <a:off x="4645378" y="4909484"/>
            <a:ext cx="570089" cy="230832"/>
          </a:xfrm>
          <a:prstGeom prst="rect">
            <a:avLst/>
          </a:prstGeom>
          <a:noFill/>
        </p:spPr>
        <p:txBody>
          <a:bodyPr wrap="square" rtlCol="0">
            <a:spAutoFit/>
          </a:bodyPr>
          <a:lstStyle/>
          <a:p>
            <a:pPr algn="ctr"/>
            <a:r>
              <a:rPr lang="en-US" sz="900" dirty="0"/>
              <a:t>247</a:t>
            </a:r>
          </a:p>
        </p:txBody>
      </p:sp>
      <p:sp>
        <p:nvSpPr>
          <p:cNvPr id="67" name="TextBox 66">
            <a:extLst>
              <a:ext uri="{FF2B5EF4-FFF2-40B4-BE49-F238E27FC236}">
                <a16:creationId xmlns:a16="http://schemas.microsoft.com/office/drawing/2014/main" id="{719F3B0C-E169-0BAD-566C-0F27C11C2C6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A9636991-F409-F276-D2CE-C5FA0B8E0A4B}"/>
              </a:ext>
            </a:extLst>
          </p:cNvPr>
          <p:cNvSpPr txBox="1"/>
          <p:nvPr/>
        </p:nvSpPr>
        <p:spPr>
          <a:xfrm>
            <a:off x="5650090" y="4544009"/>
            <a:ext cx="570089" cy="230832"/>
          </a:xfrm>
          <a:prstGeom prst="rect">
            <a:avLst/>
          </a:prstGeom>
          <a:noFill/>
        </p:spPr>
        <p:txBody>
          <a:bodyPr wrap="square" rtlCol="0">
            <a:spAutoFit/>
          </a:bodyPr>
          <a:lstStyle/>
          <a:p>
            <a:pPr algn="ctr"/>
            <a:r>
              <a:rPr lang="en-US" sz="900" dirty="0"/>
              <a:t>39</a:t>
            </a:r>
          </a:p>
        </p:txBody>
      </p:sp>
      <p:sp>
        <p:nvSpPr>
          <p:cNvPr id="69" name="TextBox 68">
            <a:extLst>
              <a:ext uri="{FF2B5EF4-FFF2-40B4-BE49-F238E27FC236}">
                <a16:creationId xmlns:a16="http://schemas.microsoft.com/office/drawing/2014/main" id="{2F881369-16F0-7BA9-F63D-D2BD24DD0266}"/>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8331CF69-7ABF-A949-6218-B2D89D97B451}"/>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B851229E-46D2-5539-91C6-00D8A776969D}"/>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FA2EBFCD-6019-DF31-6003-8A079A681A8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2C25225D-FC17-2073-EE36-DE22A5B9E953}"/>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8A9B4DDE-9BC3-2B33-66A8-200ECB279D3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62DFA962-9D78-7520-EB76-BB005FBA7B8C}"/>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96FC2E1E-B722-D8AC-080A-DA66B7D3B4A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706E5273-8993-E4DD-6A58-481A67BB0947}"/>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012F5187-8882-7286-3E3F-761CD0727D99}"/>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11D0D1FB-A998-61E2-37BE-EA2ED1C1FB39}"/>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3555B19-DF91-0054-FBCE-E586F28066A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D3AFF992-DEA2-6722-626C-F7B55EF62F3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FA00599-6189-D8AF-5FAA-E6D69E258211}"/>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9E470A1D-CB93-4519-A699-244E27874FAE}"/>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7C02AE9-367F-8254-6DBC-7EA0CF50102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B159E37-CDAB-48E5-0B02-AB1C76317153}"/>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62AD1439-7417-3364-AD17-CE36CD2EA9C4}"/>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6F490D5D-8F44-8D0F-021C-00AAC974B03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E2560128-42CF-6FB5-C5C6-521C9A30CC62}"/>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73998072-93F0-17C7-917A-D2A0413B758F}"/>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32C3635A-8371-7FFD-A8EF-F1C428C8B9B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2A617948-FCFA-A248-983B-2DE06B6D4C35}"/>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96648DCD-991D-F01F-EE3D-705E3654D10D}"/>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CB8803EE-E663-E75A-7AF3-5CABF499147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3D0EBB34-2D95-690B-57BC-EA7AD9A69EEF}"/>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13E7400F-C1E7-01F4-4DA8-99601228ABF5}"/>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BA01ABF8-04FB-37F8-BC3B-4FB3DDB1268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AB7E886-430D-D2E0-686C-3E4CEB21A694}"/>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889123AD-F417-289B-5098-0C727674B76E}"/>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28504681-C5D8-B578-942E-69AF851CEDAE}"/>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11218C94-0227-2DCF-1961-E49DDA3EB45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AE80CDC5-A411-4B3B-B8B1-BFFC812A1FF0}"/>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B8A9F90D-6104-05FD-EB28-88EB38CFC508}"/>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CC8F0CA5-626A-DDC0-A04C-427ECCA7B05F}"/>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11215773-C55F-2A08-7F87-F8151851DEC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1214650B-60B0-9F71-5874-49FCCB300378}"/>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3A2D79BF-1E27-7455-8974-20396755D2F4}"/>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3878830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E5728-BE2C-DC13-0352-10F8EA5F224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6D131B1-BA0E-D638-E4EC-341D351BAF60}"/>
              </a:ext>
            </a:extLst>
          </p:cNvPr>
          <p:cNvSpPr>
            <a:spLocks noGrp="1"/>
          </p:cNvSpPr>
          <p:nvPr>
            <p:ph sz="half" idx="1"/>
          </p:nvPr>
        </p:nvSpPr>
        <p:spPr/>
        <p:txBody>
          <a:bodyPr>
            <a:normAutofit/>
          </a:bodyPr>
          <a:lstStyle/>
          <a:p>
            <a:r>
              <a:rPr lang="en-US" dirty="0"/>
              <a:t>Going back to Row 8, the unassigned cells can sum to 8, 10, 12, 14, or 16. (9+9 not possible.) Plus 13 this set is 21, (73-&gt;23 would have two 3’s in row), </a:t>
            </a:r>
            <a:r>
              <a:rPr lang="en-US" b="1" dirty="0"/>
              <a:t>25</a:t>
            </a:r>
            <a:r>
              <a:rPr lang="en-US" dirty="0"/>
              <a:t>, </a:t>
            </a:r>
            <a:r>
              <a:rPr lang="en-US" b="1" dirty="0"/>
              <a:t>27</a:t>
            </a:r>
            <a:r>
              <a:rPr lang="en-US" dirty="0"/>
              <a:t>, or 29. These are the two possible combinations. They must contain a 9.</a:t>
            </a:r>
          </a:p>
        </p:txBody>
      </p:sp>
      <p:pic>
        <p:nvPicPr>
          <p:cNvPr id="4" name="Picture 3" descr="A grid of sudoku puzzle&#10;&#10;Description automatically generated">
            <a:extLst>
              <a:ext uri="{FF2B5EF4-FFF2-40B4-BE49-F238E27FC236}">
                <a16:creationId xmlns:a16="http://schemas.microsoft.com/office/drawing/2014/main" id="{B35E5A07-D472-2E4D-25CC-8D3E5D70DECE}"/>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8250923-E6A1-448C-8400-5C02615F90D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F12FC42-1795-C8BD-85CA-C50D85D13197}"/>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E4C11AB8-2B31-F044-7A78-3DDB3922A1E3}"/>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55925A8-14FE-56D8-EA94-AFEF121CB7C1}"/>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3B1DF04E-4D6F-811E-CE6C-CC39A9EC937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A7DBFC79-D6E5-B8B1-30F5-DE6824169410}"/>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78D72CD-F135-285B-E702-A93D328AC1F4}"/>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8CC021C-F392-D9E4-A2AD-8FA2E9B5D33F}"/>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7F000C8-89FA-C7E8-B08A-D7E26D51624B}"/>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060C512-E072-0485-7764-28765C808103}"/>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D7119397-BF3F-CBE5-42F8-D0C731EF6665}"/>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5C3BBB93-5553-0EA0-25B6-C44B08A3D494}"/>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AF65329-5C39-CAEF-28F7-EB2DE32EF1C7}"/>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954AEB59-8076-9676-8D96-34EC2BD1C5B5}"/>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41F052B1-D95D-BE54-BA8D-95DB2A5F2118}"/>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40056AD4-E2B7-4CF0-F038-D2B2453FC2AF}"/>
              </a:ext>
            </a:extLst>
          </p:cNvPr>
          <p:cNvSpPr txBox="1"/>
          <p:nvPr/>
        </p:nvSpPr>
        <p:spPr>
          <a:xfrm>
            <a:off x="3640666" y="4408541"/>
            <a:ext cx="570089" cy="230832"/>
          </a:xfrm>
          <a:prstGeom prst="rect">
            <a:avLst/>
          </a:prstGeom>
          <a:noFill/>
        </p:spPr>
        <p:txBody>
          <a:bodyPr wrap="square" rtlCol="0">
            <a:spAutoFit/>
          </a:bodyPr>
          <a:lstStyle/>
          <a:p>
            <a:pPr algn="ctr"/>
            <a:r>
              <a:rPr lang="en-US" sz="900" dirty="0"/>
              <a:t>579</a:t>
            </a:r>
          </a:p>
        </p:txBody>
      </p:sp>
      <p:sp>
        <p:nvSpPr>
          <p:cNvPr id="31" name="TextBox 30">
            <a:extLst>
              <a:ext uri="{FF2B5EF4-FFF2-40B4-BE49-F238E27FC236}">
                <a16:creationId xmlns:a16="http://schemas.microsoft.com/office/drawing/2014/main" id="{91FED509-331A-D6D4-AC34-4BFE4E1EF0D4}"/>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28D3A93C-794E-B7B4-1BE1-71BE6B3BBB48}"/>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17CC33F1-CB11-AA3A-C929-2FA71367FBC9}"/>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D03AD61D-ADF4-544C-9727-01BC1850194F}"/>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B403EAEE-8FCA-34ED-4B5F-710EF0407B66}"/>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FF979AEB-2203-4E32-B2C8-AEF6B02509A1}"/>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CE5444B7-5F5E-65B8-B72B-A83201BEA604}"/>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16BFCB4E-181B-A8DD-DB8F-A36C8A914A00}"/>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8683C2F9-35A2-4784-664B-D08C336124C3}"/>
              </a:ext>
            </a:extLst>
          </p:cNvPr>
          <p:cNvSpPr txBox="1"/>
          <p:nvPr/>
        </p:nvSpPr>
        <p:spPr>
          <a:xfrm>
            <a:off x="5147734" y="4544009"/>
            <a:ext cx="570089" cy="230832"/>
          </a:xfrm>
          <a:prstGeom prst="rect">
            <a:avLst/>
          </a:prstGeom>
          <a:noFill/>
        </p:spPr>
        <p:txBody>
          <a:bodyPr wrap="square" rtlCol="0">
            <a:spAutoFit/>
          </a:bodyPr>
          <a:lstStyle/>
          <a:p>
            <a:pPr algn="ctr"/>
            <a:r>
              <a:rPr lang="en-US" sz="900" dirty="0"/>
              <a:t>59</a:t>
            </a:r>
          </a:p>
        </p:txBody>
      </p:sp>
      <p:sp>
        <p:nvSpPr>
          <p:cNvPr id="51" name="TextBox 50">
            <a:extLst>
              <a:ext uri="{FF2B5EF4-FFF2-40B4-BE49-F238E27FC236}">
                <a16:creationId xmlns:a16="http://schemas.microsoft.com/office/drawing/2014/main" id="{DCBE37A3-7D2F-C9C4-178A-3F34D3634A53}"/>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62E504E0-38EC-FE32-FF0C-5266FE8519D3}"/>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6EF5A0FA-FFC8-94F8-75B6-A191A3305E51}"/>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C0233412-A136-4452-AA7A-497ABBE7A932}"/>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0FDFBB7E-655A-9921-DD70-BCC597C4964E}"/>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3C73FB4E-4EC8-183E-2A52-81B5D0C3A855}"/>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4D3BC329-EA7A-C92E-AC66-C6C2437C85B6}"/>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86AE6A7A-8937-94F8-325C-4D3756579D26}"/>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ECFD510D-E7C2-C646-D9A5-B5650E617FF2}"/>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279F108B-8408-96BB-9785-0D3C3288D6E4}"/>
              </a:ext>
            </a:extLst>
          </p:cNvPr>
          <p:cNvSpPr txBox="1"/>
          <p:nvPr/>
        </p:nvSpPr>
        <p:spPr>
          <a:xfrm>
            <a:off x="4645378" y="4408541"/>
            <a:ext cx="570089" cy="230832"/>
          </a:xfrm>
          <a:prstGeom prst="rect">
            <a:avLst/>
          </a:prstGeom>
          <a:noFill/>
        </p:spPr>
        <p:txBody>
          <a:bodyPr wrap="square" rtlCol="0">
            <a:spAutoFit/>
          </a:bodyPr>
          <a:lstStyle/>
          <a:p>
            <a:pPr algn="ctr"/>
            <a:r>
              <a:rPr lang="en-US" sz="900" dirty="0"/>
              <a:t>75</a:t>
            </a:r>
          </a:p>
        </p:txBody>
      </p:sp>
      <p:sp>
        <p:nvSpPr>
          <p:cNvPr id="46" name="TextBox 45">
            <a:extLst>
              <a:ext uri="{FF2B5EF4-FFF2-40B4-BE49-F238E27FC236}">
                <a16:creationId xmlns:a16="http://schemas.microsoft.com/office/drawing/2014/main" id="{F9B232A4-EDDB-3952-6C45-E2EE5458D53A}"/>
              </a:ext>
            </a:extLst>
          </p:cNvPr>
          <p:cNvSpPr txBox="1"/>
          <p:nvPr/>
        </p:nvSpPr>
        <p:spPr>
          <a:xfrm>
            <a:off x="4645378" y="4909484"/>
            <a:ext cx="570089" cy="230832"/>
          </a:xfrm>
          <a:prstGeom prst="rect">
            <a:avLst/>
          </a:prstGeom>
          <a:noFill/>
        </p:spPr>
        <p:txBody>
          <a:bodyPr wrap="square" rtlCol="0">
            <a:spAutoFit/>
          </a:bodyPr>
          <a:lstStyle/>
          <a:p>
            <a:pPr algn="ctr"/>
            <a:r>
              <a:rPr lang="en-US" sz="900" dirty="0"/>
              <a:t>247</a:t>
            </a:r>
          </a:p>
        </p:txBody>
      </p:sp>
      <p:sp>
        <p:nvSpPr>
          <p:cNvPr id="67" name="TextBox 66">
            <a:extLst>
              <a:ext uri="{FF2B5EF4-FFF2-40B4-BE49-F238E27FC236}">
                <a16:creationId xmlns:a16="http://schemas.microsoft.com/office/drawing/2014/main" id="{557D204E-852C-83C5-AC3E-F3776B94683F}"/>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D043AA4E-23FA-72B2-25CD-A7FE2E2A40AA}"/>
              </a:ext>
            </a:extLst>
          </p:cNvPr>
          <p:cNvSpPr txBox="1"/>
          <p:nvPr/>
        </p:nvSpPr>
        <p:spPr>
          <a:xfrm>
            <a:off x="5650090" y="4544009"/>
            <a:ext cx="570089" cy="230832"/>
          </a:xfrm>
          <a:prstGeom prst="rect">
            <a:avLst/>
          </a:prstGeom>
          <a:noFill/>
        </p:spPr>
        <p:txBody>
          <a:bodyPr wrap="square" rtlCol="0">
            <a:spAutoFit/>
          </a:bodyPr>
          <a:lstStyle/>
          <a:p>
            <a:pPr algn="ctr"/>
            <a:r>
              <a:rPr lang="en-US" sz="900" dirty="0"/>
              <a:t>93</a:t>
            </a:r>
          </a:p>
        </p:txBody>
      </p:sp>
      <p:sp>
        <p:nvSpPr>
          <p:cNvPr id="69" name="TextBox 68">
            <a:extLst>
              <a:ext uri="{FF2B5EF4-FFF2-40B4-BE49-F238E27FC236}">
                <a16:creationId xmlns:a16="http://schemas.microsoft.com/office/drawing/2014/main" id="{59E26010-4637-12A4-98A8-054D7C0B77AA}"/>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5BEBB5AB-53CB-EC0E-8017-98D85FAE22DC}"/>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5F5BA0D-8117-8788-DB50-F547531BEBBD}"/>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4186C11-E3E9-5FF1-08F3-21EBF35399C3}"/>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E20A0BDA-945A-7B1A-DA88-9C1856F1074C}"/>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402783E8-4628-9515-937F-2919FF26EE7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D1D2BCBC-E591-5CED-C6C9-C1B3A54BE8A9}"/>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2CC7B7FE-D77E-B4AB-C239-1DE13115FCAA}"/>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0D2E5124-E140-C338-3B77-ED0019A0BC89}"/>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17B01AB-444A-417D-DCC6-DB3D7961273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438EE47D-CFE9-9F52-349B-9E7978B8FD50}"/>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C27C2795-C6B5-923A-0C84-A5EB34165413}"/>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8B8FA6F3-3B5E-55DA-4118-FDA1D2212189}"/>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C7D942F-F2F0-474D-E161-1CA9DF732896}"/>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CBE5739-5374-AA15-C9B9-7D8B511AFD99}"/>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8108A132-C48C-2433-A89B-39A3AE0BCC9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4437EC93-BC31-90F1-E0E2-4E32AA559CA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46F36D6-35C5-2C53-8BE1-C02313257683}"/>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F3A6975-0DB6-7B9F-775A-7DE232CCC9AE}"/>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069F739F-9FE9-3611-AE51-EE152D601D50}"/>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8AE0AB5D-9DFC-6721-FA91-AC029594B977}"/>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4812FCF8-D1B3-172E-2DDE-5580AF4B8645}"/>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6BCD768-21BC-FA02-A202-0D279FF97541}"/>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BD516E40-C369-5EF1-4B37-86092EBEB293}"/>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BA43F2E3-AF99-9936-15BD-8C6D969075A8}"/>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988C8B60-AF56-43C5-CD60-E3539EE0897A}"/>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0B7AA63A-420B-AAF5-2D19-A148C2334D76}"/>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69328B46-30AF-AC89-0050-C83A90FCC40E}"/>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D7D6AE64-E96E-AA9A-5DA1-B8B1C96A2E1D}"/>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E134C4F9-996A-0726-330E-CC2F70CB28A0}"/>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4F370744-2A1D-C5D8-F73F-348C31CB959F}"/>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2A5852D8-D581-AC9F-CBE6-4DD54B116E0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C9D2377C-04FC-997B-3F06-296D24F6770E}"/>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A4E6DBE1-69D4-296A-74B3-37EFDB49946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393EB63A-E628-1F2A-EE75-79CDC2224FBA}"/>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D91BBCFE-0E2D-2677-D722-69C383DB82CC}"/>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F53BCC16-7B01-E7A4-D8E1-2E0B95D0BDA0}"/>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04A2AFA-6984-DA46-A9B0-8D1905174E30}"/>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2968241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D3A5B-1354-48FF-9E4C-F241EB5C791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E53D3CD-FFDE-A631-605F-1E3644400C69}"/>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3EBDEEEC-39FB-E411-6E46-8D0BB307778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5768EF7B-8F68-DDEE-7E6D-873B74AA83F0}"/>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65D1B9C4-80E7-C8FD-8631-2A5393FD39BA}"/>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035C2D5-B0F7-E18E-8700-06DB44CA95B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ACF6A54E-3694-5C63-1982-9EB46254CF0C}"/>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BBE8EC38-C443-C510-68B7-F0BB876A1D5F}"/>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970053C4-7457-A1D7-F47E-BE809511DA76}"/>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B3FC2A6-A46E-0201-4B56-5FEACD35540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87129FB9-3C55-208F-DCEC-0B36CD1C7151}"/>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79C6E120-25E6-3082-66B1-D4086BD0ED63}"/>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4361CFE3-3B67-34DF-21BD-168A7B660A93}"/>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769DBF9A-10D1-BD01-FFE5-58B36045E28C}"/>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06048B06-61E3-520B-BCEE-F7F7B853515A}"/>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33F4FF6-6512-45E5-8CC6-39C4500AFF90}"/>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04114046-FB4F-CA0E-2380-209A28664F74}"/>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75F01C21-2076-D886-E21A-795AD26636A0}"/>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FBA99DED-9918-747E-B4D4-05B761619CB2}"/>
              </a:ext>
            </a:extLst>
          </p:cNvPr>
          <p:cNvSpPr txBox="1"/>
          <p:nvPr/>
        </p:nvSpPr>
        <p:spPr>
          <a:xfrm>
            <a:off x="3640666" y="4408541"/>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77A8F3E0-B33D-18DA-DB0F-2C5D8B5858A2}"/>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5028374C-DB17-6803-10AA-2DE742C0692A}"/>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6982604F-87BC-B86D-7232-381A701DDAB4}"/>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2626441D-DFC8-FF9C-F589-8A4D5832A27E}"/>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99767984-5ADA-2681-7931-FA8E40576EC7}"/>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DB3A1C4D-CCD1-9D41-F2E9-DD613DFA391C}"/>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78BAAA01-9E0A-6A72-6412-D097E63C1486}"/>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70D664A6-CABE-453B-4C3A-5E99A59BED6E}"/>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0" name="TextBox 49">
            <a:extLst>
              <a:ext uri="{FF2B5EF4-FFF2-40B4-BE49-F238E27FC236}">
                <a16:creationId xmlns:a16="http://schemas.microsoft.com/office/drawing/2014/main" id="{AAF8691E-21F8-6487-BED2-8DA7F504BB28}"/>
              </a:ext>
            </a:extLst>
          </p:cNvPr>
          <p:cNvSpPr txBox="1"/>
          <p:nvPr/>
        </p:nvSpPr>
        <p:spPr>
          <a:xfrm>
            <a:off x="5147734" y="4544009"/>
            <a:ext cx="570089" cy="230832"/>
          </a:xfrm>
          <a:prstGeom prst="rect">
            <a:avLst/>
          </a:prstGeom>
          <a:noFill/>
        </p:spPr>
        <p:txBody>
          <a:bodyPr wrap="square" rtlCol="0">
            <a:spAutoFit/>
          </a:bodyPr>
          <a:lstStyle/>
          <a:p>
            <a:pPr algn="ctr"/>
            <a:r>
              <a:rPr lang="en-US" sz="900" dirty="0"/>
              <a:t>59</a:t>
            </a:r>
          </a:p>
        </p:txBody>
      </p:sp>
      <p:sp>
        <p:nvSpPr>
          <p:cNvPr id="51" name="TextBox 50">
            <a:extLst>
              <a:ext uri="{FF2B5EF4-FFF2-40B4-BE49-F238E27FC236}">
                <a16:creationId xmlns:a16="http://schemas.microsoft.com/office/drawing/2014/main" id="{570CEE9C-9E01-26C3-576C-68B7889D16FB}"/>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750EDBCB-8956-D927-3B12-964B9B32C49E}"/>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BB4CE70E-5D08-8AF8-C0D6-18E9759B869D}"/>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5763A9CD-0827-A09C-5262-948992DCB11B}"/>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3794D0D3-482D-8BCD-AA46-7AA45794450F}"/>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50E3C1FF-0CB3-51E0-6D87-890625871565}"/>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0542792E-0257-E4C5-5443-4F0BA3BC6533}"/>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02D449ED-E8BD-FE46-034D-3DC371B2C5DF}"/>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01B25706-5067-6620-EAA7-3FC62E2BAFDC}"/>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F301EFFF-B349-F885-11AF-25D263EF0132}"/>
              </a:ext>
            </a:extLst>
          </p:cNvPr>
          <p:cNvSpPr txBox="1"/>
          <p:nvPr/>
        </p:nvSpPr>
        <p:spPr>
          <a:xfrm>
            <a:off x="4645378" y="4408541"/>
            <a:ext cx="570089" cy="230832"/>
          </a:xfrm>
          <a:prstGeom prst="rect">
            <a:avLst/>
          </a:prstGeom>
          <a:noFill/>
        </p:spPr>
        <p:txBody>
          <a:bodyPr wrap="square" rtlCol="0">
            <a:spAutoFit/>
          </a:bodyPr>
          <a:lstStyle/>
          <a:p>
            <a:pPr algn="ctr"/>
            <a:r>
              <a:rPr lang="en-US" sz="900" dirty="0"/>
              <a:t>75</a:t>
            </a:r>
          </a:p>
        </p:txBody>
      </p:sp>
      <p:sp>
        <p:nvSpPr>
          <p:cNvPr id="46" name="TextBox 45">
            <a:extLst>
              <a:ext uri="{FF2B5EF4-FFF2-40B4-BE49-F238E27FC236}">
                <a16:creationId xmlns:a16="http://schemas.microsoft.com/office/drawing/2014/main" id="{5A207613-C6C0-CF8F-DE78-AB01669FBE52}"/>
              </a:ext>
            </a:extLst>
          </p:cNvPr>
          <p:cNvSpPr txBox="1"/>
          <p:nvPr/>
        </p:nvSpPr>
        <p:spPr>
          <a:xfrm>
            <a:off x="4645378" y="4909484"/>
            <a:ext cx="570089" cy="230832"/>
          </a:xfrm>
          <a:prstGeom prst="rect">
            <a:avLst/>
          </a:prstGeom>
          <a:noFill/>
        </p:spPr>
        <p:txBody>
          <a:bodyPr wrap="square" rtlCol="0">
            <a:spAutoFit/>
          </a:bodyPr>
          <a:lstStyle/>
          <a:p>
            <a:pPr algn="ctr"/>
            <a:r>
              <a:rPr lang="en-US" sz="900" dirty="0"/>
              <a:t>247</a:t>
            </a:r>
          </a:p>
        </p:txBody>
      </p:sp>
      <p:sp>
        <p:nvSpPr>
          <p:cNvPr id="67" name="TextBox 66">
            <a:extLst>
              <a:ext uri="{FF2B5EF4-FFF2-40B4-BE49-F238E27FC236}">
                <a16:creationId xmlns:a16="http://schemas.microsoft.com/office/drawing/2014/main" id="{B6BC9530-058F-A2E4-8D49-9A5AAF96814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D07E3D2B-DB11-10F0-6CE7-6CDE0CC15CDE}"/>
              </a:ext>
            </a:extLst>
          </p:cNvPr>
          <p:cNvSpPr txBox="1"/>
          <p:nvPr/>
        </p:nvSpPr>
        <p:spPr>
          <a:xfrm>
            <a:off x="5650090" y="4544009"/>
            <a:ext cx="570089" cy="230832"/>
          </a:xfrm>
          <a:prstGeom prst="rect">
            <a:avLst/>
          </a:prstGeom>
          <a:noFill/>
        </p:spPr>
        <p:txBody>
          <a:bodyPr wrap="square" rtlCol="0">
            <a:spAutoFit/>
          </a:bodyPr>
          <a:lstStyle/>
          <a:p>
            <a:pPr algn="ctr"/>
            <a:r>
              <a:rPr lang="en-US" sz="900" dirty="0"/>
              <a:t>93</a:t>
            </a:r>
          </a:p>
        </p:txBody>
      </p:sp>
      <p:sp>
        <p:nvSpPr>
          <p:cNvPr id="69" name="TextBox 68">
            <a:extLst>
              <a:ext uri="{FF2B5EF4-FFF2-40B4-BE49-F238E27FC236}">
                <a16:creationId xmlns:a16="http://schemas.microsoft.com/office/drawing/2014/main" id="{081D9D64-A4D9-5860-9F80-1E25E8823CB4}"/>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F5D4398-B838-5428-4340-3BC761BD4B5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0EC54F8B-4668-F2C9-9D30-A1A26ACDFA4E}"/>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5DA33D0D-450F-7005-D8B7-F47D2DA0F531}"/>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655FECD-8172-06EC-B050-32E86750E5A4}"/>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76D415A4-93F0-3C1F-8857-27B3654F67C5}"/>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CCE2792C-EDA7-F8EF-FD9C-0256252E965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F95BBD2F-9C52-2959-D965-120A58295C99}"/>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D145F5F7-4112-09C0-DAE4-DA0DFCF39A63}"/>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067EB5DB-AE8D-98C5-A8AE-BD562D5B212F}"/>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838D1E2-F668-DEDC-FC1D-366AECE02929}"/>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FB0E3C03-889B-938D-9FCC-330873B7451E}"/>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AA94BBD-4844-1753-93B6-E81FCDC449C6}"/>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2E8AD680-801B-DEA9-2220-5191375CD6FB}"/>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88C2B70-FDBF-B652-B1CD-9983E2F38488}"/>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F95AE2B1-4E34-9DCC-4719-7FDCF3953F7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E63E67F3-BBDA-F65A-67A3-8483CB0D61C6}"/>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5D52F188-A251-8621-1180-4E08706ACE28}"/>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E4A96780-D490-B641-4343-524B88B15AA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2EA4F66-FB9A-6173-75DC-7BFF8A802AFE}"/>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D443DB71-3D26-F9E8-D4B9-F7551E489452}"/>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CF022487-D67B-3F64-17A4-DC77117DE1A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89BD0D41-167C-EFFC-D046-EA9BCCDE207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00701C94-67A1-EA1F-040E-AC93C579DAEE}"/>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1DC3CEB3-BECF-3C17-F87B-538E75573AFF}"/>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D6F78274-3198-CB3B-648D-0E1D519C6C9B}"/>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C9B6CFC6-389D-7F35-F79C-EA3A3AF171ED}"/>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B72F4EE7-A013-F648-BE0A-FAD8DE458607}"/>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8088325C-AA82-CB79-6ADF-38A9484CEFC2}"/>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8C475438-7317-5AF5-E597-1DB67F7BFFD4}"/>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6258EF3A-A2CB-F244-BA34-1E12535D486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F1F5E91A-D43F-9EEB-0539-DB335F2BA907}"/>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C02568C5-3407-9B35-65DD-BB8632C709E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35E9ACB3-8821-A4E5-7479-3B7D585ABE65}"/>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DBEB7025-0CCC-A9A0-5C9C-7E59EB99A85D}"/>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415DF83-2F92-1B1E-567C-7EE61E81252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5C5AA39C-1D6F-C931-7BB8-4BF7CBEC26E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23CE03F8-1028-CDA9-16F7-69F8D40EEFDE}"/>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08851801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65A479-0AA4-AD3C-F73F-879AA0EA66D7}"/>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65530A2-CF50-11E8-AF28-F24B5CC47C2B}"/>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81970998-7DDF-7A8B-2660-488BC4BB87DB}"/>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62D190AE-6FE8-B47E-AC91-1CD7359F1224}"/>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0D319453-52B3-439F-4D6C-77ED55FF16FE}"/>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BEC240C-5E9A-A004-E190-3BFB64DCCC4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E2C8E7D8-B305-ECC4-AEE6-7BE45580579F}"/>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65C5072-1C75-D8D5-29C3-49D4EB7D425D}"/>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BA3191F-D1D9-D920-59AA-A2D91648B9F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4F853707-AE09-209F-C6BB-E614BA1E844A}"/>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98037A74-B28C-53FC-6B6E-A0D6CF6527C7}"/>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8607A659-D821-F6E0-99BB-7B3DF90CF1BD}"/>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3" name="TextBox 22">
            <a:extLst>
              <a:ext uri="{FF2B5EF4-FFF2-40B4-BE49-F238E27FC236}">
                <a16:creationId xmlns:a16="http://schemas.microsoft.com/office/drawing/2014/main" id="{C6F66910-21CC-5BB9-501D-C84FDB015B51}"/>
              </a:ext>
            </a:extLst>
          </p:cNvPr>
          <p:cNvSpPr txBox="1"/>
          <p:nvPr/>
        </p:nvSpPr>
        <p:spPr>
          <a:xfrm>
            <a:off x="4645378" y="3907597"/>
            <a:ext cx="570089" cy="230832"/>
          </a:xfrm>
          <a:prstGeom prst="rect">
            <a:avLst/>
          </a:prstGeom>
          <a:noFill/>
        </p:spPr>
        <p:txBody>
          <a:bodyPr wrap="square" rtlCol="0">
            <a:spAutoFit/>
          </a:bodyPr>
          <a:lstStyle/>
          <a:p>
            <a:pPr algn="ctr"/>
            <a:r>
              <a:rPr lang="en-US" sz="900" dirty="0"/>
              <a:t>45</a:t>
            </a:r>
          </a:p>
        </p:txBody>
      </p:sp>
      <p:sp>
        <p:nvSpPr>
          <p:cNvPr id="24" name="TextBox 23">
            <a:extLst>
              <a:ext uri="{FF2B5EF4-FFF2-40B4-BE49-F238E27FC236}">
                <a16:creationId xmlns:a16="http://schemas.microsoft.com/office/drawing/2014/main" id="{7D9E627E-D045-C976-17B5-354DCD069F11}"/>
              </a:ext>
            </a:extLst>
          </p:cNvPr>
          <p:cNvSpPr txBox="1"/>
          <p:nvPr/>
        </p:nvSpPr>
        <p:spPr>
          <a:xfrm>
            <a:off x="5147734" y="4043065"/>
            <a:ext cx="570089" cy="230832"/>
          </a:xfrm>
          <a:prstGeom prst="rect">
            <a:avLst/>
          </a:prstGeom>
          <a:noFill/>
        </p:spPr>
        <p:txBody>
          <a:bodyPr wrap="square" rtlCol="0">
            <a:spAutoFit/>
          </a:bodyPr>
          <a:lstStyle/>
          <a:p>
            <a:pPr algn="ctr"/>
            <a:r>
              <a:rPr lang="en-US" sz="900" dirty="0"/>
              <a:t>89</a:t>
            </a:r>
          </a:p>
        </p:txBody>
      </p:sp>
      <p:sp>
        <p:nvSpPr>
          <p:cNvPr id="27" name="TextBox 26">
            <a:extLst>
              <a:ext uri="{FF2B5EF4-FFF2-40B4-BE49-F238E27FC236}">
                <a16:creationId xmlns:a16="http://schemas.microsoft.com/office/drawing/2014/main" id="{21595BD3-376B-AE19-87C8-A6131591CD5D}"/>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90A8264-8F2B-DEFC-D842-4FB080EADFDE}"/>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C438EF62-B6BA-92DB-67A0-57AEDA64EE25}"/>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D7AAC686-CC33-AB79-F97B-BCAAF9EA7BDF}"/>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0" name="TextBox 29">
            <a:extLst>
              <a:ext uri="{FF2B5EF4-FFF2-40B4-BE49-F238E27FC236}">
                <a16:creationId xmlns:a16="http://schemas.microsoft.com/office/drawing/2014/main" id="{9FCA5CE5-F418-CD9D-F74E-4DA80EE0BBDB}"/>
              </a:ext>
            </a:extLst>
          </p:cNvPr>
          <p:cNvSpPr txBox="1"/>
          <p:nvPr/>
        </p:nvSpPr>
        <p:spPr>
          <a:xfrm>
            <a:off x="3640666" y="4408541"/>
            <a:ext cx="570089" cy="230832"/>
          </a:xfrm>
          <a:prstGeom prst="rect">
            <a:avLst/>
          </a:prstGeom>
          <a:noFill/>
        </p:spPr>
        <p:txBody>
          <a:bodyPr wrap="square" rtlCol="0">
            <a:spAutoFit/>
          </a:bodyPr>
          <a:lstStyle/>
          <a:p>
            <a:pPr algn="ctr"/>
            <a:r>
              <a:rPr lang="en-US" sz="900" dirty="0"/>
              <a:t>57</a:t>
            </a:r>
          </a:p>
        </p:txBody>
      </p:sp>
      <p:sp>
        <p:nvSpPr>
          <p:cNvPr id="31" name="TextBox 30">
            <a:extLst>
              <a:ext uri="{FF2B5EF4-FFF2-40B4-BE49-F238E27FC236}">
                <a16:creationId xmlns:a16="http://schemas.microsoft.com/office/drawing/2014/main" id="{32085D88-4BB4-AD6E-BDB9-83918C267CB5}"/>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887C42F9-2DF7-9241-7932-268B0322C3BF}"/>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4FC573B7-9C51-F8A5-0FFD-AB76A8A1284E}"/>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720F9BF1-E012-85F0-5341-1B6F3BCC74B6}"/>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D57EBC48-DF71-71EC-446D-B0481D201DB8}"/>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9273D07A-7052-6BDC-1BFF-2849BC683036}"/>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27A62549-470F-47EC-D9F5-1F0723B4ABAB}"/>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51B19C9D-0468-9AB0-D2B8-044F2A46B87A}"/>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1" name="TextBox 50">
            <a:extLst>
              <a:ext uri="{FF2B5EF4-FFF2-40B4-BE49-F238E27FC236}">
                <a16:creationId xmlns:a16="http://schemas.microsoft.com/office/drawing/2014/main" id="{B670B20C-6763-383E-EC18-A4D0ED35AFFA}"/>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4DB084A8-BE1C-5EEB-45A2-DB130D3E5DE1}"/>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DF7A5A7E-07E9-79A5-CE92-C6AE3EBE631F}"/>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E2AE23DB-BE85-5FE0-C96E-ABF66C9CACA2}"/>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24BBDCA1-C4A3-86D4-8075-1E84D7BDD6DF}"/>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5FDFCC88-F61B-2947-6F0B-79F083414B7B}"/>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A7F5BCC7-2853-28A8-A2EC-93BCDCF5142E}"/>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CBDEE648-75C7-2B0D-FF8F-0788C225D583}"/>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321507F4-11BF-B2CA-960E-67DC59AA822D}"/>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5" name="TextBox 44">
            <a:extLst>
              <a:ext uri="{FF2B5EF4-FFF2-40B4-BE49-F238E27FC236}">
                <a16:creationId xmlns:a16="http://schemas.microsoft.com/office/drawing/2014/main" id="{C0AFC0CC-A942-8FF7-5497-83F5FF737B3C}"/>
              </a:ext>
            </a:extLst>
          </p:cNvPr>
          <p:cNvSpPr txBox="1"/>
          <p:nvPr/>
        </p:nvSpPr>
        <p:spPr>
          <a:xfrm>
            <a:off x="4645378" y="4408541"/>
            <a:ext cx="570089" cy="230832"/>
          </a:xfrm>
          <a:prstGeom prst="rect">
            <a:avLst/>
          </a:prstGeom>
          <a:noFill/>
        </p:spPr>
        <p:txBody>
          <a:bodyPr wrap="square" rtlCol="0">
            <a:spAutoFit/>
          </a:bodyPr>
          <a:lstStyle/>
          <a:p>
            <a:pPr algn="ctr"/>
            <a:r>
              <a:rPr lang="en-US" sz="900" dirty="0"/>
              <a:t>75</a:t>
            </a:r>
          </a:p>
        </p:txBody>
      </p:sp>
      <p:sp>
        <p:nvSpPr>
          <p:cNvPr id="46" name="TextBox 45">
            <a:extLst>
              <a:ext uri="{FF2B5EF4-FFF2-40B4-BE49-F238E27FC236}">
                <a16:creationId xmlns:a16="http://schemas.microsoft.com/office/drawing/2014/main" id="{A21819FE-DBE3-BAD7-056F-262929E14625}"/>
              </a:ext>
            </a:extLst>
          </p:cNvPr>
          <p:cNvSpPr txBox="1"/>
          <p:nvPr/>
        </p:nvSpPr>
        <p:spPr>
          <a:xfrm>
            <a:off x="4645378" y="4909484"/>
            <a:ext cx="570089" cy="230832"/>
          </a:xfrm>
          <a:prstGeom prst="rect">
            <a:avLst/>
          </a:prstGeom>
          <a:noFill/>
        </p:spPr>
        <p:txBody>
          <a:bodyPr wrap="square" rtlCol="0">
            <a:spAutoFit/>
          </a:bodyPr>
          <a:lstStyle/>
          <a:p>
            <a:pPr algn="ctr"/>
            <a:r>
              <a:rPr lang="en-US" sz="900" dirty="0"/>
              <a:t>247</a:t>
            </a:r>
          </a:p>
        </p:txBody>
      </p:sp>
      <p:sp>
        <p:nvSpPr>
          <p:cNvPr id="67" name="TextBox 66">
            <a:extLst>
              <a:ext uri="{FF2B5EF4-FFF2-40B4-BE49-F238E27FC236}">
                <a16:creationId xmlns:a16="http://schemas.microsoft.com/office/drawing/2014/main" id="{D75BB42A-D7D6-6A89-4517-6A4554F0160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8" name="TextBox 67">
            <a:extLst>
              <a:ext uri="{FF2B5EF4-FFF2-40B4-BE49-F238E27FC236}">
                <a16:creationId xmlns:a16="http://schemas.microsoft.com/office/drawing/2014/main" id="{6CB4C791-BD43-6D04-8C80-60FB6509BCC5}"/>
              </a:ext>
            </a:extLst>
          </p:cNvPr>
          <p:cNvSpPr txBox="1"/>
          <p:nvPr/>
        </p:nvSpPr>
        <p:spPr>
          <a:xfrm>
            <a:off x="5650090" y="4544009"/>
            <a:ext cx="570089" cy="230832"/>
          </a:xfrm>
          <a:prstGeom prst="rect">
            <a:avLst/>
          </a:prstGeom>
          <a:noFill/>
        </p:spPr>
        <p:txBody>
          <a:bodyPr wrap="square" rtlCol="0">
            <a:spAutoFit/>
          </a:bodyPr>
          <a:lstStyle/>
          <a:p>
            <a:pPr algn="ctr"/>
            <a:r>
              <a:rPr lang="en-US" sz="900" dirty="0"/>
              <a:t>93</a:t>
            </a:r>
          </a:p>
        </p:txBody>
      </p:sp>
      <p:sp>
        <p:nvSpPr>
          <p:cNvPr id="69" name="TextBox 68">
            <a:extLst>
              <a:ext uri="{FF2B5EF4-FFF2-40B4-BE49-F238E27FC236}">
                <a16:creationId xmlns:a16="http://schemas.microsoft.com/office/drawing/2014/main" id="{54DADC2D-FCE9-D3A0-4327-050C2DBD925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1D4C346-4D55-902C-5606-AF63FB7F4F4B}"/>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FBA9C908-0963-4525-D174-BCC89AD76F1F}"/>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BC7B3B6E-BCF1-B4F4-B4B2-EE75E1DC16F9}"/>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4027528B-9C1F-FC78-5ED3-3607E79A4A47}"/>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8B2DB38-74C9-32CB-7E2E-79DA7DF5DF8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34A43EC2-8DA6-F047-63C2-37D6B85547BA}"/>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DBC27A37-D01D-EAEB-3AB5-13BDC8475173}"/>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15CD1317-D3B8-7C10-9A51-1295AE946A7F}"/>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BB260CA-324D-ECA4-7D7A-A4345CB89F2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04246BD-D316-4457-5C62-750A7ECE7B27}"/>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9A97D1AF-D103-E873-80B1-C5C40DE642FA}"/>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9E69CE9-8C19-CAC7-F7A2-AF04388EF842}"/>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B54BAE22-2509-CC39-4C2F-0E0D14610D1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63001621-B0B1-91F2-6D4F-1E9E6E99D7DF}"/>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9A013908-AA0A-E84B-38DA-B79FF40449D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2D6B284A-18AC-4FC0-FA47-1F03B34A6C91}"/>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18B2EEBF-0626-2763-64D8-187080DD3EE9}"/>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A4CBDF0-E49F-7286-EFE5-782291F1B511}"/>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D36F49B4-511A-756E-71BD-3CD8CDD4E48A}"/>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6B1B1FED-3230-BDB2-AE75-732EBFD14244}"/>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F7A068C9-F54D-ED8F-64CE-B94776EBE1FA}"/>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C106AC13-7CFF-F120-E749-740A1A484DCD}"/>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EC490792-6A4E-E5A9-DDB9-CB2151024954}"/>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258AD232-929C-6535-8488-23AB9483B1E0}"/>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E21D6651-B987-FDB6-AB66-0FDD4F80ADC9}"/>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A0284532-5264-1BD9-F523-23799FFA97E2}"/>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C2042AB8-1789-1035-62FA-A801F7880BF0}"/>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9E5B1939-A0E7-798C-7D2C-4708884FF42E}"/>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D4F9CC47-EA56-3D1E-4C21-2C1015D81DA3}"/>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50A0DA91-5611-7E08-7E8D-CD14CC466BB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6F58B213-DA3B-EC67-119C-678EF012AA06}"/>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1B960272-1F6E-C327-8B6F-283AE3F4DCA7}"/>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4605E01A-8141-13F3-BC7B-C4E17D97D1EC}"/>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700F7E68-68CF-699C-1E87-986C90108592}"/>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3DAA2C0E-8626-E146-9894-89EB217C9646}"/>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595E2DEC-C389-689E-F320-DBD88796225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3F0AF0ED-8E68-CF61-0D83-373B505BDB48}"/>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3D3ECBA6-FC59-5969-A924-F48DEF8C1615}"/>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188806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DE4C4-6A48-8D7A-010A-EE6E7F84AE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50AA8C2-D560-1E81-780D-747FA08593A0}"/>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C112213F-6FB2-0D47-7A66-88CFB620C0C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C3ED8139-DD02-8218-567B-8006C735E95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8FF632B1-6481-B03D-33AF-DCC1B304164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A40914B-BDB1-149B-7BAE-9C2B7E5C186F}"/>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C7046A82-B0F6-CDEB-06BD-B02AEEA417E9}"/>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C768AC0-9136-42F7-D153-6BC288E40F53}"/>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11065FB-134A-5B15-A4B2-F29C836920EE}"/>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9D64439F-8B14-5303-8992-F98A1B255185}"/>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11F02634-00B3-DDD6-4AEB-5A5CB1D2DCE5}"/>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334379E6-060B-4616-45B4-A39E017E65A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EFF2EF2-EEC8-735C-C5E8-4E7D375263A5}"/>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3076D901-C78E-6754-CD32-39E508ACC3E6}"/>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9F930F1E-50FF-DE74-E48F-ED4A7A615B84}"/>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67D1BEF1-8BB0-6DF1-9E7E-51BB39698F8C}"/>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1" name="TextBox 30">
            <a:extLst>
              <a:ext uri="{FF2B5EF4-FFF2-40B4-BE49-F238E27FC236}">
                <a16:creationId xmlns:a16="http://schemas.microsoft.com/office/drawing/2014/main" id="{6ACA0F18-5B20-FA2B-8676-7B094D584DCF}"/>
              </a:ext>
            </a:extLst>
          </p:cNvPr>
          <p:cNvSpPr txBox="1"/>
          <p:nvPr/>
        </p:nvSpPr>
        <p:spPr>
          <a:xfrm>
            <a:off x="3640666" y="5044952"/>
            <a:ext cx="570089" cy="230832"/>
          </a:xfrm>
          <a:prstGeom prst="rect">
            <a:avLst/>
          </a:prstGeom>
          <a:noFill/>
        </p:spPr>
        <p:txBody>
          <a:bodyPr wrap="square" rtlCol="0">
            <a:spAutoFit/>
          </a:bodyPr>
          <a:lstStyle/>
          <a:p>
            <a:pPr algn="ctr"/>
            <a:r>
              <a:rPr lang="en-US" sz="900" dirty="0"/>
              <a:t>78</a:t>
            </a:r>
          </a:p>
        </p:txBody>
      </p:sp>
      <p:sp>
        <p:nvSpPr>
          <p:cNvPr id="32" name="TextBox 31">
            <a:extLst>
              <a:ext uri="{FF2B5EF4-FFF2-40B4-BE49-F238E27FC236}">
                <a16:creationId xmlns:a16="http://schemas.microsoft.com/office/drawing/2014/main" id="{E92F504E-45C3-38FE-936E-1FA7EBF5DBD4}"/>
              </a:ext>
            </a:extLst>
          </p:cNvPr>
          <p:cNvSpPr txBox="1"/>
          <p:nvPr/>
        </p:nvSpPr>
        <p:spPr>
          <a:xfrm>
            <a:off x="3138310" y="5044952"/>
            <a:ext cx="570089" cy="230832"/>
          </a:xfrm>
          <a:prstGeom prst="rect">
            <a:avLst/>
          </a:prstGeom>
          <a:noFill/>
        </p:spPr>
        <p:txBody>
          <a:bodyPr wrap="square" rtlCol="0">
            <a:spAutoFit/>
          </a:bodyPr>
          <a:lstStyle/>
          <a:p>
            <a:pPr algn="ctr"/>
            <a:r>
              <a:rPr lang="en-US" sz="900" dirty="0"/>
              <a:t>47</a:t>
            </a:r>
          </a:p>
        </p:txBody>
      </p:sp>
      <p:sp>
        <p:nvSpPr>
          <p:cNvPr id="35" name="TextBox 34">
            <a:extLst>
              <a:ext uri="{FF2B5EF4-FFF2-40B4-BE49-F238E27FC236}">
                <a16:creationId xmlns:a16="http://schemas.microsoft.com/office/drawing/2014/main" id="{80C5DF35-28E6-9936-D61E-367F6A4874AA}"/>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7E75AAE6-6EDF-ED81-26AC-E774DDE4B500}"/>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0B1F9EA4-7B3F-9BB4-5E9F-FC0F4CA58881}"/>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7" name="TextBox 46">
            <a:extLst>
              <a:ext uri="{FF2B5EF4-FFF2-40B4-BE49-F238E27FC236}">
                <a16:creationId xmlns:a16="http://schemas.microsoft.com/office/drawing/2014/main" id="{EA7930A1-ED10-5545-C48E-23F1BFC75E6A}"/>
              </a:ext>
            </a:extLst>
          </p:cNvPr>
          <p:cNvSpPr txBox="1"/>
          <p:nvPr/>
        </p:nvSpPr>
        <p:spPr>
          <a:xfrm>
            <a:off x="5650090" y="2039289"/>
            <a:ext cx="570089" cy="230832"/>
          </a:xfrm>
          <a:prstGeom prst="rect">
            <a:avLst/>
          </a:prstGeom>
          <a:noFill/>
        </p:spPr>
        <p:txBody>
          <a:bodyPr wrap="square" rtlCol="0">
            <a:spAutoFit/>
          </a:bodyPr>
          <a:lstStyle/>
          <a:p>
            <a:pPr algn="ctr"/>
            <a:r>
              <a:rPr lang="en-US" sz="900" dirty="0"/>
              <a:t>34</a:t>
            </a:r>
          </a:p>
        </p:txBody>
      </p:sp>
      <p:sp>
        <p:nvSpPr>
          <p:cNvPr id="48" name="TextBox 47">
            <a:extLst>
              <a:ext uri="{FF2B5EF4-FFF2-40B4-BE49-F238E27FC236}">
                <a16:creationId xmlns:a16="http://schemas.microsoft.com/office/drawing/2014/main" id="{E513E359-CCBD-67DF-A2EE-EB7945B087FD}"/>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F476D5B6-8580-B70A-EE63-5B595D7C7F91}"/>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1" name="TextBox 50">
            <a:extLst>
              <a:ext uri="{FF2B5EF4-FFF2-40B4-BE49-F238E27FC236}">
                <a16:creationId xmlns:a16="http://schemas.microsoft.com/office/drawing/2014/main" id="{A72C3F53-0FB2-5558-FF2F-CD97BA3706E9}"/>
              </a:ext>
            </a:extLst>
          </p:cNvPr>
          <p:cNvSpPr txBox="1"/>
          <p:nvPr/>
        </p:nvSpPr>
        <p:spPr>
          <a:xfrm>
            <a:off x="5147734" y="5044952"/>
            <a:ext cx="570089" cy="230832"/>
          </a:xfrm>
          <a:prstGeom prst="rect">
            <a:avLst/>
          </a:prstGeom>
          <a:noFill/>
        </p:spPr>
        <p:txBody>
          <a:bodyPr wrap="square" rtlCol="0">
            <a:spAutoFit/>
          </a:bodyPr>
          <a:lstStyle/>
          <a:p>
            <a:pPr algn="ctr"/>
            <a:r>
              <a:rPr lang="en-US" sz="900" dirty="0"/>
              <a:t>478</a:t>
            </a:r>
          </a:p>
        </p:txBody>
      </p:sp>
      <p:sp>
        <p:nvSpPr>
          <p:cNvPr id="57" name="TextBox 56">
            <a:extLst>
              <a:ext uri="{FF2B5EF4-FFF2-40B4-BE49-F238E27FC236}">
                <a16:creationId xmlns:a16="http://schemas.microsoft.com/office/drawing/2014/main" id="{EBF6DD46-8679-A11E-52E0-B5D3A10C039B}"/>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AE6D1052-4AC9-B926-5559-CF9DB51749C5}"/>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839A65E2-49F1-A22A-53FD-9D5F523DEE91}"/>
              </a:ext>
            </a:extLst>
          </p:cNvPr>
          <p:cNvSpPr txBox="1"/>
          <p:nvPr/>
        </p:nvSpPr>
        <p:spPr>
          <a:xfrm>
            <a:off x="3640666" y="1768353"/>
            <a:ext cx="570089" cy="230832"/>
          </a:xfrm>
          <a:prstGeom prst="rect">
            <a:avLst/>
          </a:prstGeom>
          <a:noFill/>
        </p:spPr>
        <p:txBody>
          <a:bodyPr wrap="square" rtlCol="0">
            <a:spAutoFit/>
          </a:bodyPr>
          <a:lstStyle/>
          <a:p>
            <a:pPr algn="ctr"/>
            <a:r>
              <a:rPr lang="en-US" sz="900" dirty="0"/>
              <a:t>579</a:t>
            </a:r>
          </a:p>
        </p:txBody>
      </p:sp>
      <p:sp>
        <p:nvSpPr>
          <p:cNvPr id="62" name="TextBox 61">
            <a:extLst>
              <a:ext uri="{FF2B5EF4-FFF2-40B4-BE49-F238E27FC236}">
                <a16:creationId xmlns:a16="http://schemas.microsoft.com/office/drawing/2014/main" id="{7168A3EA-8130-0DDF-CB5E-10D399FB1598}"/>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85F8C943-147C-ADC7-CE80-1038EFC28CA8}"/>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9A04639C-0E2D-D637-E897-403DAC816508}"/>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2" name="TextBox 41">
            <a:extLst>
              <a:ext uri="{FF2B5EF4-FFF2-40B4-BE49-F238E27FC236}">
                <a16:creationId xmlns:a16="http://schemas.microsoft.com/office/drawing/2014/main" id="{28DAC613-3886-11B5-6B6B-C48AE18E0662}"/>
              </a:ext>
            </a:extLst>
          </p:cNvPr>
          <p:cNvSpPr txBox="1"/>
          <p:nvPr/>
        </p:nvSpPr>
        <p:spPr>
          <a:xfrm>
            <a:off x="4645378" y="2039289"/>
            <a:ext cx="570089" cy="230832"/>
          </a:xfrm>
          <a:prstGeom prst="rect">
            <a:avLst/>
          </a:prstGeom>
          <a:noFill/>
        </p:spPr>
        <p:txBody>
          <a:bodyPr wrap="square" rtlCol="0">
            <a:spAutoFit/>
          </a:bodyPr>
          <a:lstStyle/>
          <a:p>
            <a:pPr algn="ctr"/>
            <a:r>
              <a:rPr lang="en-US" sz="900" dirty="0"/>
              <a:t>43</a:t>
            </a:r>
          </a:p>
        </p:txBody>
      </p:sp>
      <p:sp>
        <p:nvSpPr>
          <p:cNvPr id="44" name="TextBox 43">
            <a:extLst>
              <a:ext uri="{FF2B5EF4-FFF2-40B4-BE49-F238E27FC236}">
                <a16:creationId xmlns:a16="http://schemas.microsoft.com/office/drawing/2014/main" id="{2A73015A-FF8B-8851-0CC0-7DB3D8BAFDF1}"/>
              </a:ext>
            </a:extLst>
          </p:cNvPr>
          <p:cNvSpPr txBox="1"/>
          <p:nvPr/>
        </p:nvSpPr>
        <p:spPr>
          <a:xfrm>
            <a:off x="4645378" y="3041177"/>
            <a:ext cx="570089" cy="230832"/>
          </a:xfrm>
          <a:prstGeom prst="rect">
            <a:avLst/>
          </a:prstGeom>
          <a:noFill/>
        </p:spPr>
        <p:txBody>
          <a:bodyPr wrap="square" rtlCol="0">
            <a:spAutoFit/>
          </a:bodyPr>
          <a:lstStyle/>
          <a:p>
            <a:pPr algn="ctr"/>
            <a:r>
              <a:rPr lang="en-US" sz="900" dirty="0"/>
              <a:t>457</a:t>
            </a:r>
          </a:p>
        </p:txBody>
      </p:sp>
      <p:sp>
        <p:nvSpPr>
          <p:cNvPr id="46" name="TextBox 45">
            <a:extLst>
              <a:ext uri="{FF2B5EF4-FFF2-40B4-BE49-F238E27FC236}">
                <a16:creationId xmlns:a16="http://schemas.microsoft.com/office/drawing/2014/main" id="{65CB65BD-2C1E-4156-B8D0-FC806650EC45}"/>
              </a:ext>
            </a:extLst>
          </p:cNvPr>
          <p:cNvSpPr txBox="1"/>
          <p:nvPr/>
        </p:nvSpPr>
        <p:spPr>
          <a:xfrm>
            <a:off x="4645378" y="4909484"/>
            <a:ext cx="570089" cy="230832"/>
          </a:xfrm>
          <a:prstGeom prst="rect">
            <a:avLst/>
          </a:prstGeom>
          <a:noFill/>
        </p:spPr>
        <p:txBody>
          <a:bodyPr wrap="square" rtlCol="0">
            <a:spAutoFit/>
          </a:bodyPr>
          <a:lstStyle/>
          <a:p>
            <a:pPr algn="ctr"/>
            <a:r>
              <a:rPr lang="en-US" sz="900" dirty="0"/>
              <a:t>247</a:t>
            </a:r>
          </a:p>
        </p:txBody>
      </p:sp>
      <p:sp>
        <p:nvSpPr>
          <p:cNvPr id="67" name="TextBox 66">
            <a:extLst>
              <a:ext uri="{FF2B5EF4-FFF2-40B4-BE49-F238E27FC236}">
                <a16:creationId xmlns:a16="http://schemas.microsoft.com/office/drawing/2014/main" id="{61CBF1CD-77AA-3348-7A45-D4296A42239D}"/>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7C6B67DA-9AB2-C7F3-AE25-C8A3791B27D8}"/>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5CB3E0A0-4842-3A04-7938-CF8867466222}"/>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E33B60F2-DBB9-902A-E5D9-B18D32A2972D}"/>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1B9E3126-ACAF-A745-02C9-42DAD879377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ABC58AE2-EB03-B677-1BD8-D8CB19E99C8A}"/>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D672E7B5-0C31-56C9-C876-BBC0EFD8169A}"/>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6C64998B-07AF-73B3-5FDF-554A1ACC3D86}"/>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C8996B1A-2E5B-F74A-60EE-1045D6BC3999}"/>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028A353F-F486-BE4F-A3A9-FFC73838AFA6}"/>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78E81D1E-9663-9CC4-59B1-8615511A276B}"/>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7A3AF3A4-5D50-2CB6-3ED0-AFD5933151D5}"/>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AF1E7CD3-8130-DCDA-50E4-84AD2E825838}"/>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EA76F29B-7AD3-13E9-3566-A05897D9C4DF}"/>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CED6F9D1-6338-1869-02A2-C6D08DDDA6E0}"/>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36EC74D8-6010-A7DA-228E-26BD98D3CE2A}"/>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C6C121F0-A442-305F-0646-23F2B76D47D6}"/>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7444D9D-C472-A251-9434-62F2E649F0C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BD1C0DE6-2A74-6472-8E24-F68DF86A3E92}"/>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3525907F-CF0F-713E-9F04-3347EBDCFC57}"/>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AE2262EF-D3C2-BA26-A583-539485412F33}"/>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2FE6515A-6FB5-BCD2-2367-833FB68540E8}"/>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68FAB8FF-5915-AD50-2A1C-52E1250DC601}"/>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BB95205-DC07-DCA3-B174-B82152C851DE}"/>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0602C216-1DCB-D7F7-4FC9-F05E215D8CA8}"/>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E0DA568C-22DC-38C5-951B-75F850CFB792}"/>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7FF179FC-52D9-D9F2-754D-E3781A6C295B}"/>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EBEB6E4-4DE1-5013-01C8-E6BA127F31BA}"/>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8B617727-00E1-D363-BA4F-DEA198F29504}"/>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C2AAFEDD-6C4A-9EE9-C03D-17766C013C16}"/>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09D69D17-7D50-05F0-9889-139ED73A41E2}"/>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2DE29626-A6C6-08FB-8E75-B8B34BC7D393}"/>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B845D716-E32C-2D08-2A89-80C288BC43FB}"/>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DC873613-E820-ADE5-F67F-EBB32C647B4D}"/>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A1C9EDB6-AB9E-052D-495F-E44127FF119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EC254CC6-9DDF-D871-21C7-51DDE3047FF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168CD6C-C29F-DE1B-1747-A6520FF6F79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DA6427E2-2DF2-5E46-89F0-AED34B3ED56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98E819C2-6E71-04D4-340E-2C7294338E94}"/>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8FB62FFE-30B8-25B7-8DAF-2C068206BB16}"/>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11CAA84C-CAEC-EF22-14AF-451286884AC0}"/>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0D75CD4E-8F8B-41B8-595E-610D613C712E}"/>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90FE2EAD-844D-1A2D-7BA7-B3F378268380}"/>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0B0E2C18-5260-ADE8-2825-6A89020FE626}"/>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85" name="TextBox 84">
            <a:extLst>
              <a:ext uri="{FF2B5EF4-FFF2-40B4-BE49-F238E27FC236}">
                <a16:creationId xmlns:a16="http://schemas.microsoft.com/office/drawing/2014/main" id="{A68D9CA6-0F1D-D685-266A-FCD9823F4C12}"/>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Tree>
    <p:extLst>
      <p:ext uri="{BB962C8B-B14F-4D97-AF65-F5344CB8AC3E}">
        <p14:creationId xmlns:p14="http://schemas.microsoft.com/office/powerpoint/2010/main" val="265243281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D3FE1-CE80-42F3-60BC-1AB7C68A2EA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015074E-3A1F-B339-A5F6-FDA16FD4303D}"/>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1BF288E-A3DE-33EB-2997-5B609F6F24E7}"/>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E7FC43BC-4814-4FE9-62A8-774359E9F166}"/>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AAD0EB25-C151-F0CF-80BF-21C3C2D6922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FE903AC5-98F3-874C-C910-4C836ED42CFC}"/>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3C2212D7-ED16-F0A3-9A35-22D10CDFED1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F29AA3B-7830-7EEB-D27F-348C8923E3F5}"/>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5CDB12EC-6982-EAFF-3CFE-60C7D74E99B2}"/>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78ED844-1486-C120-1960-81663C08F82C}"/>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0C1919E9-F78E-84B7-8D27-A7CBA901CB1B}"/>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6B9C1841-DF9C-E8A7-B095-9391E3D44A1E}"/>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62AFDA7A-34B3-0B03-9CC3-36653EA4371D}"/>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8B378E7A-2CEF-D820-A69E-E30B301A0025}"/>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A67C423B-6E8E-6A70-B290-331905C3853F}"/>
              </a:ext>
            </a:extLst>
          </p:cNvPr>
          <p:cNvSpPr txBox="1"/>
          <p:nvPr/>
        </p:nvSpPr>
        <p:spPr>
          <a:xfrm>
            <a:off x="3640666" y="3907597"/>
            <a:ext cx="570089" cy="230832"/>
          </a:xfrm>
          <a:prstGeom prst="rect">
            <a:avLst/>
          </a:prstGeom>
          <a:noFill/>
        </p:spPr>
        <p:txBody>
          <a:bodyPr wrap="square" rtlCol="0">
            <a:spAutoFit/>
          </a:bodyPr>
          <a:lstStyle/>
          <a:p>
            <a:pPr algn="ctr"/>
            <a:r>
              <a:rPr lang="en-US" sz="900" dirty="0"/>
              <a:t>589</a:t>
            </a:r>
          </a:p>
        </p:txBody>
      </p:sp>
      <p:sp>
        <p:nvSpPr>
          <p:cNvPr id="29" name="TextBox 28">
            <a:extLst>
              <a:ext uri="{FF2B5EF4-FFF2-40B4-BE49-F238E27FC236}">
                <a16:creationId xmlns:a16="http://schemas.microsoft.com/office/drawing/2014/main" id="{91C0D771-F2CE-8CE4-FA16-4EBFF59BFAAA}"/>
              </a:ext>
            </a:extLst>
          </p:cNvPr>
          <p:cNvSpPr txBox="1"/>
          <p:nvPr/>
        </p:nvSpPr>
        <p:spPr>
          <a:xfrm>
            <a:off x="3138310" y="3907597"/>
            <a:ext cx="570089" cy="230832"/>
          </a:xfrm>
          <a:prstGeom prst="rect">
            <a:avLst/>
          </a:prstGeom>
          <a:noFill/>
        </p:spPr>
        <p:txBody>
          <a:bodyPr wrap="square" rtlCol="0">
            <a:spAutoFit/>
          </a:bodyPr>
          <a:lstStyle/>
          <a:p>
            <a:pPr algn="ctr"/>
            <a:r>
              <a:rPr lang="en-US" sz="900" dirty="0"/>
              <a:t>459</a:t>
            </a:r>
          </a:p>
        </p:txBody>
      </p:sp>
      <p:sp>
        <p:nvSpPr>
          <p:cNvPr id="35" name="TextBox 34">
            <a:extLst>
              <a:ext uri="{FF2B5EF4-FFF2-40B4-BE49-F238E27FC236}">
                <a16:creationId xmlns:a16="http://schemas.microsoft.com/office/drawing/2014/main" id="{E39E7BD6-D579-B327-9B10-BC74450A60A7}"/>
              </a:ext>
            </a:extLst>
          </p:cNvPr>
          <p:cNvSpPr txBox="1"/>
          <p:nvPr/>
        </p:nvSpPr>
        <p:spPr>
          <a:xfrm>
            <a:off x="4143022" y="3041177"/>
            <a:ext cx="570089" cy="230832"/>
          </a:xfrm>
          <a:prstGeom prst="rect">
            <a:avLst/>
          </a:prstGeom>
          <a:noFill/>
        </p:spPr>
        <p:txBody>
          <a:bodyPr wrap="square" rtlCol="0">
            <a:spAutoFit/>
          </a:bodyPr>
          <a:lstStyle/>
          <a:p>
            <a:pPr algn="ctr"/>
            <a:r>
              <a:rPr lang="en-US" sz="900" dirty="0"/>
              <a:t>457</a:t>
            </a:r>
          </a:p>
        </p:txBody>
      </p:sp>
      <p:sp>
        <p:nvSpPr>
          <p:cNvPr id="36" name="TextBox 35">
            <a:extLst>
              <a:ext uri="{FF2B5EF4-FFF2-40B4-BE49-F238E27FC236}">
                <a16:creationId xmlns:a16="http://schemas.microsoft.com/office/drawing/2014/main" id="{ECAAFCC4-E010-FE14-221B-E5349C6E5D59}"/>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E05FF100-2FF0-798E-AD07-59DFC65A4C9A}"/>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8" name="TextBox 47">
            <a:extLst>
              <a:ext uri="{FF2B5EF4-FFF2-40B4-BE49-F238E27FC236}">
                <a16:creationId xmlns:a16="http://schemas.microsoft.com/office/drawing/2014/main" id="{84FDB5CF-3442-01C2-7365-6BD351AAD8F0}"/>
              </a:ext>
            </a:extLst>
          </p:cNvPr>
          <p:cNvSpPr txBox="1"/>
          <p:nvPr/>
        </p:nvSpPr>
        <p:spPr>
          <a:xfrm>
            <a:off x="5147734" y="3041177"/>
            <a:ext cx="570089" cy="230832"/>
          </a:xfrm>
          <a:prstGeom prst="rect">
            <a:avLst/>
          </a:prstGeom>
          <a:noFill/>
        </p:spPr>
        <p:txBody>
          <a:bodyPr wrap="square" rtlCol="0">
            <a:spAutoFit/>
          </a:bodyPr>
          <a:lstStyle/>
          <a:p>
            <a:pPr algn="ctr"/>
            <a:r>
              <a:rPr lang="en-US" sz="900" dirty="0"/>
              <a:t>4579</a:t>
            </a:r>
          </a:p>
        </p:txBody>
      </p:sp>
      <p:sp>
        <p:nvSpPr>
          <p:cNvPr id="49" name="TextBox 48">
            <a:extLst>
              <a:ext uri="{FF2B5EF4-FFF2-40B4-BE49-F238E27FC236}">
                <a16:creationId xmlns:a16="http://schemas.microsoft.com/office/drawing/2014/main" id="{7DA190A3-20B1-C1F1-A2F6-19B7EC73D69C}"/>
              </a:ext>
            </a:extLst>
          </p:cNvPr>
          <p:cNvSpPr txBox="1"/>
          <p:nvPr/>
        </p:nvSpPr>
        <p:spPr>
          <a:xfrm>
            <a:off x="5650090" y="3041177"/>
            <a:ext cx="570089" cy="230832"/>
          </a:xfrm>
          <a:prstGeom prst="rect">
            <a:avLst/>
          </a:prstGeom>
          <a:noFill/>
        </p:spPr>
        <p:txBody>
          <a:bodyPr wrap="square" rtlCol="0">
            <a:spAutoFit/>
          </a:bodyPr>
          <a:lstStyle/>
          <a:p>
            <a:pPr algn="ctr"/>
            <a:r>
              <a:rPr lang="en-US" sz="900" dirty="0"/>
              <a:t>49</a:t>
            </a:r>
          </a:p>
        </p:txBody>
      </p:sp>
      <p:sp>
        <p:nvSpPr>
          <p:cNvPr id="57" name="TextBox 56">
            <a:extLst>
              <a:ext uri="{FF2B5EF4-FFF2-40B4-BE49-F238E27FC236}">
                <a16:creationId xmlns:a16="http://schemas.microsoft.com/office/drawing/2014/main" id="{A1BE1546-A3B2-C36A-D203-F29B9256C956}"/>
              </a:ext>
            </a:extLst>
          </p:cNvPr>
          <p:cNvSpPr txBox="1"/>
          <p:nvPr/>
        </p:nvSpPr>
        <p:spPr>
          <a:xfrm>
            <a:off x="5147734" y="3542121"/>
            <a:ext cx="570089" cy="230832"/>
          </a:xfrm>
          <a:prstGeom prst="rect">
            <a:avLst/>
          </a:prstGeom>
          <a:noFill/>
        </p:spPr>
        <p:txBody>
          <a:bodyPr wrap="square" rtlCol="0">
            <a:spAutoFit/>
          </a:bodyPr>
          <a:lstStyle/>
          <a:p>
            <a:pPr algn="ctr"/>
            <a:r>
              <a:rPr lang="en-US" sz="900" dirty="0"/>
              <a:t>4578</a:t>
            </a:r>
          </a:p>
        </p:txBody>
      </p:sp>
      <p:sp>
        <p:nvSpPr>
          <p:cNvPr id="58" name="TextBox 57">
            <a:extLst>
              <a:ext uri="{FF2B5EF4-FFF2-40B4-BE49-F238E27FC236}">
                <a16:creationId xmlns:a16="http://schemas.microsoft.com/office/drawing/2014/main" id="{EA5C1A2C-64F3-1B62-EA8C-93BE1208E5C6}"/>
              </a:ext>
            </a:extLst>
          </p:cNvPr>
          <p:cNvSpPr txBox="1"/>
          <p:nvPr/>
        </p:nvSpPr>
        <p:spPr>
          <a:xfrm>
            <a:off x="5650090" y="3542121"/>
            <a:ext cx="570089" cy="230832"/>
          </a:xfrm>
          <a:prstGeom prst="rect">
            <a:avLst/>
          </a:prstGeom>
          <a:noFill/>
        </p:spPr>
        <p:txBody>
          <a:bodyPr wrap="square" rtlCol="0">
            <a:spAutoFit/>
          </a:bodyPr>
          <a:lstStyle/>
          <a:p>
            <a:pPr algn="ctr"/>
            <a:r>
              <a:rPr lang="en-US" sz="900" dirty="0"/>
              <a:t>48</a:t>
            </a:r>
          </a:p>
        </p:txBody>
      </p:sp>
      <p:sp>
        <p:nvSpPr>
          <p:cNvPr id="61" name="TextBox 60">
            <a:extLst>
              <a:ext uri="{FF2B5EF4-FFF2-40B4-BE49-F238E27FC236}">
                <a16:creationId xmlns:a16="http://schemas.microsoft.com/office/drawing/2014/main" id="{54EBE199-6DB0-5307-E3C3-71DCF1CE8B88}"/>
              </a:ext>
            </a:extLst>
          </p:cNvPr>
          <p:cNvSpPr txBox="1"/>
          <p:nvPr/>
        </p:nvSpPr>
        <p:spPr>
          <a:xfrm>
            <a:off x="3640666" y="1768353"/>
            <a:ext cx="570089" cy="230832"/>
          </a:xfrm>
          <a:prstGeom prst="rect">
            <a:avLst/>
          </a:prstGeom>
          <a:noFill/>
        </p:spPr>
        <p:txBody>
          <a:bodyPr wrap="square" rtlCol="0">
            <a:spAutoFit/>
          </a:bodyPr>
          <a:lstStyle/>
          <a:p>
            <a:pPr algn="ctr"/>
            <a:r>
              <a:rPr lang="en-US" sz="900" dirty="0"/>
              <a:t>59</a:t>
            </a:r>
          </a:p>
        </p:txBody>
      </p:sp>
      <p:sp>
        <p:nvSpPr>
          <p:cNvPr id="62" name="TextBox 61">
            <a:extLst>
              <a:ext uri="{FF2B5EF4-FFF2-40B4-BE49-F238E27FC236}">
                <a16:creationId xmlns:a16="http://schemas.microsoft.com/office/drawing/2014/main" id="{70E54DB7-6F1F-2356-5A42-82AE318635D4}"/>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7A908D08-E574-7C36-21B1-BD71E64D9069}"/>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58A84650-98FF-4B3C-0837-DCF896EEE9C0}"/>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46" name="TextBox 45">
            <a:extLst>
              <a:ext uri="{FF2B5EF4-FFF2-40B4-BE49-F238E27FC236}">
                <a16:creationId xmlns:a16="http://schemas.microsoft.com/office/drawing/2014/main" id="{85E8C05A-4FB2-01A0-C41C-23AFE35651C6}"/>
              </a:ext>
            </a:extLst>
          </p:cNvPr>
          <p:cNvSpPr txBox="1"/>
          <p:nvPr/>
        </p:nvSpPr>
        <p:spPr>
          <a:xfrm>
            <a:off x="4645378" y="4909484"/>
            <a:ext cx="570089" cy="230832"/>
          </a:xfrm>
          <a:prstGeom prst="rect">
            <a:avLst/>
          </a:prstGeom>
          <a:noFill/>
        </p:spPr>
        <p:txBody>
          <a:bodyPr wrap="square" rtlCol="0">
            <a:spAutoFit/>
          </a:bodyPr>
          <a:lstStyle/>
          <a:p>
            <a:pPr algn="ctr"/>
            <a:r>
              <a:rPr lang="en-US" sz="900" dirty="0"/>
              <a:t>27</a:t>
            </a:r>
          </a:p>
        </p:txBody>
      </p:sp>
      <p:sp>
        <p:nvSpPr>
          <p:cNvPr id="67" name="TextBox 66">
            <a:extLst>
              <a:ext uri="{FF2B5EF4-FFF2-40B4-BE49-F238E27FC236}">
                <a16:creationId xmlns:a16="http://schemas.microsoft.com/office/drawing/2014/main" id="{ADF15D0E-14F6-A8CD-C398-6E9403EFC15C}"/>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0322A52F-5AD2-C7A7-65BF-E8FE75069940}"/>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89BDF9DF-879C-5FD9-C8F8-2063DA07175D}"/>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C16B966-6C5E-750E-C690-134113AE02B0}"/>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841E0CAD-2AC2-D46B-4133-560667946B1B}"/>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D0250345-67EB-B140-0953-47D5F69381FC}"/>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6148FD07-84BB-7DAA-2C03-9FF601A228A8}"/>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8701A450-90DC-F346-2DAD-E6FB28681440}"/>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D7DA5ABF-FD10-EEAC-E057-A838596AF478}"/>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22DAA2CA-C132-69EA-44BB-B26A38F2CDB4}"/>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0BCF5EA-E46A-EF23-D0FB-97F1124A86CF}"/>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E1272D57-38F6-9CD3-2AD4-2F0E1E5330A7}"/>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44A53B70-EDFD-F137-11DC-8EA778B40E03}"/>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5C874CC8-B347-1A31-569F-F3BCFE9E7377}"/>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E1EEB551-B3F7-0716-EFC8-B89B94FDE6A7}"/>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1C91C105-6676-6E07-6927-04A2EB874821}"/>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A2719A37-FC91-1A53-92C5-89F58D1FFC76}"/>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974B8789-69B7-B2CE-8B13-9BC97E3E8DAB}"/>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4C67B0AB-8B58-9ADC-5D1C-1E8077177F72}"/>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D43787D0-49C9-430B-C3EA-9F58531CDD14}"/>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93BAC0BA-A561-BFC5-83E0-29BCD191C966}"/>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6D56CDCA-80C1-6F04-1D56-FD6FF4589F1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708E5651-B40C-499D-E0BA-277B4094F02B}"/>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0AC1D194-9252-1A16-5B71-367A2C89C8FD}"/>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BAE3BB38-41D4-F5E5-EF20-892D4E675986}"/>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2B3D1300-77E1-A1C1-E987-A8933FF6CCA1}"/>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E2ED3373-9210-3C4C-E386-06805807AE5C}"/>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970B0040-D20C-78D6-03B5-3EB941CA8DB5}"/>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51E4F7DE-7999-C725-3AA6-D4D2E6903445}"/>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09BD83BD-4F0D-BFC5-5CFA-E7CC0A1CF564}"/>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FE18A1AB-4773-0D7F-B8CF-0CD78B131B88}"/>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BE84EA77-36B7-7C34-308C-34D58CCB702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DBD97912-7ACC-BC1F-D980-BD56394A6EAF}"/>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B5E0F3B0-52EA-E370-2564-E7F2FE6901F0}"/>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75C9F05F-7C8E-A842-0691-D51F7AF1D22E}"/>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08B74314-4033-60E4-8A8B-AF4D10395FA8}"/>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A49A42CD-9C64-2F37-1CAE-0CBEAE77AF7E}"/>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EE94C769-807E-2094-902A-BDA59C8CC02F}"/>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063B9231-A44E-992D-E4F4-FED8E11ACFCD}"/>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08B28D45-490F-0E4D-DE94-7C8116D61112}"/>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92B2A82D-A872-414E-A2F6-B9FF170D1E36}"/>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E6D56C8B-6BAC-D2AF-E7C1-B1167809B10F}"/>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7ADA0DC-36F8-1B3B-0DD9-C23739686EEC}"/>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D4FFA8D3-94BF-F0CD-AE34-F39EA0E8B8C6}"/>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6429830D-64B5-D69B-DEB8-AB63A6BB62CA}"/>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25EEF418-37F0-6516-A5E8-30D17A6EEF22}"/>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604A9722-DF39-76ED-CFF8-B99845A1436B}"/>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45" name="TextBox 44">
            <a:extLst>
              <a:ext uri="{FF2B5EF4-FFF2-40B4-BE49-F238E27FC236}">
                <a16:creationId xmlns:a16="http://schemas.microsoft.com/office/drawing/2014/main" id="{84D85C03-6B8F-E34E-602A-40B73FBDBA41}"/>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68" name="TextBox 67">
            <a:extLst>
              <a:ext uri="{FF2B5EF4-FFF2-40B4-BE49-F238E27FC236}">
                <a16:creationId xmlns:a16="http://schemas.microsoft.com/office/drawing/2014/main" id="{8FFF008D-0A39-BC73-11D8-1637311D28A2}"/>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85" name="TextBox 84">
            <a:extLst>
              <a:ext uri="{FF2B5EF4-FFF2-40B4-BE49-F238E27FC236}">
                <a16:creationId xmlns:a16="http://schemas.microsoft.com/office/drawing/2014/main" id="{5410B6E7-0704-8C86-2585-E6F174DCC9D2}"/>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86" name="TextBox 85">
            <a:extLst>
              <a:ext uri="{FF2B5EF4-FFF2-40B4-BE49-F238E27FC236}">
                <a16:creationId xmlns:a16="http://schemas.microsoft.com/office/drawing/2014/main" id="{56BB078F-E75B-B2BE-00AD-2735073DFB7D}"/>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6576364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F8BD4-3DE2-95F1-4516-C89E5DAE44C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0442B48-C09C-9B7F-6A40-325DC37D38CA}"/>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E4FB2C55-D680-FB9C-D7EB-DFC4F0C94CB8}"/>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9DF2B73-3FC8-4E4E-0B8F-F699087C8A7A}"/>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50151BD4-8291-1109-29E2-4E525015A943}"/>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1F73B205-3EE6-7E51-4787-BEB8C0FFD2A4}"/>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24A3222-2207-F260-F5E5-65FFEEBA4265}"/>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1504A702-A843-FAC3-1A59-EE043AB2BCA0}"/>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C794987E-D5DB-2F89-D57C-C0058A9B2DBD}"/>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B40A0A11-5D10-9663-6D02-082E1153EF5D}"/>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4DDA3D88-C348-D164-3095-1462732E2093}"/>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6B4CDE34-7770-AF5D-C644-17C0E3EF3EC1}"/>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774C9DD-833F-F33E-CE2F-979883DC7B29}"/>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9299A964-8AD9-FD0D-B84B-A8DD26962048}"/>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345C695F-4D26-552A-95C6-50EB8276D1B2}"/>
              </a:ext>
            </a:extLst>
          </p:cNvPr>
          <p:cNvSpPr txBox="1"/>
          <p:nvPr/>
        </p:nvSpPr>
        <p:spPr>
          <a:xfrm>
            <a:off x="3640666" y="3907597"/>
            <a:ext cx="570089" cy="230832"/>
          </a:xfrm>
          <a:prstGeom prst="rect">
            <a:avLst/>
          </a:prstGeom>
          <a:noFill/>
        </p:spPr>
        <p:txBody>
          <a:bodyPr wrap="square" rtlCol="0">
            <a:spAutoFit/>
          </a:bodyPr>
          <a:lstStyle/>
          <a:p>
            <a:pPr algn="ctr"/>
            <a:r>
              <a:rPr lang="en-US" sz="900" dirty="0"/>
              <a:t>59</a:t>
            </a:r>
          </a:p>
        </p:txBody>
      </p:sp>
      <p:sp>
        <p:nvSpPr>
          <p:cNvPr id="29" name="TextBox 28">
            <a:extLst>
              <a:ext uri="{FF2B5EF4-FFF2-40B4-BE49-F238E27FC236}">
                <a16:creationId xmlns:a16="http://schemas.microsoft.com/office/drawing/2014/main" id="{AD88AD35-D50C-79B2-7988-AE7B659A17F8}"/>
              </a:ext>
            </a:extLst>
          </p:cNvPr>
          <p:cNvSpPr txBox="1"/>
          <p:nvPr/>
        </p:nvSpPr>
        <p:spPr>
          <a:xfrm>
            <a:off x="3138310" y="3907597"/>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F83B04E8-91C1-3C66-A91E-83F7DBF2C929}"/>
              </a:ext>
            </a:extLst>
          </p:cNvPr>
          <p:cNvSpPr txBox="1"/>
          <p:nvPr/>
        </p:nvSpPr>
        <p:spPr>
          <a:xfrm>
            <a:off x="4143022" y="3041177"/>
            <a:ext cx="570089" cy="230832"/>
          </a:xfrm>
          <a:prstGeom prst="rect">
            <a:avLst/>
          </a:prstGeom>
          <a:noFill/>
        </p:spPr>
        <p:txBody>
          <a:bodyPr wrap="square" rtlCol="0">
            <a:spAutoFit/>
          </a:bodyPr>
          <a:lstStyle/>
          <a:p>
            <a:pPr algn="ctr"/>
            <a:r>
              <a:rPr lang="en-US" sz="900" dirty="0"/>
              <a:t>45</a:t>
            </a:r>
          </a:p>
        </p:txBody>
      </p:sp>
      <p:sp>
        <p:nvSpPr>
          <p:cNvPr id="36" name="TextBox 35">
            <a:extLst>
              <a:ext uri="{FF2B5EF4-FFF2-40B4-BE49-F238E27FC236}">
                <a16:creationId xmlns:a16="http://schemas.microsoft.com/office/drawing/2014/main" id="{86F3FF8E-EBAD-B82B-0D13-2E3C8D1F425A}"/>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26303B0C-8F09-9E31-7634-ABAF8EA5329C}"/>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8" name="TextBox 47">
            <a:extLst>
              <a:ext uri="{FF2B5EF4-FFF2-40B4-BE49-F238E27FC236}">
                <a16:creationId xmlns:a16="http://schemas.microsoft.com/office/drawing/2014/main" id="{06757082-DCE2-4135-B792-9095874E8939}"/>
              </a:ext>
            </a:extLst>
          </p:cNvPr>
          <p:cNvSpPr txBox="1"/>
          <p:nvPr/>
        </p:nvSpPr>
        <p:spPr>
          <a:xfrm>
            <a:off x="5147734" y="3041177"/>
            <a:ext cx="570089" cy="230832"/>
          </a:xfrm>
          <a:prstGeom prst="rect">
            <a:avLst/>
          </a:prstGeom>
          <a:noFill/>
        </p:spPr>
        <p:txBody>
          <a:bodyPr wrap="square" rtlCol="0">
            <a:spAutoFit/>
          </a:bodyPr>
          <a:lstStyle/>
          <a:p>
            <a:pPr algn="ctr"/>
            <a:r>
              <a:rPr lang="en-US" sz="900" dirty="0"/>
              <a:t>459</a:t>
            </a:r>
          </a:p>
        </p:txBody>
      </p:sp>
      <p:sp>
        <p:nvSpPr>
          <p:cNvPr id="57" name="TextBox 56">
            <a:extLst>
              <a:ext uri="{FF2B5EF4-FFF2-40B4-BE49-F238E27FC236}">
                <a16:creationId xmlns:a16="http://schemas.microsoft.com/office/drawing/2014/main" id="{93CE22E8-EA23-6902-9030-55C0F3247AF3}"/>
              </a:ext>
            </a:extLst>
          </p:cNvPr>
          <p:cNvSpPr txBox="1"/>
          <p:nvPr/>
        </p:nvSpPr>
        <p:spPr>
          <a:xfrm>
            <a:off x="5147734" y="3542121"/>
            <a:ext cx="570089" cy="230832"/>
          </a:xfrm>
          <a:prstGeom prst="rect">
            <a:avLst/>
          </a:prstGeom>
          <a:noFill/>
        </p:spPr>
        <p:txBody>
          <a:bodyPr wrap="square" rtlCol="0">
            <a:spAutoFit/>
          </a:bodyPr>
          <a:lstStyle/>
          <a:p>
            <a:pPr algn="ctr"/>
            <a:r>
              <a:rPr lang="en-US" sz="900" dirty="0"/>
              <a:t>458</a:t>
            </a:r>
          </a:p>
        </p:txBody>
      </p:sp>
      <p:sp>
        <p:nvSpPr>
          <p:cNvPr id="61" name="TextBox 60">
            <a:extLst>
              <a:ext uri="{FF2B5EF4-FFF2-40B4-BE49-F238E27FC236}">
                <a16:creationId xmlns:a16="http://schemas.microsoft.com/office/drawing/2014/main" id="{A3A69780-EB95-BDB3-DBB1-44EFB8803351}"/>
              </a:ext>
            </a:extLst>
          </p:cNvPr>
          <p:cNvSpPr txBox="1"/>
          <p:nvPr/>
        </p:nvSpPr>
        <p:spPr>
          <a:xfrm>
            <a:off x="3640666" y="1768353"/>
            <a:ext cx="570089" cy="230832"/>
          </a:xfrm>
          <a:prstGeom prst="rect">
            <a:avLst/>
          </a:prstGeom>
          <a:noFill/>
        </p:spPr>
        <p:txBody>
          <a:bodyPr wrap="square" rtlCol="0">
            <a:spAutoFit/>
          </a:bodyPr>
          <a:lstStyle/>
          <a:p>
            <a:pPr algn="ctr"/>
            <a:r>
              <a:rPr lang="en-US" sz="900" dirty="0"/>
              <a:t>59</a:t>
            </a:r>
          </a:p>
        </p:txBody>
      </p:sp>
      <p:sp>
        <p:nvSpPr>
          <p:cNvPr id="62" name="TextBox 61">
            <a:extLst>
              <a:ext uri="{FF2B5EF4-FFF2-40B4-BE49-F238E27FC236}">
                <a16:creationId xmlns:a16="http://schemas.microsoft.com/office/drawing/2014/main" id="{17E51E0E-AC0F-3F4B-6B65-336215FE4E51}"/>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67FBF177-A35A-4160-B6A5-CECB6A2DC9FC}"/>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940E02F3-2E2A-B83C-8DD8-57B02E89B1AB}"/>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FA329EBD-98A3-CDDF-CB1C-F40620EFEA03}"/>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CF064332-5045-0BAF-D64D-0D32D6752F6B}"/>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FB33171-0156-2C28-C0E4-B1CDE96A9D04}"/>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4721C006-2CBC-AD11-C0BE-B49A0D4891E9}"/>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74E62D08-66D7-1246-E366-46D20D94D5E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6F0075BC-9CE5-14D2-97A8-8B17C0868D14}"/>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FFB7BE08-79A4-4849-9559-7B41266473D0}"/>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FF26CD77-7AA0-E126-84C0-03B3A9C9F1CC}"/>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2AAB8C98-6C49-F9F9-D2FD-8578FEA6F1ED}"/>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FE0E1576-3E93-C2CE-F3E3-F0EA0122E772}"/>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69E2BE3F-CCF3-A6B8-D215-A504FE22A810}"/>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94085266-EEA2-A4D2-8FAF-689E8A97F6E0}"/>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5CD17355-F6E9-BBD8-A676-64080CC5006D}"/>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FCA6FBAB-5E4A-CB5B-E198-BC041C9F6BDE}"/>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796D89E3-BD2B-78A2-AB0C-3920C837F7A2}"/>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C4D91E08-7A09-D963-EF37-27E9C3B7D70F}"/>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2C1A7887-5083-22EE-200A-8386CF897657}"/>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57DCD569-6B8B-716C-87CB-912E0AEC76FD}"/>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106B2DFD-6558-A972-E2B4-800BE226E4BA}"/>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D0BCE407-26A3-50CD-3EAC-CEA971AE64DF}"/>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FF15B97D-2072-F3EC-CEE0-F99E39FE1EC2}"/>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A7ED3A75-E19B-CF88-2483-665242D18BB6}"/>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6ADB137F-4090-2DD0-2C8F-3A5E552977F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7D93ED85-6428-A02C-A40D-4954AB848A76}"/>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96F0EE61-F51C-C939-6659-E1C8246B83E4}"/>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63C0030E-CB1D-5C39-DDE8-3E4BD1AEFB05}"/>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4E1C3A97-A45A-9A98-C934-E815836467CC}"/>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E376A355-83C4-BB58-6A3C-2A6E5FB72790}"/>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72D215DD-D40B-4779-6AAF-707F4FE9F45B}"/>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3011EC2A-E971-C2FF-6D33-BACC862E5873}"/>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1F8F52A9-01FF-B7AA-7F24-CF2F1098ECB5}"/>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FBECC156-0924-ABE4-62EE-AFE03BA7C64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3EEB747F-1BA8-0C7C-DF01-0C68A4622B31}"/>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8357A2E-D5C4-DE09-2D85-A28974D084A3}"/>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BE1B11B1-49A4-50D9-16C1-A7D968F77045}"/>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0EB4BF7D-C088-FD33-68A9-EC66DBA7B37D}"/>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FD387E07-24A9-0A0D-7E6C-41B04BCDB9C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5B891BB9-9EE4-467B-994B-D64145903959}"/>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ACCDE2B-467B-2A4C-C35A-6766B0A2F932}"/>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6151FD5-E5E2-3453-30A5-F468360C0520}"/>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CE039D4A-0FC7-DDFF-59DD-2802AAE957DD}"/>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41462AC2-49A9-FA3C-2386-A16CADE4AA62}"/>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900924F1-4512-526D-E6ED-C87D2E64D8C2}"/>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14FA6597-8D8B-2255-122B-256D9AA74A60}"/>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99B94EF7-26D2-A872-62B2-2DE376FA70E1}"/>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9B6FB3E4-05AD-A146-84B8-070D4F1AB4BD}"/>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0199F887-1E89-77ED-EF7C-4A1C6E1D3D67}"/>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995AC508-BECC-A12F-61DF-46B5E36D75AC}"/>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561257C4-5C8B-33F0-1E24-2C76B8ACCE77}"/>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0687041-AB78-817B-EAEE-77E6DB37FD7D}"/>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41CCDF50-76BB-5BB1-FB87-88B85521EEE9}"/>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68" name="TextBox 67">
            <a:extLst>
              <a:ext uri="{FF2B5EF4-FFF2-40B4-BE49-F238E27FC236}">
                <a16:creationId xmlns:a16="http://schemas.microsoft.com/office/drawing/2014/main" id="{AF52700F-DB45-7C00-88CE-7111CE6D9E7A}"/>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0A754DE4-F3F1-FA69-419A-B4E8EFE6605E}"/>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9FFA61D6-F43A-E2A0-AB88-11CF28D4ED76}"/>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19910243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B66B0-EE6C-1558-15C8-77F624A54D55}"/>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D9E52DB-6E9C-CDD6-082E-DD7C089EAEB8}"/>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F8A2B02-9342-B17B-4098-A57EEF560364}"/>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85A28AD3-48BC-AB1A-3287-EAFA5AD6A46B}"/>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1BEB59F9-08B9-1B85-8C51-224443FC8F91}"/>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C912DDBD-0382-0E84-6505-46E4EB0DAAD1}"/>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0D2A1803-6E9A-F4B1-EC04-5ACF10E5711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66661C26-D6DE-B0E9-9FA7-E1F144622B87}"/>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88F4918B-DE36-F626-C067-33ED80F20DCA}"/>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D9869C26-D2D5-8B75-2B10-DF1021B51231}"/>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B45F7E54-941D-2747-DBBF-1EFBD000A658}"/>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DC54D4C8-572A-6B17-1B13-23D439DD5532}"/>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EC014416-BDAA-1AC7-8190-9957B153A55B}"/>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EE5E616E-D4F0-313E-2B4E-0A4EC0065B49}"/>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0842F852-48E9-FEDF-45A1-8CEE93A99734}"/>
              </a:ext>
            </a:extLst>
          </p:cNvPr>
          <p:cNvSpPr txBox="1"/>
          <p:nvPr/>
        </p:nvSpPr>
        <p:spPr>
          <a:xfrm>
            <a:off x="3640666" y="3907597"/>
            <a:ext cx="570089" cy="230832"/>
          </a:xfrm>
          <a:prstGeom prst="rect">
            <a:avLst/>
          </a:prstGeom>
          <a:noFill/>
        </p:spPr>
        <p:txBody>
          <a:bodyPr wrap="square" rtlCol="0">
            <a:spAutoFit/>
          </a:bodyPr>
          <a:lstStyle/>
          <a:p>
            <a:pPr algn="ctr"/>
            <a:r>
              <a:rPr lang="en-US" sz="900" dirty="0"/>
              <a:t>59</a:t>
            </a:r>
          </a:p>
        </p:txBody>
      </p:sp>
      <p:sp>
        <p:nvSpPr>
          <p:cNvPr id="29" name="TextBox 28">
            <a:extLst>
              <a:ext uri="{FF2B5EF4-FFF2-40B4-BE49-F238E27FC236}">
                <a16:creationId xmlns:a16="http://schemas.microsoft.com/office/drawing/2014/main" id="{25D1793E-1EAF-B411-3D94-D3E5EF84AD58}"/>
              </a:ext>
            </a:extLst>
          </p:cNvPr>
          <p:cNvSpPr txBox="1"/>
          <p:nvPr/>
        </p:nvSpPr>
        <p:spPr>
          <a:xfrm>
            <a:off x="3138310" y="3907597"/>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16ECA6DC-6DE3-839E-A636-1146E0044BDF}"/>
              </a:ext>
            </a:extLst>
          </p:cNvPr>
          <p:cNvSpPr txBox="1"/>
          <p:nvPr/>
        </p:nvSpPr>
        <p:spPr>
          <a:xfrm>
            <a:off x="4143022" y="3041177"/>
            <a:ext cx="570089" cy="230832"/>
          </a:xfrm>
          <a:prstGeom prst="rect">
            <a:avLst/>
          </a:prstGeom>
          <a:noFill/>
        </p:spPr>
        <p:txBody>
          <a:bodyPr wrap="square" rtlCol="0">
            <a:spAutoFit/>
          </a:bodyPr>
          <a:lstStyle/>
          <a:p>
            <a:pPr algn="ctr"/>
            <a:r>
              <a:rPr lang="en-US" sz="900" dirty="0"/>
              <a:t>45</a:t>
            </a:r>
          </a:p>
        </p:txBody>
      </p:sp>
      <p:sp>
        <p:nvSpPr>
          <p:cNvPr id="36" name="TextBox 35">
            <a:extLst>
              <a:ext uri="{FF2B5EF4-FFF2-40B4-BE49-F238E27FC236}">
                <a16:creationId xmlns:a16="http://schemas.microsoft.com/office/drawing/2014/main" id="{E0CFDEBC-2658-7BAB-ADFD-3FF7E0646029}"/>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37" name="TextBox 36">
            <a:extLst>
              <a:ext uri="{FF2B5EF4-FFF2-40B4-BE49-F238E27FC236}">
                <a16:creationId xmlns:a16="http://schemas.microsoft.com/office/drawing/2014/main" id="{9A290597-3F72-5006-3F96-366375F77792}"/>
              </a:ext>
            </a:extLst>
          </p:cNvPr>
          <p:cNvSpPr txBox="1"/>
          <p:nvPr/>
        </p:nvSpPr>
        <p:spPr>
          <a:xfrm>
            <a:off x="3138310" y="3271185"/>
            <a:ext cx="570089" cy="230832"/>
          </a:xfrm>
          <a:prstGeom prst="rect">
            <a:avLst/>
          </a:prstGeom>
          <a:noFill/>
        </p:spPr>
        <p:txBody>
          <a:bodyPr wrap="square" rtlCol="0">
            <a:spAutoFit/>
          </a:bodyPr>
          <a:lstStyle/>
          <a:p>
            <a:pPr algn="ctr"/>
            <a:r>
              <a:rPr lang="en-US" sz="900" dirty="0"/>
              <a:t>57</a:t>
            </a:r>
          </a:p>
        </p:txBody>
      </p:sp>
      <p:sp>
        <p:nvSpPr>
          <p:cNvPr id="48" name="TextBox 47">
            <a:extLst>
              <a:ext uri="{FF2B5EF4-FFF2-40B4-BE49-F238E27FC236}">
                <a16:creationId xmlns:a16="http://schemas.microsoft.com/office/drawing/2014/main" id="{A2BD8BE3-1A4D-8657-F96E-E7A8A6F0E228}"/>
              </a:ext>
            </a:extLst>
          </p:cNvPr>
          <p:cNvSpPr txBox="1"/>
          <p:nvPr/>
        </p:nvSpPr>
        <p:spPr>
          <a:xfrm>
            <a:off x="5147734" y="3041177"/>
            <a:ext cx="570089" cy="230832"/>
          </a:xfrm>
          <a:prstGeom prst="rect">
            <a:avLst/>
          </a:prstGeom>
          <a:noFill/>
        </p:spPr>
        <p:txBody>
          <a:bodyPr wrap="square" rtlCol="0">
            <a:spAutoFit/>
          </a:bodyPr>
          <a:lstStyle/>
          <a:p>
            <a:pPr algn="ctr"/>
            <a:r>
              <a:rPr lang="en-US" sz="900" dirty="0"/>
              <a:t>54</a:t>
            </a:r>
          </a:p>
        </p:txBody>
      </p:sp>
      <p:sp>
        <p:nvSpPr>
          <p:cNvPr id="57" name="TextBox 56">
            <a:extLst>
              <a:ext uri="{FF2B5EF4-FFF2-40B4-BE49-F238E27FC236}">
                <a16:creationId xmlns:a16="http://schemas.microsoft.com/office/drawing/2014/main" id="{DA3EF8F9-19EB-B278-96D2-D9ADCA8CB252}"/>
              </a:ext>
            </a:extLst>
          </p:cNvPr>
          <p:cNvSpPr txBox="1"/>
          <p:nvPr/>
        </p:nvSpPr>
        <p:spPr>
          <a:xfrm>
            <a:off x="5147734" y="354212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EB0CA094-F162-2DA2-B0F4-BB5034A24671}"/>
              </a:ext>
            </a:extLst>
          </p:cNvPr>
          <p:cNvSpPr txBox="1"/>
          <p:nvPr/>
        </p:nvSpPr>
        <p:spPr>
          <a:xfrm>
            <a:off x="3640666" y="1768353"/>
            <a:ext cx="570089" cy="230832"/>
          </a:xfrm>
          <a:prstGeom prst="rect">
            <a:avLst/>
          </a:prstGeom>
          <a:noFill/>
        </p:spPr>
        <p:txBody>
          <a:bodyPr wrap="square" rtlCol="0">
            <a:spAutoFit/>
          </a:bodyPr>
          <a:lstStyle/>
          <a:p>
            <a:pPr algn="ctr"/>
            <a:r>
              <a:rPr lang="en-US" sz="900" dirty="0"/>
              <a:t>59</a:t>
            </a:r>
          </a:p>
        </p:txBody>
      </p:sp>
      <p:sp>
        <p:nvSpPr>
          <p:cNvPr id="62" name="TextBox 61">
            <a:extLst>
              <a:ext uri="{FF2B5EF4-FFF2-40B4-BE49-F238E27FC236}">
                <a16:creationId xmlns:a16="http://schemas.microsoft.com/office/drawing/2014/main" id="{C4A210B4-F034-3060-54A1-FEDF63BFB317}"/>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98000D9E-A77B-0E5C-A138-D74B55C7BCCD}"/>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A6DFCD69-1A4F-F5B0-F54F-4233BC792A58}"/>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1B48BFD1-6D64-2544-4949-3238C4CF8654}"/>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9C94DBC3-568A-0BE4-97C5-1AF96BF93165}"/>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44907A7E-565F-9BAA-B882-9B2571A6F9D9}"/>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90B1F4BD-D3C7-FC31-266A-C0015631DBF0}"/>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8D0EEDF4-69FE-A86A-F057-311C222301C4}"/>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3CBDB5D1-D764-B0FA-7469-A9ACF9FEFA23}"/>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CD41ECBE-AFBF-58F3-882F-14DE12950532}"/>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127A0242-B528-0640-6546-66A580ADF828}"/>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E3EA131C-C923-8933-3287-515409D4C154}"/>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6C367C8A-624E-5087-D5CC-EE7EA32552FE}"/>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2AD217B1-4D35-1295-B517-114315A0C714}"/>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C47527F7-62EC-AAB4-C3AD-F298B5D2F781}"/>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22346540-043E-4554-9B02-A6A1AAB33875}"/>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872A8FB0-0155-4A2D-0A9A-31BCC9C44FA5}"/>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850B1AE6-EAF9-957A-E86C-EAB83C0CBEBC}"/>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85EF8DE2-1C67-183D-6419-472B18AEDB99}"/>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FE9C3925-0BC7-1772-11D4-EF5771C868F5}"/>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C798F353-4CF8-5E86-DA31-BE01B000535D}"/>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61895C4-2475-E2EE-615C-320D2FB51A48}"/>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B56F5A7B-BAD2-23DC-7A58-D685771CD895}"/>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BB889DB7-9783-146B-4FE0-E29F4060104E}"/>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B2BDA34D-680C-CFD7-F831-84AA38EDCBB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56E853E2-865F-7FD2-84B0-33AA4A1C51D7}"/>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F1F070ED-026C-61BA-058C-C524365789E7}"/>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1544E757-4851-4758-6C8B-11F58571BDE4}"/>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DDEBDB66-F00D-3DD2-9ACC-16BB6E6A9F40}"/>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87AE010B-794D-46CF-3D8B-2890C2C7FFB1}"/>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32C37F52-FB7F-C4C1-9F28-2D6ED759794E}"/>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9B1F3A0F-AB97-AA1B-2D05-7A827A9105E3}"/>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70C6896F-1505-E845-3986-B6C6A89BF4F4}"/>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D2E06ED1-B00E-0931-0018-30B839C5AE69}"/>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0DF283BF-E9A8-78E3-D4D4-896AF43A6657}"/>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704AA3F8-F987-6F3F-A27C-1DCA327FF040}"/>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71BC918D-B0E0-CDF5-C893-40ADB29B575F}"/>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70100D12-FD6F-3D65-345B-A356E9005421}"/>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67B05632-5CBD-19B2-A325-E72A00BCD749}"/>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55C1C40C-E360-2B60-AC33-52C7054B0860}"/>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7F571F45-CCB5-75CC-859C-843F5F8CCD34}"/>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59D592AF-50B0-E0FF-0E81-DC051D377EAC}"/>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852B4E0-C64B-16F2-2F65-E0B4D1D39E24}"/>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327CE821-3D25-E499-39D5-970FA7F9AB2E}"/>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0F24A7F8-0491-8946-79AC-FD08A1CD4427}"/>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76D15053-41E0-4CF5-FB06-5E7D5BB05431}"/>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3585E43B-3E88-3564-8E4F-DD7CFDC62F05}"/>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3C5027DA-06EE-637E-51DE-1120BB5A8306}"/>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8C42F870-AAFC-BE9D-17BE-F288DE47B0B9}"/>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32CA2111-72ED-9C86-B067-4F2E236111F5}"/>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9058C065-02A0-4953-59A4-075DAD6907D0}"/>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585A260E-06AE-6420-C602-74D1CD8A79FC}"/>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37D592D3-C2BB-DD42-DB4A-9426ABC9902F}"/>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03DF90EA-5D2F-ED01-455A-B11ED521D01E}"/>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68" name="TextBox 67">
            <a:extLst>
              <a:ext uri="{FF2B5EF4-FFF2-40B4-BE49-F238E27FC236}">
                <a16:creationId xmlns:a16="http://schemas.microsoft.com/office/drawing/2014/main" id="{2A24F467-FC79-B9FA-F35B-73C7D53FA1AC}"/>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DCEB3CF1-0190-D108-B62E-13DC32CC2E71}"/>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E4D8139A-CFC2-6CE5-0A59-36DAF3B5E421}"/>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2967583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5E7E97-9799-F7AE-FF52-4EDE64E031DF}"/>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FDFFC5C-3292-10B6-2B6A-1EBFD1A3D864}"/>
              </a:ext>
            </a:extLst>
          </p:cNvPr>
          <p:cNvSpPr>
            <a:spLocks noGrp="1"/>
          </p:cNvSpPr>
          <p:nvPr>
            <p:ph sz="half" idx="1"/>
          </p:nvPr>
        </p:nvSpPr>
        <p:spPr/>
        <p:txBody>
          <a:bodyPr>
            <a:normAutofit/>
          </a:bodyPr>
          <a:lstStyle/>
          <a:p>
            <a:r>
              <a:rPr lang="en-US" dirty="0"/>
              <a:t>32 = 8+4+6+5+ … </a:t>
            </a:r>
            <a:r>
              <a:rPr lang="en-US" b="1" dirty="0"/>
              <a:t>9</a:t>
            </a:r>
            <a:r>
              <a:rPr lang="en-US" dirty="0"/>
              <a:t>.</a:t>
            </a:r>
          </a:p>
        </p:txBody>
      </p:sp>
      <p:pic>
        <p:nvPicPr>
          <p:cNvPr id="4" name="Picture 3" descr="A grid of sudoku puzzle&#10;&#10;Description automatically generated">
            <a:extLst>
              <a:ext uri="{FF2B5EF4-FFF2-40B4-BE49-F238E27FC236}">
                <a16:creationId xmlns:a16="http://schemas.microsoft.com/office/drawing/2014/main" id="{279A2E9F-947F-0CC8-35E7-CECB9BBC3CD3}"/>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15F9E5C3-B3FB-C481-F375-31051F4A7D7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EF0D27B3-74CE-0AE7-06B5-10550B70FC75}"/>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7C3E3BB2-335F-C6AE-5EC4-87C1E5980CF7}"/>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D09D8031-EB6A-30F5-2642-BBC2C780A637}"/>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2035CBBB-8B2C-3C00-E980-DFE7CF39AE7A}"/>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7CE9D481-A930-9884-B703-DAA6CE4D2B87}"/>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212B5C0B-55D6-5E43-1CFF-BD7FB6E24B6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EF758F56-1693-CEB9-B4F5-18D38122427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F92C6ABF-0AB1-C8F3-41A5-13E4B5F682B7}"/>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8F019C4E-9ACC-1519-DFCA-2647E0226BB3}"/>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1871D254-7EBB-8CD2-37F7-AB92B6906E68}"/>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10" name="TextBox 9">
            <a:extLst>
              <a:ext uri="{FF2B5EF4-FFF2-40B4-BE49-F238E27FC236}">
                <a16:creationId xmlns:a16="http://schemas.microsoft.com/office/drawing/2014/main" id="{FBFF78F9-6B23-021F-D56F-A5A2DCA51723}"/>
              </a:ext>
            </a:extLst>
          </p:cNvPr>
          <p:cNvSpPr txBox="1"/>
          <p:nvPr/>
        </p:nvSpPr>
        <p:spPr>
          <a:xfrm>
            <a:off x="3640666" y="3907597"/>
            <a:ext cx="570089" cy="230832"/>
          </a:xfrm>
          <a:prstGeom prst="rect">
            <a:avLst/>
          </a:prstGeom>
          <a:noFill/>
        </p:spPr>
        <p:txBody>
          <a:bodyPr wrap="square" rtlCol="0">
            <a:spAutoFit/>
          </a:bodyPr>
          <a:lstStyle/>
          <a:p>
            <a:pPr algn="ctr"/>
            <a:r>
              <a:rPr lang="en-US" sz="900" dirty="0"/>
              <a:t>59</a:t>
            </a:r>
          </a:p>
        </p:txBody>
      </p:sp>
      <p:sp>
        <p:nvSpPr>
          <p:cNvPr id="35" name="TextBox 34">
            <a:extLst>
              <a:ext uri="{FF2B5EF4-FFF2-40B4-BE49-F238E27FC236}">
                <a16:creationId xmlns:a16="http://schemas.microsoft.com/office/drawing/2014/main" id="{AE9163DC-8012-7EE9-05C9-DFB5A05DE8F5}"/>
              </a:ext>
            </a:extLst>
          </p:cNvPr>
          <p:cNvSpPr txBox="1"/>
          <p:nvPr/>
        </p:nvSpPr>
        <p:spPr>
          <a:xfrm>
            <a:off x="4143022" y="3041177"/>
            <a:ext cx="570089" cy="230832"/>
          </a:xfrm>
          <a:prstGeom prst="rect">
            <a:avLst/>
          </a:prstGeom>
          <a:noFill/>
        </p:spPr>
        <p:txBody>
          <a:bodyPr wrap="square" rtlCol="0">
            <a:spAutoFit/>
          </a:bodyPr>
          <a:lstStyle/>
          <a:p>
            <a:pPr algn="ctr"/>
            <a:r>
              <a:rPr lang="en-US" sz="900" dirty="0"/>
              <a:t>45</a:t>
            </a:r>
          </a:p>
        </p:txBody>
      </p:sp>
      <p:sp>
        <p:nvSpPr>
          <p:cNvPr id="36" name="TextBox 35">
            <a:extLst>
              <a:ext uri="{FF2B5EF4-FFF2-40B4-BE49-F238E27FC236}">
                <a16:creationId xmlns:a16="http://schemas.microsoft.com/office/drawing/2014/main" id="{E23A8BA4-46A6-C1BA-2CE6-1220E43AFBEB}"/>
              </a:ext>
            </a:extLst>
          </p:cNvPr>
          <p:cNvSpPr txBox="1"/>
          <p:nvPr/>
        </p:nvSpPr>
        <p:spPr>
          <a:xfrm>
            <a:off x="4143022" y="3542121"/>
            <a:ext cx="570089" cy="230832"/>
          </a:xfrm>
          <a:prstGeom prst="rect">
            <a:avLst/>
          </a:prstGeom>
          <a:noFill/>
        </p:spPr>
        <p:txBody>
          <a:bodyPr wrap="square" rtlCol="0">
            <a:spAutoFit/>
          </a:bodyPr>
          <a:lstStyle/>
          <a:p>
            <a:pPr algn="ctr"/>
            <a:r>
              <a:rPr lang="en-US" sz="900" dirty="0"/>
              <a:t>457</a:t>
            </a:r>
          </a:p>
        </p:txBody>
      </p:sp>
      <p:sp>
        <p:nvSpPr>
          <p:cNvPr id="48" name="TextBox 47">
            <a:extLst>
              <a:ext uri="{FF2B5EF4-FFF2-40B4-BE49-F238E27FC236}">
                <a16:creationId xmlns:a16="http://schemas.microsoft.com/office/drawing/2014/main" id="{595C9F23-B5F6-F38A-5763-4E50101DCC9E}"/>
              </a:ext>
            </a:extLst>
          </p:cNvPr>
          <p:cNvSpPr txBox="1"/>
          <p:nvPr/>
        </p:nvSpPr>
        <p:spPr>
          <a:xfrm>
            <a:off x="5147734" y="3041177"/>
            <a:ext cx="570089" cy="230832"/>
          </a:xfrm>
          <a:prstGeom prst="rect">
            <a:avLst/>
          </a:prstGeom>
          <a:noFill/>
        </p:spPr>
        <p:txBody>
          <a:bodyPr wrap="square" rtlCol="0">
            <a:spAutoFit/>
          </a:bodyPr>
          <a:lstStyle/>
          <a:p>
            <a:pPr algn="ctr"/>
            <a:r>
              <a:rPr lang="en-US" sz="900" dirty="0"/>
              <a:t>54</a:t>
            </a:r>
          </a:p>
        </p:txBody>
      </p:sp>
      <p:sp>
        <p:nvSpPr>
          <p:cNvPr id="57" name="TextBox 56">
            <a:extLst>
              <a:ext uri="{FF2B5EF4-FFF2-40B4-BE49-F238E27FC236}">
                <a16:creationId xmlns:a16="http://schemas.microsoft.com/office/drawing/2014/main" id="{9DF750EA-8422-C2AC-9F63-131DC8F0B52E}"/>
              </a:ext>
            </a:extLst>
          </p:cNvPr>
          <p:cNvSpPr txBox="1"/>
          <p:nvPr/>
        </p:nvSpPr>
        <p:spPr>
          <a:xfrm>
            <a:off x="5147734" y="3542121"/>
            <a:ext cx="570089" cy="230832"/>
          </a:xfrm>
          <a:prstGeom prst="rect">
            <a:avLst/>
          </a:prstGeom>
          <a:noFill/>
        </p:spPr>
        <p:txBody>
          <a:bodyPr wrap="square" rtlCol="0">
            <a:spAutoFit/>
          </a:bodyPr>
          <a:lstStyle/>
          <a:p>
            <a:pPr algn="ctr"/>
            <a:r>
              <a:rPr lang="en-US" sz="900" dirty="0"/>
              <a:t>45</a:t>
            </a:r>
          </a:p>
        </p:txBody>
      </p:sp>
      <p:sp>
        <p:nvSpPr>
          <p:cNvPr id="61" name="TextBox 60">
            <a:extLst>
              <a:ext uri="{FF2B5EF4-FFF2-40B4-BE49-F238E27FC236}">
                <a16:creationId xmlns:a16="http://schemas.microsoft.com/office/drawing/2014/main" id="{114486D9-B0CC-7136-0399-DF2A0AC464F1}"/>
              </a:ext>
            </a:extLst>
          </p:cNvPr>
          <p:cNvSpPr txBox="1"/>
          <p:nvPr/>
        </p:nvSpPr>
        <p:spPr>
          <a:xfrm>
            <a:off x="3640666" y="1768353"/>
            <a:ext cx="570089" cy="230832"/>
          </a:xfrm>
          <a:prstGeom prst="rect">
            <a:avLst/>
          </a:prstGeom>
          <a:noFill/>
        </p:spPr>
        <p:txBody>
          <a:bodyPr wrap="square" rtlCol="0">
            <a:spAutoFit/>
          </a:bodyPr>
          <a:lstStyle/>
          <a:p>
            <a:pPr algn="ctr"/>
            <a:r>
              <a:rPr lang="en-US" sz="900" dirty="0"/>
              <a:t>59</a:t>
            </a:r>
          </a:p>
        </p:txBody>
      </p:sp>
      <p:sp>
        <p:nvSpPr>
          <p:cNvPr id="62" name="TextBox 61">
            <a:extLst>
              <a:ext uri="{FF2B5EF4-FFF2-40B4-BE49-F238E27FC236}">
                <a16:creationId xmlns:a16="http://schemas.microsoft.com/office/drawing/2014/main" id="{5E8F23CA-E079-77C6-EC4E-35B8B2C38106}"/>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63" name="TextBox 62">
            <a:extLst>
              <a:ext uri="{FF2B5EF4-FFF2-40B4-BE49-F238E27FC236}">
                <a16:creationId xmlns:a16="http://schemas.microsoft.com/office/drawing/2014/main" id="{D5BE3A46-F351-3E3B-0167-CF4FA2D15B5B}"/>
              </a:ext>
            </a:extLst>
          </p:cNvPr>
          <p:cNvSpPr txBox="1"/>
          <p:nvPr/>
        </p:nvSpPr>
        <p:spPr>
          <a:xfrm>
            <a:off x="3138310" y="1768353"/>
            <a:ext cx="570089" cy="230832"/>
          </a:xfrm>
          <a:prstGeom prst="rect">
            <a:avLst/>
          </a:prstGeom>
          <a:noFill/>
        </p:spPr>
        <p:txBody>
          <a:bodyPr wrap="square" rtlCol="0">
            <a:spAutoFit/>
          </a:bodyPr>
          <a:lstStyle/>
          <a:p>
            <a:pPr algn="ctr"/>
            <a:r>
              <a:rPr lang="en-US" sz="900" dirty="0"/>
              <a:t>579</a:t>
            </a:r>
          </a:p>
        </p:txBody>
      </p:sp>
      <p:sp>
        <p:nvSpPr>
          <p:cNvPr id="40" name="TextBox 39">
            <a:extLst>
              <a:ext uri="{FF2B5EF4-FFF2-40B4-BE49-F238E27FC236}">
                <a16:creationId xmlns:a16="http://schemas.microsoft.com/office/drawing/2014/main" id="{9A067544-5DA6-8047-9E9F-65F627C5BD08}"/>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D22D3D94-3595-4B60-6CAC-F3C5CA0B45FB}"/>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CA029D82-5D76-5673-F77E-CF03426F056D}"/>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D81F3D56-A02F-2AE5-BC86-BB867FBCE14F}"/>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CA3F5463-1625-F7C8-57C5-48F406E7C605}"/>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E6FA3415-8AD3-C631-BCA5-9E58B3379D3D}"/>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5D6C5CFC-0172-3F50-C613-5BEF40AD60A9}"/>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256FAF16-01A7-8D87-003F-931679ED139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D54CF45B-A081-6478-A661-3E97D27663F8}"/>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51B0EF06-D06E-B499-6DDE-56BF650A707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F2C91E3B-933E-7832-EF00-D3B3C694119B}"/>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EB4C128E-5B78-D762-9B29-B64A6DAAC3BA}"/>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3A96327-8CC3-D50D-78F2-532B45AC1922}"/>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E6B5FF2-EB12-D575-34C2-8085E2B07C96}"/>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2EDB4A96-5A98-2B5C-7FAC-FD2FA1FBD17A}"/>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16C0558D-DFBD-85B9-439B-5FDEC06F299A}"/>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2D99733D-9220-F99C-CE22-AD68300E78B0}"/>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E7C4D3B5-E2EE-E6A4-133F-CADC10C64EDD}"/>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BF8F599-3A15-9E47-077C-C35D5ABEBA78}"/>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34700EA6-7E06-E13F-0CB1-CFA1AC01AF2B}"/>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F6A0C264-0B41-F6B6-6A72-B428BB85B6A0}"/>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C70AB0B7-60DF-86AB-7BC0-D42F3C71A48D}"/>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C2B76729-BC6E-89B7-9848-F2BEBA577C90}"/>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49E0FAC8-204F-B16D-C4BD-9C56256E0109}"/>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A65C1227-6930-D957-85AD-BB6C72FA22D3}"/>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BC3C85DF-A08B-6367-D5C1-DDC15C41F512}"/>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221C2F14-A294-2101-37AF-0AD824D1D69E}"/>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9E636296-BC5D-639E-2180-4E8EA29BAF75}"/>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85B78E02-96E3-64E0-B559-A8865AA992C7}"/>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D06654E7-6A3D-F8BA-F25C-CFA3D5F4C3CB}"/>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EB3CA085-41A8-89A8-CCEC-6AB40251E6D8}"/>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91EF11BB-CA4D-F41C-7D9B-F4D610AFB3DF}"/>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70990214-D60A-7184-71FB-B6FAED107DB8}"/>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28D8F3C5-5126-1E2B-0125-3B59DE265FC3}"/>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F663B7FE-C99E-B00D-41B9-2CF365592398}"/>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A0FED9EF-0276-8B57-340E-3BE4A9671943}"/>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29351206-64FF-5236-B6B5-88451B5C15C6}"/>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8BA74FA7-F7DA-52D8-152D-E3A582EE264D}"/>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51ABC65D-7174-D64C-B8CD-0471D0568B4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6CADC291-591A-0196-4848-EF755EA00DF6}"/>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503B1AB1-B628-3C99-6566-6E89620A719D}"/>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5CC9B4D2-2089-B763-59FB-F4EFF59EAEAF}"/>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8B666D0D-FF98-1EAB-1768-FC380C13540C}"/>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CF417040-278F-B939-24A4-95D90F636177}"/>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9C6304A8-7D04-95E8-FF17-2C826520F47E}"/>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664A5486-FAEE-F655-2542-F80541C75AA7}"/>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FB947B0B-3988-47F8-CF52-1EBC014C33BB}"/>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22226117-1732-599A-0EE2-D49DF539B7E3}"/>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982D776F-DFC3-17D7-946A-1F944900878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FBD66AB1-0E00-F8EA-0E75-AD6EC6F67505}"/>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B97576F5-35F8-D871-6D4D-2406A4C6D518}"/>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3CC8F5C0-E5B4-65DE-8780-AB81417CDEF7}"/>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68" name="TextBox 67">
            <a:extLst>
              <a:ext uri="{FF2B5EF4-FFF2-40B4-BE49-F238E27FC236}">
                <a16:creationId xmlns:a16="http://schemas.microsoft.com/office/drawing/2014/main" id="{79D279EF-A7EA-A81B-05E5-448171569B5F}"/>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6A56160D-BE60-24DE-90AF-8278250F8BED}"/>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6BCB8010-3474-62CC-B858-D6169FCE68D5}"/>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102CA2B3-AD96-2B88-17AA-D9382E6A694A}"/>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867051A3-1AB6-54A1-8338-8AC466B16903}"/>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Tree>
    <p:extLst>
      <p:ext uri="{BB962C8B-B14F-4D97-AF65-F5344CB8AC3E}">
        <p14:creationId xmlns:p14="http://schemas.microsoft.com/office/powerpoint/2010/main" val="213221385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7B5AB-9F71-7C73-1505-C975B7D731AA}"/>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542D45B-A8E0-792F-5A41-85989816B535}"/>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50AF1E3F-0969-A292-1823-32309894CDDD}"/>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4169A694-04B7-C1AF-E265-23CB4B772F47}"/>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410EBD70-5411-97EF-3A00-4A3BB7760C44}"/>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465A1D6D-EF76-117C-5A24-6BE27FC55BE0}"/>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67C1E872-886C-27CE-8CB7-C04E56BA23E6}"/>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7BDA8800-A9A8-0D61-4BD4-84AF34B8C16B}"/>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B0AC25F1-9A01-26B4-D0E7-3E920CA14F9F}"/>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C0B89A27-69FA-876A-4EDE-26DF0C5FDBFC}"/>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FE1436AE-57C8-CF2C-C228-9F798FCC118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5497F1BB-1BDB-ECF6-03D0-CB4F6EE9D9E0}"/>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9F7A3069-76FF-0641-1937-CA0E6ADB07DE}"/>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09CBF3B7-809B-C533-88EF-351AED658D39}"/>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36" name="TextBox 35">
            <a:extLst>
              <a:ext uri="{FF2B5EF4-FFF2-40B4-BE49-F238E27FC236}">
                <a16:creationId xmlns:a16="http://schemas.microsoft.com/office/drawing/2014/main" id="{D40CA3D1-15D3-0907-B57F-AC1650784EDD}"/>
              </a:ext>
            </a:extLst>
          </p:cNvPr>
          <p:cNvSpPr txBox="1"/>
          <p:nvPr/>
        </p:nvSpPr>
        <p:spPr>
          <a:xfrm>
            <a:off x="4143022" y="3542121"/>
            <a:ext cx="570089" cy="230832"/>
          </a:xfrm>
          <a:prstGeom prst="rect">
            <a:avLst/>
          </a:prstGeom>
          <a:noFill/>
        </p:spPr>
        <p:txBody>
          <a:bodyPr wrap="square" rtlCol="0">
            <a:spAutoFit/>
          </a:bodyPr>
          <a:lstStyle/>
          <a:p>
            <a:pPr algn="ctr"/>
            <a:r>
              <a:rPr lang="en-US" sz="900" dirty="0"/>
              <a:t>47</a:t>
            </a:r>
          </a:p>
        </p:txBody>
      </p:sp>
      <p:sp>
        <p:nvSpPr>
          <p:cNvPr id="61" name="TextBox 60">
            <a:extLst>
              <a:ext uri="{FF2B5EF4-FFF2-40B4-BE49-F238E27FC236}">
                <a16:creationId xmlns:a16="http://schemas.microsoft.com/office/drawing/2014/main" id="{929A127C-87A8-BDEE-7B05-21B2D44FAC78}"/>
              </a:ext>
            </a:extLst>
          </p:cNvPr>
          <p:cNvSpPr txBox="1"/>
          <p:nvPr/>
        </p:nvSpPr>
        <p:spPr>
          <a:xfrm>
            <a:off x="3640666" y="1768353"/>
            <a:ext cx="570089" cy="230832"/>
          </a:xfrm>
          <a:prstGeom prst="rect">
            <a:avLst/>
          </a:prstGeom>
          <a:noFill/>
        </p:spPr>
        <p:txBody>
          <a:bodyPr wrap="square" rtlCol="0">
            <a:spAutoFit/>
          </a:bodyPr>
          <a:lstStyle/>
          <a:p>
            <a:pPr algn="ctr"/>
            <a:r>
              <a:rPr lang="en-US" sz="900" dirty="0"/>
              <a:t>59</a:t>
            </a:r>
          </a:p>
        </p:txBody>
      </p:sp>
      <p:sp>
        <p:nvSpPr>
          <p:cNvPr id="62" name="TextBox 61">
            <a:extLst>
              <a:ext uri="{FF2B5EF4-FFF2-40B4-BE49-F238E27FC236}">
                <a16:creationId xmlns:a16="http://schemas.microsoft.com/office/drawing/2014/main" id="{E5B155F5-D743-BF4F-6312-F0A9021D4E99}"/>
              </a:ext>
            </a:extLst>
          </p:cNvPr>
          <p:cNvSpPr txBox="1"/>
          <p:nvPr/>
        </p:nvSpPr>
        <p:spPr>
          <a:xfrm>
            <a:off x="4143022" y="1768353"/>
            <a:ext cx="570089" cy="230832"/>
          </a:xfrm>
          <a:prstGeom prst="rect">
            <a:avLst/>
          </a:prstGeom>
          <a:noFill/>
        </p:spPr>
        <p:txBody>
          <a:bodyPr wrap="square" rtlCol="0">
            <a:spAutoFit/>
          </a:bodyPr>
          <a:lstStyle/>
          <a:p>
            <a:pPr algn="ctr"/>
            <a:r>
              <a:rPr lang="en-US" sz="900" dirty="0"/>
              <a:t>57</a:t>
            </a:r>
          </a:p>
        </p:txBody>
      </p:sp>
      <p:sp>
        <p:nvSpPr>
          <p:cNvPr id="40" name="TextBox 39">
            <a:extLst>
              <a:ext uri="{FF2B5EF4-FFF2-40B4-BE49-F238E27FC236}">
                <a16:creationId xmlns:a16="http://schemas.microsoft.com/office/drawing/2014/main" id="{029BC1F1-CA3A-AE86-91F7-3D3DAD6FF102}"/>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DD7DD55B-5089-25A8-EB3E-A21F0D77FFDE}"/>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CB7DBCBE-6068-F58A-1F45-E8B1479AB703}"/>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6AC5FBF2-77EA-46E6-D1D6-FF73ECE502D7}"/>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1797CC4F-ECF0-661E-7D33-398D871619B4}"/>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75A2B798-65FF-5081-1D3B-4392EEC488D0}"/>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FA2CD9E5-85EF-F2EA-065B-A5B0977FB4F6}"/>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50A91C22-59F0-C15E-5ABB-B7316B233879}"/>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5F6C519-4AB0-3739-0617-C38E1D20F4A0}"/>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B24855DD-C602-8579-D09D-6EA6EC669AD6}"/>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27805ED2-4AF8-64C3-B3F1-FBED361141F0}"/>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DA5AB065-8921-4D6A-3C84-B70D918EB05D}"/>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65A06348-9C6D-9EAB-9E2E-E9A91DF57B4A}"/>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B5E48C0A-9F72-7B15-A1B7-53D91B60B7A8}"/>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7155AC70-03A5-C9DC-E081-01A72E9231CD}"/>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6EC9BD3E-9878-E948-3722-0D56A487D9C9}"/>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0A8970D2-BD58-A651-D043-FEAC738705C2}"/>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5549CDAC-103C-A49C-E8CB-8F44CE0E889F}"/>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1DA68EF1-27E1-D350-5FD9-8C44BC12BEAC}"/>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7AC10080-F1AC-2FA1-DC68-AF0371B3C967}"/>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A19186C0-7C91-6373-3924-955741CB9A8C}"/>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68B5A9A8-0E79-6371-42BD-86E7D04CCD9F}"/>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FB9F8863-9E67-D3AE-1F2E-D57375CACE7E}"/>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83AD3F80-BD56-5F92-BF1E-603EDD086AE3}"/>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06C669B6-ED5F-0A13-AD7A-315D0570A91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1B77EDB1-9909-EB20-B1E7-1AD8DAD72F19}"/>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4D6D9567-0958-7651-198A-D07D15B67EF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9D4121DF-7098-E64C-8DA9-62D56F178FCD}"/>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49ED4492-7641-48C8-4B6B-DAE6BCB25106}"/>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DD17A8C0-E48B-9C5E-05B3-54453E0C7B69}"/>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521762F7-2597-1A45-4D23-BB29E1114141}"/>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E161AE02-610A-9B27-3A54-6D784EC17E57}"/>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78DAAE2E-D6B5-0E99-FB0E-18157689F35E}"/>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41308F48-501C-EAFD-A1DD-076BCE740F09}"/>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90F424C6-E0D5-BCB9-ED96-A38716196AF0}"/>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067F2392-BDCA-12FF-32C3-AF77FB19A73F}"/>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0C1A1F69-5250-C1BB-C52E-C5B146893870}"/>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E093AE30-6DBB-CACB-C38E-D0C1FF2066B1}"/>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B364F74D-8F15-AA27-E39A-F1766CA9C90A}"/>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67A2FA72-4C25-1770-DF3E-B8B5F92E292A}"/>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95F3BCC7-2882-E140-EA34-F75ED3E46847}"/>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811530F1-602F-1C43-09F4-B7F4C0B48EB2}"/>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A6EE395B-FF9C-E57C-6EC8-2C53ECF10210}"/>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1F243A16-98AA-5E3B-1247-6D755C40A669}"/>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A9869179-AF5D-4BEC-D80E-C86210032296}"/>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7F54EA0D-CAB7-A359-CA1A-A714578FD258}"/>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B9C6799E-14B3-E2C8-2C1A-F3A68B78EE18}"/>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74F39E58-6D1D-47B2-8FBC-0511F67CFC89}"/>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7FEFA7A7-4678-D266-2B59-442E48A45876}"/>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ABBADCF7-AEE5-E7DC-C260-4841686DE754}"/>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6BB27615-829D-DAE7-809B-2A06A2442E55}"/>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05BD6707-2D62-1077-D78C-8B6F698EDAA1}"/>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68" name="TextBox 67">
            <a:extLst>
              <a:ext uri="{FF2B5EF4-FFF2-40B4-BE49-F238E27FC236}">
                <a16:creationId xmlns:a16="http://schemas.microsoft.com/office/drawing/2014/main" id="{77239048-C5D6-2D95-5419-4FBFBDB0FCF9}"/>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8B21F9A7-8D0A-AC6C-2DDB-A2FF71EA878C}"/>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78A5EA1-F5C3-8DA2-8186-44FB48ABE01F}"/>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5A5C9320-D755-BB92-118D-AFE0CAF7AA18}"/>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C0903793-AFCA-AE6F-3543-AA6CAD58DB74}"/>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A029736-6B73-2BB6-7B67-DBA3EE5FAFE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F4519509-0A44-EE9B-DE4D-D3FA9ADD322B}"/>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256E702E-F640-2D81-F15E-5669C4369B1F}"/>
              </a:ext>
            </a:extLst>
          </p:cNvPr>
          <p:cNvSpPr txBox="1"/>
          <p:nvPr/>
        </p:nvSpPr>
        <p:spPr>
          <a:xfrm>
            <a:off x="4216401" y="273455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FFF09851-A73F-7942-5C5E-44AD484AC42A}"/>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0D047A60-A61F-C7D6-9D0F-9968F9EF5492}"/>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Tree>
    <p:extLst>
      <p:ext uri="{BB962C8B-B14F-4D97-AF65-F5344CB8AC3E}">
        <p14:creationId xmlns:p14="http://schemas.microsoft.com/office/powerpoint/2010/main" val="4130735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9F7DC-8080-A00A-B882-69B3ADB794A0}"/>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76DF6B1-8799-5C75-70B7-1DADF509BD3F}"/>
              </a:ext>
            </a:extLst>
          </p:cNvPr>
          <p:cNvSpPr>
            <a:spLocks noGrp="1"/>
          </p:cNvSpPr>
          <p:nvPr>
            <p:ph sz="half" idx="1"/>
          </p:nvPr>
        </p:nvSpPr>
        <p:spPr/>
        <p:txBody>
          <a:bodyPr>
            <a:normAutofit/>
          </a:bodyPr>
          <a:lstStyle/>
          <a:p>
            <a:r>
              <a:rPr lang="en-US" dirty="0"/>
              <a:t>Reduce.</a:t>
            </a:r>
          </a:p>
        </p:txBody>
      </p:sp>
      <p:pic>
        <p:nvPicPr>
          <p:cNvPr id="4" name="Picture 3" descr="A grid of sudoku puzzle&#10;&#10;Description automatically generated">
            <a:extLst>
              <a:ext uri="{FF2B5EF4-FFF2-40B4-BE49-F238E27FC236}">
                <a16:creationId xmlns:a16="http://schemas.microsoft.com/office/drawing/2014/main" id="{7D6D3455-7E59-2E9C-A213-C263AC01DC4A}"/>
              </a:ext>
            </a:extLst>
          </p:cNvPr>
          <p:cNvPicPr>
            <a:picLocks noChangeAspect="1"/>
          </p:cNvPicPr>
          <p:nvPr/>
        </p:nvPicPr>
        <p:blipFill>
          <a:blip r:embed="rId3"/>
          <a:stretch>
            <a:fillRect/>
          </a:stretch>
        </p:blipFill>
        <p:spPr>
          <a:xfrm>
            <a:off x="4578350" y="2311400"/>
            <a:ext cx="0" cy="0"/>
          </a:xfrm>
          <a:prstGeom prst="rect">
            <a:avLst/>
          </a:prstGeom>
        </p:spPr>
      </p:pic>
      <p:pic>
        <p:nvPicPr>
          <p:cNvPr id="5" name="Picture 4" descr="A sudoku game with text&#10;&#10;Description automatically generated">
            <a:extLst>
              <a:ext uri="{FF2B5EF4-FFF2-40B4-BE49-F238E27FC236}">
                <a16:creationId xmlns:a16="http://schemas.microsoft.com/office/drawing/2014/main" id="{049D0A9B-5F08-ACAD-1269-23F99EC3C658}"/>
              </a:ext>
            </a:extLst>
          </p:cNvPr>
          <p:cNvPicPr>
            <a:picLocks noChangeAspect="1"/>
          </p:cNvPicPr>
          <p:nvPr/>
        </p:nvPicPr>
        <p:blipFill>
          <a:blip r:embed="rId4"/>
          <a:stretch>
            <a:fillRect/>
          </a:stretch>
        </p:blipFill>
        <p:spPr>
          <a:xfrm>
            <a:off x="4578350" y="2311400"/>
            <a:ext cx="0" cy="0"/>
          </a:xfrm>
          <a:prstGeom prst="rect">
            <a:avLst/>
          </a:prstGeom>
        </p:spPr>
      </p:pic>
      <p:pic>
        <p:nvPicPr>
          <p:cNvPr id="6" name="Picture 5" descr="A sudoku puzzle with text&#10;&#10;Description automatically generated">
            <a:extLst>
              <a:ext uri="{FF2B5EF4-FFF2-40B4-BE49-F238E27FC236}">
                <a16:creationId xmlns:a16="http://schemas.microsoft.com/office/drawing/2014/main" id="{9C8F36FA-6CAD-C8F8-9FB1-62475E652770}"/>
              </a:ext>
            </a:extLst>
          </p:cNvPr>
          <p:cNvPicPr>
            <a:picLocks noChangeAspect="1"/>
          </p:cNvPicPr>
          <p:nvPr/>
        </p:nvPicPr>
        <p:blipFill>
          <a:blip r:embed="rId5"/>
          <a:stretch>
            <a:fillRect/>
          </a:stretch>
        </p:blipFill>
        <p:spPr>
          <a:xfrm>
            <a:off x="4578350" y="2311400"/>
            <a:ext cx="0" cy="0"/>
          </a:xfrm>
          <a:prstGeom prst="rect">
            <a:avLst/>
          </a:prstGeom>
        </p:spPr>
      </p:pic>
      <p:pic>
        <p:nvPicPr>
          <p:cNvPr id="7" name="Picture 6" descr="A grid of squares with text&#10;&#10;AI-generated content may be incorrect.">
            <a:extLst>
              <a:ext uri="{FF2B5EF4-FFF2-40B4-BE49-F238E27FC236}">
                <a16:creationId xmlns:a16="http://schemas.microsoft.com/office/drawing/2014/main" id="{3E22DF59-7132-5208-48F7-47BBE22BD1C8}"/>
              </a:ext>
            </a:extLst>
          </p:cNvPr>
          <p:cNvPicPr>
            <a:picLocks noChangeAspect="1"/>
          </p:cNvPicPr>
          <p:nvPr/>
        </p:nvPicPr>
        <p:blipFill>
          <a:blip r:embed="rId6"/>
          <a:stretch>
            <a:fillRect/>
          </a:stretch>
        </p:blipFill>
        <p:spPr>
          <a:xfrm>
            <a:off x="4584700" y="2311400"/>
            <a:ext cx="0" cy="0"/>
          </a:xfrm>
          <a:prstGeom prst="rect">
            <a:avLst/>
          </a:prstGeom>
        </p:spPr>
      </p:pic>
      <p:sp>
        <p:nvSpPr>
          <p:cNvPr id="3" name="TextBox 2">
            <a:extLst>
              <a:ext uri="{FF2B5EF4-FFF2-40B4-BE49-F238E27FC236}">
                <a16:creationId xmlns:a16="http://schemas.microsoft.com/office/drawing/2014/main" id="{F0965CCA-DF41-F7B6-3049-D33134F4D7EB}"/>
              </a:ext>
            </a:extLst>
          </p:cNvPr>
          <p:cNvSpPr txBox="1"/>
          <p:nvPr/>
        </p:nvSpPr>
        <p:spPr>
          <a:xfrm>
            <a:off x="4715935" y="3237891"/>
            <a:ext cx="462845" cy="584775"/>
          </a:xfrm>
          <a:prstGeom prst="rect">
            <a:avLst/>
          </a:prstGeom>
          <a:noFill/>
        </p:spPr>
        <p:txBody>
          <a:bodyPr wrap="square" rtlCol="0">
            <a:spAutoFit/>
          </a:bodyPr>
          <a:lstStyle/>
          <a:p>
            <a:pPr algn="ctr"/>
            <a:r>
              <a:rPr lang="en-US" sz="3200" dirty="0"/>
              <a:t>6</a:t>
            </a:r>
          </a:p>
        </p:txBody>
      </p:sp>
      <p:sp>
        <p:nvSpPr>
          <p:cNvPr id="8" name="TextBox 7">
            <a:extLst>
              <a:ext uri="{FF2B5EF4-FFF2-40B4-BE49-F238E27FC236}">
                <a16:creationId xmlns:a16="http://schemas.microsoft.com/office/drawing/2014/main" id="{4592E7DB-BEFB-0D91-6AEA-1D832F08E3C2}"/>
              </a:ext>
            </a:extLst>
          </p:cNvPr>
          <p:cNvSpPr txBox="1"/>
          <p:nvPr/>
        </p:nvSpPr>
        <p:spPr>
          <a:xfrm>
            <a:off x="3217333" y="721216"/>
            <a:ext cx="462845" cy="584775"/>
          </a:xfrm>
          <a:prstGeom prst="rect">
            <a:avLst/>
          </a:prstGeom>
          <a:noFill/>
        </p:spPr>
        <p:txBody>
          <a:bodyPr wrap="square" rtlCol="0">
            <a:spAutoFit/>
          </a:bodyPr>
          <a:lstStyle/>
          <a:p>
            <a:pPr algn="ctr"/>
            <a:r>
              <a:rPr lang="en-US" sz="3200" dirty="0"/>
              <a:t>1</a:t>
            </a:r>
          </a:p>
        </p:txBody>
      </p:sp>
      <p:sp>
        <p:nvSpPr>
          <p:cNvPr id="21" name="TextBox 20">
            <a:extLst>
              <a:ext uri="{FF2B5EF4-FFF2-40B4-BE49-F238E27FC236}">
                <a16:creationId xmlns:a16="http://schemas.microsoft.com/office/drawing/2014/main" id="{F11EC9CB-87D5-2915-574C-C26B1D8B333C}"/>
              </a:ext>
            </a:extLst>
          </p:cNvPr>
          <p:cNvSpPr txBox="1"/>
          <p:nvPr/>
        </p:nvSpPr>
        <p:spPr>
          <a:xfrm>
            <a:off x="4216401" y="3741226"/>
            <a:ext cx="462845" cy="584775"/>
          </a:xfrm>
          <a:prstGeom prst="rect">
            <a:avLst/>
          </a:prstGeom>
          <a:noFill/>
        </p:spPr>
        <p:txBody>
          <a:bodyPr wrap="square" rtlCol="0">
            <a:spAutoFit/>
          </a:bodyPr>
          <a:lstStyle/>
          <a:p>
            <a:pPr algn="ctr"/>
            <a:r>
              <a:rPr lang="en-US" sz="3200" dirty="0"/>
              <a:t>1</a:t>
            </a:r>
          </a:p>
        </p:txBody>
      </p:sp>
      <p:sp>
        <p:nvSpPr>
          <p:cNvPr id="22" name="TextBox 21">
            <a:extLst>
              <a:ext uri="{FF2B5EF4-FFF2-40B4-BE49-F238E27FC236}">
                <a16:creationId xmlns:a16="http://schemas.microsoft.com/office/drawing/2014/main" id="{050B7352-7139-44B0-4E21-35A4DBEB04E8}"/>
              </a:ext>
            </a:extLst>
          </p:cNvPr>
          <p:cNvSpPr txBox="1"/>
          <p:nvPr/>
        </p:nvSpPr>
        <p:spPr>
          <a:xfrm>
            <a:off x="5715003" y="4747898"/>
            <a:ext cx="462845" cy="584775"/>
          </a:xfrm>
          <a:prstGeom prst="rect">
            <a:avLst/>
          </a:prstGeom>
          <a:noFill/>
        </p:spPr>
        <p:txBody>
          <a:bodyPr wrap="square" rtlCol="0">
            <a:spAutoFit/>
          </a:bodyPr>
          <a:lstStyle/>
          <a:p>
            <a:pPr algn="ctr"/>
            <a:r>
              <a:rPr lang="en-US" sz="3200" dirty="0"/>
              <a:t>1</a:t>
            </a:r>
          </a:p>
        </p:txBody>
      </p:sp>
      <p:sp>
        <p:nvSpPr>
          <p:cNvPr id="17" name="TextBox 16">
            <a:extLst>
              <a:ext uri="{FF2B5EF4-FFF2-40B4-BE49-F238E27FC236}">
                <a16:creationId xmlns:a16="http://schemas.microsoft.com/office/drawing/2014/main" id="{A026F539-1E2B-E460-A9A0-68928EEF1A3E}"/>
              </a:ext>
            </a:extLst>
          </p:cNvPr>
          <p:cNvSpPr txBox="1"/>
          <p:nvPr/>
        </p:nvSpPr>
        <p:spPr>
          <a:xfrm>
            <a:off x="3217333" y="1224551"/>
            <a:ext cx="462845" cy="584775"/>
          </a:xfrm>
          <a:prstGeom prst="rect">
            <a:avLst/>
          </a:prstGeom>
          <a:noFill/>
        </p:spPr>
        <p:txBody>
          <a:bodyPr wrap="square" rtlCol="0">
            <a:spAutoFit/>
          </a:bodyPr>
          <a:lstStyle/>
          <a:p>
            <a:pPr algn="ctr"/>
            <a:r>
              <a:rPr lang="en-US" sz="3200" dirty="0"/>
              <a:t>2</a:t>
            </a:r>
          </a:p>
        </p:txBody>
      </p:sp>
      <p:sp>
        <p:nvSpPr>
          <p:cNvPr id="12" name="TextBox 11">
            <a:extLst>
              <a:ext uri="{FF2B5EF4-FFF2-40B4-BE49-F238E27FC236}">
                <a16:creationId xmlns:a16="http://schemas.microsoft.com/office/drawing/2014/main" id="{1864313F-21F3-5782-9843-81F3A353E439}"/>
              </a:ext>
            </a:extLst>
          </p:cNvPr>
          <p:cNvSpPr txBox="1"/>
          <p:nvPr/>
        </p:nvSpPr>
        <p:spPr>
          <a:xfrm>
            <a:off x="3217333" y="2734556"/>
            <a:ext cx="462845" cy="584775"/>
          </a:xfrm>
          <a:prstGeom prst="rect">
            <a:avLst/>
          </a:prstGeom>
          <a:noFill/>
        </p:spPr>
        <p:txBody>
          <a:bodyPr wrap="square" rtlCol="0">
            <a:spAutoFit/>
          </a:bodyPr>
          <a:lstStyle/>
          <a:p>
            <a:pPr algn="ctr"/>
            <a:r>
              <a:rPr lang="en-US" sz="3200" dirty="0"/>
              <a:t>3</a:t>
            </a:r>
          </a:p>
        </p:txBody>
      </p:sp>
      <p:sp>
        <p:nvSpPr>
          <p:cNvPr id="27" name="TextBox 26">
            <a:extLst>
              <a:ext uri="{FF2B5EF4-FFF2-40B4-BE49-F238E27FC236}">
                <a16:creationId xmlns:a16="http://schemas.microsoft.com/office/drawing/2014/main" id="{141EFF0F-CEFB-4413-89BD-4834E131540F}"/>
              </a:ext>
            </a:extLst>
          </p:cNvPr>
          <p:cNvSpPr txBox="1"/>
          <p:nvPr/>
        </p:nvSpPr>
        <p:spPr>
          <a:xfrm>
            <a:off x="5215469" y="721216"/>
            <a:ext cx="462845" cy="584775"/>
          </a:xfrm>
          <a:prstGeom prst="rect">
            <a:avLst/>
          </a:prstGeom>
          <a:noFill/>
        </p:spPr>
        <p:txBody>
          <a:bodyPr wrap="square" rtlCol="0">
            <a:spAutoFit/>
          </a:bodyPr>
          <a:lstStyle/>
          <a:p>
            <a:pPr algn="ctr"/>
            <a:r>
              <a:rPr lang="en-US" sz="3200" dirty="0"/>
              <a:t>2</a:t>
            </a:r>
          </a:p>
        </p:txBody>
      </p:sp>
      <p:sp>
        <p:nvSpPr>
          <p:cNvPr id="28" name="TextBox 27">
            <a:extLst>
              <a:ext uri="{FF2B5EF4-FFF2-40B4-BE49-F238E27FC236}">
                <a16:creationId xmlns:a16="http://schemas.microsoft.com/office/drawing/2014/main" id="{4A4C5C28-D50A-9787-CF07-E1FA36B2F378}"/>
              </a:ext>
            </a:extLst>
          </p:cNvPr>
          <p:cNvSpPr txBox="1"/>
          <p:nvPr/>
        </p:nvSpPr>
        <p:spPr>
          <a:xfrm>
            <a:off x="7213604" y="721216"/>
            <a:ext cx="462845" cy="584775"/>
          </a:xfrm>
          <a:prstGeom prst="rect">
            <a:avLst/>
          </a:prstGeom>
          <a:noFill/>
        </p:spPr>
        <p:txBody>
          <a:bodyPr wrap="square" rtlCol="0">
            <a:spAutoFit/>
          </a:bodyPr>
          <a:lstStyle/>
          <a:p>
            <a:pPr algn="ctr"/>
            <a:r>
              <a:rPr lang="en-US" sz="3200" dirty="0"/>
              <a:t>3</a:t>
            </a:r>
          </a:p>
        </p:txBody>
      </p:sp>
      <p:sp>
        <p:nvSpPr>
          <p:cNvPr id="40" name="TextBox 39">
            <a:extLst>
              <a:ext uri="{FF2B5EF4-FFF2-40B4-BE49-F238E27FC236}">
                <a16:creationId xmlns:a16="http://schemas.microsoft.com/office/drawing/2014/main" id="{077FF003-6A7D-7C13-F377-D5A682DA3020}"/>
              </a:ext>
            </a:extLst>
          </p:cNvPr>
          <p:cNvSpPr txBox="1"/>
          <p:nvPr/>
        </p:nvSpPr>
        <p:spPr>
          <a:xfrm>
            <a:off x="3716867" y="1224551"/>
            <a:ext cx="462845" cy="584775"/>
          </a:xfrm>
          <a:prstGeom prst="rect">
            <a:avLst/>
          </a:prstGeom>
          <a:noFill/>
        </p:spPr>
        <p:txBody>
          <a:bodyPr wrap="square" rtlCol="0">
            <a:spAutoFit/>
          </a:bodyPr>
          <a:lstStyle/>
          <a:p>
            <a:pPr algn="ctr"/>
            <a:r>
              <a:rPr lang="en-US" sz="3200" dirty="0"/>
              <a:t>3</a:t>
            </a:r>
          </a:p>
        </p:txBody>
      </p:sp>
      <p:sp>
        <p:nvSpPr>
          <p:cNvPr id="67" name="TextBox 66">
            <a:extLst>
              <a:ext uri="{FF2B5EF4-FFF2-40B4-BE49-F238E27FC236}">
                <a16:creationId xmlns:a16="http://schemas.microsoft.com/office/drawing/2014/main" id="{31F82B6F-2956-E734-05BB-86F8D9BBD7C1}"/>
              </a:ext>
            </a:extLst>
          </p:cNvPr>
          <p:cNvSpPr txBox="1"/>
          <p:nvPr/>
        </p:nvSpPr>
        <p:spPr>
          <a:xfrm>
            <a:off x="5715003" y="721216"/>
            <a:ext cx="462845" cy="584775"/>
          </a:xfrm>
          <a:prstGeom prst="rect">
            <a:avLst/>
          </a:prstGeom>
          <a:noFill/>
        </p:spPr>
        <p:txBody>
          <a:bodyPr wrap="square" rtlCol="0">
            <a:spAutoFit/>
          </a:bodyPr>
          <a:lstStyle/>
          <a:p>
            <a:pPr algn="ctr"/>
            <a:r>
              <a:rPr lang="en-US" sz="3200" dirty="0"/>
              <a:t>7</a:t>
            </a:r>
          </a:p>
        </p:txBody>
      </p:sp>
      <p:sp>
        <p:nvSpPr>
          <p:cNvPr id="69" name="TextBox 68">
            <a:extLst>
              <a:ext uri="{FF2B5EF4-FFF2-40B4-BE49-F238E27FC236}">
                <a16:creationId xmlns:a16="http://schemas.microsoft.com/office/drawing/2014/main" id="{B850EE92-CF96-A7F2-B422-23CBBED4EC09}"/>
              </a:ext>
            </a:extLst>
          </p:cNvPr>
          <p:cNvSpPr txBox="1"/>
          <p:nvPr/>
        </p:nvSpPr>
        <p:spPr>
          <a:xfrm>
            <a:off x="4216401" y="1224551"/>
            <a:ext cx="462845" cy="584775"/>
          </a:xfrm>
          <a:prstGeom prst="rect">
            <a:avLst/>
          </a:prstGeom>
          <a:noFill/>
        </p:spPr>
        <p:txBody>
          <a:bodyPr wrap="square" rtlCol="0">
            <a:spAutoFit/>
          </a:bodyPr>
          <a:lstStyle/>
          <a:p>
            <a:pPr algn="ctr"/>
            <a:r>
              <a:rPr lang="en-US" sz="3200" dirty="0"/>
              <a:t>8</a:t>
            </a:r>
          </a:p>
        </p:txBody>
      </p:sp>
      <p:sp>
        <p:nvSpPr>
          <p:cNvPr id="70" name="TextBox 69">
            <a:extLst>
              <a:ext uri="{FF2B5EF4-FFF2-40B4-BE49-F238E27FC236}">
                <a16:creationId xmlns:a16="http://schemas.microsoft.com/office/drawing/2014/main" id="{367B32A8-BD3D-FF24-CD9B-9F1D44F191AE}"/>
              </a:ext>
            </a:extLst>
          </p:cNvPr>
          <p:cNvSpPr txBox="1"/>
          <p:nvPr/>
        </p:nvSpPr>
        <p:spPr>
          <a:xfrm>
            <a:off x="4715935" y="1224551"/>
            <a:ext cx="462845" cy="584775"/>
          </a:xfrm>
          <a:prstGeom prst="rect">
            <a:avLst/>
          </a:prstGeom>
          <a:noFill/>
        </p:spPr>
        <p:txBody>
          <a:bodyPr wrap="square" rtlCol="0">
            <a:spAutoFit/>
          </a:bodyPr>
          <a:lstStyle/>
          <a:p>
            <a:pPr algn="ctr"/>
            <a:r>
              <a:rPr lang="en-US" sz="3200" dirty="0"/>
              <a:t>9</a:t>
            </a:r>
          </a:p>
        </p:txBody>
      </p:sp>
      <p:sp>
        <p:nvSpPr>
          <p:cNvPr id="71" name="TextBox 70">
            <a:extLst>
              <a:ext uri="{FF2B5EF4-FFF2-40B4-BE49-F238E27FC236}">
                <a16:creationId xmlns:a16="http://schemas.microsoft.com/office/drawing/2014/main" id="{38B14D48-96A5-7EF0-0580-ACA81B7D6727}"/>
              </a:ext>
            </a:extLst>
          </p:cNvPr>
          <p:cNvSpPr txBox="1"/>
          <p:nvPr/>
        </p:nvSpPr>
        <p:spPr>
          <a:xfrm>
            <a:off x="4715935" y="721216"/>
            <a:ext cx="462845" cy="584775"/>
          </a:xfrm>
          <a:prstGeom prst="rect">
            <a:avLst/>
          </a:prstGeom>
          <a:noFill/>
        </p:spPr>
        <p:txBody>
          <a:bodyPr wrap="square" rtlCol="0">
            <a:spAutoFit/>
          </a:bodyPr>
          <a:lstStyle/>
          <a:p>
            <a:pPr algn="ctr"/>
            <a:r>
              <a:rPr lang="en-US" sz="3200" dirty="0"/>
              <a:t>8</a:t>
            </a:r>
          </a:p>
        </p:txBody>
      </p:sp>
      <p:sp>
        <p:nvSpPr>
          <p:cNvPr id="20" name="TextBox 19">
            <a:extLst>
              <a:ext uri="{FF2B5EF4-FFF2-40B4-BE49-F238E27FC236}">
                <a16:creationId xmlns:a16="http://schemas.microsoft.com/office/drawing/2014/main" id="{4A3B7467-732E-5587-9AA0-D3B66FD77315}"/>
              </a:ext>
            </a:extLst>
          </p:cNvPr>
          <p:cNvSpPr txBox="1"/>
          <p:nvPr/>
        </p:nvSpPr>
        <p:spPr>
          <a:xfrm>
            <a:off x="3716867" y="721216"/>
            <a:ext cx="462845" cy="584775"/>
          </a:xfrm>
          <a:prstGeom prst="rect">
            <a:avLst/>
          </a:prstGeom>
          <a:noFill/>
        </p:spPr>
        <p:txBody>
          <a:bodyPr wrap="square" rtlCol="0">
            <a:spAutoFit/>
          </a:bodyPr>
          <a:lstStyle/>
          <a:p>
            <a:pPr algn="ctr"/>
            <a:r>
              <a:rPr lang="en-US" sz="3200" dirty="0"/>
              <a:t>4</a:t>
            </a:r>
          </a:p>
        </p:txBody>
      </p:sp>
      <p:sp>
        <p:nvSpPr>
          <p:cNvPr id="14" name="TextBox 13">
            <a:extLst>
              <a:ext uri="{FF2B5EF4-FFF2-40B4-BE49-F238E27FC236}">
                <a16:creationId xmlns:a16="http://schemas.microsoft.com/office/drawing/2014/main" id="{BE71AF1A-B44F-639B-C100-980B10EE2BF7}"/>
              </a:ext>
            </a:extLst>
          </p:cNvPr>
          <p:cNvSpPr txBox="1"/>
          <p:nvPr/>
        </p:nvSpPr>
        <p:spPr>
          <a:xfrm>
            <a:off x="5715003" y="1224551"/>
            <a:ext cx="462845" cy="584775"/>
          </a:xfrm>
          <a:prstGeom prst="rect">
            <a:avLst/>
          </a:prstGeom>
          <a:noFill/>
        </p:spPr>
        <p:txBody>
          <a:bodyPr wrap="square" rtlCol="0">
            <a:spAutoFit/>
          </a:bodyPr>
          <a:lstStyle/>
          <a:p>
            <a:pPr algn="ctr"/>
            <a:r>
              <a:rPr lang="en-US" sz="3200" dirty="0"/>
              <a:t>5</a:t>
            </a:r>
          </a:p>
        </p:txBody>
      </p:sp>
      <p:sp>
        <p:nvSpPr>
          <p:cNvPr id="11" name="TextBox 10">
            <a:extLst>
              <a:ext uri="{FF2B5EF4-FFF2-40B4-BE49-F238E27FC236}">
                <a16:creationId xmlns:a16="http://schemas.microsoft.com/office/drawing/2014/main" id="{8A39B666-BA09-A321-69EB-C86B109B00BF}"/>
              </a:ext>
            </a:extLst>
          </p:cNvPr>
          <p:cNvSpPr txBox="1"/>
          <p:nvPr/>
        </p:nvSpPr>
        <p:spPr>
          <a:xfrm>
            <a:off x="6714071" y="1224551"/>
            <a:ext cx="462845" cy="584775"/>
          </a:xfrm>
          <a:prstGeom prst="rect">
            <a:avLst/>
          </a:prstGeom>
          <a:noFill/>
        </p:spPr>
        <p:txBody>
          <a:bodyPr wrap="square" rtlCol="0">
            <a:spAutoFit/>
          </a:bodyPr>
          <a:lstStyle/>
          <a:p>
            <a:pPr algn="ctr"/>
            <a:r>
              <a:rPr lang="en-US" sz="3200" dirty="0"/>
              <a:t>7</a:t>
            </a:r>
          </a:p>
        </p:txBody>
      </p:sp>
      <p:sp>
        <p:nvSpPr>
          <p:cNvPr id="39" name="TextBox 38">
            <a:extLst>
              <a:ext uri="{FF2B5EF4-FFF2-40B4-BE49-F238E27FC236}">
                <a16:creationId xmlns:a16="http://schemas.microsoft.com/office/drawing/2014/main" id="{E48EB92E-DD09-08B7-E770-E41D0775B62C}"/>
              </a:ext>
            </a:extLst>
          </p:cNvPr>
          <p:cNvSpPr txBox="1"/>
          <p:nvPr/>
        </p:nvSpPr>
        <p:spPr>
          <a:xfrm>
            <a:off x="6214537" y="1224551"/>
            <a:ext cx="462845" cy="584775"/>
          </a:xfrm>
          <a:prstGeom prst="rect">
            <a:avLst/>
          </a:prstGeom>
          <a:noFill/>
        </p:spPr>
        <p:txBody>
          <a:bodyPr wrap="square" rtlCol="0">
            <a:spAutoFit/>
          </a:bodyPr>
          <a:lstStyle/>
          <a:p>
            <a:pPr algn="ctr"/>
            <a:r>
              <a:rPr lang="en-US" sz="3200" dirty="0"/>
              <a:t>4</a:t>
            </a:r>
          </a:p>
        </p:txBody>
      </p:sp>
      <p:sp>
        <p:nvSpPr>
          <p:cNvPr id="41" name="TextBox 40">
            <a:extLst>
              <a:ext uri="{FF2B5EF4-FFF2-40B4-BE49-F238E27FC236}">
                <a16:creationId xmlns:a16="http://schemas.microsoft.com/office/drawing/2014/main" id="{F89F6102-476F-C573-9C12-9E27F91765C1}"/>
              </a:ext>
            </a:extLst>
          </p:cNvPr>
          <p:cNvSpPr txBox="1"/>
          <p:nvPr/>
        </p:nvSpPr>
        <p:spPr>
          <a:xfrm>
            <a:off x="7213604" y="1224551"/>
            <a:ext cx="462845" cy="584775"/>
          </a:xfrm>
          <a:prstGeom prst="rect">
            <a:avLst/>
          </a:prstGeom>
          <a:noFill/>
        </p:spPr>
        <p:txBody>
          <a:bodyPr wrap="square" rtlCol="0">
            <a:spAutoFit/>
          </a:bodyPr>
          <a:lstStyle/>
          <a:p>
            <a:pPr algn="ctr"/>
            <a:r>
              <a:rPr lang="en-US" sz="3200" dirty="0"/>
              <a:t>1</a:t>
            </a:r>
          </a:p>
        </p:txBody>
      </p:sp>
      <p:sp>
        <p:nvSpPr>
          <p:cNvPr id="38" name="TextBox 37">
            <a:extLst>
              <a:ext uri="{FF2B5EF4-FFF2-40B4-BE49-F238E27FC236}">
                <a16:creationId xmlns:a16="http://schemas.microsoft.com/office/drawing/2014/main" id="{28182C9A-32D7-8766-2D9B-7920A6C5F1F6}"/>
              </a:ext>
            </a:extLst>
          </p:cNvPr>
          <p:cNvSpPr txBox="1"/>
          <p:nvPr/>
        </p:nvSpPr>
        <p:spPr>
          <a:xfrm>
            <a:off x="6214537" y="4747898"/>
            <a:ext cx="462845" cy="584775"/>
          </a:xfrm>
          <a:prstGeom prst="rect">
            <a:avLst/>
          </a:prstGeom>
          <a:noFill/>
        </p:spPr>
        <p:txBody>
          <a:bodyPr wrap="square" rtlCol="0">
            <a:spAutoFit/>
          </a:bodyPr>
          <a:lstStyle/>
          <a:p>
            <a:pPr algn="ctr"/>
            <a:r>
              <a:rPr lang="en-US" sz="3200" dirty="0"/>
              <a:t>5</a:t>
            </a:r>
          </a:p>
        </p:txBody>
      </p:sp>
      <p:sp>
        <p:nvSpPr>
          <p:cNvPr id="55" name="TextBox 54">
            <a:extLst>
              <a:ext uri="{FF2B5EF4-FFF2-40B4-BE49-F238E27FC236}">
                <a16:creationId xmlns:a16="http://schemas.microsoft.com/office/drawing/2014/main" id="{5C2A6E92-E918-A14B-A307-E2B51F83DF93}"/>
              </a:ext>
            </a:extLst>
          </p:cNvPr>
          <p:cNvSpPr txBox="1"/>
          <p:nvPr/>
        </p:nvSpPr>
        <p:spPr>
          <a:xfrm>
            <a:off x="6714071" y="4747898"/>
            <a:ext cx="462845" cy="584775"/>
          </a:xfrm>
          <a:prstGeom prst="rect">
            <a:avLst/>
          </a:prstGeom>
          <a:noFill/>
        </p:spPr>
        <p:txBody>
          <a:bodyPr wrap="square" rtlCol="0">
            <a:spAutoFit/>
          </a:bodyPr>
          <a:lstStyle/>
          <a:p>
            <a:pPr algn="ctr"/>
            <a:r>
              <a:rPr lang="en-US" sz="3200" dirty="0"/>
              <a:t>9</a:t>
            </a:r>
          </a:p>
        </p:txBody>
      </p:sp>
      <p:sp>
        <p:nvSpPr>
          <p:cNvPr id="25" name="TextBox 24">
            <a:extLst>
              <a:ext uri="{FF2B5EF4-FFF2-40B4-BE49-F238E27FC236}">
                <a16:creationId xmlns:a16="http://schemas.microsoft.com/office/drawing/2014/main" id="{F72AB909-2083-F710-9151-5A3DF619025B}"/>
              </a:ext>
            </a:extLst>
          </p:cNvPr>
          <p:cNvSpPr txBox="1"/>
          <p:nvPr/>
        </p:nvSpPr>
        <p:spPr>
          <a:xfrm>
            <a:off x="6214537" y="721216"/>
            <a:ext cx="462845" cy="584775"/>
          </a:xfrm>
          <a:prstGeom prst="rect">
            <a:avLst/>
          </a:prstGeom>
          <a:noFill/>
        </p:spPr>
        <p:txBody>
          <a:bodyPr wrap="square" rtlCol="0">
            <a:spAutoFit/>
          </a:bodyPr>
          <a:lstStyle/>
          <a:p>
            <a:pPr algn="ctr"/>
            <a:r>
              <a:rPr lang="en-US" sz="3200" dirty="0"/>
              <a:t>9</a:t>
            </a:r>
          </a:p>
        </p:txBody>
      </p:sp>
      <p:sp>
        <p:nvSpPr>
          <p:cNvPr id="26" name="TextBox 25">
            <a:extLst>
              <a:ext uri="{FF2B5EF4-FFF2-40B4-BE49-F238E27FC236}">
                <a16:creationId xmlns:a16="http://schemas.microsoft.com/office/drawing/2014/main" id="{D8DAD9E6-1EB5-7F18-984F-C3A5168E38E7}"/>
              </a:ext>
            </a:extLst>
          </p:cNvPr>
          <p:cNvSpPr txBox="1"/>
          <p:nvPr/>
        </p:nvSpPr>
        <p:spPr>
          <a:xfrm>
            <a:off x="6714071" y="721216"/>
            <a:ext cx="462845" cy="584775"/>
          </a:xfrm>
          <a:prstGeom prst="rect">
            <a:avLst/>
          </a:prstGeom>
          <a:noFill/>
        </p:spPr>
        <p:txBody>
          <a:bodyPr wrap="square" rtlCol="0">
            <a:spAutoFit/>
          </a:bodyPr>
          <a:lstStyle/>
          <a:p>
            <a:pPr algn="ctr"/>
            <a:r>
              <a:rPr lang="en-US" sz="3200" dirty="0"/>
              <a:t>5</a:t>
            </a:r>
          </a:p>
        </p:txBody>
      </p:sp>
      <p:sp>
        <p:nvSpPr>
          <p:cNvPr id="79" name="TextBox 78">
            <a:extLst>
              <a:ext uri="{FF2B5EF4-FFF2-40B4-BE49-F238E27FC236}">
                <a16:creationId xmlns:a16="http://schemas.microsoft.com/office/drawing/2014/main" id="{C3C978FA-7FF6-D0F6-928D-8957FB5B4097}"/>
              </a:ext>
            </a:extLst>
          </p:cNvPr>
          <p:cNvSpPr txBox="1"/>
          <p:nvPr/>
        </p:nvSpPr>
        <p:spPr>
          <a:xfrm>
            <a:off x="7213604" y="4244561"/>
            <a:ext cx="462845" cy="584775"/>
          </a:xfrm>
          <a:prstGeom prst="rect">
            <a:avLst/>
          </a:prstGeom>
          <a:noFill/>
        </p:spPr>
        <p:txBody>
          <a:bodyPr wrap="square" rtlCol="0">
            <a:spAutoFit/>
          </a:bodyPr>
          <a:lstStyle/>
          <a:p>
            <a:pPr algn="ctr"/>
            <a:r>
              <a:rPr lang="en-US" sz="3200" dirty="0"/>
              <a:t>4</a:t>
            </a:r>
          </a:p>
        </p:txBody>
      </p:sp>
      <p:sp>
        <p:nvSpPr>
          <p:cNvPr id="78" name="TextBox 77">
            <a:extLst>
              <a:ext uri="{FF2B5EF4-FFF2-40B4-BE49-F238E27FC236}">
                <a16:creationId xmlns:a16="http://schemas.microsoft.com/office/drawing/2014/main" id="{3945B47B-94E9-BC72-2AFA-F05C0C071C85}"/>
              </a:ext>
            </a:extLst>
          </p:cNvPr>
          <p:cNvSpPr txBox="1"/>
          <p:nvPr/>
        </p:nvSpPr>
        <p:spPr>
          <a:xfrm>
            <a:off x="6214537" y="3237891"/>
            <a:ext cx="462845" cy="584775"/>
          </a:xfrm>
          <a:prstGeom prst="rect">
            <a:avLst/>
          </a:prstGeom>
          <a:noFill/>
        </p:spPr>
        <p:txBody>
          <a:bodyPr wrap="square" rtlCol="0">
            <a:spAutoFit/>
          </a:bodyPr>
          <a:lstStyle/>
          <a:p>
            <a:pPr algn="ctr"/>
            <a:r>
              <a:rPr lang="en-US" sz="3200" dirty="0"/>
              <a:t>1</a:t>
            </a:r>
          </a:p>
        </p:txBody>
      </p:sp>
      <p:sp>
        <p:nvSpPr>
          <p:cNvPr id="16" name="TextBox 15">
            <a:extLst>
              <a:ext uri="{FF2B5EF4-FFF2-40B4-BE49-F238E27FC236}">
                <a16:creationId xmlns:a16="http://schemas.microsoft.com/office/drawing/2014/main" id="{AB37C3A5-CCD3-68D1-5246-102391746EF5}"/>
              </a:ext>
            </a:extLst>
          </p:cNvPr>
          <p:cNvSpPr txBox="1"/>
          <p:nvPr/>
        </p:nvSpPr>
        <p:spPr>
          <a:xfrm>
            <a:off x="3716867" y="2734556"/>
            <a:ext cx="462845" cy="584775"/>
          </a:xfrm>
          <a:prstGeom prst="rect">
            <a:avLst/>
          </a:prstGeom>
          <a:noFill/>
        </p:spPr>
        <p:txBody>
          <a:bodyPr wrap="square" rtlCol="0">
            <a:spAutoFit/>
          </a:bodyPr>
          <a:lstStyle/>
          <a:p>
            <a:pPr algn="ctr"/>
            <a:r>
              <a:rPr lang="en-US" sz="3200" dirty="0"/>
              <a:t>1</a:t>
            </a:r>
          </a:p>
        </p:txBody>
      </p:sp>
      <p:sp>
        <p:nvSpPr>
          <p:cNvPr id="80" name="TextBox 79">
            <a:extLst>
              <a:ext uri="{FF2B5EF4-FFF2-40B4-BE49-F238E27FC236}">
                <a16:creationId xmlns:a16="http://schemas.microsoft.com/office/drawing/2014/main" id="{439E3CE2-A6B9-B0F5-08D1-47DAB589FE38}"/>
              </a:ext>
            </a:extLst>
          </p:cNvPr>
          <p:cNvSpPr txBox="1"/>
          <p:nvPr/>
        </p:nvSpPr>
        <p:spPr>
          <a:xfrm>
            <a:off x="3716867" y="3237891"/>
            <a:ext cx="462845" cy="584775"/>
          </a:xfrm>
          <a:prstGeom prst="rect">
            <a:avLst/>
          </a:prstGeom>
          <a:noFill/>
        </p:spPr>
        <p:txBody>
          <a:bodyPr wrap="square" rtlCol="0">
            <a:spAutoFit/>
          </a:bodyPr>
          <a:lstStyle/>
          <a:p>
            <a:pPr algn="ctr"/>
            <a:r>
              <a:rPr lang="en-US" sz="3200" dirty="0"/>
              <a:t>2</a:t>
            </a:r>
          </a:p>
        </p:txBody>
      </p:sp>
      <p:sp>
        <p:nvSpPr>
          <p:cNvPr id="9" name="TextBox 8">
            <a:extLst>
              <a:ext uri="{FF2B5EF4-FFF2-40B4-BE49-F238E27FC236}">
                <a16:creationId xmlns:a16="http://schemas.microsoft.com/office/drawing/2014/main" id="{0961AF1C-1870-CCD3-64AF-8677A0C9F407}"/>
              </a:ext>
            </a:extLst>
          </p:cNvPr>
          <p:cNvSpPr txBox="1"/>
          <p:nvPr/>
        </p:nvSpPr>
        <p:spPr>
          <a:xfrm>
            <a:off x="6214537" y="2231221"/>
            <a:ext cx="462845" cy="584775"/>
          </a:xfrm>
          <a:prstGeom prst="rect">
            <a:avLst/>
          </a:prstGeom>
          <a:noFill/>
        </p:spPr>
        <p:txBody>
          <a:bodyPr wrap="square" rtlCol="0">
            <a:spAutoFit/>
          </a:bodyPr>
          <a:lstStyle/>
          <a:p>
            <a:pPr algn="ctr"/>
            <a:r>
              <a:rPr lang="en-US" sz="3200" dirty="0"/>
              <a:t>7</a:t>
            </a:r>
          </a:p>
        </p:txBody>
      </p:sp>
      <p:sp>
        <p:nvSpPr>
          <p:cNvPr id="15" name="TextBox 14">
            <a:extLst>
              <a:ext uri="{FF2B5EF4-FFF2-40B4-BE49-F238E27FC236}">
                <a16:creationId xmlns:a16="http://schemas.microsoft.com/office/drawing/2014/main" id="{2719FB83-A610-309D-A521-85BE68C318E6}"/>
              </a:ext>
            </a:extLst>
          </p:cNvPr>
          <p:cNvSpPr txBox="1"/>
          <p:nvPr/>
        </p:nvSpPr>
        <p:spPr>
          <a:xfrm>
            <a:off x="3217333" y="2231221"/>
            <a:ext cx="462845" cy="584775"/>
          </a:xfrm>
          <a:prstGeom prst="rect">
            <a:avLst/>
          </a:prstGeom>
          <a:noFill/>
        </p:spPr>
        <p:txBody>
          <a:bodyPr wrap="square" rtlCol="0">
            <a:spAutoFit/>
          </a:bodyPr>
          <a:lstStyle/>
          <a:p>
            <a:pPr algn="ctr"/>
            <a:r>
              <a:rPr lang="en-US" sz="3200" dirty="0"/>
              <a:t>8</a:t>
            </a:r>
          </a:p>
        </p:txBody>
      </p:sp>
      <p:sp>
        <p:nvSpPr>
          <p:cNvPr id="73" name="TextBox 72">
            <a:extLst>
              <a:ext uri="{FF2B5EF4-FFF2-40B4-BE49-F238E27FC236}">
                <a16:creationId xmlns:a16="http://schemas.microsoft.com/office/drawing/2014/main" id="{30851F31-3539-69B1-5C47-C76550BDC422}"/>
              </a:ext>
            </a:extLst>
          </p:cNvPr>
          <p:cNvSpPr txBox="1"/>
          <p:nvPr/>
        </p:nvSpPr>
        <p:spPr>
          <a:xfrm>
            <a:off x="4216401" y="2231221"/>
            <a:ext cx="462845" cy="584775"/>
          </a:xfrm>
          <a:prstGeom prst="rect">
            <a:avLst/>
          </a:prstGeom>
          <a:noFill/>
        </p:spPr>
        <p:txBody>
          <a:bodyPr wrap="square" rtlCol="0">
            <a:spAutoFit/>
          </a:bodyPr>
          <a:lstStyle/>
          <a:p>
            <a:pPr algn="ctr"/>
            <a:r>
              <a:rPr lang="en-US" sz="3200" dirty="0"/>
              <a:t>9</a:t>
            </a:r>
          </a:p>
        </p:txBody>
      </p:sp>
      <p:sp>
        <p:nvSpPr>
          <p:cNvPr id="81" name="TextBox 80">
            <a:extLst>
              <a:ext uri="{FF2B5EF4-FFF2-40B4-BE49-F238E27FC236}">
                <a16:creationId xmlns:a16="http://schemas.microsoft.com/office/drawing/2014/main" id="{1E0E0863-9BCF-F3BE-FBFE-871FF6B68A3D}"/>
              </a:ext>
            </a:extLst>
          </p:cNvPr>
          <p:cNvSpPr txBox="1"/>
          <p:nvPr/>
        </p:nvSpPr>
        <p:spPr>
          <a:xfrm>
            <a:off x="6214537" y="1727886"/>
            <a:ext cx="462845" cy="584775"/>
          </a:xfrm>
          <a:prstGeom prst="rect">
            <a:avLst/>
          </a:prstGeom>
          <a:noFill/>
        </p:spPr>
        <p:txBody>
          <a:bodyPr wrap="square" rtlCol="0">
            <a:spAutoFit/>
          </a:bodyPr>
          <a:lstStyle/>
          <a:p>
            <a:pPr algn="ctr"/>
            <a:r>
              <a:rPr lang="en-US" sz="3200" dirty="0"/>
              <a:t>2</a:t>
            </a:r>
          </a:p>
        </p:txBody>
      </p:sp>
      <p:sp>
        <p:nvSpPr>
          <p:cNvPr id="82" name="TextBox 81">
            <a:extLst>
              <a:ext uri="{FF2B5EF4-FFF2-40B4-BE49-F238E27FC236}">
                <a16:creationId xmlns:a16="http://schemas.microsoft.com/office/drawing/2014/main" id="{3C36B513-A7BF-5AC1-4A5F-C093287A8593}"/>
              </a:ext>
            </a:extLst>
          </p:cNvPr>
          <p:cNvSpPr txBox="1"/>
          <p:nvPr/>
        </p:nvSpPr>
        <p:spPr>
          <a:xfrm>
            <a:off x="7213604" y="1727886"/>
            <a:ext cx="462845" cy="584775"/>
          </a:xfrm>
          <a:prstGeom prst="rect">
            <a:avLst/>
          </a:prstGeom>
          <a:noFill/>
        </p:spPr>
        <p:txBody>
          <a:bodyPr wrap="square" rtlCol="0">
            <a:spAutoFit/>
          </a:bodyPr>
          <a:lstStyle/>
          <a:p>
            <a:pPr algn="ctr"/>
            <a:r>
              <a:rPr lang="en-US" sz="3200" dirty="0"/>
              <a:t>8</a:t>
            </a:r>
          </a:p>
        </p:txBody>
      </p:sp>
      <p:sp>
        <p:nvSpPr>
          <p:cNvPr id="83" name="TextBox 82">
            <a:extLst>
              <a:ext uri="{FF2B5EF4-FFF2-40B4-BE49-F238E27FC236}">
                <a16:creationId xmlns:a16="http://schemas.microsoft.com/office/drawing/2014/main" id="{9EB973CB-ED3D-BDA6-4230-4FA3DD773DE5}"/>
              </a:ext>
            </a:extLst>
          </p:cNvPr>
          <p:cNvSpPr txBox="1"/>
          <p:nvPr/>
        </p:nvSpPr>
        <p:spPr>
          <a:xfrm>
            <a:off x="6714071" y="4244561"/>
            <a:ext cx="462845" cy="584775"/>
          </a:xfrm>
          <a:prstGeom prst="rect">
            <a:avLst/>
          </a:prstGeom>
          <a:noFill/>
        </p:spPr>
        <p:txBody>
          <a:bodyPr wrap="square" rtlCol="0">
            <a:spAutoFit/>
          </a:bodyPr>
          <a:lstStyle/>
          <a:p>
            <a:pPr algn="ctr"/>
            <a:r>
              <a:rPr lang="en-US" sz="3200" dirty="0"/>
              <a:t>1</a:t>
            </a:r>
          </a:p>
        </p:txBody>
      </p:sp>
      <p:sp>
        <p:nvSpPr>
          <p:cNvPr id="33" name="TextBox 32">
            <a:extLst>
              <a:ext uri="{FF2B5EF4-FFF2-40B4-BE49-F238E27FC236}">
                <a16:creationId xmlns:a16="http://schemas.microsoft.com/office/drawing/2014/main" id="{15DC9E90-ADAD-1AF7-FDCD-EF01BBEBE27F}"/>
              </a:ext>
            </a:extLst>
          </p:cNvPr>
          <p:cNvSpPr txBox="1"/>
          <p:nvPr/>
        </p:nvSpPr>
        <p:spPr>
          <a:xfrm>
            <a:off x="6714071" y="2734556"/>
            <a:ext cx="462845" cy="584775"/>
          </a:xfrm>
          <a:prstGeom prst="rect">
            <a:avLst/>
          </a:prstGeom>
          <a:noFill/>
        </p:spPr>
        <p:txBody>
          <a:bodyPr wrap="square" rtlCol="0">
            <a:spAutoFit/>
          </a:bodyPr>
          <a:lstStyle/>
          <a:p>
            <a:pPr algn="ctr"/>
            <a:r>
              <a:rPr lang="en-US" sz="3200" dirty="0"/>
              <a:t>8</a:t>
            </a:r>
          </a:p>
        </p:txBody>
      </p:sp>
      <p:sp>
        <p:nvSpPr>
          <p:cNvPr id="34" name="TextBox 33">
            <a:extLst>
              <a:ext uri="{FF2B5EF4-FFF2-40B4-BE49-F238E27FC236}">
                <a16:creationId xmlns:a16="http://schemas.microsoft.com/office/drawing/2014/main" id="{39052125-13A8-0783-772D-0FCFDEEAAFFB}"/>
              </a:ext>
            </a:extLst>
          </p:cNvPr>
          <p:cNvSpPr txBox="1"/>
          <p:nvPr/>
        </p:nvSpPr>
        <p:spPr>
          <a:xfrm>
            <a:off x="7213604" y="2734556"/>
            <a:ext cx="462845" cy="584775"/>
          </a:xfrm>
          <a:prstGeom prst="rect">
            <a:avLst/>
          </a:prstGeom>
          <a:noFill/>
        </p:spPr>
        <p:txBody>
          <a:bodyPr wrap="square" rtlCol="0">
            <a:spAutoFit/>
          </a:bodyPr>
          <a:lstStyle/>
          <a:p>
            <a:pPr algn="ctr"/>
            <a:r>
              <a:rPr lang="en-US" sz="3200" dirty="0"/>
              <a:t>2</a:t>
            </a:r>
          </a:p>
        </p:txBody>
      </p:sp>
      <p:sp>
        <p:nvSpPr>
          <p:cNvPr id="65" name="TextBox 64">
            <a:extLst>
              <a:ext uri="{FF2B5EF4-FFF2-40B4-BE49-F238E27FC236}">
                <a16:creationId xmlns:a16="http://schemas.microsoft.com/office/drawing/2014/main" id="{1B5E8B50-1028-2238-49F0-9DD8BE24E64A}"/>
              </a:ext>
            </a:extLst>
          </p:cNvPr>
          <p:cNvSpPr txBox="1"/>
          <p:nvPr/>
        </p:nvSpPr>
        <p:spPr>
          <a:xfrm>
            <a:off x="6714071" y="3741226"/>
            <a:ext cx="462845" cy="584775"/>
          </a:xfrm>
          <a:prstGeom prst="rect">
            <a:avLst/>
          </a:prstGeom>
          <a:noFill/>
        </p:spPr>
        <p:txBody>
          <a:bodyPr wrap="square" rtlCol="0">
            <a:spAutoFit/>
          </a:bodyPr>
          <a:lstStyle/>
          <a:p>
            <a:pPr algn="ctr"/>
            <a:r>
              <a:rPr lang="en-US" sz="3200" dirty="0"/>
              <a:t>2</a:t>
            </a:r>
          </a:p>
        </p:txBody>
      </p:sp>
      <p:sp>
        <p:nvSpPr>
          <p:cNvPr id="54" name="TextBox 53">
            <a:extLst>
              <a:ext uri="{FF2B5EF4-FFF2-40B4-BE49-F238E27FC236}">
                <a16:creationId xmlns:a16="http://schemas.microsoft.com/office/drawing/2014/main" id="{FF74A88F-8B41-C50B-CE96-1CECBA6B6C7B}"/>
              </a:ext>
            </a:extLst>
          </p:cNvPr>
          <p:cNvSpPr txBox="1"/>
          <p:nvPr/>
        </p:nvSpPr>
        <p:spPr>
          <a:xfrm>
            <a:off x="7213604" y="3741226"/>
            <a:ext cx="462845" cy="584775"/>
          </a:xfrm>
          <a:prstGeom prst="rect">
            <a:avLst/>
          </a:prstGeom>
          <a:noFill/>
        </p:spPr>
        <p:txBody>
          <a:bodyPr wrap="square" rtlCol="0">
            <a:spAutoFit/>
          </a:bodyPr>
          <a:lstStyle/>
          <a:p>
            <a:pPr algn="ctr"/>
            <a:r>
              <a:rPr lang="en-US" sz="3200" dirty="0"/>
              <a:t>7</a:t>
            </a:r>
          </a:p>
        </p:txBody>
      </p:sp>
      <p:sp>
        <p:nvSpPr>
          <p:cNvPr id="66" name="TextBox 65">
            <a:extLst>
              <a:ext uri="{FF2B5EF4-FFF2-40B4-BE49-F238E27FC236}">
                <a16:creationId xmlns:a16="http://schemas.microsoft.com/office/drawing/2014/main" id="{ABA923E0-A2C5-747F-4CB6-E54B2278F0BB}"/>
              </a:ext>
            </a:extLst>
          </p:cNvPr>
          <p:cNvSpPr txBox="1"/>
          <p:nvPr/>
        </p:nvSpPr>
        <p:spPr>
          <a:xfrm>
            <a:off x="7213604" y="2231221"/>
            <a:ext cx="462845" cy="584775"/>
          </a:xfrm>
          <a:prstGeom prst="rect">
            <a:avLst/>
          </a:prstGeom>
          <a:noFill/>
        </p:spPr>
        <p:txBody>
          <a:bodyPr wrap="square" rtlCol="0">
            <a:spAutoFit/>
          </a:bodyPr>
          <a:lstStyle/>
          <a:p>
            <a:pPr algn="ctr"/>
            <a:r>
              <a:rPr lang="en-US" sz="3200" dirty="0"/>
              <a:t>5</a:t>
            </a:r>
          </a:p>
        </p:txBody>
      </p:sp>
      <p:sp>
        <p:nvSpPr>
          <p:cNvPr id="72" name="TextBox 71">
            <a:extLst>
              <a:ext uri="{FF2B5EF4-FFF2-40B4-BE49-F238E27FC236}">
                <a16:creationId xmlns:a16="http://schemas.microsoft.com/office/drawing/2014/main" id="{526FC240-1FF4-26F4-4B23-217D5AF17F7C}"/>
              </a:ext>
            </a:extLst>
          </p:cNvPr>
          <p:cNvSpPr txBox="1"/>
          <p:nvPr/>
        </p:nvSpPr>
        <p:spPr>
          <a:xfrm>
            <a:off x="7213604" y="3237891"/>
            <a:ext cx="462845" cy="584775"/>
          </a:xfrm>
          <a:prstGeom prst="rect">
            <a:avLst/>
          </a:prstGeom>
          <a:noFill/>
        </p:spPr>
        <p:txBody>
          <a:bodyPr wrap="square" rtlCol="0">
            <a:spAutoFit/>
          </a:bodyPr>
          <a:lstStyle/>
          <a:p>
            <a:pPr algn="ctr"/>
            <a:r>
              <a:rPr lang="en-US" sz="3200" dirty="0"/>
              <a:t>9</a:t>
            </a:r>
          </a:p>
        </p:txBody>
      </p:sp>
      <p:sp>
        <p:nvSpPr>
          <p:cNvPr id="52" name="TextBox 51">
            <a:extLst>
              <a:ext uri="{FF2B5EF4-FFF2-40B4-BE49-F238E27FC236}">
                <a16:creationId xmlns:a16="http://schemas.microsoft.com/office/drawing/2014/main" id="{673A82FF-7289-B6FE-D299-F611CFA1479C}"/>
              </a:ext>
            </a:extLst>
          </p:cNvPr>
          <p:cNvSpPr txBox="1"/>
          <p:nvPr/>
        </p:nvSpPr>
        <p:spPr>
          <a:xfrm>
            <a:off x="6714071" y="3237891"/>
            <a:ext cx="462845" cy="584775"/>
          </a:xfrm>
          <a:prstGeom prst="rect">
            <a:avLst/>
          </a:prstGeom>
          <a:noFill/>
        </p:spPr>
        <p:txBody>
          <a:bodyPr wrap="square" rtlCol="0">
            <a:spAutoFit/>
          </a:bodyPr>
          <a:lstStyle/>
          <a:p>
            <a:pPr algn="ctr"/>
            <a:r>
              <a:rPr lang="en-US" sz="3200" dirty="0"/>
              <a:t>3</a:t>
            </a:r>
          </a:p>
        </p:txBody>
      </p:sp>
      <p:sp>
        <p:nvSpPr>
          <p:cNvPr id="60" name="TextBox 59">
            <a:extLst>
              <a:ext uri="{FF2B5EF4-FFF2-40B4-BE49-F238E27FC236}">
                <a16:creationId xmlns:a16="http://schemas.microsoft.com/office/drawing/2014/main" id="{CFA64E8E-A84E-5779-AF28-BCB967509688}"/>
              </a:ext>
            </a:extLst>
          </p:cNvPr>
          <p:cNvSpPr txBox="1"/>
          <p:nvPr/>
        </p:nvSpPr>
        <p:spPr>
          <a:xfrm>
            <a:off x="6214537" y="3741226"/>
            <a:ext cx="462845" cy="584775"/>
          </a:xfrm>
          <a:prstGeom prst="rect">
            <a:avLst/>
          </a:prstGeom>
          <a:noFill/>
        </p:spPr>
        <p:txBody>
          <a:bodyPr wrap="square" rtlCol="0">
            <a:spAutoFit/>
          </a:bodyPr>
          <a:lstStyle/>
          <a:p>
            <a:pPr algn="ctr"/>
            <a:r>
              <a:rPr lang="en-US" sz="3200" dirty="0"/>
              <a:t>3</a:t>
            </a:r>
          </a:p>
        </p:txBody>
      </p:sp>
      <p:sp>
        <p:nvSpPr>
          <p:cNvPr id="59" name="TextBox 58">
            <a:extLst>
              <a:ext uri="{FF2B5EF4-FFF2-40B4-BE49-F238E27FC236}">
                <a16:creationId xmlns:a16="http://schemas.microsoft.com/office/drawing/2014/main" id="{9DDE72E7-9BD1-C4B1-577F-DB2878BF4B1A}"/>
              </a:ext>
            </a:extLst>
          </p:cNvPr>
          <p:cNvSpPr txBox="1"/>
          <p:nvPr/>
        </p:nvSpPr>
        <p:spPr>
          <a:xfrm>
            <a:off x="6714071" y="2231221"/>
            <a:ext cx="462845" cy="584775"/>
          </a:xfrm>
          <a:prstGeom prst="rect">
            <a:avLst/>
          </a:prstGeom>
          <a:noFill/>
        </p:spPr>
        <p:txBody>
          <a:bodyPr wrap="square" rtlCol="0">
            <a:spAutoFit/>
          </a:bodyPr>
          <a:lstStyle/>
          <a:p>
            <a:pPr algn="ctr"/>
            <a:r>
              <a:rPr lang="en-US" sz="3200" dirty="0"/>
              <a:t>4</a:t>
            </a:r>
          </a:p>
        </p:txBody>
      </p:sp>
      <p:sp>
        <p:nvSpPr>
          <p:cNvPr id="74" name="TextBox 73">
            <a:extLst>
              <a:ext uri="{FF2B5EF4-FFF2-40B4-BE49-F238E27FC236}">
                <a16:creationId xmlns:a16="http://schemas.microsoft.com/office/drawing/2014/main" id="{79362668-48BD-57E0-827A-6BBA6AB6A14B}"/>
              </a:ext>
            </a:extLst>
          </p:cNvPr>
          <p:cNvSpPr txBox="1"/>
          <p:nvPr/>
        </p:nvSpPr>
        <p:spPr>
          <a:xfrm>
            <a:off x="6214537" y="4244561"/>
            <a:ext cx="462845" cy="584775"/>
          </a:xfrm>
          <a:prstGeom prst="rect">
            <a:avLst/>
          </a:prstGeom>
          <a:noFill/>
        </p:spPr>
        <p:txBody>
          <a:bodyPr wrap="square" rtlCol="0">
            <a:spAutoFit/>
          </a:bodyPr>
          <a:lstStyle/>
          <a:p>
            <a:pPr algn="ctr"/>
            <a:r>
              <a:rPr lang="en-US" sz="3200" dirty="0"/>
              <a:t>8</a:t>
            </a:r>
          </a:p>
        </p:txBody>
      </p:sp>
      <p:sp>
        <p:nvSpPr>
          <p:cNvPr id="53" name="TextBox 52">
            <a:extLst>
              <a:ext uri="{FF2B5EF4-FFF2-40B4-BE49-F238E27FC236}">
                <a16:creationId xmlns:a16="http://schemas.microsoft.com/office/drawing/2014/main" id="{27A21CD8-7DCF-04C4-9231-8A8CD4A4CC4A}"/>
              </a:ext>
            </a:extLst>
          </p:cNvPr>
          <p:cNvSpPr txBox="1"/>
          <p:nvPr/>
        </p:nvSpPr>
        <p:spPr>
          <a:xfrm>
            <a:off x="4715935" y="2231221"/>
            <a:ext cx="462845" cy="584775"/>
          </a:xfrm>
          <a:prstGeom prst="rect">
            <a:avLst/>
          </a:prstGeom>
          <a:noFill/>
        </p:spPr>
        <p:txBody>
          <a:bodyPr wrap="square" rtlCol="0">
            <a:spAutoFit/>
          </a:bodyPr>
          <a:lstStyle/>
          <a:p>
            <a:pPr algn="ctr"/>
            <a:r>
              <a:rPr lang="en-US" sz="3200" dirty="0"/>
              <a:t>1</a:t>
            </a:r>
          </a:p>
        </p:txBody>
      </p:sp>
      <p:sp>
        <p:nvSpPr>
          <p:cNvPr id="75" name="TextBox 74">
            <a:extLst>
              <a:ext uri="{FF2B5EF4-FFF2-40B4-BE49-F238E27FC236}">
                <a16:creationId xmlns:a16="http://schemas.microsoft.com/office/drawing/2014/main" id="{DC91B4FA-92B8-1DA6-25FC-0FF7424E355F}"/>
              </a:ext>
            </a:extLst>
          </p:cNvPr>
          <p:cNvSpPr txBox="1"/>
          <p:nvPr/>
        </p:nvSpPr>
        <p:spPr>
          <a:xfrm>
            <a:off x="5215469" y="2231221"/>
            <a:ext cx="462845" cy="584775"/>
          </a:xfrm>
          <a:prstGeom prst="rect">
            <a:avLst/>
          </a:prstGeom>
          <a:noFill/>
        </p:spPr>
        <p:txBody>
          <a:bodyPr wrap="square" rtlCol="0">
            <a:spAutoFit/>
          </a:bodyPr>
          <a:lstStyle/>
          <a:p>
            <a:pPr algn="ctr"/>
            <a:r>
              <a:rPr lang="en-US" sz="3200" dirty="0"/>
              <a:t>3</a:t>
            </a:r>
          </a:p>
        </p:txBody>
      </p:sp>
      <p:sp>
        <p:nvSpPr>
          <p:cNvPr id="76" name="TextBox 75">
            <a:extLst>
              <a:ext uri="{FF2B5EF4-FFF2-40B4-BE49-F238E27FC236}">
                <a16:creationId xmlns:a16="http://schemas.microsoft.com/office/drawing/2014/main" id="{A4AAAC89-C546-91E3-0CBB-A8CB375CF213}"/>
              </a:ext>
            </a:extLst>
          </p:cNvPr>
          <p:cNvSpPr txBox="1"/>
          <p:nvPr/>
        </p:nvSpPr>
        <p:spPr>
          <a:xfrm>
            <a:off x="5715003" y="2231221"/>
            <a:ext cx="462845" cy="584775"/>
          </a:xfrm>
          <a:prstGeom prst="rect">
            <a:avLst/>
          </a:prstGeom>
          <a:noFill/>
        </p:spPr>
        <p:txBody>
          <a:bodyPr wrap="square" rtlCol="0">
            <a:spAutoFit/>
          </a:bodyPr>
          <a:lstStyle/>
          <a:p>
            <a:pPr algn="ctr"/>
            <a:r>
              <a:rPr lang="en-US" sz="3200" dirty="0"/>
              <a:t>2</a:t>
            </a:r>
          </a:p>
        </p:txBody>
      </p:sp>
      <p:sp>
        <p:nvSpPr>
          <p:cNvPr id="13" name="TextBox 12">
            <a:extLst>
              <a:ext uri="{FF2B5EF4-FFF2-40B4-BE49-F238E27FC236}">
                <a16:creationId xmlns:a16="http://schemas.microsoft.com/office/drawing/2014/main" id="{B8A96F01-3D94-679B-7C0D-A18BF1604194}"/>
              </a:ext>
            </a:extLst>
          </p:cNvPr>
          <p:cNvSpPr txBox="1"/>
          <p:nvPr/>
        </p:nvSpPr>
        <p:spPr>
          <a:xfrm>
            <a:off x="4216401" y="4244561"/>
            <a:ext cx="462845" cy="584775"/>
          </a:xfrm>
          <a:prstGeom prst="rect">
            <a:avLst/>
          </a:prstGeom>
          <a:noFill/>
        </p:spPr>
        <p:txBody>
          <a:bodyPr wrap="square" rtlCol="0">
            <a:spAutoFit/>
          </a:bodyPr>
          <a:lstStyle/>
          <a:p>
            <a:pPr algn="ctr"/>
            <a:r>
              <a:rPr lang="en-US" sz="3200" dirty="0"/>
              <a:t>2</a:t>
            </a:r>
          </a:p>
        </p:txBody>
      </p:sp>
      <p:sp>
        <p:nvSpPr>
          <p:cNvPr id="18" name="TextBox 17">
            <a:extLst>
              <a:ext uri="{FF2B5EF4-FFF2-40B4-BE49-F238E27FC236}">
                <a16:creationId xmlns:a16="http://schemas.microsoft.com/office/drawing/2014/main" id="{AE366F05-211B-EBE9-BAF8-C09CB28FB80D}"/>
              </a:ext>
            </a:extLst>
          </p:cNvPr>
          <p:cNvSpPr txBox="1"/>
          <p:nvPr/>
        </p:nvSpPr>
        <p:spPr>
          <a:xfrm>
            <a:off x="4216401" y="4747898"/>
            <a:ext cx="462845" cy="584775"/>
          </a:xfrm>
          <a:prstGeom prst="rect">
            <a:avLst/>
          </a:prstGeom>
          <a:noFill/>
        </p:spPr>
        <p:txBody>
          <a:bodyPr wrap="square" rtlCol="0">
            <a:spAutoFit/>
          </a:bodyPr>
          <a:lstStyle/>
          <a:p>
            <a:pPr algn="ctr"/>
            <a:r>
              <a:rPr lang="en-US" sz="3200" dirty="0"/>
              <a:t>3</a:t>
            </a:r>
          </a:p>
        </p:txBody>
      </p:sp>
      <p:sp>
        <p:nvSpPr>
          <p:cNvPr id="19" name="TextBox 18">
            <a:extLst>
              <a:ext uri="{FF2B5EF4-FFF2-40B4-BE49-F238E27FC236}">
                <a16:creationId xmlns:a16="http://schemas.microsoft.com/office/drawing/2014/main" id="{0A68EDC4-73D4-735C-CEF7-624951DC1EA6}"/>
              </a:ext>
            </a:extLst>
          </p:cNvPr>
          <p:cNvSpPr txBox="1"/>
          <p:nvPr/>
        </p:nvSpPr>
        <p:spPr>
          <a:xfrm>
            <a:off x="5215469" y="4244561"/>
            <a:ext cx="462845" cy="584775"/>
          </a:xfrm>
          <a:prstGeom prst="rect">
            <a:avLst/>
          </a:prstGeom>
          <a:noFill/>
        </p:spPr>
        <p:txBody>
          <a:bodyPr wrap="square" rtlCol="0">
            <a:spAutoFit/>
          </a:bodyPr>
          <a:lstStyle/>
          <a:p>
            <a:pPr algn="ctr"/>
            <a:r>
              <a:rPr lang="en-US" sz="3200" dirty="0"/>
              <a:t>9</a:t>
            </a:r>
          </a:p>
        </p:txBody>
      </p:sp>
      <p:sp>
        <p:nvSpPr>
          <p:cNvPr id="43" name="TextBox 42">
            <a:extLst>
              <a:ext uri="{FF2B5EF4-FFF2-40B4-BE49-F238E27FC236}">
                <a16:creationId xmlns:a16="http://schemas.microsoft.com/office/drawing/2014/main" id="{11ABDAC4-F742-FF73-283F-BFC979778EB6}"/>
              </a:ext>
            </a:extLst>
          </p:cNvPr>
          <p:cNvSpPr txBox="1"/>
          <p:nvPr/>
        </p:nvSpPr>
        <p:spPr>
          <a:xfrm>
            <a:off x="4715935" y="3741226"/>
            <a:ext cx="462845" cy="584775"/>
          </a:xfrm>
          <a:prstGeom prst="rect">
            <a:avLst/>
          </a:prstGeom>
          <a:noFill/>
        </p:spPr>
        <p:txBody>
          <a:bodyPr wrap="square" rtlCol="0">
            <a:spAutoFit/>
          </a:bodyPr>
          <a:lstStyle/>
          <a:p>
            <a:pPr algn="ctr"/>
            <a:r>
              <a:rPr lang="en-US" sz="3200" dirty="0"/>
              <a:t>4</a:t>
            </a:r>
          </a:p>
        </p:txBody>
      </p:sp>
      <p:sp>
        <p:nvSpPr>
          <p:cNvPr id="50" name="TextBox 49">
            <a:extLst>
              <a:ext uri="{FF2B5EF4-FFF2-40B4-BE49-F238E27FC236}">
                <a16:creationId xmlns:a16="http://schemas.microsoft.com/office/drawing/2014/main" id="{547F92ED-6E63-86C3-A765-CA5D53CC2CE8}"/>
              </a:ext>
            </a:extLst>
          </p:cNvPr>
          <p:cNvSpPr txBox="1"/>
          <p:nvPr/>
        </p:nvSpPr>
        <p:spPr>
          <a:xfrm>
            <a:off x="5215469" y="3741226"/>
            <a:ext cx="462845" cy="584775"/>
          </a:xfrm>
          <a:prstGeom prst="rect">
            <a:avLst/>
          </a:prstGeom>
          <a:noFill/>
        </p:spPr>
        <p:txBody>
          <a:bodyPr wrap="square" rtlCol="0">
            <a:spAutoFit/>
          </a:bodyPr>
          <a:lstStyle/>
          <a:p>
            <a:pPr algn="ctr"/>
            <a:r>
              <a:rPr lang="en-US" sz="3200" dirty="0"/>
              <a:t>8</a:t>
            </a:r>
          </a:p>
        </p:txBody>
      </p:sp>
      <p:sp>
        <p:nvSpPr>
          <p:cNvPr id="56" name="TextBox 55">
            <a:extLst>
              <a:ext uri="{FF2B5EF4-FFF2-40B4-BE49-F238E27FC236}">
                <a16:creationId xmlns:a16="http://schemas.microsoft.com/office/drawing/2014/main" id="{89F13C8A-84E6-099F-E6B6-16488591293B}"/>
              </a:ext>
            </a:extLst>
          </p:cNvPr>
          <p:cNvSpPr txBox="1"/>
          <p:nvPr/>
        </p:nvSpPr>
        <p:spPr>
          <a:xfrm>
            <a:off x="5715003" y="4244561"/>
            <a:ext cx="462845" cy="584775"/>
          </a:xfrm>
          <a:prstGeom prst="rect">
            <a:avLst/>
          </a:prstGeom>
          <a:noFill/>
        </p:spPr>
        <p:txBody>
          <a:bodyPr wrap="square" rtlCol="0">
            <a:spAutoFit/>
          </a:bodyPr>
          <a:lstStyle/>
          <a:p>
            <a:pPr algn="ctr"/>
            <a:r>
              <a:rPr lang="en-US" sz="3200" dirty="0"/>
              <a:t>3</a:t>
            </a:r>
          </a:p>
        </p:txBody>
      </p:sp>
      <p:sp>
        <p:nvSpPr>
          <p:cNvPr id="77" name="TextBox 76">
            <a:extLst>
              <a:ext uri="{FF2B5EF4-FFF2-40B4-BE49-F238E27FC236}">
                <a16:creationId xmlns:a16="http://schemas.microsoft.com/office/drawing/2014/main" id="{EFCE6EFE-44C8-A1CC-DDEF-5CBBDFCE6E6B}"/>
              </a:ext>
            </a:extLst>
          </p:cNvPr>
          <p:cNvSpPr txBox="1"/>
          <p:nvPr/>
        </p:nvSpPr>
        <p:spPr>
          <a:xfrm>
            <a:off x="3716867" y="4244561"/>
            <a:ext cx="462845" cy="584775"/>
          </a:xfrm>
          <a:prstGeom prst="rect">
            <a:avLst/>
          </a:prstGeom>
          <a:noFill/>
        </p:spPr>
        <p:txBody>
          <a:bodyPr wrap="square" rtlCol="0">
            <a:spAutoFit/>
          </a:bodyPr>
          <a:lstStyle/>
          <a:p>
            <a:pPr algn="ctr"/>
            <a:r>
              <a:rPr lang="en-US" sz="3200" dirty="0"/>
              <a:t>7</a:t>
            </a:r>
          </a:p>
        </p:txBody>
      </p:sp>
      <p:sp>
        <p:nvSpPr>
          <p:cNvPr id="84" name="TextBox 83">
            <a:extLst>
              <a:ext uri="{FF2B5EF4-FFF2-40B4-BE49-F238E27FC236}">
                <a16:creationId xmlns:a16="http://schemas.microsoft.com/office/drawing/2014/main" id="{ACE948E7-69D3-92E6-DF4E-378A8011A8EB}"/>
              </a:ext>
            </a:extLst>
          </p:cNvPr>
          <p:cNvSpPr txBox="1"/>
          <p:nvPr/>
        </p:nvSpPr>
        <p:spPr>
          <a:xfrm>
            <a:off x="4715935" y="4244561"/>
            <a:ext cx="462845" cy="584775"/>
          </a:xfrm>
          <a:prstGeom prst="rect">
            <a:avLst/>
          </a:prstGeom>
          <a:noFill/>
        </p:spPr>
        <p:txBody>
          <a:bodyPr wrap="square" rtlCol="0">
            <a:spAutoFit/>
          </a:bodyPr>
          <a:lstStyle/>
          <a:p>
            <a:pPr algn="ctr"/>
            <a:r>
              <a:rPr lang="en-US" sz="3200" dirty="0"/>
              <a:t>5</a:t>
            </a:r>
          </a:p>
        </p:txBody>
      </p:sp>
      <p:sp>
        <p:nvSpPr>
          <p:cNvPr id="23" name="TextBox 22">
            <a:extLst>
              <a:ext uri="{FF2B5EF4-FFF2-40B4-BE49-F238E27FC236}">
                <a16:creationId xmlns:a16="http://schemas.microsoft.com/office/drawing/2014/main" id="{230892A4-2403-40C2-F18A-A01F08C42048}"/>
              </a:ext>
            </a:extLst>
          </p:cNvPr>
          <p:cNvSpPr txBox="1"/>
          <p:nvPr/>
        </p:nvSpPr>
        <p:spPr>
          <a:xfrm>
            <a:off x="3217333" y="4747898"/>
            <a:ext cx="462845" cy="584775"/>
          </a:xfrm>
          <a:prstGeom prst="rect">
            <a:avLst/>
          </a:prstGeom>
          <a:noFill/>
        </p:spPr>
        <p:txBody>
          <a:bodyPr wrap="square" rtlCol="0">
            <a:spAutoFit/>
          </a:bodyPr>
          <a:lstStyle/>
          <a:p>
            <a:pPr algn="ctr"/>
            <a:r>
              <a:rPr lang="en-US" sz="3200" dirty="0"/>
              <a:t>4</a:t>
            </a:r>
          </a:p>
        </p:txBody>
      </p:sp>
      <p:sp>
        <p:nvSpPr>
          <p:cNvPr id="24" name="TextBox 23">
            <a:extLst>
              <a:ext uri="{FF2B5EF4-FFF2-40B4-BE49-F238E27FC236}">
                <a16:creationId xmlns:a16="http://schemas.microsoft.com/office/drawing/2014/main" id="{83844FA3-33DD-5BBE-B8D4-133EB8B3DF34}"/>
              </a:ext>
            </a:extLst>
          </p:cNvPr>
          <p:cNvSpPr txBox="1"/>
          <p:nvPr/>
        </p:nvSpPr>
        <p:spPr>
          <a:xfrm>
            <a:off x="3716867" y="4747898"/>
            <a:ext cx="462845" cy="584775"/>
          </a:xfrm>
          <a:prstGeom prst="rect">
            <a:avLst/>
          </a:prstGeom>
          <a:noFill/>
        </p:spPr>
        <p:txBody>
          <a:bodyPr wrap="square" rtlCol="0">
            <a:spAutoFit/>
          </a:bodyPr>
          <a:lstStyle/>
          <a:p>
            <a:pPr algn="ctr"/>
            <a:r>
              <a:rPr lang="en-US" sz="3200" dirty="0"/>
              <a:t>8</a:t>
            </a:r>
          </a:p>
        </p:txBody>
      </p:sp>
      <p:sp>
        <p:nvSpPr>
          <p:cNvPr id="30" name="TextBox 29">
            <a:extLst>
              <a:ext uri="{FF2B5EF4-FFF2-40B4-BE49-F238E27FC236}">
                <a16:creationId xmlns:a16="http://schemas.microsoft.com/office/drawing/2014/main" id="{27B061D8-857D-C063-F842-4143B323EC0A}"/>
              </a:ext>
            </a:extLst>
          </p:cNvPr>
          <p:cNvSpPr txBox="1"/>
          <p:nvPr/>
        </p:nvSpPr>
        <p:spPr>
          <a:xfrm>
            <a:off x="5215469" y="4747898"/>
            <a:ext cx="462845" cy="584775"/>
          </a:xfrm>
          <a:prstGeom prst="rect">
            <a:avLst/>
          </a:prstGeom>
          <a:noFill/>
        </p:spPr>
        <p:txBody>
          <a:bodyPr wrap="square" rtlCol="0">
            <a:spAutoFit/>
          </a:bodyPr>
          <a:lstStyle/>
          <a:p>
            <a:pPr algn="ctr"/>
            <a:r>
              <a:rPr lang="en-US" sz="3200" dirty="0"/>
              <a:t>7</a:t>
            </a:r>
          </a:p>
        </p:txBody>
      </p:sp>
      <p:sp>
        <p:nvSpPr>
          <p:cNvPr id="31" name="TextBox 30">
            <a:extLst>
              <a:ext uri="{FF2B5EF4-FFF2-40B4-BE49-F238E27FC236}">
                <a16:creationId xmlns:a16="http://schemas.microsoft.com/office/drawing/2014/main" id="{D1B55B11-6BDE-09F2-02E8-C5C7B2DF3450}"/>
              </a:ext>
            </a:extLst>
          </p:cNvPr>
          <p:cNvSpPr txBox="1"/>
          <p:nvPr/>
        </p:nvSpPr>
        <p:spPr>
          <a:xfrm>
            <a:off x="4715935" y="4747898"/>
            <a:ext cx="462845" cy="584775"/>
          </a:xfrm>
          <a:prstGeom prst="rect">
            <a:avLst/>
          </a:prstGeom>
          <a:noFill/>
        </p:spPr>
        <p:txBody>
          <a:bodyPr wrap="square" rtlCol="0">
            <a:spAutoFit/>
          </a:bodyPr>
          <a:lstStyle/>
          <a:p>
            <a:pPr algn="ctr"/>
            <a:r>
              <a:rPr lang="en-US" sz="3200" dirty="0"/>
              <a:t>2</a:t>
            </a:r>
          </a:p>
        </p:txBody>
      </p:sp>
      <p:sp>
        <p:nvSpPr>
          <p:cNvPr id="32" name="TextBox 31">
            <a:extLst>
              <a:ext uri="{FF2B5EF4-FFF2-40B4-BE49-F238E27FC236}">
                <a16:creationId xmlns:a16="http://schemas.microsoft.com/office/drawing/2014/main" id="{9BA89015-84D2-C5BA-0C95-CCA37CFD31FD}"/>
              </a:ext>
            </a:extLst>
          </p:cNvPr>
          <p:cNvSpPr txBox="1"/>
          <p:nvPr/>
        </p:nvSpPr>
        <p:spPr>
          <a:xfrm>
            <a:off x="5215469" y="1727886"/>
            <a:ext cx="462845" cy="584775"/>
          </a:xfrm>
          <a:prstGeom prst="rect">
            <a:avLst/>
          </a:prstGeom>
          <a:noFill/>
        </p:spPr>
        <p:txBody>
          <a:bodyPr wrap="square" rtlCol="0">
            <a:spAutoFit/>
          </a:bodyPr>
          <a:lstStyle/>
          <a:p>
            <a:pPr algn="ctr"/>
            <a:r>
              <a:rPr lang="en-US" sz="3200" dirty="0"/>
              <a:t>1</a:t>
            </a:r>
          </a:p>
        </p:txBody>
      </p:sp>
      <p:sp>
        <p:nvSpPr>
          <p:cNvPr id="45" name="TextBox 44">
            <a:extLst>
              <a:ext uri="{FF2B5EF4-FFF2-40B4-BE49-F238E27FC236}">
                <a16:creationId xmlns:a16="http://schemas.microsoft.com/office/drawing/2014/main" id="{8EA7975E-80C1-DEEF-2612-F6498E028848}"/>
              </a:ext>
            </a:extLst>
          </p:cNvPr>
          <p:cNvSpPr txBox="1"/>
          <p:nvPr/>
        </p:nvSpPr>
        <p:spPr>
          <a:xfrm>
            <a:off x="4715935" y="1727886"/>
            <a:ext cx="462845" cy="584775"/>
          </a:xfrm>
          <a:prstGeom prst="rect">
            <a:avLst/>
          </a:prstGeom>
          <a:noFill/>
        </p:spPr>
        <p:txBody>
          <a:bodyPr wrap="square" rtlCol="0">
            <a:spAutoFit/>
          </a:bodyPr>
          <a:lstStyle/>
          <a:p>
            <a:pPr algn="ctr"/>
            <a:r>
              <a:rPr lang="en-US" sz="3200" dirty="0"/>
              <a:t>3</a:t>
            </a:r>
          </a:p>
        </p:txBody>
      </p:sp>
      <p:sp>
        <p:nvSpPr>
          <p:cNvPr id="51" name="TextBox 50">
            <a:extLst>
              <a:ext uri="{FF2B5EF4-FFF2-40B4-BE49-F238E27FC236}">
                <a16:creationId xmlns:a16="http://schemas.microsoft.com/office/drawing/2014/main" id="{4F6A451C-6B0F-2CA6-04AF-2BEA9FB12F2B}"/>
              </a:ext>
            </a:extLst>
          </p:cNvPr>
          <p:cNvSpPr txBox="1"/>
          <p:nvPr/>
        </p:nvSpPr>
        <p:spPr>
          <a:xfrm>
            <a:off x="5715003" y="1727886"/>
            <a:ext cx="462845" cy="584775"/>
          </a:xfrm>
          <a:prstGeom prst="rect">
            <a:avLst/>
          </a:prstGeom>
          <a:noFill/>
        </p:spPr>
        <p:txBody>
          <a:bodyPr wrap="square" rtlCol="0">
            <a:spAutoFit/>
          </a:bodyPr>
          <a:lstStyle/>
          <a:p>
            <a:pPr algn="ctr"/>
            <a:r>
              <a:rPr lang="en-US" sz="3200" dirty="0"/>
              <a:t>4</a:t>
            </a:r>
          </a:p>
        </p:txBody>
      </p:sp>
      <p:sp>
        <p:nvSpPr>
          <p:cNvPr id="68" name="TextBox 67">
            <a:extLst>
              <a:ext uri="{FF2B5EF4-FFF2-40B4-BE49-F238E27FC236}">
                <a16:creationId xmlns:a16="http://schemas.microsoft.com/office/drawing/2014/main" id="{EB55348F-1865-5AF3-1674-64F2F6622E75}"/>
              </a:ext>
            </a:extLst>
          </p:cNvPr>
          <p:cNvSpPr txBox="1"/>
          <p:nvPr/>
        </p:nvSpPr>
        <p:spPr>
          <a:xfrm>
            <a:off x="5715003" y="2734556"/>
            <a:ext cx="462845" cy="584775"/>
          </a:xfrm>
          <a:prstGeom prst="rect">
            <a:avLst/>
          </a:prstGeom>
          <a:noFill/>
        </p:spPr>
        <p:txBody>
          <a:bodyPr wrap="square" rtlCol="0">
            <a:spAutoFit/>
          </a:bodyPr>
          <a:lstStyle/>
          <a:p>
            <a:pPr algn="ctr"/>
            <a:r>
              <a:rPr lang="en-US" sz="3200" dirty="0"/>
              <a:t>9</a:t>
            </a:r>
          </a:p>
        </p:txBody>
      </p:sp>
      <p:sp>
        <p:nvSpPr>
          <p:cNvPr id="85" name="TextBox 84">
            <a:extLst>
              <a:ext uri="{FF2B5EF4-FFF2-40B4-BE49-F238E27FC236}">
                <a16:creationId xmlns:a16="http://schemas.microsoft.com/office/drawing/2014/main" id="{131E5233-39DB-DB4A-F128-93397026E716}"/>
              </a:ext>
            </a:extLst>
          </p:cNvPr>
          <p:cNvSpPr txBox="1"/>
          <p:nvPr/>
        </p:nvSpPr>
        <p:spPr>
          <a:xfrm>
            <a:off x="5715003" y="3237891"/>
            <a:ext cx="462845" cy="584775"/>
          </a:xfrm>
          <a:prstGeom prst="rect">
            <a:avLst/>
          </a:prstGeom>
          <a:noFill/>
        </p:spPr>
        <p:txBody>
          <a:bodyPr wrap="square" rtlCol="0">
            <a:spAutoFit/>
          </a:bodyPr>
          <a:lstStyle/>
          <a:p>
            <a:pPr algn="ctr"/>
            <a:r>
              <a:rPr lang="en-US" sz="3200" dirty="0"/>
              <a:t>8</a:t>
            </a:r>
          </a:p>
        </p:txBody>
      </p:sp>
      <p:sp>
        <p:nvSpPr>
          <p:cNvPr id="86" name="TextBox 85">
            <a:extLst>
              <a:ext uri="{FF2B5EF4-FFF2-40B4-BE49-F238E27FC236}">
                <a16:creationId xmlns:a16="http://schemas.microsoft.com/office/drawing/2014/main" id="{87BDE4C8-BE5D-4E0E-9C11-D9366EB7F8A7}"/>
              </a:ext>
            </a:extLst>
          </p:cNvPr>
          <p:cNvSpPr txBox="1"/>
          <p:nvPr/>
        </p:nvSpPr>
        <p:spPr>
          <a:xfrm>
            <a:off x="4715935" y="2734556"/>
            <a:ext cx="462845" cy="584775"/>
          </a:xfrm>
          <a:prstGeom prst="rect">
            <a:avLst/>
          </a:prstGeom>
          <a:noFill/>
        </p:spPr>
        <p:txBody>
          <a:bodyPr wrap="square" rtlCol="0">
            <a:spAutoFit/>
          </a:bodyPr>
          <a:lstStyle/>
          <a:p>
            <a:pPr algn="ctr"/>
            <a:r>
              <a:rPr lang="en-US" sz="3200" dirty="0"/>
              <a:t>7</a:t>
            </a:r>
          </a:p>
        </p:txBody>
      </p:sp>
      <p:sp>
        <p:nvSpPr>
          <p:cNvPr id="42" name="TextBox 41">
            <a:extLst>
              <a:ext uri="{FF2B5EF4-FFF2-40B4-BE49-F238E27FC236}">
                <a16:creationId xmlns:a16="http://schemas.microsoft.com/office/drawing/2014/main" id="{E90F745E-A898-37A8-A1AB-DD9956540CE4}"/>
              </a:ext>
            </a:extLst>
          </p:cNvPr>
          <p:cNvSpPr txBox="1"/>
          <p:nvPr/>
        </p:nvSpPr>
        <p:spPr>
          <a:xfrm>
            <a:off x="3217333" y="3237891"/>
            <a:ext cx="462845" cy="584775"/>
          </a:xfrm>
          <a:prstGeom prst="rect">
            <a:avLst/>
          </a:prstGeom>
          <a:noFill/>
        </p:spPr>
        <p:txBody>
          <a:bodyPr wrap="square" rtlCol="0">
            <a:spAutoFit/>
          </a:bodyPr>
          <a:lstStyle/>
          <a:p>
            <a:pPr algn="ctr"/>
            <a:r>
              <a:rPr lang="en-US" sz="3200" dirty="0"/>
              <a:t>5</a:t>
            </a:r>
          </a:p>
        </p:txBody>
      </p:sp>
      <p:sp>
        <p:nvSpPr>
          <p:cNvPr id="44" name="TextBox 43">
            <a:extLst>
              <a:ext uri="{FF2B5EF4-FFF2-40B4-BE49-F238E27FC236}">
                <a16:creationId xmlns:a16="http://schemas.microsoft.com/office/drawing/2014/main" id="{9FA720F4-9385-E00B-AD2D-4B72F94932A3}"/>
              </a:ext>
            </a:extLst>
          </p:cNvPr>
          <p:cNvSpPr txBox="1"/>
          <p:nvPr/>
        </p:nvSpPr>
        <p:spPr>
          <a:xfrm>
            <a:off x="3217333" y="3741226"/>
            <a:ext cx="462845" cy="584775"/>
          </a:xfrm>
          <a:prstGeom prst="rect">
            <a:avLst/>
          </a:prstGeom>
          <a:noFill/>
        </p:spPr>
        <p:txBody>
          <a:bodyPr wrap="square" rtlCol="0">
            <a:spAutoFit/>
          </a:bodyPr>
          <a:lstStyle/>
          <a:p>
            <a:pPr algn="ctr"/>
            <a:r>
              <a:rPr lang="en-US" sz="3200" dirty="0"/>
              <a:t>9</a:t>
            </a:r>
          </a:p>
        </p:txBody>
      </p:sp>
      <p:sp>
        <p:nvSpPr>
          <p:cNvPr id="29" name="TextBox 28">
            <a:extLst>
              <a:ext uri="{FF2B5EF4-FFF2-40B4-BE49-F238E27FC236}">
                <a16:creationId xmlns:a16="http://schemas.microsoft.com/office/drawing/2014/main" id="{E74DEC65-F2E9-EF2D-3DF9-1EB1863A036F}"/>
              </a:ext>
            </a:extLst>
          </p:cNvPr>
          <p:cNvSpPr txBox="1"/>
          <p:nvPr/>
        </p:nvSpPr>
        <p:spPr>
          <a:xfrm>
            <a:off x="3217333" y="1727886"/>
            <a:ext cx="462845" cy="584775"/>
          </a:xfrm>
          <a:prstGeom prst="rect">
            <a:avLst/>
          </a:prstGeom>
          <a:noFill/>
        </p:spPr>
        <p:txBody>
          <a:bodyPr wrap="square" rtlCol="0">
            <a:spAutoFit/>
          </a:bodyPr>
          <a:lstStyle/>
          <a:p>
            <a:pPr algn="ctr"/>
            <a:r>
              <a:rPr lang="en-US" sz="3200" dirty="0"/>
              <a:t>7</a:t>
            </a:r>
          </a:p>
        </p:txBody>
      </p:sp>
      <p:sp>
        <p:nvSpPr>
          <p:cNvPr id="37" name="TextBox 36">
            <a:extLst>
              <a:ext uri="{FF2B5EF4-FFF2-40B4-BE49-F238E27FC236}">
                <a16:creationId xmlns:a16="http://schemas.microsoft.com/office/drawing/2014/main" id="{633B5D9B-7771-49E7-FF31-E425B6913AF5}"/>
              </a:ext>
            </a:extLst>
          </p:cNvPr>
          <p:cNvSpPr txBox="1"/>
          <p:nvPr/>
        </p:nvSpPr>
        <p:spPr>
          <a:xfrm>
            <a:off x="3716867" y="3741226"/>
            <a:ext cx="462845" cy="584775"/>
          </a:xfrm>
          <a:prstGeom prst="rect">
            <a:avLst/>
          </a:prstGeom>
          <a:noFill/>
        </p:spPr>
        <p:txBody>
          <a:bodyPr wrap="square" rtlCol="0">
            <a:spAutoFit/>
          </a:bodyPr>
          <a:lstStyle/>
          <a:p>
            <a:pPr algn="ctr"/>
            <a:r>
              <a:rPr lang="en-US" sz="3200" dirty="0"/>
              <a:t>5</a:t>
            </a:r>
          </a:p>
        </p:txBody>
      </p:sp>
      <p:sp>
        <p:nvSpPr>
          <p:cNvPr id="46" name="TextBox 45">
            <a:extLst>
              <a:ext uri="{FF2B5EF4-FFF2-40B4-BE49-F238E27FC236}">
                <a16:creationId xmlns:a16="http://schemas.microsoft.com/office/drawing/2014/main" id="{A0C3A974-CCB0-D8B2-C227-8796E21123CC}"/>
              </a:ext>
            </a:extLst>
          </p:cNvPr>
          <p:cNvSpPr txBox="1"/>
          <p:nvPr/>
        </p:nvSpPr>
        <p:spPr>
          <a:xfrm>
            <a:off x="4216401" y="2734556"/>
            <a:ext cx="462845" cy="584775"/>
          </a:xfrm>
          <a:prstGeom prst="rect">
            <a:avLst/>
          </a:prstGeom>
          <a:noFill/>
        </p:spPr>
        <p:txBody>
          <a:bodyPr wrap="square" rtlCol="0">
            <a:spAutoFit/>
          </a:bodyPr>
          <a:lstStyle/>
          <a:p>
            <a:pPr algn="ctr"/>
            <a:r>
              <a:rPr lang="en-US" sz="3200" dirty="0"/>
              <a:t>4</a:t>
            </a:r>
          </a:p>
        </p:txBody>
      </p:sp>
      <p:sp>
        <p:nvSpPr>
          <p:cNvPr id="47" name="TextBox 46">
            <a:extLst>
              <a:ext uri="{FF2B5EF4-FFF2-40B4-BE49-F238E27FC236}">
                <a16:creationId xmlns:a16="http://schemas.microsoft.com/office/drawing/2014/main" id="{0F7729E6-1DFD-018D-A82F-71F709545CCD}"/>
              </a:ext>
            </a:extLst>
          </p:cNvPr>
          <p:cNvSpPr txBox="1"/>
          <p:nvPr/>
        </p:nvSpPr>
        <p:spPr>
          <a:xfrm>
            <a:off x="5215469" y="2734556"/>
            <a:ext cx="462845" cy="584775"/>
          </a:xfrm>
          <a:prstGeom prst="rect">
            <a:avLst/>
          </a:prstGeom>
          <a:noFill/>
        </p:spPr>
        <p:txBody>
          <a:bodyPr wrap="square" rtlCol="0">
            <a:spAutoFit/>
          </a:bodyPr>
          <a:lstStyle/>
          <a:p>
            <a:pPr algn="ctr"/>
            <a:r>
              <a:rPr lang="en-US" sz="3200" dirty="0"/>
              <a:t>5</a:t>
            </a:r>
          </a:p>
        </p:txBody>
      </p:sp>
      <p:sp>
        <p:nvSpPr>
          <p:cNvPr id="49" name="TextBox 48">
            <a:extLst>
              <a:ext uri="{FF2B5EF4-FFF2-40B4-BE49-F238E27FC236}">
                <a16:creationId xmlns:a16="http://schemas.microsoft.com/office/drawing/2014/main" id="{B6C86B54-8FAD-A802-C179-5B0BF2C71D64}"/>
              </a:ext>
            </a:extLst>
          </p:cNvPr>
          <p:cNvSpPr txBox="1"/>
          <p:nvPr/>
        </p:nvSpPr>
        <p:spPr>
          <a:xfrm>
            <a:off x="5215469" y="3237891"/>
            <a:ext cx="462845" cy="584775"/>
          </a:xfrm>
          <a:prstGeom prst="rect">
            <a:avLst/>
          </a:prstGeom>
          <a:noFill/>
        </p:spPr>
        <p:txBody>
          <a:bodyPr wrap="square" rtlCol="0">
            <a:spAutoFit/>
          </a:bodyPr>
          <a:lstStyle/>
          <a:p>
            <a:pPr algn="ctr"/>
            <a:r>
              <a:rPr lang="en-US" sz="3200" dirty="0"/>
              <a:t>4</a:t>
            </a:r>
          </a:p>
        </p:txBody>
      </p:sp>
      <p:sp>
        <p:nvSpPr>
          <p:cNvPr id="10" name="TextBox 9">
            <a:extLst>
              <a:ext uri="{FF2B5EF4-FFF2-40B4-BE49-F238E27FC236}">
                <a16:creationId xmlns:a16="http://schemas.microsoft.com/office/drawing/2014/main" id="{797A85AA-3DB9-2A81-432A-131E8687D38E}"/>
              </a:ext>
            </a:extLst>
          </p:cNvPr>
          <p:cNvSpPr txBox="1"/>
          <p:nvPr/>
        </p:nvSpPr>
        <p:spPr>
          <a:xfrm>
            <a:off x="3716867" y="1727886"/>
            <a:ext cx="462845" cy="584775"/>
          </a:xfrm>
          <a:prstGeom prst="rect">
            <a:avLst/>
          </a:prstGeom>
          <a:noFill/>
        </p:spPr>
        <p:txBody>
          <a:bodyPr wrap="square" rtlCol="0">
            <a:spAutoFit/>
          </a:bodyPr>
          <a:lstStyle/>
          <a:p>
            <a:pPr algn="ctr"/>
            <a:r>
              <a:rPr lang="en-US" sz="3200" dirty="0"/>
              <a:t>9</a:t>
            </a:r>
          </a:p>
        </p:txBody>
      </p:sp>
      <p:sp>
        <p:nvSpPr>
          <p:cNvPr id="35" name="TextBox 34">
            <a:extLst>
              <a:ext uri="{FF2B5EF4-FFF2-40B4-BE49-F238E27FC236}">
                <a16:creationId xmlns:a16="http://schemas.microsoft.com/office/drawing/2014/main" id="{35EA115B-5442-1952-E8AC-1537C6B3B70A}"/>
              </a:ext>
            </a:extLst>
          </p:cNvPr>
          <p:cNvSpPr txBox="1"/>
          <p:nvPr/>
        </p:nvSpPr>
        <p:spPr>
          <a:xfrm>
            <a:off x="4216401" y="1727886"/>
            <a:ext cx="462845" cy="584775"/>
          </a:xfrm>
          <a:prstGeom prst="rect">
            <a:avLst/>
          </a:prstGeom>
          <a:noFill/>
        </p:spPr>
        <p:txBody>
          <a:bodyPr wrap="square" rtlCol="0">
            <a:spAutoFit/>
          </a:bodyPr>
          <a:lstStyle/>
          <a:p>
            <a:pPr algn="ctr"/>
            <a:r>
              <a:rPr lang="en-US" sz="3200" dirty="0"/>
              <a:t>5</a:t>
            </a:r>
          </a:p>
        </p:txBody>
      </p:sp>
      <p:sp>
        <p:nvSpPr>
          <p:cNvPr id="48" name="TextBox 47">
            <a:extLst>
              <a:ext uri="{FF2B5EF4-FFF2-40B4-BE49-F238E27FC236}">
                <a16:creationId xmlns:a16="http://schemas.microsoft.com/office/drawing/2014/main" id="{45852DED-F8C5-9F23-6771-7C4277093968}"/>
              </a:ext>
            </a:extLst>
          </p:cNvPr>
          <p:cNvSpPr txBox="1"/>
          <p:nvPr/>
        </p:nvSpPr>
        <p:spPr>
          <a:xfrm>
            <a:off x="4216401" y="3237891"/>
            <a:ext cx="462845" cy="584775"/>
          </a:xfrm>
          <a:prstGeom prst="rect">
            <a:avLst/>
          </a:prstGeom>
          <a:noFill/>
        </p:spPr>
        <p:txBody>
          <a:bodyPr wrap="square" rtlCol="0">
            <a:spAutoFit/>
          </a:bodyPr>
          <a:lstStyle/>
          <a:p>
            <a:pPr algn="ctr"/>
            <a:r>
              <a:rPr lang="en-US" sz="3200" dirty="0"/>
              <a:t>7</a:t>
            </a:r>
          </a:p>
        </p:txBody>
      </p:sp>
    </p:spTree>
    <p:extLst>
      <p:ext uri="{BB962C8B-B14F-4D97-AF65-F5344CB8AC3E}">
        <p14:creationId xmlns:p14="http://schemas.microsoft.com/office/powerpoint/2010/main" val="279117752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10100</TotalTime>
  <Words>4244</Words>
  <Application>Microsoft Macintosh PowerPoint</Application>
  <PresentationFormat>Widescreen</PresentationFormat>
  <Paragraphs>3669</Paragraphs>
  <Slides>58</Slides>
  <Notes>58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58</vt:i4>
      </vt:variant>
    </vt:vector>
  </HeadingPairs>
  <TitlesOfParts>
    <vt:vector size="6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Jonathan Hardis</dc:creator>
  <cp:lastModifiedBy>Jonathan Hardis</cp:lastModifiedBy>
  <cp:revision>411</cp:revision>
  <cp:lastPrinted>2025-12-02T00:08:17Z</cp:lastPrinted>
  <dcterms:created xsi:type="dcterms:W3CDTF">2024-03-19T02:13:08Z</dcterms:created>
  <dcterms:modified xsi:type="dcterms:W3CDTF">2026-05-14T20:18:03Z</dcterms:modified>
</cp:coreProperties>
</file>