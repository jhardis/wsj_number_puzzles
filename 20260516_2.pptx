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457" r:id="rId2"/>
    <p:sldId id="531" r:id="rId3"/>
    <p:sldId id="532" r:id="rId4"/>
    <p:sldId id="533" r:id="rId5"/>
    <p:sldId id="535" r:id="rId6"/>
    <p:sldId id="536" r:id="rId7"/>
    <p:sldId id="537" r:id="rId8"/>
    <p:sldId id="538" r:id="rId9"/>
    <p:sldId id="542" r:id="rId10"/>
    <p:sldId id="543" r:id="rId11"/>
    <p:sldId id="544" r:id="rId12"/>
    <p:sldId id="552" r:id="rId13"/>
    <p:sldId id="553" r:id="rId14"/>
    <p:sldId id="557" r:id="rId15"/>
    <p:sldId id="558" r:id="rId16"/>
    <p:sldId id="559" r:id="rId17"/>
    <p:sldId id="560" r:id="rId18"/>
    <p:sldId id="561" r:id="rId19"/>
    <p:sldId id="611" r:id="rId20"/>
    <p:sldId id="562" r:id="rId21"/>
    <p:sldId id="563" r:id="rId22"/>
    <p:sldId id="564" r:id="rId23"/>
    <p:sldId id="606" r:id="rId24"/>
    <p:sldId id="565" r:id="rId25"/>
    <p:sldId id="566" r:id="rId26"/>
    <p:sldId id="567" r:id="rId27"/>
    <p:sldId id="612" r:id="rId28"/>
    <p:sldId id="613" r:id="rId29"/>
    <p:sldId id="614" r:id="rId30"/>
    <p:sldId id="615" r:id="rId31"/>
    <p:sldId id="616" r:id="rId32"/>
    <p:sldId id="617" r:id="rId33"/>
    <p:sldId id="618" r:id="rId34"/>
    <p:sldId id="619" r:id="rId35"/>
    <p:sldId id="620" r:id="rId36"/>
    <p:sldId id="621" r:id="rId37"/>
    <p:sldId id="622" r:id="rId38"/>
    <p:sldId id="623" r:id="rId39"/>
    <p:sldId id="624" r:id="rId40"/>
    <p:sldId id="625" r:id="rId41"/>
    <p:sldId id="632" r:id="rId42"/>
    <p:sldId id="633" r:id="rId43"/>
    <p:sldId id="626" r:id="rId44"/>
    <p:sldId id="627" r:id="rId45"/>
    <p:sldId id="628" r:id="rId46"/>
    <p:sldId id="629" r:id="rId47"/>
    <p:sldId id="630" r:id="rId48"/>
    <p:sldId id="634" r:id="rId49"/>
    <p:sldId id="635" r:id="rId50"/>
    <p:sldId id="636" r:id="rId51"/>
    <p:sldId id="637" r:id="rId52"/>
    <p:sldId id="638" r:id="rId53"/>
    <p:sldId id="639"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73"/>
    <p:restoredTop sz="94670"/>
  </p:normalViewPr>
  <p:slideViewPr>
    <p:cSldViewPr snapToGrid="0">
      <p:cViewPr varScale="1">
        <p:scale>
          <a:sx n="113" d="100"/>
          <a:sy n="113" d="100"/>
        </p:scale>
        <p:origin x="149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5/15/26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96790-4549-5588-BC34-0F9BA62D89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4CC357-14B7-10E2-994C-7F15F7C1DD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1D9101-1CCC-A5D6-7087-CC5E0AFAD6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7EF4CE-129C-B591-3652-00C8148E4046}"/>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16562719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A633-4CDA-BFAF-530F-3FBDF282F0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249980-853A-F74D-268B-2C8CF749D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00853E-40BE-C69C-0759-FA22937C83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4909DF-4CCC-7519-EC79-921E4DD73C01}"/>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14070936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BC30E-8DD5-7AAC-B851-9CC6E50C86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3EC26A-75B2-8594-0060-D456222FAE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B62C4F-3300-9B96-157C-FBCDD07C2A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7B3095-8943-23E3-5A68-9A916559BE1A}"/>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7164441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48E45-3808-359C-97E6-63193D13EC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8424A4-D095-1026-9F2D-F2FC8FED02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074FDA-4791-76DF-06F1-554FC78D6F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FF612C-DA59-51FE-31E0-AB6FD029D19D}"/>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20849971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B7C99-A728-CCF0-CF73-AE85918B1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9B5BD4-ACD7-1E91-942A-990289EEA7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293C4F-1B61-5FE2-693D-9DA7F5C1C7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08D361-CC15-D12A-F931-2A74853F53DF}"/>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2529636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C8136-879A-B69D-512D-F90019948B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576375-9110-6AFA-777A-01643D6222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A361DD-AABF-CCC6-C14A-9DB4A44DA8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89D3D2-ACD4-C382-E88E-1B920EFCBCD9}"/>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3865301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6299E-E451-E69F-5E75-78CD9A78C5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15DB3E-3038-AA7B-59DE-D881021187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AE20C9-140F-DFBA-529F-56DEA35881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1DA965-7C4C-80C2-1FD9-A9867F8CB5AB}"/>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1698142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85657-F347-4D33-DE4F-DB98A22E4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AF3E9-B5ED-A578-22DB-F60E760FB3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7A16D3-F2C3-A6C8-4F5F-5AE0D4259C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1C1464-1EC2-96E9-A7AA-944A529B87FE}"/>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35999762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33CD0-8B44-F683-BA5E-B11AF06AD9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D52028-FCDD-5800-C74F-E63903CA4D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5FCCF-2968-F37A-6DD8-56D4CC2868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C35732-B7AB-B587-DFC8-26D5962858E1}"/>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22679663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CDBA7-31CB-7E9E-1820-C6BBD6EB05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7FFD1-12B6-F69A-8718-8A814DDA97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8A24-F1A2-D64F-091E-AB323FAC5A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352F7C-2754-EEAD-555F-8F03A32870E8}"/>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40502874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D8605-8653-3F12-2ECF-93DD1F409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1178E1-9D1B-932D-42F5-E07BB6D3F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7B865B-AEE7-58E9-CEAC-741EE51C9B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91A9D03-CBD4-B065-EC4E-444700BFDE62}"/>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16536835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D8716-D838-400F-60D3-10FF30C24C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210172-7428-FC73-6599-728FA93DC7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AE0DF6-2724-BF18-D9A5-ECA11C05EA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1DC1E7-F0A0-D844-BD7E-320CCC965956}"/>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0854804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48CB3-4950-D6A2-9262-B36F5BCDB6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F2E1FE-51D2-D2B8-2273-584ACE4778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DDC0A7-B101-5DF0-6D53-738D59063C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4F8508-BFB0-2C63-234C-09681A511549}"/>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42699677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DE8F-A624-7220-10CB-8312AC8616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96FD06-D661-F150-FB29-FEE8F78554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88A9C7-AF38-D138-FA07-16AE7FE1DF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67703B-0850-44BA-CEA9-AB704D097C34}"/>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16940609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56823-20EB-E083-91E7-539DABCDE4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EB6885-0EDC-B711-D6DE-2E14DE253E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3C3D37-6CC3-2DE6-F874-0D522E4FB0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200279-7F8C-E2F8-646A-C1DECF0CD26B}"/>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22462262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3266A-134F-FDDC-160B-CC72688694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CB1926-CC94-6313-EB17-2A941E6BF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084F7F-5790-6AC2-9FD7-F74D0BDA79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B46F5C-309C-F061-B02C-BDC470F41720}"/>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22306976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82D7-2C14-7407-8588-D36D7CAF47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403433-0F33-76AA-F5B7-A7E2D672C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F179F5-DC1E-2EE2-C2FB-FE030D2EBE7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046A-EB1A-8371-CF88-04454FD74803}"/>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5728333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AA562-2D21-228D-1C39-1C1A92003B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B5610-22CE-FF70-68BB-CB40C51065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15B12B-A391-81F2-74E7-165B023E3F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6005DA-C159-A5E1-1200-8752A64ED07E}"/>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24681888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5524B-A990-3F18-4DD8-E19A25A87D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710DD-62C7-D9EF-E566-AA00536416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550AA-3498-F38B-AF09-0AAAB569A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EF9BB1-1346-1CE7-28BB-A738E024CE90}"/>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41024340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6A38E-96B1-9091-8082-3C28660553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0932EF-68F6-43EB-3FBF-B75C288F79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373AD5-2660-1BFA-16F5-06B4E13121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44F61C-FA95-4615-ABED-CB7363F4D2C4}"/>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1127740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94621-09E1-FDB3-4E23-27BC2CC757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F138BE-CF9D-3C3F-C926-5ECCE55B60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3D3F3-E824-C53E-99EB-4388C2ABCBD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3E232D-9CEB-E215-FF05-0E4153CA0FFC}"/>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25203954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29D08-3606-DB2D-9629-74C3AD8FEB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D58814-37D0-99E5-7BF7-D66C2BE48F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FC45C2-07AB-8B9D-422F-9D88B8ADC0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CD3656-0F5E-5DF3-C174-D9940F45E0E1}"/>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708161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48794-3E96-F8A3-AF84-28F56F8985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95717F-862B-F473-5272-F59368A2C6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C2E782-F63A-A6A5-5D2A-FC7DE8E038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7405CD-4639-8A67-7546-D651DD83DC2B}"/>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210293873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A5C2D-F6E3-F095-0352-E5D895E507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DFC31B-DCE6-11DE-0121-4C8BEB3872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CAE7F-99BA-C162-F5C3-6699F74B4F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0A561A-441C-90F5-2C13-884199EC430E}"/>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13686295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F40E0-470B-ACBC-EE5F-A743EBE7C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BCDD2D-429D-51D0-3D47-FCA61E0018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AA8996-A66F-0F93-5C8F-911F81D26A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C6211D-D0A2-E0CC-FC43-F6717C087E88}"/>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8413623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19805-D362-A85B-C599-8765E133CB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934CFA-9F7B-6EB1-1DFA-8B2A936D30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327EA4-2AA3-2BD1-2A0B-BBD6A66576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DCA51C-2AE2-FD7A-DE15-BC8DE104297D}"/>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0365860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AECA7-A797-E760-1413-83FBF6C8F9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B75E8E-FFC9-B44B-E430-D9FB6C05F9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095EC8-1995-2189-7DDA-DB99F12DF8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975EC19-0144-C07D-3658-36E0E6C9F5FC}"/>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25731962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1D6C3-1CE8-4C87-9D08-53F4C14C0E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764ADB-274E-46B3-BE11-8EA8AD61F3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824D41-0E32-CE40-39DA-EAA2C99D16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D69283-E9E7-CB42-E488-DCE4FBCC6E2C}"/>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4389845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DAC4B-BFE6-5569-9C80-8EF47B474C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A7AAC4-94A7-A5A7-B5A6-AB0EDE5B7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2DF49-4D5A-C4CA-3CE2-B475F42128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41D0D3-492B-F57A-1C9B-5FE7F5975A99}"/>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7297944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3A1E6-4469-9302-5305-7897576CEC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3AED92-0F32-9ABE-C57F-828F7A9B05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D8147B-0550-1C86-F812-FF4161F434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0939B0-CDF8-BFB8-7B4C-4FAEDBB86500}"/>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31378634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22549-E288-749F-EBBD-262E39EBB6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DA364F-D93B-520C-918F-930B159159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319823-EB55-B7EF-ABC9-13232B7DE6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DD5B43-E70B-E4A1-BEF4-A75C3AD2D880}"/>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35124681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2BEAB-63B1-E5DA-A791-3539A9CB7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577BCF-6B91-02DD-E0CF-8061F2466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2A3A2E-B1AD-E3AB-11B2-1486534EE3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6AA2F9-3196-21A1-95F9-0678BA3A3098}"/>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5277774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74696-9B17-C40F-4D05-E658EB4B1B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247540-103C-3FB5-B589-C738B96ACA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70EAF3-EA74-BF6F-6C6E-FD62E65A9B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5E564E-1C53-45FC-C11D-84CD196A5F67}"/>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410966739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136F2-4077-6699-C11B-DFD1FAEC4B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183285-7656-314B-51E3-6B73547546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205A22-8030-DC6B-7517-3781A01E3A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5A953A-4CB7-29DF-A115-EA07841C885E}"/>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7869790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CFC6B-6835-201D-26FE-45BA57F2A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CCB140-1442-3ECC-F167-CBF3B1A1B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8811ED-8D17-EAD8-4FA5-B715CA81C8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3DB637F-CABF-5FA9-C440-F0F3539A8735}"/>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43074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C68AD-6A35-106B-8EE7-05455B29EF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D7122F-E8F1-3335-96C8-D0ACC809D0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5C07E7-C642-578C-5B84-5671DDAA67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E312FF-6FEC-70E1-7D95-5FF0A532A5E3}"/>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7093168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5CEA5-753C-4BB9-920B-403A66A06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53CB9F-8150-0BF4-606A-2985FC546E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E71A4-A535-20AB-ECC5-55B802A37A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AD569F-990E-51B8-8758-FB65F0079160}"/>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367879296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29A68-65BF-7B4A-9621-40E31AA7B8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AF7CE-B0FC-BF1E-B447-4E992F4219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D198C1-3F18-3939-E70E-5FDC50CD01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D794E7-D157-D1DF-1BCA-27E1164934BD}"/>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3646879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64B7-051B-3F82-4661-B3514E61B5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48DD56-D286-7850-AD40-ED1401B622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F547ED-8656-2063-CBB8-BBB79FF35A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EE4BAA-E86B-78F2-9E10-FCB6486CD968}"/>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32859836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A2EFC-AD3A-3E8F-BBA1-0704A65D73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1CE21-B181-9911-6F5B-FFFCE423AE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69EB39-1E70-9ABE-DA8D-EF9FEADEF3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3DF336-3003-EB31-223D-3E2ADAE30FFA}"/>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273652888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BFA78-536F-CEF7-F1DC-80A346511A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B6FA50-3285-DB53-1321-78998D6C70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FC4E7E-FC88-A2B1-9261-C8CFE31B7D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79E704-0BF6-CD39-3899-A9DD7D03810C}"/>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30867684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134AE-9F4C-D756-702F-9DE699646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46F25C-3DB4-9084-6B14-B480B455F7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28E959-5926-504A-4C7B-5A0B5123E5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48AFCA-F498-B35A-7F16-7C9D6A68F312}"/>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319543716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29F5B-9659-C595-8916-2F16823A26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5E6A6-F675-4016-C107-DEFBF46DBF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32936F-A2E2-819A-2502-760A5C285E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1CE30C-EF2C-0E0D-1684-7951DA18F1B0}"/>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24088379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FDE6F-63BB-F8C1-F1B5-1BCC67ED5C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48B02D-E696-2D94-C90E-A95DDCD192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7311DB-685A-9F4B-FABD-DC375FCCFB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DCD9CB-D337-BE96-8754-0B34D764BE88}"/>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291986575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05CDD-E762-DCDB-D568-C65B7734A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D6ADFD-9673-574C-E4C2-843402363F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ABC058-2AE0-2AC6-16BF-68B4C8749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51C5A8-FF8C-D612-74D3-7BBD92E5FEFD}"/>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19423863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9E5E7-09FB-F176-E75E-429767C6F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2C457C-B6CA-FAF6-4B73-9E6B97EB90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87F2DC-8093-D381-097A-AF4FC128C8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756E65-AF35-3B8D-56A8-7EABA013ED9C}"/>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113584932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6ECB1-6B9A-2FA7-075B-3877669BF5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ECA62-FAC3-6919-C1D8-447D7B07BE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592730-EB57-E4C0-2FB4-59C4F90920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4E66B8-492B-143A-1BEA-8F63FA1D970B}"/>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7853591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A0655-ED87-DC72-EFF6-89D992B4D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A64F20-50E5-7FEF-C5A7-92AB6F9B7F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7CBB9E-CA08-BF38-7504-CF1FBD9589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5A6C92-4DDD-0F6B-6C49-0D36D33FA304}"/>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37568058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83DC6-4DD1-887D-33A3-0E215493A1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B82159-3501-7782-FDAB-58D0439DE8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12CB81-3A37-D0ED-A67E-5D4E03393B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57CEB8-880F-2692-6869-D3B817C47F3B}"/>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8003390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942C5-F9EF-9CBD-AC37-F1057BC5A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39BD36-9971-3A8B-0D46-F8B60DA300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78D1F5-38AD-CC06-F70C-D80AA5206B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F905AA-9999-CAA3-9CC9-AD3C93C28425}"/>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344324826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77815-A80F-9407-0721-8760B4336C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1CAABD-2224-DEC8-EF8E-3B86687F28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674640-227C-618F-FF31-B8E3E288CE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07A8ED-BD98-E1B0-24AF-1FF82CE1E635}"/>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04334855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203A1-CCF6-7566-EB08-53D99D8D99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142019-3E43-0AAD-570A-7E951CB4A1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2C97D-28B7-48B6-9DF4-B9A4315C35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F3582C-6889-770B-4773-7974FCD07594}"/>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38830610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D2A13CC-C504-41E9-8B53-3494D1E43971}"/>
              </a:ext>
            </a:extLst>
          </p:cNvPr>
          <p:cNvPicPr>
            <a:picLocks noChangeAspect="1"/>
          </p:cNvPicPr>
          <p:nvPr userDrawn="1"/>
        </p:nvPicPr>
        <p:blipFill>
          <a:blip r:embed="rId2"/>
          <a:stretch>
            <a:fillRect/>
          </a:stretch>
        </p:blipFill>
        <p:spPr>
          <a:xfrm>
            <a:off x="3164561" y="75677"/>
            <a:ext cx="4545359" cy="5222327"/>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5/15/26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BDB8B-1014-44BC-EF54-6F656AB254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0F8C3F-31DF-2638-5E78-21529127AA0E}"/>
              </a:ext>
            </a:extLst>
          </p:cNvPr>
          <p:cNvSpPr>
            <a:spLocks noGrp="1"/>
          </p:cNvSpPr>
          <p:nvPr>
            <p:ph sz="half" idx="1"/>
          </p:nvPr>
        </p:nvSpPr>
        <p:spPr/>
        <p:txBody>
          <a:bodyPr/>
          <a:lstStyle/>
          <a:p>
            <a:r>
              <a:rPr lang="en-US" dirty="0"/>
              <a:t>Last possible 6 in center block.</a:t>
            </a:r>
          </a:p>
        </p:txBody>
      </p:sp>
      <p:pic>
        <p:nvPicPr>
          <p:cNvPr id="4" name="Picture 3" descr="A grid of sudoku puzzle&#10;&#10;Description automatically generated">
            <a:extLst>
              <a:ext uri="{FF2B5EF4-FFF2-40B4-BE49-F238E27FC236}">
                <a16:creationId xmlns:a16="http://schemas.microsoft.com/office/drawing/2014/main" id="{BBBCF5C8-8DF2-9885-F8D8-EDB0B4D348F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819FA0-9E70-6937-3E65-A7A9352EBC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74FA16-0791-2517-92A7-5D04E1A2724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DF044A6-090D-063A-E609-7BB214D7D66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E94BD83-3EF1-313A-6052-EE185D9C101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623882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C0B67-26FE-18AD-5A27-2893BC2B11C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CA4A89B-D1A8-FF8A-FB64-A2F6539696A6}"/>
              </a:ext>
            </a:extLst>
          </p:cNvPr>
          <p:cNvSpPr>
            <a:spLocks noGrp="1"/>
          </p:cNvSpPr>
          <p:nvPr>
            <p:ph sz="half" idx="1"/>
          </p:nvPr>
        </p:nvSpPr>
        <p:spPr/>
        <p:txBody>
          <a:bodyPr/>
          <a:lstStyle/>
          <a:p>
            <a:r>
              <a:rPr lang="en-US" dirty="0"/>
              <a:t>Range of possible first digits on two-digit numbers (e.g., 12 for 3-arrows, 12 for 4-arrows [there is no zero to allow a 6789 sum to 30], 123 for 5-arrows).</a:t>
            </a:r>
          </a:p>
        </p:txBody>
      </p:sp>
      <p:pic>
        <p:nvPicPr>
          <p:cNvPr id="4" name="Picture 3" descr="A grid of sudoku puzzle&#10;&#10;Description automatically generated">
            <a:extLst>
              <a:ext uri="{FF2B5EF4-FFF2-40B4-BE49-F238E27FC236}">
                <a16:creationId xmlns:a16="http://schemas.microsoft.com/office/drawing/2014/main" id="{13001072-806C-BECD-F506-B8EC1D52B3E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62592C8-83B1-F442-E6AE-DD5C53700B0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22DAD6C-B4F5-4994-578A-AE88E64853B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048A92A-E173-4E70-DC6C-CF8CA37F3F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9A8CFB6-6596-F31A-1BC8-4BAD947CB59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C1B572D3-E3F3-2DFF-2A52-CD941B5C2A23}"/>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9" name="TextBox 8">
            <a:extLst>
              <a:ext uri="{FF2B5EF4-FFF2-40B4-BE49-F238E27FC236}">
                <a16:creationId xmlns:a16="http://schemas.microsoft.com/office/drawing/2014/main" id="{9F3AC4B7-79A4-C1A6-A683-53DF1FFB6287}"/>
              </a:ext>
            </a:extLst>
          </p:cNvPr>
          <p:cNvSpPr txBox="1"/>
          <p:nvPr/>
        </p:nvSpPr>
        <p:spPr>
          <a:xfrm>
            <a:off x="5147734"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B99D5C3A-B713-6C47-70A8-F51EF3D1F83D}"/>
              </a:ext>
            </a:extLst>
          </p:cNvPr>
          <p:cNvSpPr txBox="1"/>
          <p:nvPr/>
        </p:nvSpPr>
        <p:spPr>
          <a:xfrm>
            <a:off x="7157158" y="901933"/>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A797897A-6FA1-1D66-C348-3FD51F98BF2D}"/>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2" name="TextBox 11">
            <a:extLst>
              <a:ext uri="{FF2B5EF4-FFF2-40B4-BE49-F238E27FC236}">
                <a16:creationId xmlns:a16="http://schemas.microsoft.com/office/drawing/2014/main" id="{0F53392B-E9D4-F8EE-C4BB-3A05A4BFFE8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a:t>
            </a:r>
          </a:p>
        </p:txBody>
      </p:sp>
      <p:sp>
        <p:nvSpPr>
          <p:cNvPr id="13" name="TextBox 12">
            <a:extLst>
              <a:ext uri="{FF2B5EF4-FFF2-40B4-BE49-F238E27FC236}">
                <a16:creationId xmlns:a16="http://schemas.microsoft.com/office/drawing/2014/main" id="{80A898B6-5018-BAF3-27DB-1A2E343D86C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4" name="TextBox 13">
            <a:extLst>
              <a:ext uri="{FF2B5EF4-FFF2-40B4-BE49-F238E27FC236}">
                <a16:creationId xmlns:a16="http://schemas.microsoft.com/office/drawing/2014/main" id="{8B92A819-8139-C786-803F-96E1686FD438}"/>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15" name="TextBox 14">
            <a:extLst>
              <a:ext uri="{FF2B5EF4-FFF2-40B4-BE49-F238E27FC236}">
                <a16:creationId xmlns:a16="http://schemas.microsoft.com/office/drawing/2014/main" id="{8897A599-CB27-45C3-A9F7-FDE9F4F8BAC4}"/>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E0854DF8-D99B-2980-C413-6E2A3AEE2DFE}"/>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89FBC9A8-E449-2622-A93A-90A083CD1BDA}"/>
              </a:ext>
            </a:extLst>
          </p:cNvPr>
          <p:cNvSpPr txBox="1"/>
          <p:nvPr/>
        </p:nvSpPr>
        <p:spPr>
          <a:xfrm>
            <a:off x="4143022" y="4408541"/>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39907E7-2532-A25B-8202-6A59F831FA7A}"/>
              </a:ext>
            </a:extLst>
          </p:cNvPr>
          <p:cNvSpPr txBox="1"/>
          <p:nvPr/>
        </p:nvSpPr>
        <p:spPr>
          <a:xfrm>
            <a:off x="4143022" y="4909484"/>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60A6DB35-A4C6-617E-8B46-C07777F6A5D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FAFCFA8-9FBA-3B8A-53D2-BEEA4ED07059}"/>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0431065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2F412-3AD9-2CCE-76CD-798110D9A7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54D6655-B8DF-BA41-C7C7-2429C91F9736}"/>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09D0111-638E-FA51-C772-67151A328AB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68CC3A7-0099-29C6-EDE4-5D28CE806C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C44820-C89F-FB99-C0D2-3691972775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07F70D0-D45E-ECE8-2906-36542F84BD2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2429DC-03DC-9ADC-730C-769D47AD343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8FDBAC5-8EBB-53F0-4489-37F7D97A39E3}"/>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5C3AA73D-8524-E02B-6737-692806DB5E22}"/>
              </a:ext>
            </a:extLst>
          </p:cNvPr>
          <p:cNvSpPr txBox="1"/>
          <p:nvPr/>
        </p:nvSpPr>
        <p:spPr>
          <a:xfrm>
            <a:off x="7157158" y="901933"/>
            <a:ext cx="570089" cy="230832"/>
          </a:xfrm>
          <a:prstGeom prst="rect">
            <a:avLst/>
          </a:prstGeom>
          <a:noFill/>
        </p:spPr>
        <p:txBody>
          <a:bodyPr wrap="square" rtlCol="0">
            <a:spAutoFit/>
          </a:bodyPr>
          <a:lstStyle/>
          <a:p>
            <a:pPr algn="ctr"/>
            <a:r>
              <a:rPr lang="en-US" sz="900" dirty="0"/>
              <a:t>23</a:t>
            </a:r>
          </a:p>
        </p:txBody>
      </p:sp>
      <p:sp>
        <p:nvSpPr>
          <p:cNvPr id="11" name="TextBox 10">
            <a:extLst>
              <a:ext uri="{FF2B5EF4-FFF2-40B4-BE49-F238E27FC236}">
                <a16:creationId xmlns:a16="http://schemas.microsoft.com/office/drawing/2014/main" id="{5EBB6659-B327-6701-3066-C59F6CE00B8B}"/>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45730C54-8014-4D15-AAAC-E64C8B02206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4" name="TextBox 13">
            <a:extLst>
              <a:ext uri="{FF2B5EF4-FFF2-40B4-BE49-F238E27FC236}">
                <a16:creationId xmlns:a16="http://schemas.microsoft.com/office/drawing/2014/main" id="{0BB34E33-1570-B381-5B3F-789E711A2B38}"/>
              </a:ext>
            </a:extLst>
          </p:cNvPr>
          <p:cNvSpPr txBox="1"/>
          <p:nvPr/>
        </p:nvSpPr>
        <p:spPr>
          <a:xfrm>
            <a:off x="3138310" y="2905709"/>
            <a:ext cx="570089" cy="230832"/>
          </a:xfrm>
          <a:prstGeom prst="rect">
            <a:avLst/>
          </a:prstGeom>
          <a:noFill/>
        </p:spPr>
        <p:txBody>
          <a:bodyPr wrap="square" rtlCol="0">
            <a:spAutoFit/>
          </a:bodyPr>
          <a:lstStyle/>
          <a:p>
            <a:pPr algn="ctr"/>
            <a:r>
              <a:rPr lang="en-US" sz="900" dirty="0"/>
              <a:t>23</a:t>
            </a:r>
          </a:p>
        </p:txBody>
      </p:sp>
      <p:sp>
        <p:nvSpPr>
          <p:cNvPr id="15" name="TextBox 14">
            <a:extLst>
              <a:ext uri="{FF2B5EF4-FFF2-40B4-BE49-F238E27FC236}">
                <a16:creationId xmlns:a16="http://schemas.microsoft.com/office/drawing/2014/main" id="{FEBCA53E-4137-184E-B8AB-D9789C4534CB}"/>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966A6553-FC6F-706F-1B70-201A50D46103}"/>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1197090D-888B-B187-44FB-DB726C8E8A0D}"/>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CBA2C3B3-E180-8F19-96AD-5DF07795476D}"/>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40DAF2BB-0C15-C291-CBFF-D2E321AEDC3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E26E61C-A7E3-23E5-A1B0-995025ED9E00}"/>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24AFFFE-2390-1160-CCF9-3E731B985B0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81272BD9-3657-5133-C39F-687041B952D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463100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46F3F-2DC8-B011-0EBE-CEEC647621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075532-A80E-3571-DE92-F77010699EF2}"/>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E73916E-8CEE-49E3-14FF-C224E70CB5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C8AB2FB-E520-78B2-1065-789D96AFE1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08113A4-B820-1950-37D4-BC6716610AF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E928669-049D-C194-847B-FD25C634C81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E5E8DF2-5D4C-DDA7-CC54-752E30B1819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7AE9BAC-CA3F-4816-18E1-F11C91A23F4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85D5BAE0-F878-F506-726D-C511708A502E}"/>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881487DA-CB02-5191-A542-EA45CC40CEC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78F5E72B-7712-DD1D-0E4D-0AE8E1839C32}"/>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E33B9AB-5324-00BB-47FC-8AB7AFD03781}"/>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FB02025B-8AE9-108F-50F4-F2B468EE7A9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AC2F988B-6358-1C96-532E-9180C7A6A0F1}"/>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8D43B48-0333-BA2B-7FF6-2DE46BAECAAB}"/>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D18867F-F9C7-E62B-A978-1FA303C3A82B}"/>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F9CD7E1C-ECE1-6EF0-20FC-2FDA07151051}"/>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805D8D04-135A-43DD-89E1-A2D92DA2F64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687A5964-2A39-EDAD-D352-C08CA5DCF8F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4C457B3C-F6B6-3F7D-F58D-10DAD9FDCC45}"/>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5530893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6DBC3-03EB-E481-7696-0F4EBFCB8E0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E4B1FD-2805-BA61-7394-7E6C0CD0C93F}"/>
              </a:ext>
            </a:extLst>
          </p:cNvPr>
          <p:cNvSpPr>
            <a:spLocks noGrp="1"/>
          </p:cNvSpPr>
          <p:nvPr>
            <p:ph sz="half" idx="1"/>
          </p:nvPr>
        </p:nvSpPr>
        <p:spPr/>
        <p:txBody>
          <a:bodyPr/>
          <a:lstStyle/>
          <a:p>
            <a:r>
              <a:rPr lang="en-US" dirty="0"/>
              <a:t>Initialize 2-Arrows.</a:t>
            </a:r>
          </a:p>
        </p:txBody>
      </p:sp>
      <p:pic>
        <p:nvPicPr>
          <p:cNvPr id="4" name="Picture 3" descr="A grid of sudoku puzzle&#10;&#10;Description automatically generated">
            <a:extLst>
              <a:ext uri="{FF2B5EF4-FFF2-40B4-BE49-F238E27FC236}">
                <a16:creationId xmlns:a16="http://schemas.microsoft.com/office/drawing/2014/main" id="{705681BC-CBC3-614D-3DB6-BE611B52990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2DE2C75-7925-2C63-5CB2-498B6AFA32D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52559C-5FC3-C9A5-04AB-DF59E88CFA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0C2120-F52A-A8ED-1B75-1FF062C207C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4D0D8D3-25D9-DE3A-D229-2536CFD7CD1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C2C36EBA-7AF3-70A8-5DC2-BE2BBD88D01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56295DF3-30F0-41C7-0571-062ADAC02476}"/>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9D622CF9-5514-1742-A55C-6F0E11E0FCB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08B2B2DF-2948-7655-38DE-69C77C714F47}"/>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10C69924-4C38-E8CB-F1B6-364F27BFDCF2}"/>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957E419-8BEE-2D5E-4E4D-FDDBEB5A35B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B5D451C-E057-956C-F6FF-4163CA5BB6FA}"/>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7F0A4335-D88F-92C5-0972-C91A15E9D7A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7B6AA9C-07BF-E612-838A-11F5C6916871}"/>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47457E39-630E-DF42-1106-AE309614320D}"/>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97330C3F-DD6F-0534-6D37-A970A383B28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2C0D6487-5818-0B71-6C76-50841E03BB7C}"/>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5568330D-66CB-3223-C990-60B6464F1B41}"/>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7B457ABF-2144-67DC-B3A4-7F74FF32D81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298535E2-20CA-3A94-ABA9-F9901C72EEFB}"/>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E523941E-AF4C-89C0-173D-2E7A0355059F}"/>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5ACCCAAB-07A5-AE4F-3149-C43E6CEC27B5}"/>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B885E7A7-0327-3701-4FB8-1914B12774A0}"/>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52A95632-BA0C-E708-32E7-7E829F78E3FA}"/>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493344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608D0-57CD-C545-CC50-F0C619717F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C7FC64-FF9A-D857-D21B-DFC73FCBAF32}"/>
              </a:ext>
            </a:extLst>
          </p:cNvPr>
          <p:cNvSpPr>
            <a:spLocks noGrp="1"/>
          </p:cNvSpPr>
          <p:nvPr>
            <p:ph sz="half" idx="1"/>
          </p:nvPr>
        </p:nvSpPr>
        <p:spPr/>
        <p:txBody>
          <a:bodyPr/>
          <a:lstStyle/>
          <a:p>
            <a:r>
              <a:rPr lang="en-US" dirty="0"/>
              <a:t>Last possible locations of 1 and 2 in left center block.</a:t>
            </a:r>
          </a:p>
        </p:txBody>
      </p:sp>
      <p:pic>
        <p:nvPicPr>
          <p:cNvPr id="4" name="Picture 3" descr="A grid of sudoku puzzle&#10;&#10;Description automatically generated">
            <a:extLst>
              <a:ext uri="{FF2B5EF4-FFF2-40B4-BE49-F238E27FC236}">
                <a16:creationId xmlns:a16="http://schemas.microsoft.com/office/drawing/2014/main" id="{F0819D33-395C-6562-936E-121A8BB7B24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CC6ECAD-EEF0-8FC3-D534-AA254A2E31A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AC9A51C-49CB-813F-EE5A-44E4DA8277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D93FB4-B08C-C52E-4824-B1D30D02EB9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0732CF-229E-AFDB-82C0-A45DD650579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E15D8D9-4C9C-03FA-0554-8FB7BF5C275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6D6A7976-F7D4-FFF7-5D39-FCC0695941AF}"/>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CE6390CA-FB18-F98A-489A-A6B8344278A1}"/>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09409962-ACC8-AED9-5525-58B24F826768}"/>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02B1004-968D-B94E-AF53-9366F794C37A}"/>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CB45B848-1AA4-F9B2-5AED-4BEA55BAF0B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1BA2762D-99C2-68DE-376A-9D3D47EE9AC0}"/>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581DC373-B744-D668-BD43-4E16D4ACDCE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37A0537-CD1F-E5A5-27D8-E90FEDB55390}"/>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E43DFFA7-4CBA-0E29-A355-D2B403FD943F}"/>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66336E9-15AE-C217-419F-885B8CC8CFBF}"/>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6A2466D7-02D6-4BBB-1294-01222F28A86A}"/>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F8492E1A-519D-4177-4F97-2B21E1BB1C50}"/>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90D23F69-5D94-A67A-2D52-686DB3CCDEFC}"/>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2C2DE85F-1DE5-11E4-C043-92A55E97B8A4}"/>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CB08FF77-5E07-519E-1A23-2B41A4085696}"/>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582788CF-AED8-22C2-5671-D939B7993EBB}"/>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8396B59C-4A41-C754-376D-4DC9A7F3D1CB}"/>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7DF7F330-40A6-3962-8614-7D363BBE029E}"/>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3D52729F-742E-BD35-E577-D1D7D347291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Tree>
    <p:extLst>
      <p:ext uri="{BB962C8B-B14F-4D97-AF65-F5344CB8AC3E}">
        <p14:creationId xmlns:p14="http://schemas.microsoft.com/office/powerpoint/2010/main" val="25200213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5C93A-F2D5-7DFC-87BE-A989D1838B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F57251-FFF3-DF4A-FBDC-D293007C857F}"/>
              </a:ext>
            </a:extLst>
          </p:cNvPr>
          <p:cNvSpPr>
            <a:spLocks noGrp="1"/>
          </p:cNvSpPr>
          <p:nvPr>
            <p:ph sz="half" idx="1"/>
          </p:nvPr>
        </p:nvSpPr>
        <p:spPr/>
        <p:txBody>
          <a:bodyPr/>
          <a:lstStyle/>
          <a:p>
            <a:r>
              <a:rPr lang="en-US" dirty="0"/>
              <a:t>Initialize cells with six or fewer possibilities.</a:t>
            </a:r>
          </a:p>
        </p:txBody>
      </p:sp>
      <p:pic>
        <p:nvPicPr>
          <p:cNvPr id="4" name="Picture 3" descr="A grid of sudoku puzzle&#10;&#10;Description automatically generated">
            <a:extLst>
              <a:ext uri="{FF2B5EF4-FFF2-40B4-BE49-F238E27FC236}">
                <a16:creationId xmlns:a16="http://schemas.microsoft.com/office/drawing/2014/main" id="{1231BD28-DFD0-504D-19AC-556E83D83A3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03CFC2-6882-0E40-2670-8D6FADAFE4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A90DA8B-2638-4E27-C7B7-3B5E7892171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F1011BB-1A65-53B9-8619-30C2474F801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339FDCB-BC82-4C20-EA9E-343A5BF566B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D0EFAC9-7F2E-DA4C-CB52-FCFDE37EF4E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DB42E861-B9FC-7F19-BA00-BC62F3CE42DD}"/>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613B4E8C-B0E1-6A2C-A827-C2CD23DE445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0E91F2C8-5E2F-C873-8C4D-9E78EACA0B45}"/>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338B0A87-8417-60FC-992E-2B053DD86428}"/>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B6B0EF3-A341-1815-C51B-C40F7A2E5806}"/>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64632090-2E9D-F425-5737-D217EADF634C}"/>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7FB5AA54-A688-042A-E535-402CC24CAE51}"/>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C40FDE1-17F5-AB35-42DA-BCF1B229D46E}"/>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590207B-1DCB-546E-F499-07E53169A52A}"/>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45F66A51-4281-2FC8-7ED7-CD00BE9C49A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90313277-7B18-55E8-AACE-4AA449B26D29}"/>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8D2777C9-E9CD-4D1A-A5AF-2A68A532F355}"/>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72462775-5202-26BF-8CF6-6EFDDF98ACA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AB7617A2-B255-FFB7-0402-F2A264009DDD}"/>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9D5C5D14-582A-862B-733C-7396B0890B74}"/>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2AD52555-9A36-228E-9923-B34B378C44E3}"/>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1DF9579B-32B5-227B-0041-0AA6A7B7414A}"/>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A8F4E47E-2B7C-3781-DE34-F1D2E3A6FC6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EB49CB8D-C203-04F5-9C1F-A0C0BEA94F0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488C2A7D-D178-88EE-6FC1-DA8D292CB66C}"/>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83FFDC3B-D9E9-0DFC-E984-F86210DED53A}"/>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E65EC81B-83D5-1F59-B793-9A40F7ED428A}"/>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3CB67308-0101-5992-B676-09C8212D4E69}"/>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1440159E-61AE-E514-DCC4-67ED89EEA1E9}"/>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7BE409A6-A9B4-5528-7EDE-D5BB0BAE26E3}"/>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44CF8100-E61F-724A-E20F-3AC2214A9998}"/>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512330E0-A5D8-22B2-E3C5-620B33B52ED4}"/>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7E71E0FA-CC99-4E1C-9AA0-36B24D605C45}"/>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9FE1A9D3-5B99-7C8D-FFDE-EF99626CB6DD}"/>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8" name="TextBox 37">
            <a:extLst>
              <a:ext uri="{FF2B5EF4-FFF2-40B4-BE49-F238E27FC236}">
                <a16:creationId xmlns:a16="http://schemas.microsoft.com/office/drawing/2014/main" id="{D2509C42-F3E2-D94D-EF0B-6EC9258ADBD8}"/>
              </a:ext>
            </a:extLst>
          </p:cNvPr>
          <p:cNvSpPr txBox="1"/>
          <p:nvPr/>
        </p:nvSpPr>
        <p:spPr>
          <a:xfrm>
            <a:off x="3640666" y="1402877"/>
            <a:ext cx="570089" cy="230832"/>
          </a:xfrm>
          <a:prstGeom prst="rect">
            <a:avLst/>
          </a:prstGeom>
          <a:noFill/>
        </p:spPr>
        <p:txBody>
          <a:bodyPr wrap="square" rtlCol="0">
            <a:spAutoFit/>
          </a:bodyPr>
          <a:lstStyle/>
          <a:p>
            <a:pPr algn="ctr"/>
            <a:r>
              <a:rPr lang="en-US" sz="900" dirty="0"/>
              <a:t>345789</a:t>
            </a:r>
          </a:p>
        </p:txBody>
      </p:sp>
      <p:sp>
        <p:nvSpPr>
          <p:cNvPr id="39" name="TextBox 38">
            <a:extLst>
              <a:ext uri="{FF2B5EF4-FFF2-40B4-BE49-F238E27FC236}">
                <a16:creationId xmlns:a16="http://schemas.microsoft.com/office/drawing/2014/main" id="{FFD9DDDA-357B-8D7F-C855-93BB0DAC92D9}"/>
              </a:ext>
            </a:extLst>
          </p:cNvPr>
          <p:cNvSpPr txBox="1"/>
          <p:nvPr/>
        </p:nvSpPr>
        <p:spPr>
          <a:xfrm>
            <a:off x="4143022" y="1538345"/>
            <a:ext cx="570089" cy="230832"/>
          </a:xfrm>
          <a:prstGeom prst="rect">
            <a:avLst/>
          </a:prstGeom>
          <a:noFill/>
        </p:spPr>
        <p:txBody>
          <a:bodyPr wrap="square" rtlCol="0">
            <a:spAutoFit/>
          </a:bodyPr>
          <a:lstStyle/>
          <a:p>
            <a:pPr algn="ctr"/>
            <a:r>
              <a:rPr lang="en-US" sz="900" dirty="0"/>
              <a:t>45789</a:t>
            </a:r>
          </a:p>
        </p:txBody>
      </p:sp>
      <p:sp>
        <p:nvSpPr>
          <p:cNvPr id="43" name="TextBox 42">
            <a:extLst>
              <a:ext uri="{FF2B5EF4-FFF2-40B4-BE49-F238E27FC236}">
                <a16:creationId xmlns:a16="http://schemas.microsoft.com/office/drawing/2014/main" id="{2FC5C221-5333-E003-41D4-402B6B1CAC72}"/>
              </a:ext>
            </a:extLst>
          </p:cNvPr>
          <p:cNvSpPr txBox="1"/>
          <p:nvPr/>
        </p:nvSpPr>
        <p:spPr>
          <a:xfrm>
            <a:off x="5650090" y="901933"/>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E911D5DB-EDB7-AB32-754A-502830EE7933}"/>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345789</a:t>
            </a:r>
          </a:p>
        </p:txBody>
      </p:sp>
      <p:sp>
        <p:nvSpPr>
          <p:cNvPr id="48" name="TextBox 47">
            <a:extLst>
              <a:ext uri="{FF2B5EF4-FFF2-40B4-BE49-F238E27FC236}">
                <a16:creationId xmlns:a16="http://schemas.microsoft.com/office/drawing/2014/main" id="{BB86979D-846F-3236-A902-E6D58567D510}"/>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EDB5F217-F728-799A-2671-6843FE10042B}"/>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245789</a:t>
            </a:r>
          </a:p>
        </p:txBody>
      </p:sp>
      <p:sp>
        <p:nvSpPr>
          <p:cNvPr id="50" name="TextBox 49">
            <a:extLst>
              <a:ext uri="{FF2B5EF4-FFF2-40B4-BE49-F238E27FC236}">
                <a16:creationId xmlns:a16="http://schemas.microsoft.com/office/drawing/2014/main" id="{323C28D2-C027-ED8A-FCDD-11B811040039}"/>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04A3212B-CB3F-9656-18D8-BB9C0B2CB9E1}"/>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9D70F51B-A6FA-34F7-06A4-3EC86119C11E}"/>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707C2BEA-C8EF-E31B-01C5-51D99BAE54E2}"/>
              </a:ext>
            </a:extLst>
          </p:cNvPr>
          <p:cNvSpPr txBox="1"/>
          <p:nvPr/>
        </p:nvSpPr>
        <p:spPr>
          <a:xfrm>
            <a:off x="6152446" y="766465"/>
            <a:ext cx="570089" cy="230832"/>
          </a:xfrm>
          <a:prstGeom prst="rect">
            <a:avLst/>
          </a:prstGeom>
          <a:noFill/>
        </p:spPr>
        <p:txBody>
          <a:bodyPr wrap="square" rtlCol="0">
            <a:spAutoFit/>
          </a:bodyPr>
          <a:lstStyle/>
          <a:p>
            <a:pPr algn="ctr"/>
            <a:r>
              <a:rPr lang="en-US" sz="900" dirty="0"/>
              <a:t>45789</a:t>
            </a:r>
          </a:p>
        </p:txBody>
      </p:sp>
      <p:sp>
        <p:nvSpPr>
          <p:cNvPr id="54" name="TextBox 53">
            <a:extLst>
              <a:ext uri="{FF2B5EF4-FFF2-40B4-BE49-F238E27FC236}">
                <a16:creationId xmlns:a16="http://schemas.microsoft.com/office/drawing/2014/main" id="{34C8A19B-8909-9B27-ECAF-5FF465979E37}"/>
              </a:ext>
            </a:extLst>
          </p:cNvPr>
          <p:cNvSpPr txBox="1"/>
          <p:nvPr/>
        </p:nvSpPr>
        <p:spPr>
          <a:xfrm>
            <a:off x="6654802" y="766465"/>
            <a:ext cx="570089" cy="230832"/>
          </a:xfrm>
          <a:prstGeom prst="rect">
            <a:avLst/>
          </a:prstGeom>
          <a:noFill/>
        </p:spPr>
        <p:txBody>
          <a:bodyPr wrap="square" rtlCol="0">
            <a:spAutoFit/>
          </a:bodyPr>
          <a:lstStyle/>
          <a:p>
            <a:pPr algn="ctr"/>
            <a:r>
              <a:rPr lang="en-US" sz="900" dirty="0"/>
              <a:t>45789</a:t>
            </a:r>
          </a:p>
        </p:txBody>
      </p:sp>
      <p:sp>
        <p:nvSpPr>
          <p:cNvPr id="55" name="TextBox 54">
            <a:extLst>
              <a:ext uri="{FF2B5EF4-FFF2-40B4-BE49-F238E27FC236}">
                <a16:creationId xmlns:a16="http://schemas.microsoft.com/office/drawing/2014/main" id="{104BA8CA-598A-482C-1661-3B5EECE235C1}"/>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145789</a:t>
            </a:r>
          </a:p>
        </p:txBody>
      </p:sp>
      <p:sp>
        <p:nvSpPr>
          <p:cNvPr id="56" name="TextBox 55">
            <a:extLst>
              <a:ext uri="{FF2B5EF4-FFF2-40B4-BE49-F238E27FC236}">
                <a16:creationId xmlns:a16="http://schemas.microsoft.com/office/drawing/2014/main" id="{4460DC85-53C1-96B4-43F0-A109627F704B}"/>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145789</a:t>
            </a:r>
          </a:p>
        </p:txBody>
      </p:sp>
      <p:sp>
        <p:nvSpPr>
          <p:cNvPr id="57" name="TextBox 56">
            <a:extLst>
              <a:ext uri="{FF2B5EF4-FFF2-40B4-BE49-F238E27FC236}">
                <a16:creationId xmlns:a16="http://schemas.microsoft.com/office/drawing/2014/main" id="{F976FC7D-80F1-81BE-B107-532E6EC04F48}"/>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190C3DD0-9B39-728F-40A7-0C317DC3366A}"/>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345789</a:t>
            </a:r>
          </a:p>
        </p:txBody>
      </p:sp>
      <p:sp>
        <p:nvSpPr>
          <p:cNvPr id="59" name="TextBox 58">
            <a:extLst>
              <a:ext uri="{FF2B5EF4-FFF2-40B4-BE49-F238E27FC236}">
                <a16:creationId xmlns:a16="http://schemas.microsoft.com/office/drawing/2014/main" id="{D89B744F-C030-4F7A-904E-5183F12F1E8F}"/>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C88982E3-9815-A4E1-C4EB-A47CE737BB1D}"/>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688A75D0-0670-A1E3-A8C6-A123802DFAE2}"/>
              </a:ext>
            </a:extLst>
          </p:cNvPr>
          <p:cNvSpPr txBox="1"/>
          <p:nvPr/>
        </p:nvSpPr>
        <p:spPr>
          <a:xfrm>
            <a:off x="3640666" y="1768353"/>
            <a:ext cx="570089" cy="230832"/>
          </a:xfrm>
          <a:prstGeom prst="rect">
            <a:avLst/>
          </a:prstGeom>
          <a:noFill/>
        </p:spPr>
        <p:txBody>
          <a:bodyPr wrap="square" rtlCol="0">
            <a:spAutoFit/>
          </a:bodyPr>
          <a:lstStyle/>
          <a:p>
            <a:pPr algn="ctr"/>
            <a:r>
              <a:rPr lang="en-US" sz="900" dirty="0"/>
              <a:t>345789</a:t>
            </a:r>
          </a:p>
        </p:txBody>
      </p:sp>
      <p:sp>
        <p:nvSpPr>
          <p:cNvPr id="62" name="TextBox 61">
            <a:extLst>
              <a:ext uri="{FF2B5EF4-FFF2-40B4-BE49-F238E27FC236}">
                <a16:creationId xmlns:a16="http://schemas.microsoft.com/office/drawing/2014/main" id="{7B32DE09-E645-04ED-0562-437D69E0B36E}"/>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8F5F225A-8AAE-5C2B-7C29-25D6BFAAF7C9}"/>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Tree>
    <p:extLst>
      <p:ext uri="{BB962C8B-B14F-4D97-AF65-F5344CB8AC3E}">
        <p14:creationId xmlns:p14="http://schemas.microsoft.com/office/powerpoint/2010/main" val="5392559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FD827-5FF1-3D3F-AFE2-40C86D9174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560B5E-6E16-C04A-7D99-8AE1153463F7}"/>
              </a:ext>
            </a:extLst>
          </p:cNvPr>
          <p:cNvSpPr>
            <a:spLocks noGrp="1"/>
          </p:cNvSpPr>
          <p:nvPr>
            <p:ph sz="half" idx="1"/>
          </p:nvPr>
        </p:nvSpPr>
        <p:spPr/>
        <p:txBody>
          <a:bodyPr/>
          <a:lstStyle/>
          <a:p>
            <a:r>
              <a:rPr lang="en-US" dirty="0"/>
              <a:t>In Row 2, the largest the first arrow can be is 8+9+6 which equals 23. Since 23 is also the smallest sum, that’s what it has to be.</a:t>
            </a:r>
          </a:p>
        </p:txBody>
      </p:sp>
      <p:pic>
        <p:nvPicPr>
          <p:cNvPr id="4" name="Picture 3" descr="A grid of sudoku puzzle&#10;&#10;Description automatically generated">
            <a:extLst>
              <a:ext uri="{FF2B5EF4-FFF2-40B4-BE49-F238E27FC236}">
                <a16:creationId xmlns:a16="http://schemas.microsoft.com/office/drawing/2014/main" id="{A7B6CD6B-CDCC-2596-0AB0-5E85D03A9C9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D93D0FF-44D3-877F-500E-645BBC4A5E5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957F0FF-60EB-2F59-8018-8A19C1DE05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3064EA-CC11-D6C8-76B5-CBE37CC337C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59DCDF9-717E-B1FB-0B6F-E9C78D3F643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D7069968-D686-2609-A5A8-C72AFF485D74}"/>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4DE0D668-70A9-CB55-07E9-47FD08AD68E6}"/>
              </a:ext>
            </a:extLst>
          </p:cNvPr>
          <p:cNvSpPr txBox="1"/>
          <p:nvPr/>
        </p:nvSpPr>
        <p:spPr>
          <a:xfrm>
            <a:off x="5650090" y="1402877"/>
            <a:ext cx="570089" cy="230832"/>
          </a:xfrm>
          <a:prstGeom prst="rect">
            <a:avLst/>
          </a:prstGeom>
          <a:noFill/>
        </p:spPr>
        <p:txBody>
          <a:bodyPr wrap="square" rtlCol="0">
            <a:spAutoFit/>
          </a:bodyPr>
          <a:lstStyle/>
          <a:p>
            <a:pPr algn="ctr"/>
            <a:r>
              <a:rPr lang="en-US" sz="900" dirty="0"/>
              <a:t>345</a:t>
            </a:r>
          </a:p>
        </p:txBody>
      </p:sp>
      <p:sp>
        <p:nvSpPr>
          <p:cNvPr id="13" name="TextBox 12">
            <a:extLst>
              <a:ext uri="{FF2B5EF4-FFF2-40B4-BE49-F238E27FC236}">
                <a16:creationId xmlns:a16="http://schemas.microsoft.com/office/drawing/2014/main" id="{595424FE-5F20-0A29-CE02-429D61D9A78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B3CFC18B-B061-5F81-AACB-E66D2B6E2565}"/>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BF37E0CE-4475-0250-EA8B-ECC0850CBFAA}"/>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CC1EC53B-6F78-268B-2930-8CEBA6655C3C}"/>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6DE01A19-29BE-47A2-AB1A-F15D977DA35D}"/>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DCDCBBB6-15E6-2268-86C3-D0148F77FCD7}"/>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537A105-6548-E9D7-DE71-BDE3A661DC28}"/>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3AC03243-3CC4-5C4D-0CCC-A99DA94D487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C2B998BB-9EA5-0B56-568C-4D8C57C9246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902BD157-E385-6EF7-4438-78539DDAB7AC}"/>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6F009EEE-53BE-3198-4D81-FCD428F57A09}"/>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C2D71FBE-DFD6-C203-73BD-281DC641904F}"/>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9829B73F-9247-F84E-7D3C-94807CE0F5FE}"/>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857B7B8-5A27-B402-BB61-A2EFB5FCA91B}"/>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808C63CA-4076-BA5F-2D2F-A2C4DEC9E86A}"/>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D69AE6F3-1F86-2848-E8F1-DEA68A729D2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225D750-22EB-5E74-8CB0-399A36CC0641}"/>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DF746108-6ACD-71CA-C5D5-67CD8AED9DC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3D24D67-6738-D254-9DCF-59B6618E72E7}"/>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238532F1-CDB4-EB6D-ACC0-1D260E8EC2F1}"/>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A0F23CFA-B0C4-828F-C7C6-96F5EF5C2D1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5AEEC382-89DC-48DE-C2D5-F0A307D70326}"/>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D9FB93DC-80D8-03D8-AA3B-C0FA7E231D47}"/>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57DDC622-3A95-EB3A-9BEF-B38EACAB99EB}"/>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4F680406-7A2A-456A-E888-D2A903D579FB}"/>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23D11EB0-8F1F-E073-8E00-3B3904B2351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C1C974CB-4110-4BFB-F20D-3DD12AA85C51}"/>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D3C8DEDD-A024-36F3-77BC-A59E3344B31A}"/>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9" name="TextBox 38">
            <a:extLst>
              <a:ext uri="{FF2B5EF4-FFF2-40B4-BE49-F238E27FC236}">
                <a16:creationId xmlns:a16="http://schemas.microsoft.com/office/drawing/2014/main" id="{DF3A8055-7BB9-8592-7A1F-23931392F34C}"/>
              </a:ext>
            </a:extLst>
          </p:cNvPr>
          <p:cNvSpPr txBox="1"/>
          <p:nvPr/>
        </p:nvSpPr>
        <p:spPr>
          <a:xfrm>
            <a:off x="4143022" y="1538345"/>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8ACCC58F-6A8F-7FC7-180E-56718360F1A0}"/>
              </a:ext>
            </a:extLst>
          </p:cNvPr>
          <p:cNvSpPr txBox="1"/>
          <p:nvPr/>
        </p:nvSpPr>
        <p:spPr>
          <a:xfrm>
            <a:off x="5650090" y="901933"/>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030AEB9D-7816-DB09-FBB5-ADF665036FD0}"/>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345789</a:t>
            </a:r>
          </a:p>
        </p:txBody>
      </p:sp>
      <p:sp>
        <p:nvSpPr>
          <p:cNvPr id="48" name="TextBox 47">
            <a:extLst>
              <a:ext uri="{FF2B5EF4-FFF2-40B4-BE49-F238E27FC236}">
                <a16:creationId xmlns:a16="http://schemas.microsoft.com/office/drawing/2014/main" id="{CC14D6CB-90E0-74BA-485E-776579A72B4D}"/>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EDF77B11-AD33-B2BF-C378-8F9E05B54DCB}"/>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245789</a:t>
            </a:r>
          </a:p>
        </p:txBody>
      </p:sp>
      <p:sp>
        <p:nvSpPr>
          <p:cNvPr id="50" name="TextBox 49">
            <a:extLst>
              <a:ext uri="{FF2B5EF4-FFF2-40B4-BE49-F238E27FC236}">
                <a16:creationId xmlns:a16="http://schemas.microsoft.com/office/drawing/2014/main" id="{4BE32DBC-9FA9-9D7F-8A7E-833F8E8B2090}"/>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939B5B2A-8718-088D-B222-63B84C9F85F2}"/>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8AF38A42-1947-7399-E581-370C45459C19}"/>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05E2074F-989D-17B9-E2CD-40B8D65E7CE7}"/>
              </a:ext>
            </a:extLst>
          </p:cNvPr>
          <p:cNvSpPr txBox="1"/>
          <p:nvPr/>
        </p:nvSpPr>
        <p:spPr>
          <a:xfrm>
            <a:off x="6152446" y="766465"/>
            <a:ext cx="570089" cy="230832"/>
          </a:xfrm>
          <a:prstGeom prst="rect">
            <a:avLst/>
          </a:prstGeom>
          <a:noFill/>
        </p:spPr>
        <p:txBody>
          <a:bodyPr wrap="square" rtlCol="0">
            <a:spAutoFit/>
          </a:bodyPr>
          <a:lstStyle/>
          <a:p>
            <a:pPr algn="ctr"/>
            <a:r>
              <a:rPr lang="en-US" sz="900" dirty="0"/>
              <a:t>45789</a:t>
            </a:r>
          </a:p>
        </p:txBody>
      </p:sp>
      <p:sp>
        <p:nvSpPr>
          <p:cNvPr id="54" name="TextBox 53">
            <a:extLst>
              <a:ext uri="{FF2B5EF4-FFF2-40B4-BE49-F238E27FC236}">
                <a16:creationId xmlns:a16="http://schemas.microsoft.com/office/drawing/2014/main" id="{726DCF34-B860-6B96-AEFC-159735B78D97}"/>
              </a:ext>
            </a:extLst>
          </p:cNvPr>
          <p:cNvSpPr txBox="1"/>
          <p:nvPr/>
        </p:nvSpPr>
        <p:spPr>
          <a:xfrm>
            <a:off x="6654802" y="766465"/>
            <a:ext cx="570089" cy="230832"/>
          </a:xfrm>
          <a:prstGeom prst="rect">
            <a:avLst/>
          </a:prstGeom>
          <a:noFill/>
        </p:spPr>
        <p:txBody>
          <a:bodyPr wrap="square" rtlCol="0">
            <a:spAutoFit/>
          </a:bodyPr>
          <a:lstStyle/>
          <a:p>
            <a:pPr algn="ctr"/>
            <a:r>
              <a:rPr lang="en-US" sz="900" dirty="0"/>
              <a:t>45789</a:t>
            </a:r>
          </a:p>
        </p:txBody>
      </p:sp>
      <p:sp>
        <p:nvSpPr>
          <p:cNvPr id="55" name="TextBox 54">
            <a:extLst>
              <a:ext uri="{FF2B5EF4-FFF2-40B4-BE49-F238E27FC236}">
                <a16:creationId xmlns:a16="http://schemas.microsoft.com/office/drawing/2014/main" id="{DBCFA33F-6367-20D8-0F93-305E6B065CC4}"/>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145789</a:t>
            </a:r>
          </a:p>
        </p:txBody>
      </p:sp>
      <p:sp>
        <p:nvSpPr>
          <p:cNvPr id="56" name="TextBox 55">
            <a:extLst>
              <a:ext uri="{FF2B5EF4-FFF2-40B4-BE49-F238E27FC236}">
                <a16:creationId xmlns:a16="http://schemas.microsoft.com/office/drawing/2014/main" id="{283E501A-CF2C-8B28-D57D-CCB0EBB10D40}"/>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145789</a:t>
            </a:r>
          </a:p>
        </p:txBody>
      </p:sp>
      <p:sp>
        <p:nvSpPr>
          <p:cNvPr id="57" name="TextBox 56">
            <a:extLst>
              <a:ext uri="{FF2B5EF4-FFF2-40B4-BE49-F238E27FC236}">
                <a16:creationId xmlns:a16="http://schemas.microsoft.com/office/drawing/2014/main" id="{26A84B3D-0951-36AE-9758-61F86E67F591}"/>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BDC93CD8-25EA-DCB3-BD11-44C15621606C}"/>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345789</a:t>
            </a:r>
          </a:p>
        </p:txBody>
      </p:sp>
      <p:sp>
        <p:nvSpPr>
          <p:cNvPr id="59" name="TextBox 58">
            <a:extLst>
              <a:ext uri="{FF2B5EF4-FFF2-40B4-BE49-F238E27FC236}">
                <a16:creationId xmlns:a16="http://schemas.microsoft.com/office/drawing/2014/main" id="{AE611DFF-838B-5428-5332-6AE0E4010B4B}"/>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437C878C-9AB0-08F5-ABB4-1787F70D55A9}"/>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47EF277A-CD05-66EC-5051-C818064678FB}"/>
              </a:ext>
            </a:extLst>
          </p:cNvPr>
          <p:cNvSpPr txBox="1"/>
          <p:nvPr/>
        </p:nvSpPr>
        <p:spPr>
          <a:xfrm>
            <a:off x="3640666" y="1768353"/>
            <a:ext cx="570089" cy="230832"/>
          </a:xfrm>
          <a:prstGeom prst="rect">
            <a:avLst/>
          </a:prstGeom>
          <a:noFill/>
        </p:spPr>
        <p:txBody>
          <a:bodyPr wrap="square" rtlCol="0">
            <a:spAutoFit/>
          </a:bodyPr>
          <a:lstStyle/>
          <a:p>
            <a:pPr algn="ctr"/>
            <a:r>
              <a:rPr lang="en-US" sz="900" dirty="0"/>
              <a:t>345789</a:t>
            </a:r>
          </a:p>
        </p:txBody>
      </p:sp>
      <p:sp>
        <p:nvSpPr>
          <p:cNvPr id="62" name="TextBox 61">
            <a:extLst>
              <a:ext uri="{FF2B5EF4-FFF2-40B4-BE49-F238E27FC236}">
                <a16:creationId xmlns:a16="http://schemas.microsoft.com/office/drawing/2014/main" id="{0F3901F7-A1B7-0EAC-0720-AB8CD3AF3AEE}"/>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4CA538E9-D86D-026C-B103-BC38A471F463}"/>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AF8C2E09-790B-BA5E-BF9C-92979702FFE2}"/>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4D675EDE-C9CE-768C-F722-BC11A7ED612A}"/>
              </a:ext>
            </a:extLst>
          </p:cNvPr>
          <p:cNvSpPr txBox="1"/>
          <p:nvPr/>
        </p:nvSpPr>
        <p:spPr>
          <a:xfrm>
            <a:off x="4645378" y="1538345"/>
            <a:ext cx="570089" cy="230832"/>
          </a:xfrm>
          <a:prstGeom prst="rect">
            <a:avLst/>
          </a:prstGeom>
          <a:noFill/>
        </p:spPr>
        <p:txBody>
          <a:bodyPr wrap="square" rtlCol="0">
            <a:spAutoFit/>
          </a:bodyPr>
          <a:lstStyle/>
          <a:p>
            <a:pPr algn="ctr"/>
            <a:r>
              <a:rPr lang="en-US" sz="900" dirty="0"/>
              <a:t>98</a:t>
            </a:r>
          </a:p>
        </p:txBody>
      </p:sp>
    </p:spTree>
    <p:extLst>
      <p:ext uri="{BB962C8B-B14F-4D97-AF65-F5344CB8AC3E}">
        <p14:creationId xmlns:p14="http://schemas.microsoft.com/office/powerpoint/2010/main" val="16049839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B5B1E-5E0E-287D-7D53-60CB6EDEB0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0EC82F-715C-C5B7-E868-67ADA8658AAE}"/>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281E72F-ACE8-7CE1-68B0-5268D6A63EC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DD709DB-DE17-1A83-C419-10E654A1A2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790233-5E05-5DF7-64AC-A0D2F426796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CC91253-1836-6350-2C08-F0DB3BE2175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A92DA98-9CA0-C639-EF41-10C8EC787EE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6C568FF-7F28-21EA-D0FE-61CCFCBBBEA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0B968BFE-CBBA-B8CC-1271-D011E7243DF0}"/>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B9F8274A-4C4E-9EA1-DAC8-CFA77C9C226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73167765-1105-D129-2C4E-3F7A73ADFA4D}"/>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91F58EA4-B409-4F86-3845-EA9C2C609EB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7556EC13-473F-A92D-6677-9D62E15750A4}"/>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1F83B0BF-7354-BFF7-46ED-3BEFE57FA9B9}"/>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85960363-BBFE-58F1-1F57-73D1C79123F3}"/>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93C7B05-3771-196E-89C6-2A7DE7839900}"/>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FAD936B-624A-850D-C1D0-31AABC695DEC}"/>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A71DAA45-1CF6-8483-1EDB-8C079B4558B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48337229-1B6F-0293-50F6-12E817D795EB}"/>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D4AC98D3-44D3-410D-958E-EDC1C256A4FF}"/>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4F5D9155-AD57-FCE8-3974-9C4F51C903C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C3A053B1-5550-3E1D-4D73-352B2F4DAC33}"/>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86AF3439-31F2-3919-AA33-31C407E2EE10}"/>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EF656AAD-B3A1-3660-3BEF-E2B3F4CC8F42}"/>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767342B8-3FE2-1537-CE83-46B501AF5C35}"/>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27E55ADE-8E3E-955D-AB91-373A5165A32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0F8A0D96-9907-0F3C-7FDD-C6E9FDE3F1D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CD42872-4FF4-73BC-8E4A-B0741338FA0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D217104F-0490-FECB-BF1D-21B373BC362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4884DFFD-DFB6-C75E-375B-457B4C9DEA7C}"/>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FB6D61AE-17BB-53A3-0C13-2A3E515BBE86}"/>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F0BB00E6-3F96-2798-6918-BE26D18E14C0}"/>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D20AD8CD-1C6A-1AB6-E25B-0BD8F0558E6D}"/>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E8C63B0A-9D69-F39D-789C-78BA4DB74E35}"/>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C5328300-0836-E704-FBCE-AF48AA6C9C18}"/>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4F109E9E-4066-CFE2-130F-54DA01AFC3CF}"/>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2BA5C189-253C-007A-0716-B39D26AA47A3}"/>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9" name="TextBox 38">
            <a:extLst>
              <a:ext uri="{FF2B5EF4-FFF2-40B4-BE49-F238E27FC236}">
                <a16:creationId xmlns:a16="http://schemas.microsoft.com/office/drawing/2014/main" id="{924A7129-3361-A90B-ED05-D1C3C5CAC678}"/>
              </a:ext>
            </a:extLst>
          </p:cNvPr>
          <p:cNvSpPr txBox="1"/>
          <p:nvPr/>
        </p:nvSpPr>
        <p:spPr>
          <a:xfrm>
            <a:off x="4143022" y="1538345"/>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68146E13-179F-8002-05DB-C5D9E67E2EF8}"/>
              </a:ext>
            </a:extLst>
          </p:cNvPr>
          <p:cNvSpPr txBox="1"/>
          <p:nvPr/>
        </p:nvSpPr>
        <p:spPr>
          <a:xfrm>
            <a:off x="5650090" y="901933"/>
            <a:ext cx="570089" cy="230832"/>
          </a:xfrm>
          <a:prstGeom prst="rect">
            <a:avLst/>
          </a:prstGeom>
          <a:noFill/>
        </p:spPr>
        <p:txBody>
          <a:bodyPr wrap="square" rtlCol="0">
            <a:spAutoFit/>
          </a:bodyPr>
          <a:lstStyle/>
          <a:p>
            <a:pPr algn="ctr"/>
            <a:r>
              <a:rPr lang="en-US" sz="900" dirty="0"/>
              <a:t>457</a:t>
            </a:r>
          </a:p>
        </p:txBody>
      </p:sp>
      <p:sp>
        <p:nvSpPr>
          <p:cNvPr id="47" name="TextBox 46">
            <a:extLst>
              <a:ext uri="{FF2B5EF4-FFF2-40B4-BE49-F238E27FC236}">
                <a16:creationId xmlns:a16="http://schemas.microsoft.com/office/drawing/2014/main" id="{BF2255F5-3D2D-75C9-AAC3-A0F4A340D33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3457</a:t>
            </a:r>
          </a:p>
        </p:txBody>
      </p:sp>
      <p:sp>
        <p:nvSpPr>
          <p:cNvPr id="48" name="TextBox 47">
            <a:extLst>
              <a:ext uri="{FF2B5EF4-FFF2-40B4-BE49-F238E27FC236}">
                <a16:creationId xmlns:a16="http://schemas.microsoft.com/office/drawing/2014/main" id="{EBD3A36D-76D1-E834-4DB2-B7EB43ED8100}"/>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C6DB58BB-B891-E781-92E1-50B748186C73}"/>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245789</a:t>
            </a:r>
          </a:p>
        </p:txBody>
      </p:sp>
      <p:sp>
        <p:nvSpPr>
          <p:cNvPr id="50" name="TextBox 49">
            <a:extLst>
              <a:ext uri="{FF2B5EF4-FFF2-40B4-BE49-F238E27FC236}">
                <a16:creationId xmlns:a16="http://schemas.microsoft.com/office/drawing/2014/main" id="{DEA3619E-4D28-FF1A-4C5E-7E3484AD2396}"/>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9BF9ADCB-D70A-E69B-92FC-F5AAE66BE308}"/>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7195FFD0-E889-B8F0-DFFF-9B060E0BE06C}"/>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825DC116-5B56-E0B9-C57E-A2A8D0A71161}"/>
              </a:ext>
            </a:extLst>
          </p:cNvPr>
          <p:cNvSpPr txBox="1"/>
          <p:nvPr/>
        </p:nvSpPr>
        <p:spPr>
          <a:xfrm>
            <a:off x="6152446" y="766465"/>
            <a:ext cx="570089" cy="230832"/>
          </a:xfrm>
          <a:prstGeom prst="rect">
            <a:avLst/>
          </a:prstGeom>
          <a:noFill/>
        </p:spPr>
        <p:txBody>
          <a:bodyPr wrap="square" rtlCol="0">
            <a:spAutoFit/>
          </a:bodyPr>
          <a:lstStyle/>
          <a:p>
            <a:pPr algn="ctr"/>
            <a:r>
              <a:rPr lang="en-US" sz="900" dirty="0"/>
              <a:t>45789</a:t>
            </a:r>
          </a:p>
        </p:txBody>
      </p:sp>
      <p:sp>
        <p:nvSpPr>
          <p:cNvPr id="54" name="TextBox 53">
            <a:extLst>
              <a:ext uri="{FF2B5EF4-FFF2-40B4-BE49-F238E27FC236}">
                <a16:creationId xmlns:a16="http://schemas.microsoft.com/office/drawing/2014/main" id="{3004945A-37FA-7097-8B82-BE8CBA9B2E0F}"/>
              </a:ext>
            </a:extLst>
          </p:cNvPr>
          <p:cNvSpPr txBox="1"/>
          <p:nvPr/>
        </p:nvSpPr>
        <p:spPr>
          <a:xfrm>
            <a:off x="6654802" y="766465"/>
            <a:ext cx="570089" cy="230832"/>
          </a:xfrm>
          <a:prstGeom prst="rect">
            <a:avLst/>
          </a:prstGeom>
          <a:noFill/>
        </p:spPr>
        <p:txBody>
          <a:bodyPr wrap="square" rtlCol="0">
            <a:spAutoFit/>
          </a:bodyPr>
          <a:lstStyle/>
          <a:p>
            <a:pPr algn="ctr"/>
            <a:r>
              <a:rPr lang="en-US" sz="900" dirty="0"/>
              <a:t>45789</a:t>
            </a:r>
          </a:p>
        </p:txBody>
      </p:sp>
      <p:sp>
        <p:nvSpPr>
          <p:cNvPr id="55" name="TextBox 54">
            <a:extLst>
              <a:ext uri="{FF2B5EF4-FFF2-40B4-BE49-F238E27FC236}">
                <a16:creationId xmlns:a16="http://schemas.microsoft.com/office/drawing/2014/main" id="{D6059E98-4B13-BDF4-F3EC-B80C29B5F753}"/>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C85464C8-7B93-39AE-545A-987158149C6F}"/>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a:t>
            </a:r>
          </a:p>
        </p:txBody>
      </p:sp>
      <p:sp>
        <p:nvSpPr>
          <p:cNvPr id="57" name="TextBox 56">
            <a:extLst>
              <a:ext uri="{FF2B5EF4-FFF2-40B4-BE49-F238E27FC236}">
                <a16:creationId xmlns:a16="http://schemas.microsoft.com/office/drawing/2014/main" id="{C517748C-1910-04B8-833B-7857DBFC72D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7FC2ACFE-3802-A587-C4BC-E49602B31580}"/>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345789</a:t>
            </a:r>
          </a:p>
        </p:txBody>
      </p:sp>
      <p:sp>
        <p:nvSpPr>
          <p:cNvPr id="59" name="TextBox 58">
            <a:extLst>
              <a:ext uri="{FF2B5EF4-FFF2-40B4-BE49-F238E27FC236}">
                <a16:creationId xmlns:a16="http://schemas.microsoft.com/office/drawing/2014/main" id="{1ED6BDA8-B1BB-2596-3E38-49B911FFFA94}"/>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0E1D5FC8-37EF-17E9-6124-6C396F5D6FE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1E862BEC-6AAD-6B7B-ADEE-AA9D45C9AA6B}"/>
              </a:ext>
            </a:extLst>
          </p:cNvPr>
          <p:cNvSpPr txBox="1"/>
          <p:nvPr/>
        </p:nvSpPr>
        <p:spPr>
          <a:xfrm>
            <a:off x="3640666" y="1768353"/>
            <a:ext cx="570089" cy="230832"/>
          </a:xfrm>
          <a:prstGeom prst="rect">
            <a:avLst/>
          </a:prstGeom>
          <a:noFill/>
        </p:spPr>
        <p:txBody>
          <a:bodyPr wrap="square" rtlCol="0">
            <a:spAutoFit/>
          </a:bodyPr>
          <a:lstStyle/>
          <a:p>
            <a:pPr algn="ctr"/>
            <a:r>
              <a:rPr lang="en-US" sz="900" dirty="0"/>
              <a:t>45789</a:t>
            </a:r>
          </a:p>
        </p:txBody>
      </p:sp>
      <p:sp>
        <p:nvSpPr>
          <p:cNvPr id="62" name="TextBox 61">
            <a:extLst>
              <a:ext uri="{FF2B5EF4-FFF2-40B4-BE49-F238E27FC236}">
                <a16:creationId xmlns:a16="http://schemas.microsoft.com/office/drawing/2014/main" id="{8E54A52F-FA1F-0B21-112F-DDE0CE331104}"/>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DEA21D8D-EDB2-B025-251E-BE43AA4E834A}"/>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4236154F-6840-4723-A55B-64476490D24B}"/>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D185894F-9DAE-400B-0342-BD51D7C918B7}"/>
              </a:ext>
            </a:extLst>
          </p:cNvPr>
          <p:cNvSpPr txBox="1"/>
          <p:nvPr/>
        </p:nvSpPr>
        <p:spPr>
          <a:xfrm>
            <a:off x="4645378" y="1538345"/>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D9F27319-1A0E-D250-61E1-5673D80C1919}"/>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120FC7D7-5673-98C7-469D-1C4EF7CC07CA}"/>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13457</a:t>
            </a:r>
          </a:p>
        </p:txBody>
      </p:sp>
      <p:sp>
        <p:nvSpPr>
          <p:cNvPr id="44" name="TextBox 43">
            <a:extLst>
              <a:ext uri="{FF2B5EF4-FFF2-40B4-BE49-F238E27FC236}">
                <a16:creationId xmlns:a16="http://schemas.microsoft.com/office/drawing/2014/main" id="{BAF06BCD-C5BC-EA87-9878-65B64AC7554B}"/>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176D971E-5AA7-AE88-01D2-AC8E1B1210CD}"/>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D738A3A3-8FBC-7E8B-EE7B-F1A6C7AD523B}"/>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B95A3CD1-8712-4B6C-451B-B012C0AF0239}"/>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13457</a:t>
            </a:r>
          </a:p>
        </p:txBody>
      </p:sp>
    </p:spTree>
    <p:extLst>
      <p:ext uri="{BB962C8B-B14F-4D97-AF65-F5344CB8AC3E}">
        <p14:creationId xmlns:p14="http://schemas.microsoft.com/office/powerpoint/2010/main" val="9784199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C1202-76AB-893D-BAD3-480955ACEC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D5D8553-4266-D35B-2CF2-C07B76EA63AE}"/>
              </a:ext>
            </a:extLst>
          </p:cNvPr>
          <p:cNvSpPr>
            <a:spLocks noGrp="1"/>
          </p:cNvSpPr>
          <p:nvPr>
            <p:ph sz="half" idx="1"/>
          </p:nvPr>
        </p:nvSpPr>
        <p:spPr/>
        <p:txBody>
          <a:bodyPr/>
          <a:lstStyle/>
          <a:p>
            <a:r>
              <a:rPr lang="en-US" dirty="0"/>
              <a:t>In the upper left block, the 7 must be in Row 3.</a:t>
            </a:r>
          </a:p>
        </p:txBody>
      </p:sp>
      <p:pic>
        <p:nvPicPr>
          <p:cNvPr id="4" name="Picture 3" descr="A grid of sudoku puzzle&#10;&#10;Description automatically generated">
            <a:extLst>
              <a:ext uri="{FF2B5EF4-FFF2-40B4-BE49-F238E27FC236}">
                <a16:creationId xmlns:a16="http://schemas.microsoft.com/office/drawing/2014/main" id="{116B733D-9508-7382-DB70-F19C5E07152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C02F959-0EB6-2DC0-4312-3EB30CE2B5F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6AAEE9D-299D-0840-FE78-8FEF03596C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9EBE7A-CBAA-14DE-5EC9-E2AA1C995D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9C1AAF-BEAE-3C7A-6575-79A93AA3CCB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426849B8-F389-2167-BCB4-0C3C6EC022D2}"/>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89504647-2904-573E-2A38-DF9A581F9B8C}"/>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AA1DC4FD-3559-6111-42A9-0F92C69CE3C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7DFC1252-52A3-0187-58F8-76874CD08E3D}"/>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F0B8F1EB-522D-7165-90F6-8DB03B741F68}"/>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70D5B55E-378B-1062-0EC8-F49418C39D66}"/>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F0FDDFE7-EC14-EAF8-4DA4-DBDE7354B4CE}"/>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81433DF2-D7C6-F26E-1F48-43DC05D193D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CC3CB5C-56FA-2E5E-A3E2-E417FF16335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3D88EA1-5025-65B1-9E3F-8A2B745CD5BC}"/>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1C3473CD-E188-481C-B95B-6992457AA9F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378ED653-1203-BA9F-9D2A-ACEC4BB22D90}"/>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F14497F4-DB32-4EF8-2B97-4B179646EDBA}"/>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E06CCB22-9008-8985-664E-2E07641D25E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58074223-14B4-7F51-D9CF-01502BBD10D2}"/>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F826F458-B073-D11E-9A5B-3F212C69FF31}"/>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C582765C-1F51-D30E-EC47-B89AA4269B96}"/>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3E662A58-4FE7-C716-0582-BE7B7E8721A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BC3D1B66-D5F5-96E1-1FDE-FB686FF541D6}"/>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C00CC9D4-7878-E5D5-C3FF-7FDA4398EED6}"/>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9BDC2AD-DAE2-EEC0-F847-05B8EA46A004}"/>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D59F255D-C9AB-C3E3-D8EC-E3C3EDFDDCFE}"/>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2928BAF4-49BB-AC4C-E870-A44938B25F9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BDC075CE-260A-5697-07C0-07B0BD4083DC}"/>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5B445851-1912-9573-9EF9-36C240C01200}"/>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14BD086A-2CB5-6563-658D-7797F718B5FD}"/>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83F540D7-F54F-34D7-EB8B-D20F434F22E6}"/>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6969104E-6E2B-CA64-F8B4-E0A605D1011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CBE2DC58-75A7-FCDB-BBC0-2C27BC8CABB9}"/>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36E97661-CE2E-464F-521B-60B0759C035C}"/>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9" name="TextBox 38">
            <a:extLst>
              <a:ext uri="{FF2B5EF4-FFF2-40B4-BE49-F238E27FC236}">
                <a16:creationId xmlns:a16="http://schemas.microsoft.com/office/drawing/2014/main" id="{0AA93508-46FD-1E1B-9B82-D26E70C23177}"/>
              </a:ext>
            </a:extLst>
          </p:cNvPr>
          <p:cNvSpPr txBox="1"/>
          <p:nvPr/>
        </p:nvSpPr>
        <p:spPr>
          <a:xfrm>
            <a:off x="4143022" y="1538345"/>
            <a:ext cx="570089" cy="230832"/>
          </a:xfrm>
          <a:prstGeom prst="rect">
            <a:avLst/>
          </a:prstGeom>
          <a:noFill/>
        </p:spPr>
        <p:txBody>
          <a:bodyPr wrap="square" rtlCol="0">
            <a:spAutoFit/>
          </a:bodyPr>
          <a:lstStyle/>
          <a:p>
            <a:pPr algn="ctr"/>
            <a:r>
              <a:rPr lang="en-US" sz="900" dirty="0"/>
              <a:t>89</a:t>
            </a:r>
          </a:p>
        </p:txBody>
      </p:sp>
      <p:sp>
        <p:nvSpPr>
          <p:cNvPr id="43" name="TextBox 42">
            <a:extLst>
              <a:ext uri="{FF2B5EF4-FFF2-40B4-BE49-F238E27FC236}">
                <a16:creationId xmlns:a16="http://schemas.microsoft.com/office/drawing/2014/main" id="{7ED59D3F-73F9-1020-4D38-880107E5A847}"/>
              </a:ext>
            </a:extLst>
          </p:cNvPr>
          <p:cNvSpPr txBox="1"/>
          <p:nvPr/>
        </p:nvSpPr>
        <p:spPr>
          <a:xfrm>
            <a:off x="5650090" y="901933"/>
            <a:ext cx="570089" cy="230832"/>
          </a:xfrm>
          <a:prstGeom prst="rect">
            <a:avLst/>
          </a:prstGeom>
          <a:noFill/>
        </p:spPr>
        <p:txBody>
          <a:bodyPr wrap="square" rtlCol="0">
            <a:spAutoFit/>
          </a:bodyPr>
          <a:lstStyle/>
          <a:p>
            <a:pPr algn="ctr"/>
            <a:r>
              <a:rPr lang="en-US" sz="900" dirty="0"/>
              <a:t>457</a:t>
            </a:r>
          </a:p>
        </p:txBody>
      </p:sp>
      <p:sp>
        <p:nvSpPr>
          <p:cNvPr id="47" name="TextBox 46">
            <a:extLst>
              <a:ext uri="{FF2B5EF4-FFF2-40B4-BE49-F238E27FC236}">
                <a16:creationId xmlns:a16="http://schemas.microsoft.com/office/drawing/2014/main" id="{AE321E6E-CE5E-E385-E32D-42D9D60E742D}"/>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a:t>
            </a:r>
          </a:p>
        </p:txBody>
      </p:sp>
      <p:sp>
        <p:nvSpPr>
          <p:cNvPr id="48" name="TextBox 47">
            <a:extLst>
              <a:ext uri="{FF2B5EF4-FFF2-40B4-BE49-F238E27FC236}">
                <a16:creationId xmlns:a16="http://schemas.microsoft.com/office/drawing/2014/main" id="{17C8FE07-007C-1AA5-4CEA-819950EBFC0F}"/>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A1EC49F3-9248-E939-C044-53BD2F0D112A}"/>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245789</a:t>
            </a:r>
          </a:p>
        </p:txBody>
      </p:sp>
      <p:sp>
        <p:nvSpPr>
          <p:cNvPr id="50" name="TextBox 49">
            <a:extLst>
              <a:ext uri="{FF2B5EF4-FFF2-40B4-BE49-F238E27FC236}">
                <a16:creationId xmlns:a16="http://schemas.microsoft.com/office/drawing/2014/main" id="{5708E4E3-73A3-16A6-E502-88C2BCC7E788}"/>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9287755A-5437-1979-7E83-A81DF28E2AFA}"/>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A844A2AE-AFB4-EAAE-4186-06FFEF08E96F}"/>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C79ABDE6-6425-A19D-6742-0E7780C879D1}"/>
              </a:ext>
            </a:extLst>
          </p:cNvPr>
          <p:cNvSpPr txBox="1"/>
          <p:nvPr/>
        </p:nvSpPr>
        <p:spPr>
          <a:xfrm>
            <a:off x="6152446" y="766465"/>
            <a:ext cx="570089" cy="230832"/>
          </a:xfrm>
          <a:prstGeom prst="rect">
            <a:avLst/>
          </a:prstGeom>
          <a:noFill/>
        </p:spPr>
        <p:txBody>
          <a:bodyPr wrap="square" rtlCol="0">
            <a:spAutoFit/>
          </a:bodyPr>
          <a:lstStyle/>
          <a:p>
            <a:pPr algn="ctr"/>
            <a:r>
              <a:rPr lang="en-US" sz="900" dirty="0"/>
              <a:t>45789</a:t>
            </a:r>
          </a:p>
        </p:txBody>
      </p:sp>
      <p:sp>
        <p:nvSpPr>
          <p:cNvPr id="54" name="TextBox 53">
            <a:extLst>
              <a:ext uri="{FF2B5EF4-FFF2-40B4-BE49-F238E27FC236}">
                <a16:creationId xmlns:a16="http://schemas.microsoft.com/office/drawing/2014/main" id="{BE184890-145B-2C29-5427-C0546C24C747}"/>
              </a:ext>
            </a:extLst>
          </p:cNvPr>
          <p:cNvSpPr txBox="1"/>
          <p:nvPr/>
        </p:nvSpPr>
        <p:spPr>
          <a:xfrm>
            <a:off x="6654802" y="766465"/>
            <a:ext cx="570089" cy="230832"/>
          </a:xfrm>
          <a:prstGeom prst="rect">
            <a:avLst/>
          </a:prstGeom>
          <a:noFill/>
        </p:spPr>
        <p:txBody>
          <a:bodyPr wrap="square" rtlCol="0">
            <a:spAutoFit/>
          </a:bodyPr>
          <a:lstStyle/>
          <a:p>
            <a:pPr algn="ctr"/>
            <a:r>
              <a:rPr lang="en-US" sz="900" dirty="0"/>
              <a:t>45789</a:t>
            </a:r>
          </a:p>
        </p:txBody>
      </p:sp>
      <p:sp>
        <p:nvSpPr>
          <p:cNvPr id="55" name="TextBox 54">
            <a:extLst>
              <a:ext uri="{FF2B5EF4-FFF2-40B4-BE49-F238E27FC236}">
                <a16:creationId xmlns:a16="http://schemas.microsoft.com/office/drawing/2014/main" id="{30CDF0E2-7955-3E6D-9D6C-102B186BFE8D}"/>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F6B780BD-89F1-D3C7-96A2-91E9E9EE67B2}"/>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a:t>
            </a:r>
          </a:p>
        </p:txBody>
      </p:sp>
      <p:sp>
        <p:nvSpPr>
          <p:cNvPr id="57" name="TextBox 56">
            <a:extLst>
              <a:ext uri="{FF2B5EF4-FFF2-40B4-BE49-F238E27FC236}">
                <a16:creationId xmlns:a16="http://schemas.microsoft.com/office/drawing/2014/main" id="{72CAD981-D9D1-142E-0048-8E843179631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7DBDD9D4-E5E7-EC22-46DD-D8D8BD605CE7}"/>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345789</a:t>
            </a:r>
          </a:p>
        </p:txBody>
      </p:sp>
      <p:sp>
        <p:nvSpPr>
          <p:cNvPr id="59" name="TextBox 58">
            <a:extLst>
              <a:ext uri="{FF2B5EF4-FFF2-40B4-BE49-F238E27FC236}">
                <a16:creationId xmlns:a16="http://schemas.microsoft.com/office/drawing/2014/main" id="{154679A7-2C9A-792C-04FD-844A5CF453F1}"/>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6D6A94CF-3CE6-6CF8-871F-CCD733E673ED}"/>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B7697AE7-EEA7-8AC1-BE96-FA6A86D574F0}"/>
              </a:ext>
            </a:extLst>
          </p:cNvPr>
          <p:cNvSpPr txBox="1"/>
          <p:nvPr/>
        </p:nvSpPr>
        <p:spPr>
          <a:xfrm>
            <a:off x="3640666" y="1768353"/>
            <a:ext cx="570089" cy="230832"/>
          </a:xfrm>
          <a:prstGeom prst="rect">
            <a:avLst/>
          </a:prstGeom>
          <a:noFill/>
        </p:spPr>
        <p:txBody>
          <a:bodyPr wrap="square" rtlCol="0">
            <a:spAutoFit/>
          </a:bodyPr>
          <a:lstStyle/>
          <a:p>
            <a:pPr algn="ctr"/>
            <a:r>
              <a:rPr lang="en-US" sz="900" dirty="0"/>
              <a:t>45789</a:t>
            </a:r>
          </a:p>
        </p:txBody>
      </p:sp>
      <p:sp>
        <p:nvSpPr>
          <p:cNvPr id="62" name="TextBox 61">
            <a:extLst>
              <a:ext uri="{FF2B5EF4-FFF2-40B4-BE49-F238E27FC236}">
                <a16:creationId xmlns:a16="http://schemas.microsoft.com/office/drawing/2014/main" id="{346BAAC5-FB30-52FE-279D-584428111743}"/>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78FC856D-3C8E-CCEA-F732-12644B341A5B}"/>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AED6DDB3-D2B1-7C7E-940D-22DCD0ACA3D6}"/>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279687B3-D877-B225-7B6E-719118984D6C}"/>
              </a:ext>
            </a:extLst>
          </p:cNvPr>
          <p:cNvSpPr txBox="1"/>
          <p:nvPr/>
        </p:nvSpPr>
        <p:spPr>
          <a:xfrm>
            <a:off x="4645378" y="1538345"/>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295D7DB2-45E0-E14B-1379-F9B2AEDB39CC}"/>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23FDFEFC-5A79-2446-6802-B5D9C72889B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a:t>
            </a:r>
          </a:p>
        </p:txBody>
      </p:sp>
      <p:sp>
        <p:nvSpPr>
          <p:cNvPr id="44" name="TextBox 43">
            <a:extLst>
              <a:ext uri="{FF2B5EF4-FFF2-40B4-BE49-F238E27FC236}">
                <a16:creationId xmlns:a16="http://schemas.microsoft.com/office/drawing/2014/main" id="{79625C78-93F6-ADF6-6742-2A9A2F0A33EB}"/>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C67F335E-83FD-945E-C4D6-2B129A7CA29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B73F19CE-E7FE-2720-0628-61BF7401E362}"/>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50D496C7-9CBF-57DF-B92B-D4D0FAF90541}"/>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a:t>
            </a:r>
          </a:p>
        </p:txBody>
      </p:sp>
      <p:sp>
        <p:nvSpPr>
          <p:cNvPr id="65" name="TextBox 64">
            <a:extLst>
              <a:ext uri="{FF2B5EF4-FFF2-40B4-BE49-F238E27FC236}">
                <a16:creationId xmlns:a16="http://schemas.microsoft.com/office/drawing/2014/main" id="{13832497-7534-C11F-F91B-643B25114B08}"/>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124589</a:t>
            </a:r>
          </a:p>
        </p:txBody>
      </p:sp>
      <p:sp>
        <p:nvSpPr>
          <p:cNvPr id="66" name="TextBox 65">
            <a:extLst>
              <a:ext uri="{FF2B5EF4-FFF2-40B4-BE49-F238E27FC236}">
                <a16:creationId xmlns:a16="http://schemas.microsoft.com/office/drawing/2014/main" id="{391C1190-7E2A-340F-14CE-5CE9B5C53E8E}"/>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124589</a:t>
            </a:r>
          </a:p>
        </p:txBody>
      </p:sp>
    </p:spTree>
    <p:extLst>
      <p:ext uri="{BB962C8B-B14F-4D97-AF65-F5344CB8AC3E}">
        <p14:creationId xmlns:p14="http://schemas.microsoft.com/office/powerpoint/2010/main" val="2487932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F0FC7-8FE9-C988-B0B2-515FF5CC503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DB7E463-4471-FCCC-A041-8D312276AA3C}"/>
              </a:ext>
            </a:extLst>
          </p:cNvPr>
          <p:cNvSpPr>
            <a:spLocks noGrp="1"/>
          </p:cNvSpPr>
          <p:nvPr>
            <p:ph sz="half" idx="1"/>
          </p:nvPr>
        </p:nvSpPr>
        <p:spPr/>
        <p:txBody>
          <a:bodyPr/>
          <a:lstStyle/>
          <a:p>
            <a:r>
              <a:rPr lang="en-US" dirty="0"/>
              <a:t>Last possible 7 in upper center block.</a:t>
            </a:r>
          </a:p>
        </p:txBody>
      </p:sp>
      <p:pic>
        <p:nvPicPr>
          <p:cNvPr id="4" name="Picture 3" descr="A grid of sudoku puzzle&#10;&#10;Description automatically generated">
            <a:extLst>
              <a:ext uri="{FF2B5EF4-FFF2-40B4-BE49-F238E27FC236}">
                <a16:creationId xmlns:a16="http://schemas.microsoft.com/office/drawing/2014/main" id="{9DDB173B-4E46-FA16-EA16-47C50C50457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A54621-7C43-554E-2607-D9AAAEA54D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4A31838-F05B-53BB-56E9-4CC016FB57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27360D-AA7B-9D4A-1F57-18BAFC9373B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AADE3E6-01C6-40A1-EE9A-1BF2AA75E9A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2AB5B1A-11FF-DD5F-3777-5B76037AB9C2}"/>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9EA1B339-0823-1388-B1A5-72F7C5550084}"/>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19A22645-4775-8E46-0F2C-0B340E840FD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BB97C56B-9CF1-64DE-7DAF-10C3DB20B9CC}"/>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073E5760-3072-D6CD-7BEC-BA9F1ED6740C}"/>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AF5524F6-303A-819C-6318-C2B57075DCE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5641A5FF-100D-85C1-3FBB-C9ED2990ABA6}"/>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C8D0004C-AF3B-6076-90A1-18827E9BC3E6}"/>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EDD3D75-EA22-69D8-1691-24981DB292AD}"/>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61A1F199-C801-C990-7D40-3AA4AED8E21B}"/>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FA4B117A-179D-B60E-7101-B035D012DECD}"/>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8D0293F5-C07B-7B12-671D-D1ADDDDF95B0}"/>
              </a:ext>
            </a:extLst>
          </p:cNvPr>
          <p:cNvSpPr txBox="1"/>
          <p:nvPr/>
        </p:nvSpPr>
        <p:spPr>
          <a:xfrm>
            <a:off x="3640666" y="901933"/>
            <a:ext cx="570089" cy="230832"/>
          </a:xfrm>
          <a:prstGeom prst="rect">
            <a:avLst/>
          </a:prstGeom>
          <a:no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1990295E-3ACA-7617-42C9-E91150DD121E}"/>
              </a:ext>
            </a:extLst>
          </p:cNvPr>
          <p:cNvSpPr txBox="1"/>
          <p:nvPr/>
        </p:nvSpPr>
        <p:spPr>
          <a:xfrm>
            <a:off x="4645378" y="1037401"/>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A8CCD5B1-9CDA-28C5-7034-D35298AED405}"/>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23996431-BCD5-D1D1-7DA4-D9EFE26C9D1C}"/>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71C1860-D323-EB3E-019E-00ABDE59EC3D}"/>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7BA98AB7-6642-9912-C672-65F024D8DC66}"/>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7C468B51-FF1F-7C12-ACB1-7ED93E793AE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C857B1CD-290E-C69E-9114-222F950FB203}"/>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788C49C5-B1FC-6D15-6AB8-6C6B15ED9CD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530653BB-847C-0689-8586-CEF2500DD93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4D868CA9-868B-DE95-ECE7-340422A15A91}"/>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CCC8D68A-046E-D936-4424-A704CC2DB8A6}"/>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D211E501-20CC-1AC7-752D-9D47AB32F4F0}"/>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9CA4712B-DDAE-1A79-A743-70E7B9217D05}"/>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0C26B556-C454-89D8-7278-3F1AE07ACA97}"/>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F9F7FCF6-9A71-AFF2-89B5-E59AD49E8752}"/>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068014F7-0393-B9B9-8FAF-AF5C7EE13341}"/>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25A80EBD-C761-F1BD-D843-BBBA10A4A9E0}"/>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BFC6EB84-38C7-0E2A-1A2F-013C733D8662}"/>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9" name="TextBox 38">
            <a:extLst>
              <a:ext uri="{FF2B5EF4-FFF2-40B4-BE49-F238E27FC236}">
                <a16:creationId xmlns:a16="http://schemas.microsoft.com/office/drawing/2014/main" id="{03E03D9E-8C60-D9E3-13DD-099A032BA737}"/>
              </a:ext>
            </a:extLst>
          </p:cNvPr>
          <p:cNvSpPr txBox="1"/>
          <p:nvPr/>
        </p:nvSpPr>
        <p:spPr>
          <a:xfrm>
            <a:off x="4143022" y="1538345"/>
            <a:ext cx="570089" cy="230832"/>
          </a:xfrm>
          <a:prstGeom prst="rect">
            <a:avLst/>
          </a:prstGeom>
          <a:noFill/>
        </p:spPr>
        <p:txBody>
          <a:bodyPr wrap="square" rtlCol="0">
            <a:spAutoFit/>
          </a:bodyPr>
          <a:lstStyle/>
          <a:p>
            <a:pPr algn="ctr"/>
            <a:r>
              <a:rPr lang="en-US" sz="900" dirty="0"/>
              <a:t>89</a:t>
            </a:r>
          </a:p>
        </p:txBody>
      </p:sp>
      <p:sp>
        <p:nvSpPr>
          <p:cNvPr id="47" name="TextBox 46">
            <a:extLst>
              <a:ext uri="{FF2B5EF4-FFF2-40B4-BE49-F238E27FC236}">
                <a16:creationId xmlns:a16="http://schemas.microsoft.com/office/drawing/2014/main" id="{7AC28A3A-8164-1D53-B98B-18016AE2F49F}"/>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a:t>
            </a:r>
          </a:p>
        </p:txBody>
      </p:sp>
      <p:sp>
        <p:nvSpPr>
          <p:cNvPr id="48" name="TextBox 47">
            <a:extLst>
              <a:ext uri="{FF2B5EF4-FFF2-40B4-BE49-F238E27FC236}">
                <a16:creationId xmlns:a16="http://schemas.microsoft.com/office/drawing/2014/main" id="{554EEEC3-44A5-56AD-9CE1-B6E3E0E2EA4E}"/>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4507D8D8-E572-22E0-C797-F7F52F1FB190}"/>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245789</a:t>
            </a:r>
          </a:p>
        </p:txBody>
      </p:sp>
      <p:sp>
        <p:nvSpPr>
          <p:cNvPr id="50" name="TextBox 49">
            <a:extLst>
              <a:ext uri="{FF2B5EF4-FFF2-40B4-BE49-F238E27FC236}">
                <a16:creationId xmlns:a16="http://schemas.microsoft.com/office/drawing/2014/main" id="{A9482B82-2161-2237-46DE-76A042BC3274}"/>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04C052AE-E362-C376-327B-361A7E73F626}"/>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6D760A5A-A251-8435-3EF5-359C065394FC}"/>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A4ED08DC-3A7D-7E8E-C819-C70A20B1EC05}"/>
              </a:ext>
            </a:extLst>
          </p:cNvPr>
          <p:cNvSpPr txBox="1"/>
          <p:nvPr/>
        </p:nvSpPr>
        <p:spPr>
          <a:xfrm>
            <a:off x="6152446" y="766465"/>
            <a:ext cx="570089" cy="230832"/>
          </a:xfrm>
          <a:prstGeom prst="rect">
            <a:avLst/>
          </a:prstGeom>
          <a:noFill/>
        </p:spPr>
        <p:txBody>
          <a:bodyPr wrap="square" rtlCol="0">
            <a:spAutoFit/>
          </a:bodyPr>
          <a:lstStyle/>
          <a:p>
            <a:pPr algn="ctr"/>
            <a:r>
              <a:rPr lang="en-US" sz="900" dirty="0"/>
              <a:t>45789</a:t>
            </a:r>
          </a:p>
        </p:txBody>
      </p:sp>
      <p:sp>
        <p:nvSpPr>
          <p:cNvPr id="54" name="TextBox 53">
            <a:extLst>
              <a:ext uri="{FF2B5EF4-FFF2-40B4-BE49-F238E27FC236}">
                <a16:creationId xmlns:a16="http://schemas.microsoft.com/office/drawing/2014/main" id="{9137CAAA-F12A-A053-1DB2-C5569564C913}"/>
              </a:ext>
            </a:extLst>
          </p:cNvPr>
          <p:cNvSpPr txBox="1"/>
          <p:nvPr/>
        </p:nvSpPr>
        <p:spPr>
          <a:xfrm>
            <a:off x="6654802" y="766465"/>
            <a:ext cx="570089" cy="230832"/>
          </a:xfrm>
          <a:prstGeom prst="rect">
            <a:avLst/>
          </a:prstGeom>
          <a:noFill/>
        </p:spPr>
        <p:txBody>
          <a:bodyPr wrap="square" rtlCol="0">
            <a:spAutoFit/>
          </a:bodyPr>
          <a:lstStyle/>
          <a:p>
            <a:pPr algn="ctr"/>
            <a:r>
              <a:rPr lang="en-US" sz="900" dirty="0"/>
              <a:t>45789</a:t>
            </a:r>
          </a:p>
        </p:txBody>
      </p:sp>
      <p:sp>
        <p:nvSpPr>
          <p:cNvPr id="55" name="TextBox 54">
            <a:extLst>
              <a:ext uri="{FF2B5EF4-FFF2-40B4-BE49-F238E27FC236}">
                <a16:creationId xmlns:a16="http://schemas.microsoft.com/office/drawing/2014/main" id="{6CA1141E-F8C2-D50F-7E2B-447B857BFA23}"/>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E689F71D-842A-5845-8196-10E66B0A22AC}"/>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a:t>
            </a:r>
          </a:p>
        </p:txBody>
      </p:sp>
      <p:sp>
        <p:nvSpPr>
          <p:cNvPr id="57" name="TextBox 56">
            <a:extLst>
              <a:ext uri="{FF2B5EF4-FFF2-40B4-BE49-F238E27FC236}">
                <a16:creationId xmlns:a16="http://schemas.microsoft.com/office/drawing/2014/main" id="{668C2958-5FB4-9B26-ADCC-B466537CAC49}"/>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4484F82A-DB4F-A7E7-A752-131A0EF26634}"/>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345789</a:t>
            </a:r>
          </a:p>
        </p:txBody>
      </p:sp>
      <p:sp>
        <p:nvSpPr>
          <p:cNvPr id="59" name="TextBox 58">
            <a:extLst>
              <a:ext uri="{FF2B5EF4-FFF2-40B4-BE49-F238E27FC236}">
                <a16:creationId xmlns:a16="http://schemas.microsoft.com/office/drawing/2014/main" id="{BE5E2894-3E1F-FEC8-9DFC-CB9032DCF13B}"/>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73C92362-237D-C891-8D6F-D7FA601440BB}"/>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D244B6B9-372A-4039-53C2-4D98B691D4AB}"/>
              </a:ext>
            </a:extLst>
          </p:cNvPr>
          <p:cNvSpPr txBox="1"/>
          <p:nvPr/>
        </p:nvSpPr>
        <p:spPr>
          <a:xfrm>
            <a:off x="3640666" y="1768353"/>
            <a:ext cx="570089" cy="230832"/>
          </a:xfrm>
          <a:prstGeom prst="rect">
            <a:avLst/>
          </a:prstGeom>
          <a:noFill/>
        </p:spPr>
        <p:txBody>
          <a:bodyPr wrap="square" rtlCol="0">
            <a:spAutoFit/>
          </a:bodyPr>
          <a:lstStyle/>
          <a:p>
            <a:pPr algn="ctr"/>
            <a:r>
              <a:rPr lang="en-US" sz="900" dirty="0"/>
              <a:t>45789</a:t>
            </a:r>
          </a:p>
        </p:txBody>
      </p:sp>
      <p:sp>
        <p:nvSpPr>
          <p:cNvPr id="62" name="TextBox 61">
            <a:extLst>
              <a:ext uri="{FF2B5EF4-FFF2-40B4-BE49-F238E27FC236}">
                <a16:creationId xmlns:a16="http://schemas.microsoft.com/office/drawing/2014/main" id="{7A5B7AB4-2AAA-9702-66B1-3E8D02707AF6}"/>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7D1F3E07-FD12-F7BF-F2FE-2DFDED61040C}"/>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BDAC640C-AC43-D950-8B0C-C400A559534E}"/>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ED6AC1C7-21CA-95EA-ED9C-BD477F2F062A}"/>
              </a:ext>
            </a:extLst>
          </p:cNvPr>
          <p:cNvSpPr txBox="1"/>
          <p:nvPr/>
        </p:nvSpPr>
        <p:spPr>
          <a:xfrm>
            <a:off x="4645378" y="1538345"/>
            <a:ext cx="570089" cy="230832"/>
          </a:xfrm>
          <a:prstGeom prst="rect">
            <a:avLst/>
          </a:prstGeom>
          <a:no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FC8C2084-1372-D947-BE44-6D8EBEA4247C}"/>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837E227D-649E-9961-5C63-FB9D86643D9A}"/>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a:t>
            </a:r>
          </a:p>
        </p:txBody>
      </p:sp>
      <p:sp>
        <p:nvSpPr>
          <p:cNvPr id="44" name="TextBox 43">
            <a:extLst>
              <a:ext uri="{FF2B5EF4-FFF2-40B4-BE49-F238E27FC236}">
                <a16:creationId xmlns:a16="http://schemas.microsoft.com/office/drawing/2014/main" id="{9B343781-1596-0CB7-81E4-C701FF8154FE}"/>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F19FA50C-F013-0005-6092-93C5738D313A}"/>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27FC072E-8311-25CA-BC24-87816A040F0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4844CD49-3063-ED98-90FC-C36B1E395263}"/>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a:t>
            </a:r>
          </a:p>
        </p:txBody>
      </p:sp>
      <p:sp>
        <p:nvSpPr>
          <p:cNvPr id="65" name="TextBox 64">
            <a:extLst>
              <a:ext uri="{FF2B5EF4-FFF2-40B4-BE49-F238E27FC236}">
                <a16:creationId xmlns:a16="http://schemas.microsoft.com/office/drawing/2014/main" id="{F9965E47-DB8D-4606-116D-ADE6C7B4B7A8}"/>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124589</a:t>
            </a:r>
          </a:p>
        </p:txBody>
      </p:sp>
      <p:sp>
        <p:nvSpPr>
          <p:cNvPr id="66" name="TextBox 65">
            <a:extLst>
              <a:ext uri="{FF2B5EF4-FFF2-40B4-BE49-F238E27FC236}">
                <a16:creationId xmlns:a16="http://schemas.microsoft.com/office/drawing/2014/main" id="{098F4B5A-FDE8-6A99-F94A-521EC4D4B65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124589</a:t>
            </a:r>
          </a:p>
        </p:txBody>
      </p:sp>
      <p:sp>
        <p:nvSpPr>
          <p:cNvPr id="67" name="TextBox 66">
            <a:extLst>
              <a:ext uri="{FF2B5EF4-FFF2-40B4-BE49-F238E27FC236}">
                <a16:creationId xmlns:a16="http://schemas.microsoft.com/office/drawing/2014/main" id="{6EFBA826-5D1B-5066-2B4F-D97ECCCB55C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1191045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C25BB-1B2C-0473-63E0-4692FBA6CB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59AA5-76F9-855E-76F3-4389D7B040D7}"/>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CF9332F-DD91-6647-36C6-B48D2FA0F2B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0F1A321-1344-C813-A961-CEDE70B67E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186341A-6028-AC3E-E6D7-4A39E49AF4C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9995A6-A28A-5867-9AE5-B1A1BBDBDF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D5BDA76-AEC9-0B79-B859-C61A3A6E93F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B19C1340-4BBD-C8A7-DCE0-0A858E24C85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730C273C-69BF-D3E9-DF87-4F15B3291C44}"/>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20B8A13E-A6F2-597E-649B-872D56956859}"/>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CC593CD4-609A-C16B-74E9-C6FE9535F01F}"/>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D7BEB3F-987A-22D2-51FE-25E4F6B3634D}"/>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C1AACB5D-5691-1002-39B0-435EF971B56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5A7024FE-463E-EBAD-3B36-A623C3BE477E}"/>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5035648C-46B5-4D42-A48D-886C0C60675F}"/>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9BBC97A-1947-28F1-5A87-2669D5340CAC}"/>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9BE7687-27D2-923F-AF41-9E740C3E784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ADAB6995-3F80-3054-7E6F-BD7BF077555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14" name="TextBox 13">
            <a:extLst>
              <a:ext uri="{FF2B5EF4-FFF2-40B4-BE49-F238E27FC236}">
                <a16:creationId xmlns:a16="http://schemas.microsoft.com/office/drawing/2014/main" id="{4804BD9B-5EB0-4DB6-63B5-E90064BA5401}"/>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20" name="TextBox 19">
            <a:extLst>
              <a:ext uri="{FF2B5EF4-FFF2-40B4-BE49-F238E27FC236}">
                <a16:creationId xmlns:a16="http://schemas.microsoft.com/office/drawing/2014/main" id="{5AB7E837-DD88-D3DE-C2F0-9D58FD63A564}"/>
              </a:ext>
            </a:extLst>
          </p:cNvPr>
          <p:cNvSpPr txBox="1"/>
          <p:nvPr/>
        </p:nvSpPr>
        <p:spPr>
          <a:xfrm>
            <a:off x="4645378" y="1037401"/>
            <a:ext cx="570089" cy="230832"/>
          </a:xfrm>
          <a:prstGeom prst="rect">
            <a:avLst/>
          </a:prstGeom>
          <a:solidFill>
            <a:schemeClr val="accent6">
              <a:lumMod val="20000"/>
              <a:lumOff val="80000"/>
            </a:schemeClr>
          </a:solid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FD59DEEB-A719-8EA8-6A36-996E458E615A}"/>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45A675B0-8032-EC7A-A2A6-9EC42B9511D4}"/>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D9ADDD22-EFEB-6D3E-FEBF-B16EBFCE5381}"/>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7456AEED-4D40-3F7B-90D6-51A1E0F65B2A}"/>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CEAD68E4-B988-E31F-E476-A55AAEEABFB4}"/>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E1EDDDA7-06ED-A123-6C55-83353FB9113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1FEBF165-BDE5-4A4F-B63B-C8EE8B3A01C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6A4BDD2-CC11-23DD-63EE-CE48AC053F04}"/>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AB075C8F-CFB1-C603-1C07-29EC45822C6A}"/>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945219C6-3A0D-C4AB-5708-3B4D7DF4A799}"/>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00C8E38C-7743-B166-2B16-B6B977678022}"/>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57A18E48-6283-B8BD-AD95-C15A3B28179F}"/>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158BED52-3432-C723-308C-7DFD96ADB7A8}"/>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FBDE87C4-474E-984C-FEDE-F6C093737CFF}"/>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CD757DBD-1B80-B3C0-644C-0DF9ACBF611E}"/>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1BF5CC06-F099-77F3-BE02-0C2C725BDE5C}"/>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96CAB460-2D1D-86DF-A467-1D7A3C4DB061}"/>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39" name="TextBox 38">
            <a:extLst>
              <a:ext uri="{FF2B5EF4-FFF2-40B4-BE49-F238E27FC236}">
                <a16:creationId xmlns:a16="http://schemas.microsoft.com/office/drawing/2014/main" id="{4E5A672E-EC64-527D-9A1F-4CE021283220}"/>
              </a:ext>
            </a:extLst>
          </p:cNvPr>
          <p:cNvSpPr txBox="1"/>
          <p:nvPr/>
        </p:nvSpPr>
        <p:spPr>
          <a:xfrm>
            <a:off x="4143022" y="1538345"/>
            <a:ext cx="570089" cy="230832"/>
          </a:xfrm>
          <a:prstGeom prst="rect">
            <a:avLst/>
          </a:prstGeom>
          <a:solidFill>
            <a:schemeClr val="accent6">
              <a:lumMod val="20000"/>
              <a:lumOff val="80000"/>
            </a:schemeClr>
          </a:solidFill>
        </p:spPr>
        <p:txBody>
          <a:bodyPr wrap="square" rtlCol="0">
            <a:spAutoFit/>
          </a:bodyPr>
          <a:lstStyle/>
          <a:p>
            <a:pPr algn="ctr"/>
            <a:r>
              <a:rPr lang="en-US" sz="900" dirty="0"/>
              <a:t>89</a:t>
            </a:r>
          </a:p>
        </p:txBody>
      </p:sp>
      <p:sp>
        <p:nvSpPr>
          <p:cNvPr id="47" name="TextBox 46">
            <a:extLst>
              <a:ext uri="{FF2B5EF4-FFF2-40B4-BE49-F238E27FC236}">
                <a16:creationId xmlns:a16="http://schemas.microsoft.com/office/drawing/2014/main" id="{B2943D05-3CC3-5809-4373-EE191C8A01AD}"/>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a:t>
            </a:r>
          </a:p>
        </p:txBody>
      </p:sp>
      <p:sp>
        <p:nvSpPr>
          <p:cNvPr id="48" name="TextBox 47">
            <a:extLst>
              <a:ext uri="{FF2B5EF4-FFF2-40B4-BE49-F238E27FC236}">
                <a16:creationId xmlns:a16="http://schemas.microsoft.com/office/drawing/2014/main" id="{9AE47B66-A6EA-7CD6-3A56-F291889C9C19}"/>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6BC1E8AD-D228-B3EA-BE11-9656045F4ABF}"/>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24589</a:t>
            </a:r>
          </a:p>
        </p:txBody>
      </p:sp>
      <p:sp>
        <p:nvSpPr>
          <p:cNvPr id="50" name="TextBox 49">
            <a:extLst>
              <a:ext uri="{FF2B5EF4-FFF2-40B4-BE49-F238E27FC236}">
                <a16:creationId xmlns:a16="http://schemas.microsoft.com/office/drawing/2014/main" id="{6C9532F0-EFBB-FB22-F49A-3F58CAC729A0}"/>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AA7197EF-CB85-4644-4363-D43218588495}"/>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5A7AA372-AB2A-4DB8-ABF1-081658DB86F7}"/>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BD6671C2-557F-60D7-F20A-9B6438F2F1CF}"/>
              </a:ext>
            </a:extLst>
          </p:cNvPr>
          <p:cNvSpPr txBox="1"/>
          <p:nvPr/>
        </p:nvSpPr>
        <p:spPr>
          <a:xfrm>
            <a:off x="6152446" y="766465"/>
            <a:ext cx="570089" cy="230832"/>
          </a:xfrm>
          <a:prstGeom prst="rect">
            <a:avLst/>
          </a:prstGeom>
          <a:noFill/>
        </p:spPr>
        <p:txBody>
          <a:bodyPr wrap="square" rtlCol="0">
            <a:spAutoFit/>
          </a:bodyPr>
          <a:lstStyle/>
          <a:p>
            <a:pPr algn="ctr"/>
            <a:r>
              <a:rPr lang="en-US" sz="900" dirty="0"/>
              <a:t>4589</a:t>
            </a:r>
          </a:p>
        </p:txBody>
      </p:sp>
      <p:sp>
        <p:nvSpPr>
          <p:cNvPr id="54" name="TextBox 53">
            <a:extLst>
              <a:ext uri="{FF2B5EF4-FFF2-40B4-BE49-F238E27FC236}">
                <a16:creationId xmlns:a16="http://schemas.microsoft.com/office/drawing/2014/main" id="{8B1C5226-BD1F-6A19-71D2-4314E33C556F}"/>
              </a:ext>
            </a:extLst>
          </p:cNvPr>
          <p:cNvSpPr txBox="1"/>
          <p:nvPr/>
        </p:nvSpPr>
        <p:spPr>
          <a:xfrm>
            <a:off x="6654802" y="766465"/>
            <a:ext cx="570089" cy="230832"/>
          </a:xfrm>
          <a:prstGeom prst="rect">
            <a:avLst/>
          </a:prstGeom>
          <a:noFill/>
        </p:spPr>
        <p:txBody>
          <a:bodyPr wrap="square" rtlCol="0">
            <a:spAutoFit/>
          </a:bodyPr>
          <a:lstStyle/>
          <a:p>
            <a:pPr algn="ctr"/>
            <a:r>
              <a:rPr lang="en-US" sz="900" dirty="0"/>
              <a:t>4589</a:t>
            </a:r>
          </a:p>
        </p:txBody>
      </p:sp>
      <p:sp>
        <p:nvSpPr>
          <p:cNvPr id="55" name="TextBox 54">
            <a:extLst>
              <a:ext uri="{FF2B5EF4-FFF2-40B4-BE49-F238E27FC236}">
                <a16:creationId xmlns:a16="http://schemas.microsoft.com/office/drawing/2014/main" id="{E76A31CC-93FE-A42D-F34B-0F4A690CB5B9}"/>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02EE3AF6-B901-34D4-481D-0291C4E68097}"/>
              </a:ext>
            </a:extLst>
          </p:cNvPr>
          <p:cNvSpPr txBox="1"/>
          <p:nvPr/>
        </p:nvSpPr>
        <p:spPr>
          <a:xfrm>
            <a:off x="6654802" y="1402877"/>
            <a:ext cx="570089" cy="230832"/>
          </a:xfrm>
          <a:prstGeom prst="rect">
            <a:avLst/>
          </a:prstGeom>
          <a:noFill/>
        </p:spPr>
        <p:txBody>
          <a:bodyPr wrap="square" rtlCol="0">
            <a:spAutoFit/>
          </a:bodyPr>
          <a:lstStyle/>
          <a:p>
            <a:pPr algn="ctr"/>
            <a:r>
              <a:rPr lang="en-US" sz="900" dirty="0"/>
              <a:t>1457</a:t>
            </a:r>
          </a:p>
        </p:txBody>
      </p:sp>
      <p:sp>
        <p:nvSpPr>
          <p:cNvPr id="57" name="TextBox 56">
            <a:extLst>
              <a:ext uri="{FF2B5EF4-FFF2-40B4-BE49-F238E27FC236}">
                <a16:creationId xmlns:a16="http://schemas.microsoft.com/office/drawing/2014/main" id="{D5BD7024-5B8C-F564-7A33-C2C05F5E750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BF72B911-0C74-F488-CAE6-A36265129E98}"/>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34589</a:t>
            </a:r>
          </a:p>
        </p:txBody>
      </p:sp>
      <p:sp>
        <p:nvSpPr>
          <p:cNvPr id="59" name="TextBox 58">
            <a:extLst>
              <a:ext uri="{FF2B5EF4-FFF2-40B4-BE49-F238E27FC236}">
                <a16:creationId xmlns:a16="http://schemas.microsoft.com/office/drawing/2014/main" id="{C4D0DAC1-D888-4A8C-753D-FC9A28875DDC}"/>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7CA01813-2010-3D31-4C5D-DD59EB2BF75B}"/>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B31F177C-8401-549E-7447-BCC404DD5189}"/>
              </a:ext>
            </a:extLst>
          </p:cNvPr>
          <p:cNvSpPr txBox="1"/>
          <p:nvPr/>
        </p:nvSpPr>
        <p:spPr>
          <a:xfrm>
            <a:off x="3640666" y="1768353"/>
            <a:ext cx="570089" cy="230832"/>
          </a:xfrm>
          <a:prstGeom prst="rect">
            <a:avLst/>
          </a:prstGeom>
          <a:noFill/>
        </p:spPr>
        <p:txBody>
          <a:bodyPr wrap="square" rtlCol="0">
            <a:spAutoFit/>
          </a:bodyPr>
          <a:lstStyle/>
          <a:p>
            <a:pPr algn="ctr"/>
            <a:r>
              <a:rPr lang="en-US" sz="900" dirty="0"/>
              <a:t>45789</a:t>
            </a:r>
          </a:p>
        </p:txBody>
      </p:sp>
      <p:sp>
        <p:nvSpPr>
          <p:cNvPr id="62" name="TextBox 61">
            <a:extLst>
              <a:ext uri="{FF2B5EF4-FFF2-40B4-BE49-F238E27FC236}">
                <a16:creationId xmlns:a16="http://schemas.microsoft.com/office/drawing/2014/main" id="{CF734D34-D3D9-6D43-B14B-A2844A5B2B7D}"/>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F9C0971E-BA72-AB17-5711-B1D7662A0C82}"/>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9CFADCDA-26B0-C19F-7092-06220990B48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ED7DF4F9-ED09-A25E-8838-56CA1019FB05}"/>
              </a:ext>
            </a:extLst>
          </p:cNvPr>
          <p:cNvSpPr txBox="1"/>
          <p:nvPr/>
        </p:nvSpPr>
        <p:spPr>
          <a:xfrm>
            <a:off x="4645378" y="1538345"/>
            <a:ext cx="570089" cy="230832"/>
          </a:xfrm>
          <a:prstGeom prst="rect">
            <a:avLst/>
          </a:prstGeom>
          <a:solidFill>
            <a:schemeClr val="accent6">
              <a:lumMod val="20000"/>
              <a:lumOff val="80000"/>
            </a:schemeClr>
          </a:solidFill>
        </p:spPr>
        <p:txBody>
          <a:bodyPr wrap="square" rtlCol="0">
            <a:spAutoFit/>
          </a:bodyPr>
          <a:lstStyle/>
          <a:p>
            <a:pPr algn="ctr"/>
            <a:r>
              <a:rPr lang="en-US" sz="900" dirty="0"/>
              <a:t>98</a:t>
            </a:r>
          </a:p>
        </p:txBody>
      </p:sp>
      <p:sp>
        <p:nvSpPr>
          <p:cNvPr id="38" name="TextBox 37">
            <a:extLst>
              <a:ext uri="{FF2B5EF4-FFF2-40B4-BE49-F238E27FC236}">
                <a16:creationId xmlns:a16="http://schemas.microsoft.com/office/drawing/2014/main" id="{1285E6E7-EDF1-3CCA-846F-91E17D13EDAB}"/>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8E9915BF-BD1D-2B57-9332-081B3E750486}"/>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a:t>
            </a:r>
          </a:p>
        </p:txBody>
      </p:sp>
      <p:sp>
        <p:nvSpPr>
          <p:cNvPr id="44" name="TextBox 43">
            <a:extLst>
              <a:ext uri="{FF2B5EF4-FFF2-40B4-BE49-F238E27FC236}">
                <a16:creationId xmlns:a16="http://schemas.microsoft.com/office/drawing/2014/main" id="{E2F559F1-AD8B-710B-D62C-247E12907374}"/>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2BC76317-6CF0-E466-481A-3529B9D0658A}"/>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B4FAA7E1-9CAD-41CB-6DAC-499E6F79494B}"/>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35AB6D53-BC76-D160-71C1-2A82496B12F5}"/>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a:t>
            </a:r>
          </a:p>
        </p:txBody>
      </p:sp>
      <p:sp>
        <p:nvSpPr>
          <p:cNvPr id="65" name="TextBox 64">
            <a:extLst>
              <a:ext uri="{FF2B5EF4-FFF2-40B4-BE49-F238E27FC236}">
                <a16:creationId xmlns:a16="http://schemas.microsoft.com/office/drawing/2014/main" id="{39BA9242-7F74-38FE-CB5B-961BD8544D87}"/>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124589</a:t>
            </a:r>
          </a:p>
        </p:txBody>
      </p:sp>
      <p:sp>
        <p:nvSpPr>
          <p:cNvPr id="66" name="TextBox 65">
            <a:extLst>
              <a:ext uri="{FF2B5EF4-FFF2-40B4-BE49-F238E27FC236}">
                <a16:creationId xmlns:a16="http://schemas.microsoft.com/office/drawing/2014/main" id="{1A7905BF-34A0-2A2A-32CB-A604D0E0E03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124589</a:t>
            </a:r>
          </a:p>
        </p:txBody>
      </p:sp>
      <p:sp>
        <p:nvSpPr>
          <p:cNvPr id="67" name="TextBox 66">
            <a:extLst>
              <a:ext uri="{FF2B5EF4-FFF2-40B4-BE49-F238E27FC236}">
                <a16:creationId xmlns:a16="http://schemas.microsoft.com/office/drawing/2014/main" id="{38417E4A-AD21-7223-2ED9-FAE9BA10D97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B4D4C68-01FB-7617-77B3-64B253384C5A}"/>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234589</a:t>
            </a:r>
          </a:p>
        </p:txBody>
      </p:sp>
      <p:sp>
        <p:nvSpPr>
          <p:cNvPr id="68" name="TextBox 67">
            <a:extLst>
              <a:ext uri="{FF2B5EF4-FFF2-40B4-BE49-F238E27FC236}">
                <a16:creationId xmlns:a16="http://schemas.microsoft.com/office/drawing/2014/main" id="{E88CC757-79AF-D31B-284B-CF12C07B225A}"/>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234589</a:t>
            </a:r>
          </a:p>
        </p:txBody>
      </p:sp>
    </p:spTree>
    <p:extLst>
      <p:ext uri="{BB962C8B-B14F-4D97-AF65-F5344CB8AC3E}">
        <p14:creationId xmlns:p14="http://schemas.microsoft.com/office/powerpoint/2010/main" val="40021679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987D2-5036-1158-F84D-B4EED5EF7ED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F219F4D-E895-D955-39A6-9FF5A6504A12}"/>
              </a:ext>
            </a:extLst>
          </p:cNvPr>
          <p:cNvSpPr>
            <a:spLocks noGrp="1"/>
          </p:cNvSpPr>
          <p:nvPr>
            <p:ph sz="half" idx="1"/>
          </p:nvPr>
        </p:nvSpPr>
        <p:spPr/>
        <p:txBody>
          <a:bodyPr/>
          <a:lstStyle/>
          <a:p>
            <a:r>
              <a:rPr lang="en-US" dirty="0"/>
              <a:t>The 27 arrow is 6 plus three of 145789 that sum to 21. 145789 sums to 34, so we need to drop three that sum to 13. There are two possibilities: 148 and 157. In either case, 9 stays and 1 goes.</a:t>
            </a:r>
          </a:p>
        </p:txBody>
      </p:sp>
      <p:pic>
        <p:nvPicPr>
          <p:cNvPr id="4" name="Picture 3" descr="A grid of sudoku puzzle&#10;&#10;Description automatically generated">
            <a:extLst>
              <a:ext uri="{FF2B5EF4-FFF2-40B4-BE49-F238E27FC236}">
                <a16:creationId xmlns:a16="http://schemas.microsoft.com/office/drawing/2014/main" id="{99793276-CF17-4CC8-A4A8-144B9B64C98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AC37B3E-EFEE-980E-059C-6058C525172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8DA2A28-3593-0B9F-23B1-92E5EB637FA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C2DE7CD-AD03-D37A-DF69-B484426904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A54F005-A884-608E-468A-F17882DF66D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8846CD6C-5AC8-5A36-E2AD-30F22D6611C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1DE140D1-295C-8E6E-9B54-024BD8BCA7AD}"/>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3A1E243F-BA68-28AD-4E65-F3418738C6F1}"/>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DBE89565-CC50-56C2-8DEF-7CFEC7B74D58}"/>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9CE84AA4-C977-D59A-2F3F-C649AD0F1A9D}"/>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F897A77D-21AF-1909-82A3-E4B53EB0661E}"/>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7E483DCC-06A1-14D8-5C0C-7621F5B9902F}"/>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31EC586-BB6F-2D1A-0077-E692135595A7}"/>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2A5388B-FC35-A27D-D3AD-7CC5303DD1C9}"/>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F278E7A-ACBA-EB1C-5F8B-667ABDA2BB8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2C32BBFD-C4CF-071E-0EFF-845B126C80D5}"/>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D93ACF6A-FCC6-118E-2F13-7D0A3AE5F29A}"/>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A8216E68-DAB3-CA7A-ECB9-CEC633D92CC8}"/>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59DF6677-2518-C0F4-D76D-1A44D8960D5D}"/>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971B3AF3-DF02-97D5-6ED2-7D62C2476F11}"/>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DCD23D98-38D5-9BC9-4C95-EFF688CC4EB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7D915B50-9DC0-C0C3-7D0F-27CE3B455E00}"/>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0F280146-03C2-404B-5C2F-AA48430AA58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8866D76-B612-9C8B-1AE0-F4B5598A9BB7}"/>
              </a:ext>
            </a:extLst>
          </p:cNvPr>
          <p:cNvSpPr txBox="1"/>
          <p:nvPr/>
        </p:nvSpPr>
        <p:spPr>
          <a:xfrm>
            <a:off x="3640666" y="3907597"/>
            <a:ext cx="570089" cy="230832"/>
          </a:xfrm>
          <a:prstGeom prst="rect">
            <a:avLst/>
          </a:prstGeom>
          <a:noFill/>
        </p:spPr>
        <p:txBody>
          <a:bodyPr wrap="square" rtlCol="0">
            <a:spAutoFit/>
          </a:bodyPr>
          <a:lstStyle/>
          <a:p>
            <a:pPr algn="ctr"/>
            <a:r>
              <a:rPr lang="en-US" sz="900" dirty="0"/>
              <a:t>45789</a:t>
            </a:r>
          </a:p>
        </p:txBody>
      </p:sp>
      <p:sp>
        <p:nvSpPr>
          <p:cNvPr id="29" name="TextBox 28">
            <a:extLst>
              <a:ext uri="{FF2B5EF4-FFF2-40B4-BE49-F238E27FC236}">
                <a16:creationId xmlns:a16="http://schemas.microsoft.com/office/drawing/2014/main" id="{F248FF6C-BE30-AE27-14F3-34BBFF20C57D}"/>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61B0F117-82CD-B613-2560-5B96AE3630C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45789</a:t>
            </a:r>
          </a:p>
        </p:txBody>
      </p:sp>
      <p:sp>
        <p:nvSpPr>
          <p:cNvPr id="31" name="TextBox 30">
            <a:extLst>
              <a:ext uri="{FF2B5EF4-FFF2-40B4-BE49-F238E27FC236}">
                <a16:creationId xmlns:a16="http://schemas.microsoft.com/office/drawing/2014/main" id="{92EAFFCD-80AA-AD2D-FF46-376CBDFA8C4D}"/>
              </a:ext>
            </a:extLst>
          </p:cNvPr>
          <p:cNvSpPr txBox="1"/>
          <p:nvPr/>
        </p:nvSpPr>
        <p:spPr>
          <a:xfrm>
            <a:off x="3640666" y="5044952"/>
            <a:ext cx="570089" cy="230832"/>
          </a:xfrm>
          <a:prstGeom prst="rect">
            <a:avLst/>
          </a:prstGeom>
          <a:noFill/>
        </p:spPr>
        <p:txBody>
          <a:bodyPr wrap="square" rtlCol="0">
            <a:spAutoFit/>
          </a:bodyPr>
          <a:lstStyle/>
          <a:p>
            <a:pPr algn="ctr"/>
            <a:r>
              <a:rPr lang="en-US" sz="900" dirty="0"/>
              <a:t>45789</a:t>
            </a:r>
          </a:p>
        </p:txBody>
      </p:sp>
      <p:sp>
        <p:nvSpPr>
          <p:cNvPr id="32" name="TextBox 31">
            <a:extLst>
              <a:ext uri="{FF2B5EF4-FFF2-40B4-BE49-F238E27FC236}">
                <a16:creationId xmlns:a16="http://schemas.microsoft.com/office/drawing/2014/main" id="{14AEB47B-5D6F-B278-2B09-BA429E7C6F8D}"/>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6C4CB19D-8366-E8FB-0497-962E51B61452}"/>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45789</a:t>
            </a:r>
          </a:p>
        </p:txBody>
      </p:sp>
      <p:sp>
        <p:nvSpPr>
          <p:cNvPr id="34" name="TextBox 33">
            <a:extLst>
              <a:ext uri="{FF2B5EF4-FFF2-40B4-BE49-F238E27FC236}">
                <a16:creationId xmlns:a16="http://schemas.microsoft.com/office/drawing/2014/main" id="{95705790-22F6-0C35-0A93-62DFB2D1B6A5}"/>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04D302A6-E226-3B4F-2C01-408DC623D638}"/>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45789</a:t>
            </a:r>
          </a:p>
        </p:txBody>
      </p:sp>
      <p:sp>
        <p:nvSpPr>
          <p:cNvPr id="36" name="TextBox 35">
            <a:extLst>
              <a:ext uri="{FF2B5EF4-FFF2-40B4-BE49-F238E27FC236}">
                <a16:creationId xmlns:a16="http://schemas.microsoft.com/office/drawing/2014/main" id="{4B44F9E6-2E73-D3D5-3462-D5190D764D7B}"/>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45789</a:t>
            </a:r>
          </a:p>
        </p:txBody>
      </p:sp>
      <p:sp>
        <p:nvSpPr>
          <p:cNvPr id="37" name="TextBox 36">
            <a:extLst>
              <a:ext uri="{FF2B5EF4-FFF2-40B4-BE49-F238E27FC236}">
                <a16:creationId xmlns:a16="http://schemas.microsoft.com/office/drawing/2014/main" id="{9D107588-5954-0480-C4F2-75DF319AD2B0}"/>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EEB966B3-4B45-74C5-B77B-14437155783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a:t>
            </a:r>
          </a:p>
        </p:txBody>
      </p:sp>
      <p:sp>
        <p:nvSpPr>
          <p:cNvPr id="48" name="TextBox 47">
            <a:extLst>
              <a:ext uri="{FF2B5EF4-FFF2-40B4-BE49-F238E27FC236}">
                <a16:creationId xmlns:a16="http://schemas.microsoft.com/office/drawing/2014/main" id="{1B980C45-E328-D48E-DA29-7CC16AA659A7}"/>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FBEFA0BC-5879-B5F8-90B2-0E49EE973D8B}"/>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24589</a:t>
            </a:r>
          </a:p>
        </p:txBody>
      </p:sp>
      <p:sp>
        <p:nvSpPr>
          <p:cNvPr id="50" name="TextBox 49">
            <a:extLst>
              <a:ext uri="{FF2B5EF4-FFF2-40B4-BE49-F238E27FC236}">
                <a16:creationId xmlns:a16="http://schemas.microsoft.com/office/drawing/2014/main" id="{07866685-F80F-D354-A3BF-8AF647D37A6D}"/>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1E6311FF-5DFC-1D2C-DB08-15952F471737}"/>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2AC8F7CA-5B66-682E-762C-0A6ED6B0CD57}"/>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DB2A9147-5AC7-C9C7-C136-3D2FDC7B1BBD}"/>
              </a:ext>
            </a:extLst>
          </p:cNvPr>
          <p:cNvSpPr txBox="1"/>
          <p:nvPr/>
        </p:nvSpPr>
        <p:spPr>
          <a:xfrm>
            <a:off x="6152446" y="766465"/>
            <a:ext cx="570089" cy="230832"/>
          </a:xfrm>
          <a:prstGeom prst="rect">
            <a:avLst/>
          </a:prstGeom>
          <a:noFill/>
        </p:spPr>
        <p:txBody>
          <a:bodyPr wrap="square" rtlCol="0">
            <a:spAutoFit/>
          </a:bodyPr>
          <a:lstStyle/>
          <a:p>
            <a:pPr algn="ctr"/>
            <a:r>
              <a:rPr lang="en-US" sz="900" dirty="0"/>
              <a:t>4589</a:t>
            </a:r>
          </a:p>
        </p:txBody>
      </p:sp>
      <p:sp>
        <p:nvSpPr>
          <p:cNvPr id="54" name="TextBox 53">
            <a:extLst>
              <a:ext uri="{FF2B5EF4-FFF2-40B4-BE49-F238E27FC236}">
                <a16:creationId xmlns:a16="http://schemas.microsoft.com/office/drawing/2014/main" id="{72E0B0F9-1608-F8A2-5C6A-D53240B315C9}"/>
              </a:ext>
            </a:extLst>
          </p:cNvPr>
          <p:cNvSpPr txBox="1"/>
          <p:nvPr/>
        </p:nvSpPr>
        <p:spPr>
          <a:xfrm>
            <a:off x="6654802" y="766465"/>
            <a:ext cx="570089" cy="230832"/>
          </a:xfrm>
          <a:prstGeom prst="rect">
            <a:avLst/>
          </a:prstGeom>
          <a:noFill/>
        </p:spPr>
        <p:txBody>
          <a:bodyPr wrap="square" rtlCol="0">
            <a:spAutoFit/>
          </a:bodyPr>
          <a:lstStyle/>
          <a:p>
            <a:pPr algn="ctr"/>
            <a:r>
              <a:rPr lang="en-US" sz="900" dirty="0"/>
              <a:t>4589</a:t>
            </a:r>
          </a:p>
        </p:txBody>
      </p:sp>
      <p:sp>
        <p:nvSpPr>
          <p:cNvPr id="55" name="TextBox 54">
            <a:extLst>
              <a:ext uri="{FF2B5EF4-FFF2-40B4-BE49-F238E27FC236}">
                <a16:creationId xmlns:a16="http://schemas.microsoft.com/office/drawing/2014/main" id="{E340530D-0958-8C47-D141-5D87AD51A67E}"/>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40E15F0E-47DB-6471-0AF8-CE680F36120A}"/>
              </a:ext>
            </a:extLst>
          </p:cNvPr>
          <p:cNvSpPr txBox="1"/>
          <p:nvPr/>
        </p:nvSpPr>
        <p:spPr>
          <a:xfrm>
            <a:off x="6654802" y="1402877"/>
            <a:ext cx="570089" cy="230832"/>
          </a:xfrm>
          <a:prstGeom prst="rect">
            <a:avLst/>
          </a:prstGeom>
          <a:noFill/>
        </p:spPr>
        <p:txBody>
          <a:bodyPr wrap="square" rtlCol="0">
            <a:spAutoFit/>
          </a:bodyPr>
          <a:lstStyle/>
          <a:p>
            <a:pPr algn="ctr"/>
            <a:r>
              <a:rPr lang="en-US" sz="900" dirty="0"/>
              <a:t>457</a:t>
            </a:r>
          </a:p>
        </p:txBody>
      </p:sp>
      <p:sp>
        <p:nvSpPr>
          <p:cNvPr id="57" name="TextBox 56">
            <a:extLst>
              <a:ext uri="{FF2B5EF4-FFF2-40B4-BE49-F238E27FC236}">
                <a16:creationId xmlns:a16="http://schemas.microsoft.com/office/drawing/2014/main" id="{F475D33D-CE99-68E5-E18A-40E10B5381A0}"/>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84B9048C-5D68-DB60-01C4-7DB2DD672C58}"/>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34589</a:t>
            </a:r>
          </a:p>
        </p:txBody>
      </p:sp>
      <p:sp>
        <p:nvSpPr>
          <p:cNvPr id="59" name="TextBox 58">
            <a:extLst>
              <a:ext uri="{FF2B5EF4-FFF2-40B4-BE49-F238E27FC236}">
                <a16:creationId xmlns:a16="http://schemas.microsoft.com/office/drawing/2014/main" id="{90770899-3D4C-376D-9C1C-096A769874B4}"/>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D775AA2C-40DC-B0C1-6731-794C815C2A81}"/>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AD45AA0C-4D49-6E21-50F5-1312B5102F2B}"/>
              </a:ext>
            </a:extLst>
          </p:cNvPr>
          <p:cNvSpPr txBox="1"/>
          <p:nvPr/>
        </p:nvSpPr>
        <p:spPr>
          <a:xfrm>
            <a:off x="3640666" y="1768353"/>
            <a:ext cx="570089" cy="230832"/>
          </a:xfrm>
          <a:prstGeom prst="rect">
            <a:avLst/>
          </a:prstGeom>
          <a:noFill/>
        </p:spPr>
        <p:txBody>
          <a:bodyPr wrap="square" rtlCol="0">
            <a:spAutoFit/>
          </a:bodyPr>
          <a:lstStyle/>
          <a:p>
            <a:pPr algn="ctr"/>
            <a:r>
              <a:rPr lang="en-US" sz="900" dirty="0"/>
              <a:t>45789</a:t>
            </a:r>
          </a:p>
        </p:txBody>
      </p:sp>
      <p:sp>
        <p:nvSpPr>
          <p:cNvPr id="62" name="TextBox 61">
            <a:extLst>
              <a:ext uri="{FF2B5EF4-FFF2-40B4-BE49-F238E27FC236}">
                <a16:creationId xmlns:a16="http://schemas.microsoft.com/office/drawing/2014/main" id="{370813BB-6232-6794-6FB6-575387F73182}"/>
              </a:ext>
            </a:extLst>
          </p:cNvPr>
          <p:cNvSpPr txBox="1"/>
          <p:nvPr/>
        </p:nvSpPr>
        <p:spPr>
          <a:xfrm>
            <a:off x="4143022" y="1768353"/>
            <a:ext cx="570089" cy="230832"/>
          </a:xfrm>
          <a:prstGeom prst="rect">
            <a:avLst/>
          </a:prstGeom>
          <a:noFill/>
        </p:spPr>
        <p:txBody>
          <a:bodyPr wrap="square" rtlCol="0">
            <a:spAutoFit/>
          </a:bodyPr>
          <a:lstStyle/>
          <a:p>
            <a:pPr algn="ctr"/>
            <a:r>
              <a:rPr lang="en-US" sz="900" dirty="0"/>
              <a:t>45789</a:t>
            </a:r>
          </a:p>
        </p:txBody>
      </p:sp>
      <p:sp>
        <p:nvSpPr>
          <p:cNvPr id="63" name="TextBox 62">
            <a:extLst>
              <a:ext uri="{FF2B5EF4-FFF2-40B4-BE49-F238E27FC236}">
                <a16:creationId xmlns:a16="http://schemas.microsoft.com/office/drawing/2014/main" id="{4FA8E8DC-ECD0-2C30-CF3C-9B9E0E6FBE16}"/>
              </a:ext>
            </a:extLst>
          </p:cNvPr>
          <p:cNvSpPr txBox="1"/>
          <p:nvPr/>
        </p:nvSpPr>
        <p:spPr>
          <a:xfrm>
            <a:off x="3138310" y="1768353"/>
            <a:ext cx="570089" cy="230832"/>
          </a:xfrm>
          <a:prstGeom prst="rect">
            <a:avLst/>
          </a:prstGeom>
          <a:noFill/>
        </p:spPr>
        <p:txBody>
          <a:bodyPr wrap="square" rtlCol="0">
            <a:spAutoFit/>
          </a:bodyPr>
          <a:lstStyle/>
          <a:p>
            <a:pPr algn="ctr"/>
            <a:r>
              <a:rPr lang="en-US" sz="900" dirty="0"/>
              <a:t>45789</a:t>
            </a:r>
          </a:p>
        </p:txBody>
      </p:sp>
      <p:sp>
        <p:nvSpPr>
          <p:cNvPr id="40" name="TextBox 39">
            <a:extLst>
              <a:ext uri="{FF2B5EF4-FFF2-40B4-BE49-F238E27FC236}">
                <a16:creationId xmlns:a16="http://schemas.microsoft.com/office/drawing/2014/main" id="{B222227F-D0C1-432F-B925-D51233325FBA}"/>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E2D6DC4-4A62-A21A-1CC7-CD832F319F72}"/>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7F10D402-7476-97C1-A81D-459DA0D6B67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a:t>
            </a:r>
          </a:p>
        </p:txBody>
      </p:sp>
      <p:sp>
        <p:nvSpPr>
          <p:cNvPr id="44" name="TextBox 43">
            <a:extLst>
              <a:ext uri="{FF2B5EF4-FFF2-40B4-BE49-F238E27FC236}">
                <a16:creationId xmlns:a16="http://schemas.microsoft.com/office/drawing/2014/main" id="{89726FCC-5198-B2EB-CE40-F7D212C26D7E}"/>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1F9F14E1-CE49-A45D-DCE2-6A7FA5E1BD63}"/>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A3430516-2A7F-3CA5-CA40-FC1775F308E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2FF85007-26B3-72BB-77AF-55578BE37AEE}"/>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a:t>
            </a:r>
          </a:p>
        </p:txBody>
      </p:sp>
      <p:sp>
        <p:nvSpPr>
          <p:cNvPr id="65" name="TextBox 64">
            <a:extLst>
              <a:ext uri="{FF2B5EF4-FFF2-40B4-BE49-F238E27FC236}">
                <a16:creationId xmlns:a16="http://schemas.microsoft.com/office/drawing/2014/main" id="{A2EB3E5D-02AA-CDEC-8B73-DF69B760B1EA}"/>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124589</a:t>
            </a:r>
          </a:p>
        </p:txBody>
      </p:sp>
      <p:sp>
        <p:nvSpPr>
          <p:cNvPr id="66" name="TextBox 65">
            <a:extLst>
              <a:ext uri="{FF2B5EF4-FFF2-40B4-BE49-F238E27FC236}">
                <a16:creationId xmlns:a16="http://schemas.microsoft.com/office/drawing/2014/main" id="{0285CB38-71DF-8456-B943-2A679A40C1D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124589</a:t>
            </a:r>
          </a:p>
        </p:txBody>
      </p:sp>
      <p:sp>
        <p:nvSpPr>
          <p:cNvPr id="67" name="TextBox 66">
            <a:extLst>
              <a:ext uri="{FF2B5EF4-FFF2-40B4-BE49-F238E27FC236}">
                <a16:creationId xmlns:a16="http://schemas.microsoft.com/office/drawing/2014/main" id="{92E6AB82-91CA-B2F5-CA81-2CA89994B28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136AAC8-4FAE-EA05-089F-54A498520832}"/>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234589</a:t>
            </a:r>
          </a:p>
        </p:txBody>
      </p:sp>
      <p:sp>
        <p:nvSpPr>
          <p:cNvPr id="68" name="TextBox 67">
            <a:extLst>
              <a:ext uri="{FF2B5EF4-FFF2-40B4-BE49-F238E27FC236}">
                <a16:creationId xmlns:a16="http://schemas.microsoft.com/office/drawing/2014/main" id="{C44C3608-DA74-7911-968F-8BCD220DC0F5}"/>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234589</a:t>
            </a:r>
          </a:p>
        </p:txBody>
      </p:sp>
      <p:sp>
        <p:nvSpPr>
          <p:cNvPr id="69" name="TextBox 68">
            <a:extLst>
              <a:ext uri="{FF2B5EF4-FFF2-40B4-BE49-F238E27FC236}">
                <a16:creationId xmlns:a16="http://schemas.microsoft.com/office/drawing/2014/main" id="{6E3AEF3F-8A46-998B-8883-127E577C081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225B3D8F-D8BE-3B2E-01E7-4BAF0D6C8133}"/>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307E0EDA-6D83-BF78-6662-76AA79642D5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80C86A0-7838-C74E-2561-E52DA5FD24CA}"/>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0426644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9C3A4-7017-7A8D-2588-0F709B8801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4F4A05-E5F5-8B24-1D5E-24DD8D3C21F1}"/>
              </a:ext>
            </a:extLst>
          </p:cNvPr>
          <p:cNvSpPr>
            <a:spLocks noGrp="1"/>
          </p:cNvSpPr>
          <p:nvPr>
            <p:ph sz="half" idx="1"/>
          </p:nvPr>
        </p:nvSpPr>
        <p:spPr/>
        <p:txBody>
          <a:bodyPr/>
          <a:lstStyle/>
          <a:p>
            <a:r>
              <a:rPr lang="en-US" dirty="0"/>
              <a:t>Reduce. (It’s 148 that goes.)</a:t>
            </a:r>
          </a:p>
        </p:txBody>
      </p:sp>
      <p:pic>
        <p:nvPicPr>
          <p:cNvPr id="4" name="Picture 3" descr="A grid of sudoku puzzle&#10;&#10;Description automatically generated">
            <a:extLst>
              <a:ext uri="{FF2B5EF4-FFF2-40B4-BE49-F238E27FC236}">
                <a16:creationId xmlns:a16="http://schemas.microsoft.com/office/drawing/2014/main" id="{03438522-4C6F-208B-132E-345F382729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9241EA2-C13A-037D-86C9-99E696398C8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6657557-6BA8-CE5A-94AC-EAED6E662CF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A03AD04-FEA1-AA6F-1C03-2875FBD9309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D2A373F-4356-0D22-0096-9D443F575D4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0D6F280-A288-1094-4C79-0CCC94F6CC7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77A00FD8-5A65-5D29-61BA-B2A6C328210E}"/>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78A5C31D-03F8-B91B-6353-17F681BBC34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226E5BB7-67FF-02CA-EF77-52419EAEBAEB}"/>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4BE0DA7F-692C-7A1D-6968-F06E36F751DD}"/>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72B443F-54D9-3B4D-00F8-B7368F5685EF}"/>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9D0D4542-E458-856E-C262-86FAD7144DD7}"/>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21E8D381-2803-81EB-11A5-F01F4E49000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C4ACC1E-59FD-8781-F86D-2350039F65C6}"/>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A553B09B-44EC-BF9D-66E7-8FF401CF9AE8}"/>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2D44C59D-A8EE-2CFB-7F27-33B1F794DB55}"/>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839A2F54-8C1E-ADBC-0D84-B8DB415F953A}"/>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BC807D4B-C00B-406B-81DF-713F51D9FBD6}"/>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C79A69C-69F7-DD4E-5933-D707CD40A48A}"/>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A5FD0480-52DE-C880-9283-E02BEEE1C3E2}"/>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0DD9DE4D-13FA-ABCA-F4EB-07A0CE2F2BDF}"/>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D8395864-B2C1-447A-E776-69884A4D4244}"/>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65EC7E71-69F3-B701-0E57-DA8E7DB817B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75B40CAD-0A0E-9E6E-C84E-9ABEF073C645}"/>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4A7473DE-F9D1-E258-AC47-33B9C26226D0}"/>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934636D0-37A9-94D5-D3B5-3CD3C4A15071}"/>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76487153-D60B-013A-DF0F-E89CD0DF2B83}"/>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08E0AB8A-93C4-6E27-427E-7565DD502253}"/>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3C4553D3-4E94-D946-45CF-D76D30F7FE1A}"/>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E991674A-C027-AAA2-9B1F-534CFDB0CAA7}"/>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CB395AFC-9650-72F1-3872-3124FAEB9695}"/>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AE5F77D6-9E92-70A3-D622-63B5B4A1878F}"/>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983E0F51-20CA-B2C9-F2EC-18976F9B997B}"/>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A8EA141E-F5E7-85EE-D358-379C85A206CB}"/>
              </a:ext>
            </a:extLst>
          </p:cNvPr>
          <p:cNvSpPr txBox="1"/>
          <p:nvPr/>
        </p:nvSpPr>
        <p:spPr>
          <a:xfrm>
            <a:off x="5650090" y="2039289"/>
            <a:ext cx="570089" cy="230832"/>
          </a:xfrm>
          <a:prstGeom prst="rect">
            <a:avLst/>
          </a:prstGeom>
          <a:noFill/>
        </p:spPr>
        <p:txBody>
          <a:bodyPr wrap="square" rtlCol="0">
            <a:spAutoFit/>
          </a:bodyPr>
          <a:lstStyle/>
          <a:p>
            <a:pPr algn="ctr"/>
            <a:r>
              <a:rPr lang="en-US" sz="900" dirty="0"/>
              <a:t>345</a:t>
            </a:r>
          </a:p>
        </p:txBody>
      </p:sp>
      <p:sp>
        <p:nvSpPr>
          <p:cNvPr id="48" name="TextBox 47">
            <a:extLst>
              <a:ext uri="{FF2B5EF4-FFF2-40B4-BE49-F238E27FC236}">
                <a16:creationId xmlns:a16="http://schemas.microsoft.com/office/drawing/2014/main" id="{6C3BD1F5-1367-236F-3867-ADBB22F44F55}"/>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7C7BD4EE-46DA-D0A2-B7E9-44206C210710}"/>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24589</a:t>
            </a:r>
          </a:p>
        </p:txBody>
      </p:sp>
      <p:sp>
        <p:nvSpPr>
          <p:cNvPr id="50" name="TextBox 49">
            <a:extLst>
              <a:ext uri="{FF2B5EF4-FFF2-40B4-BE49-F238E27FC236}">
                <a16:creationId xmlns:a16="http://schemas.microsoft.com/office/drawing/2014/main" id="{35FC1D51-9C6B-4973-31B3-0B8EB9B84C63}"/>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62F67E2B-E6E4-4790-1665-92638553110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9EF569A2-A870-7A4A-355D-AAA174015992}"/>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42360C5B-09C1-DBFA-8DED-FF01C7ECE7DF}"/>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1EF17F48-C238-F814-0A3F-B9F617D2F5EF}"/>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5" name="TextBox 54">
            <a:extLst>
              <a:ext uri="{FF2B5EF4-FFF2-40B4-BE49-F238E27FC236}">
                <a16:creationId xmlns:a16="http://schemas.microsoft.com/office/drawing/2014/main" id="{80E46339-F1E4-C3C3-FBC8-2E2988C64626}"/>
              </a:ext>
            </a:extLst>
          </p:cNvPr>
          <p:cNvSpPr txBox="1"/>
          <p:nvPr/>
        </p:nvSpPr>
        <p:spPr>
          <a:xfrm>
            <a:off x="6152446" y="1402877"/>
            <a:ext cx="570089" cy="230832"/>
          </a:xfrm>
          <a:prstGeom prst="rect">
            <a:avLst/>
          </a:prstGeom>
          <a:noFill/>
        </p:spPr>
        <p:txBody>
          <a:bodyPr wrap="square" rtlCol="0">
            <a:spAutoFit/>
          </a:bodyPr>
          <a:lstStyle/>
          <a:p>
            <a:pPr algn="ctr"/>
            <a:r>
              <a:rPr lang="en-US" sz="900" dirty="0"/>
              <a:t>1457</a:t>
            </a:r>
          </a:p>
        </p:txBody>
      </p:sp>
      <p:sp>
        <p:nvSpPr>
          <p:cNvPr id="56" name="TextBox 55">
            <a:extLst>
              <a:ext uri="{FF2B5EF4-FFF2-40B4-BE49-F238E27FC236}">
                <a16:creationId xmlns:a16="http://schemas.microsoft.com/office/drawing/2014/main" id="{0F88ECAE-ED91-CFF6-2BF5-569BE24D9686}"/>
              </a:ext>
            </a:extLst>
          </p:cNvPr>
          <p:cNvSpPr txBox="1"/>
          <p:nvPr/>
        </p:nvSpPr>
        <p:spPr>
          <a:xfrm>
            <a:off x="6654802" y="1402877"/>
            <a:ext cx="570089" cy="230832"/>
          </a:xfrm>
          <a:prstGeom prst="rect">
            <a:avLst/>
          </a:prstGeom>
          <a:noFill/>
        </p:spPr>
        <p:txBody>
          <a:bodyPr wrap="square" rtlCol="0">
            <a:spAutoFit/>
          </a:bodyPr>
          <a:lstStyle/>
          <a:p>
            <a:pPr algn="ctr"/>
            <a:r>
              <a:rPr lang="en-US" sz="900" dirty="0"/>
              <a:t>57</a:t>
            </a:r>
          </a:p>
        </p:txBody>
      </p:sp>
      <p:sp>
        <p:nvSpPr>
          <p:cNvPr id="57" name="TextBox 56">
            <a:extLst>
              <a:ext uri="{FF2B5EF4-FFF2-40B4-BE49-F238E27FC236}">
                <a16:creationId xmlns:a16="http://schemas.microsoft.com/office/drawing/2014/main" id="{1BB81AB1-4F11-8E9C-9578-6321F39E50DF}"/>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9CF4C2A3-6EF6-A2BE-B375-C0920216BD41}"/>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34589</a:t>
            </a:r>
          </a:p>
        </p:txBody>
      </p:sp>
      <p:sp>
        <p:nvSpPr>
          <p:cNvPr id="59" name="TextBox 58">
            <a:extLst>
              <a:ext uri="{FF2B5EF4-FFF2-40B4-BE49-F238E27FC236}">
                <a16:creationId xmlns:a16="http://schemas.microsoft.com/office/drawing/2014/main" id="{A27E7A0D-2806-284C-2FC8-2F4671ADC04A}"/>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39CF08FC-9C16-3C7A-81D4-9D52E1D16FE6}"/>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B0FFD705-5E8B-B58B-1DBF-74A3C7BDC629}"/>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023AB445-0D6E-E616-AD42-00269107A12E}"/>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702FD05C-E2CF-9C87-AEEA-A4264A7F9FBF}"/>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2FDF7C81-C047-8B95-C6C7-13199970538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AD5276F-4B99-4D7D-8A1C-44CDC5305E91}"/>
              </a:ext>
            </a:extLst>
          </p:cNvPr>
          <p:cNvSpPr txBox="1"/>
          <p:nvPr/>
        </p:nvSpPr>
        <p:spPr>
          <a:xfrm>
            <a:off x="7157158" y="1402877"/>
            <a:ext cx="570089" cy="230832"/>
          </a:xfrm>
          <a:prstGeom prst="rect">
            <a:avLst/>
          </a:prstGeom>
          <a:noFill/>
        </p:spPr>
        <p:txBody>
          <a:bodyPr wrap="square" rtlCol="0">
            <a:spAutoFit/>
          </a:bodyPr>
          <a:lstStyle/>
          <a:p>
            <a:pPr algn="ctr"/>
            <a:r>
              <a:rPr lang="en-US" sz="900" dirty="0"/>
              <a:t>1457</a:t>
            </a:r>
          </a:p>
        </p:txBody>
      </p:sp>
      <p:sp>
        <p:nvSpPr>
          <p:cNvPr id="42" name="TextBox 41">
            <a:extLst>
              <a:ext uri="{FF2B5EF4-FFF2-40B4-BE49-F238E27FC236}">
                <a16:creationId xmlns:a16="http://schemas.microsoft.com/office/drawing/2014/main" id="{AD2F2E0F-6303-E331-9463-3671B7E682C6}"/>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1345</a:t>
            </a:r>
          </a:p>
        </p:txBody>
      </p:sp>
      <p:sp>
        <p:nvSpPr>
          <p:cNvPr id="44" name="TextBox 43">
            <a:extLst>
              <a:ext uri="{FF2B5EF4-FFF2-40B4-BE49-F238E27FC236}">
                <a16:creationId xmlns:a16="http://schemas.microsoft.com/office/drawing/2014/main" id="{57E35349-E49B-2A37-0D32-62B1FF57D8AB}"/>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25B9AA88-EA1F-4371-F68C-9E0A948FC898}"/>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5260369C-B48F-E99A-AB39-CAF32A751901}"/>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90FC65A2-BF4B-442D-3068-87C38BBADFF1}"/>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1345</a:t>
            </a:r>
          </a:p>
        </p:txBody>
      </p:sp>
      <p:sp>
        <p:nvSpPr>
          <p:cNvPr id="65" name="TextBox 64">
            <a:extLst>
              <a:ext uri="{FF2B5EF4-FFF2-40B4-BE49-F238E27FC236}">
                <a16:creationId xmlns:a16="http://schemas.microsoft.com/office/drawing/2014/main" id="{22904768-F447-1041-C2C3-61DF4F64E9A0}"/>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124589</a:t>
            </a:r>
          </a:p>
        </p:txBody>
      </p:sp>
      <p:sp>
        <p:nvSpPr>
          <p:cNvPr id="66" name="TextBox 65">
            <a:extLst>
              <a:ext uri="{FF2B5EF4-FFF2-40B4-BE49-F238E27FC236}">
                <a16:creationId xmlns:a16="http://schemas.microsoft.com/office/drawing/2014/main" id="{4549A70F-12D6-5BFB-ED8F-1F38CA7D1EE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124589</a:t>
            </a:r>
          </a:p>
        </p:txBody>
      </p:sp>
      <p:sp>
        <p:nvSpPr>
          <p:cNvPr id="67" name="TextBox 66">
            <a:extLst>
              <a:ext uri="{FF2B5EF4-FFF2-40B4-BE49-F238E27FC236}">
                <a16:creationId xmlns:a16="http://schemas.microsoft.com/office/drawing/2014/main" id="{4124D178-C958-A06D-F110-55128E82915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3A4533BA-D9D9-55FD-B614-FE146E9C05FA}"/>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234589</a:t>
            </a:r>
          </a:p>
        </p:txBody>
      </p:sp>
      <p:sp>
        <p:nvSpPr>
          <p:cNvPr id="68" name="TextBox 67">
            <a:extLst>
              <a:ext uri="{FF2B5EF4-FFF2-40B4-BE49-F238E27FC236}">
                <a16:creationId xmlns:a16="http://schemas.microsoft.com/office/drawing/2014/main" id="{714371E6-EC75-4C7F-F3CD-26E9202ABF72}"/>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234589</a:t>
            </a:r>
          </a:p>
        </p:txBody>
      </p:sp>
      <p:sp>
        <p:nvSpPr>
          <p:cNvPr id="69" name="TextBox 68">
            <a:extLst>
              <a:ext uri="{FF2B5EF4-FFF2-40B4-BE49-F238E27FC236}">
                <a16:creationId xmlns:a16="http://schemas.microsoft.com/office/drawing/2014/main" id="{7A56037A-CE38-7386-7308-AB7C1C24229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671B1CE4-3415-7955-5769-DD9F6D58295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738315D1-3C6F-9AA4-F711-F8B00E93FE5E}"/>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93DC727-EEE6-F74F-6E5B-A0C02BA8B39C}"/>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85842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665DB3-A1F0-15CB-7DC4-EBB822CC8BF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5A2058-81C1-4DD6-52C7-4F318016F9A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F79E70D-F370-37A6-3921-FA7D1E3DC7B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6819457-96BC-328E-92C7-215BFBBFE16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622B6AE-6511-4F44-D513-BB1DA793FB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0D85B8A-2B16-6AA1-99EE-B98BBD44DEB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CA67D8B-AE86-6397-12D7-575AE172C9E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6B31C8D0-AE40-C617-092D-EFA836C7ED3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88CBA933-13A1-DAB1-3BCB-8837E51F0283}"/>
              </a:ext>
            </a:extLst>
          </p:cNvPr>
          <p:cNvSpPr txBox="1"/>
          <p:nvPr/>
        </p:nvSpPr>
        <p:spPr>
          <a:xfrm>
            <a:off x="5650090" y="1402877"/>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FD540AF8-5478-B725-F6A4-CD4A088BAA5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9159DB70-DA00-0DC7-A470-70361C828FF5}"/>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A1AF02D0-E88A-3F07-7437-0E2663F9D51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E0ADA766-31C4-D5E3-24FD-71B2CFCB21C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BF35ED20-046C-CAD3-8BCD-83232D8622D9}"/>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B1E8752B-F809-E413-E847-8F6F0CE3A443}"/>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9E5A02F-A2B9-7014-9977-35A45960B405}"/>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BE2344A2-F30F-E8AD-C814-DBEF54D03D3E}"/>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BF22C3AB-6D39-8E28-6A96-AEDDB0F807C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6A68FDE5-5E19-D271-BC6F-C86461E7DC8A}"/>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8E8141E2-4FD9-9394-D062-8EAB1BFC7CFE}"/>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9A882C9C-396E-D218-EE83-069D7A874BE3}"/>
              </a:ext>
            </a:extLst>
          </p:cNvPr>
          <p:cNvSpPr txBox="1"/>
          <p:nvPr/>
        </p:nvSpPr>
        <p:spPr>
          <a:xfrm>
            <a:off x="6152446" y="4909484"/>
            <a:ext cx="570089" cy="230832"/>
          </a:xfrm>
          <a:prstGeom prst="rect">
            <a:avLst/>
          </a:prstGeom>
          <a:noFill/>
        </p:spPr>
        <p:txBody>
          <a:bodyPr wrap="square" rtlCol="0">
            <a:spAutoFit/>
          </a:bodyPr>
          <a:lstStyle/>
          <a:p>
            <a:pPr algn="ctr"/>
            <a:r>
              <a:rPr lang="en-US" sz="900" dirty="0"/>
              <a:t>345</a:t>
            </a:r>
          </a:p>
        </p:txBody>
      </p:sp>
      <p:sp>
        <p:nvSpPr>
          <p:cNvPr id="26" name="TextBox 25">
            <a:extLst>
              <a:ext uri="{FF2B5EF4-FFF2-40B4-BE49-F238E27FC236}">
                <a16:creationId xmlns:a16="http://schemas.microsoft.com/office/drawing/2014/main" id="{5FA64856-D8BE-6A1A-8EA0-0ED5101C5855}"/>
              </a:ext>
            </a:extLst>
          </p:cNvPr>
          <p:cNvSpPr txBox="1"/>
          <p:nvPr/>
        </p:nvSpPr>
        <p:spPr>
          <a:xfrm>
            <a:off x="6654802" y="5044952"/>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38CDF592-B32B-0B12-1A3C-5F223FB34257}"/>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399AFA4-5C61-3D47-CDA5-E0B05071799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E6D815FF-FBE7-1A54-BBD4-507091DF876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0A9A398-BC93-B7A7-F069-53D46AAFE318}"/>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40606E5C-95E8-DA24-723E-46944BCF793D}"/>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75F17EEA-7CF7-10D2-E120-7FAFDD348633}"/>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6D1027A6-EF90-C41D-4FD4-B515A074D83F}"/>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CCFFC046-6E61-5604-0670-6AB463A93B88}"/>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A61E4D79-4FAC-64FF-4CF7-591D1451BBCE}"/>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F30B3A72-AA56-002E-842F-DC0872D6A743}"/>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B5EC764A-EFCA-5348-BC0B-6C8BB157CE0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9E5EC610-7F1D-A188-8077-FD0E47985F1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2E8A8D4-B597-2CAF-1B37-C09D5A742A33}"/>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771307FC-CCB0-68B3-46F8-A676FEBF1A29}"/>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4ACA930E-0CD4-BA80-3A26-5C91E8694D05}"/>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5DD401F2-FE32-C1B0-97F7-9513847739FE}"/>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24589</a:t>
            </a:r>
          </a:p>
        </p:txBody>
      </p:sp>
      <p:sp>
        <p:nvSpPr>
          <p:cNvPr id="50" name="TextBox 49">
            <a:extLst>
              <a:ext uri="{FF2B5EF4-FFF2-40B4-BE49-F238E27FC236}">
                <a16:creationId xmlns:a16="http://schemas.microsoft.com/office/drawing/2014/main" id="{04282817-97B1-EA9E-1B9C-9000C8E8B851}"/>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E906BC6D-99F6-FB44-F14B-84ADB84B648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55C58E17-E42C-C4D1-C1C1-14715570B0DE}"/>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D31CEB5B-751C-5BDD-33AE-E2CB12F2C8E0}"/>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C5D420F8-8F53-17E4-1010-F5E829D8C00F}"/>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5" name="TextBox 54">
            <a:extLst>
              <a:ext uri="{FF2B5EF4-FFF2-40B4-BE49-F238E27FC236}">
                <a16:creationId xmlns:a16="http://schemas.microsoft.com/office/drawing/2014/main" id="{5D2D7CAD-E0FF-8C1F-7F64-75597459C82F}"/>
              </a:ext>
            </a:extLst>
          </p:cNvPr>
          <p:cNvSpPr txBox="1"/>
          <p:nvPr/>
        </p:nvSpPr>
        <p:spPr>
          <a:xfrm>
            <a:off x="6152446" y="1402877"/>
            <a:ext cx="570089" cy="230832"/>
          </a:xfrm>
          <a:prstGeom prst="rect">
            <a:avLst/>
          </a:prstGeom>
          <a:noFill/>
        </p:spPr>
        <p:txBody>
          <a:bodyPr wrap="square" rtlCol="0">
            <a:spAutoFit/>
          </a:bodyPr>
          <a:lstStyle/>
          <a:p>
            <a:pPr algn="ctr"/>
            <a:r>
              <a:rPr lang="en-US" sz="900" dirty="0"/>
              <a:t>147</a:t>
            </a:r>
          </a:p>
        </p:txBody>
      </p:sp>
      <p:sp>
        <p:nvSpPr>
          <p:cNvPr id="57" name="TextBox 56">
            <a:extLst>
              <a:ext uri="{FF2B5EF4-FFF2-40B4-BE49-F238E27FC236}">
                <a16:creationId xmlns:a16="http://schemas.microsoft.com/office/drawing/2014/main" id="{A34685E5-1169-0302-2EE1-F9960B92A12B}"/>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09EE8610-736A-5D36-9389-08859C1C6E44}"/>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34589</a:t>
            </a:r>
          </a:p>
        </p:txBody>
      </p:sp>
      <p:sp>
        <p:nvSpPr>
          <p:cNvPr id="59" name="TextBox 58">
            <a:extLst>
              <a:ext uri="{FF2B5EF4-FFF2-40B4-BE49-F238E27FC236}">
                <a16:creationId xmlns:a16="http://schemas.microsoft.com/office/drawing/2014/main" id="{FEA878BC-88BC-7DD4-12E4-4E1B411822EC}"/>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345789</a:t>
            </a:r>
          </a:p>
        </p:txBody>
      </p:sp>
      <p:sp>
        <p:nvSpPr>
          <p:cNvPr id="60" name="TextBox 59">
            <a:extLst>
              <a:ext uri="{FF2B5EF4-FFF2-40B4-BE49-F238E27FC236}">
                <a16:creationId xmlns:a16="http://schemas.microsoft.com/office/drawing/2014/main" id="{D6CC698F-D30C-06E7-4097-27B4BDBF3E11}"/>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2538F498-9C5C-01FA-B673-5970BA79FBD9}"/>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2CBBE101-8E85-AFBD-DBD8-BD23A336892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AB013B3B-AB76-8948-803F-D7A8AAB889EA}"/>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D5B01EAD-7936-0730-40E6-B6014435DE61}"/>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31917D7-F850-B57B-36D8-69344A94673F}"/>
              </a:ext>
            </a:extLst>
          </p:cNvPr>
          <p:cNvSpPr txBox="1"/>
          <p:nvPr/>
        </p:nvSpPr>
        <p:spPr>
          <a:xfrm>
            <a:off x="7157158" y="1402877"/>
            <a:ext cx="570089" cy="230832"/>
          </a:xfrm>
          <a:prstGeom prst="rect">
            <a:avLst/>
          </a:prstGeom>
          <a:noFill/>
        </p:spPr>
        <p:txBody>
          <a:bodyPr wrap="square" rtlCol="0">
            <a:spAutoFit/>
          </a:bodyPr>
          <a:lstStyle/>
          <a:p>
            <a:pPr algn="ctr"/>
            <a:r>
              <a:rPr lang="en-US" sz="900" dirty="0"/>
              <a:t>147</a:t>
            </a:r>
          </a:p>
        </p:txBody>
      </p:sp>
      <p:sp>
        <p:nvSpPr>
          <p:cNvPr id="42" name="TextBox 41">
            <a:extLst>
              <a:ext uri="{FF2B5EF4-FFF2-40B4-BE49-F238E27FC236}">
                <a16:creationId xmlns:a16="http://schemas.microsoft.com/office/drawing/2014/main" id="{DA5B1901-0DC4-07A6-6438-91CFAFE0E4E4}"/>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E9FC6091-85C4-88F7-5C6A-5ECD8F5BEBAC}"/>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9F5BE189-EA4C-CB7E-FE45-6F35CA5ED0C6}"/>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4DC084B6-715A-5066-2C2F-3ADDD0AABAA2}"/>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78ECD64B-F611-23C7-ED53-403D84D0C29C}"/>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85FC6887-79BF-C403-2EC3-F95966CA9B4F}"/>
              </a:ext>
            </a:extLst>
          </p:cNvPr>
          <p:cNvSpPr txBox="1"/>
          <p:nvPr/>
        </p:nvSpPr>
        <p:spPr>
          <a:xfrm>
            <a:off x="6152446" y="2039289"/>
            <a:ext cx="570089" cy="230832"/>
          </a:xfrm>
          <a:prstGeom prst="rect">
            <a:avLst/>
          </a:prstGeom>
          <a:noFill/>
        </p:spPr>
        <p:txBody>
          <a:bodyPr wrap="square" rtlCol="0">
            <a:spAutoFit/>
          </a:bodyPr>
          <a:lstStyle/>
          <a:p>
            <a:pPr algn="ctr"/>
            <a:r>
              <a:rPr lang="en-US" sz="900" dirty="0"/>
              <a:t>1248</a:t>
            </a:r>
          </a:p>
        </p:txBody>
      </p:sp>
      <p:sp>
        <p:nvSpPr>
          <p:cNvPr id="66" name="TextBox 65">
            <a:extLst>
              <a:ext uri="{FF2B5EF4-FFF2-40B4-BE49-F238E27FC236}">
                <a16:creationId xmlns:a16="http://schemas.microsoft.com/office/drawing/2014/main" id="{0D8A86A4-21DE-4BEE-8DB4-2FE9A324728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1248</a:t>
            </a:r>
          </a:p>
        </p:txBody>
      </p:sp>
      <p:sp>
        <p:nvSpPr>
          <p:cNvPr id="67" name="TextBox 66">
            <a:extLst>
              <a:ext uri="{FF2B5EF4-FFF2-40B4-BE49-F238E27FC236}">
                <a16:creationId xmlns:a16="http://schemas.microsoft.com/office/drawing/2014/main" id="{8AB778B5-5F3C-527F-35BA-A218EFF201A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4386142-F421-5B24-BD8C-C001118A2B2B}"/>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234589</a:t>
            </a:r>
          </a:p>
        </p:txBody>
      </p:sp>
      <p:sp>
        <p:nvSpPr>
          <p:cNvPr id="68" name="TextBox 67">
            <a:extLst>
              <a:ext uri="{FF2B5EF4-FFF2-40B4-BE49-F238E27FC236}">
                <a16:creationId xmlns:a16="http://schemas.microsoft.com/office/drawing/2014/main" id="{78A167DF-8956-FF29-7419-3E9068202165}"/>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234589</a:t>
            </a:r>
          </a:p>
        </p:txBody>
      </p:sp>
      <p:sp>
        <p:nvSpPr>
          <p:cNvPr id="69" name="TextBox 68">
            <a:extLst>
              <a:ext uri="{FF2B5EF4-FFF2-40B4-BE49-F238E27FC236}">
                <a16:creationId xmlns:a16="http://schemas.microsoft.com/office/drawing/2014/main" id="{B1E4C3FE-C564-32BA-238A-AC416970F29D}"/>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AEB4EE7D-6724-8884-6420-7A5E7422ABF5}"/>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F5B8EA5E-64F5-AEF7-6205-7D451023085C}"/>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1EA8AC46-9676-3C8B-E720-C3B40FDA8223}"/>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0ADBC676-4CA5-A2D3-5B87-430175B0E07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105062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CF97B-F800-F75C-63EF-DAE16B6E081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F3EAF0-061B-EAE6-5AEC-CDE8F45A5DC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33CF533-9998-6369-AB48-8A5D143959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11BB2ED-0512-41BA-2426-FD55BCD0CF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394D81B-BEB5-B63D-59C1-289FE624F28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28C442-80AD-8D81-9532-4637B9D995B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1C4B82D-1E68-2F46-DDF1-3F2E69DA2DB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29D7AD2-F1B5-68C9-39B1-0600E21D432D}"/>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32743EF-6A33-782F-4DC4-292A5699A11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99B0A198-5671-2410-99FF-546FF063D9D7}"/>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9DDCBEE8-D6FF-567C-14BD-7E13686898D5}"/>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8359B72B-43FF-441A-8AF2-5354360EA25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B46F3D2B-2C09-B86A-4502-6B73121AA68F}"/>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D7CF2C9B-16CB-5950-DE52-E288DB05EF27}"/>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82B5120-B0C8-5FDC-BE87-370216EF800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C60B99A2-1D8F-66FD-F761-2BFC66414398}"/>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55E154F-F006-3A90-9F0C-05F7071F4905}"/>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A87BFC0A-ECB7-E326-C7E8-72F3A0B5775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5B0707AA-9049-6FBA-2439-2B42BCA423DF}"/>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7F3C5215-9CD0-4C18-A23A-F268AB14082D}"/>
              </a:ext>
            </a:extLst>
          </p:cNvPr>
          <p:cNvSpPr txBox="1"/>
          <p:nvPr/>
        </p:nvSpPr>
        <p:spPr>
          <a:xfrm>
            <a:off x="6152446" y="4909484"/>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55714874-9A57-8E04-5006-8AF72AFE09AD}"/>
              </a:ext>
            </a:extLst>
          </p:cNvPr>
          <p:cNvSpPr txBox="1"/>
          <p:nvPr/>
        </p:nvSpPr>
        <p:spPr>
          <a:xfrm>
            <a:off x="6654802" y="5044952"/>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F3F39AC6-4469-D860-EB90-3B6111DFF6B5}"/>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C4C569C5-A6B4-ECE3-099E-8A9C03827A5B}"/>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BF9D669E-5A31-928F-73CD-45AB6D67BD4E}"/>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90382346-9296-C988-E1FE-A0DF0D96E121}"/>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EC11E5CB-2B98-9170-9BC2-0C23F7C0CD6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54F9F8CA-BAFC-525B-E4E6-560F798983E4}"/>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F2880156-54CD-88F9-2D9B-2A43A6E89086}"/>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37043266-01F8-6382-EC0F-3320361D659A}"/>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CF32FD3E-4E15-25CD-FCA6-BCE9A5C188A6}"/>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8280E05E-B2A9-3A73-6E42-32EEEA7CB431}"/>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FA8B4EDE-9AB8-2FEB-E186-C1887461B87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C445E007-5752-4D33-161C-DBC2D835973B}"/>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D922BDB0-2EC9-EA9C-19F7-4A4A82450D2A}"/>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3EDDA3C5-C000-4FDC-E58A-EC882FB0E1E2}"/>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F4E5B753-48C2-9438-47B4-8ABCA65E152F}"/>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20A13594-32A5-BD3A-F230-00B5D7ED4C47}"/>
              </a:ext>
            </a:extLst>
          </p:cNvPr>
          <p:cNvSpPr txBox="1"/>
          <p:nvPr/>
        </p:nvSpPr>
        <p:spPr>
          <a:xfrm>
            <a:off x="5650090" y="3041177"/>
            <a:ext cx="570089" cy="230832"/>
          </a:xfrm>
          <a:prstGeom prst="rect">
            <a:avLst/>
          </a:prstGeom>
          <a:noFill/>
        </p:spPr>
        <p:txBody>
          <a:bodyPr wrap="square" rtlCol="0">
            <a:spAutoFit/>
          </a:bodyPr>
          <a:lstStyle/>
          <a:p>
            <a:pPr algn="ctr"/>
            <a:r>
              <a:rPr lang="en-US" sz="900" dirty="0"/>
              <a:t>24589</a:t>
            </a:r>
          </a:p>
        </p:txBody>
      </p:sp>
      <p:sp>
        <p:nvSpPr>
          <p:cNvPr id="50" name="TextBox 49">
            <a:extLst>
              <a:ext uri="{FF2B5EF4-FFF2-40B4-BE49-F238E27FC236}">
                <a16:creationId xmlns:a16="http://schemas.microsoft.com/office/drawing/2014/main" id="{2E366F77-5F4C-A1E0-CE5A-ECCF0D458083}"/>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9C0AD755-2201-3B2E-1746-49B0F1A53F1A}"/>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12F6370D-CDE6-4864-6D6C-CB147833F4AE}"/>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E4B16D7A-522F-7301-D9F9-573D9053A03E}"/>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E9B4C59B-D8DC-26A8-233B-9C60B7D1A2A1}"/>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5" name="TextBox 54">
            <a:extLst>
              <a:ext uri="{FF2B5EF4-FFF2-40B4-BE49-F238E27FC236}">
                <a16:creationId xmlns:a16="http://schemas.microsoft.com/office/drawing/2014/main" id="{FFBED483-7D10-445D-7784-5BCD188E8E9A}"/>
              </a:ext>
            </a:extLst>
          </p:cNvPr>
          <p:cNvSpPr txBox="1"/>
          <p:nvPr/>
        </p:nvSpPr>
        <p:spPr>
          <a:xfrm>
            <a:off x="6152446" y="1402877"/>
            <a:ext cx="570089" cy="230832"/>
          </a:xfrm>
          <a:prstGeom prst="rect">
            <a:avLst/>
          </a:prstGeom>
          <a:noFill/>
        </p:spPr>
        <p:txBody>
          <a:bodyPr wrap="square" rtlCol="0">
            <a:spAutoFit/>
          </a:bodyPr>
          <a:lstStyle/>
          <a:p>
            <a:pPr algn="ctr"/>
            <a:r>
              <a:rPr lang="en-US" sz="900" dirty="0"/>
              <a:t>14</a:t>
            </a:r>
          </a:p>
        </p:txBody>
      </p:sp>
      <p:sp>
        <p:nvSpPr>
          <p:cNvPr id="57" name="TextBox 56">
            <a:extLst>
              <a:ext uri="{FF2B5EF4-FFF2-40B4-BE49-F238E27FC236}">
                <a16:creationId xmlns:a16="http://schemas.microsoft.com/office/drawing/2014/main" id="{FB3F5F69-BDEE-4DFC-1E86-631D417F3F2B}"/>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E390BC03-A6CE-3A00-0831-59AAFE2C5071}"/>
              </a:ext>
            </a:extLst>
          </p:cNvPr>
          <p:cNvSpPr txBox="1"/>
          <p:nvPr/>
        </p:nvSpPr>
        <p:spPr>
          <a:xfrm>
            <a:off x="5650090" y="3542121"/>
            <a:ext cx="570089" cy="230832"/>
          </a:xfrm>
          <a:prstGeom prst="rect">
            <a:avLst/>
          </a:prstGeom>
          <a:noFill/>
        </p:spPr>
        <p:txBody>
          <a:bodyPr wrap="square" rtlCol="0">
            <a:spAutoFit/>
          </a:bodyPr>
          <a:lstStyle/>
          <a:p>
            <a:pPr algn="ctr"/>
            <a:r>
              <a:rPr lang="en-US" sz="900" dirty="0"/>
              <a:t>34589</a:t>
            </a:r>
          </a:p>
        </p:txBody>
      </p:sp>
      <p:sp>
        <p:nvSpPr>
          <p:cNvPr id="59" name="TextBox 58">
            <a:extLst>
              <a:ext uri="{FF2B5EF4-FFF2-40B4-BE49-F238E27FC236}">
                <a16:creationId xmlns:a16="http://schemas.microsoft.com/office/drawing/2014/main" id="{BC6912FD-345B-E8E9-7466-CE57D48418E9}"/>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34589</a:t>
            </a:r>
          </a:p>
        </p:txBody>
      </p:sp>
      <p:sp>
        <p:nvSpPr>
          <p:cNvPr id="60" name="TextBox 59">
            <a:extLst>
              <a:ext uri="{FF2B5EF4-FFF2-40B4-BE49-F238E27FC236}">
                <a16:creationId xmlns:a16="http://schemas.microsoft.com/office/drawing/2014/main" id="{4490ABB9-0E45-A789-F0E6-BA73E87A8B3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A29918DE-442C-4526-20D8-D2201E20023D}"/>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34337013-28D3-0732-5B69-96A5ABE0E263}"/>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B3C51572-057B-47E7-49F2-B8ABE7B2EA9D}"/>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DD41709A-F92B-9F6C-8BF6-9BF7D12FD6E3}"/>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D22F19C2-2D68-0227-E9BC-7661D689A3E9}"/>
              </a:ext>
            </a:extLst>
          </p:cNvPr>
          <p:cNvSpPr txBox="1"/>
          <p:nvPr/>
        </p:nvSpPr>
        <p:spPr>
          <a:xfrm>
            <a:off x="7157158" y="1402877"/>
            <a:ext cx="570089" cy="230832"/>
          </a:xfrm>
          <a:prstGeom prst="rect">
            <a:avLst/>
          </a:prstGeom>
          <a:noFill/>
        </p:spPr>
        <p:txBody>
          <a:bodyPr wrap="square" rtlCol="0">
            <a:spAutoFit/>
          </a:bodyPr>
          <a:lstStyle/>
          <a:p>
            <a:pPr algn="ctr"/>
            <a:r>
              <a:rPr lang="en-US" sz="900" dirty="0"/>
              <a:t>14</a:t>
            </a:r>
          </a:p>
        </p:txBody>
      </p:sp>
      <p:sp>
        <p:nvSpPr>
          <p:cNvPr id="42" name="TextBox 41">
            <a:extLst>
              <a:ext uri="{FF2B5EF4-FFF2-40B4-BE49-F238E27FC236}">
                <a16:creationId xmlns:a16="http://schemas.microsoft.com/office/drawing/2014/main" id="{0C98F759-D760-723F-E41A-56DF2BE00E88}"/>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61AAB7F4-D299-2D66-E2FA-FEB964B29145}"/>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72C8D308-5E7A-1E50-7779-94D8862CDAB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C6C05A42-E252-C031-404F-846213CCD3D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104051B2-BE22-8E2A-3AD0-89FBFC8F5971}"/>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16E429E8-7D4E-6A7D-D4B2-EDA08801D395}"/>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100E12AE-A778-F554-CD5B-F21A8E7A8401}"/>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98523742-04E5-8CC6-93C4-0A0880C7398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C1A4063F-062E-7099-02A4-F4B72A12F553}"/>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234589</a:t>
            </a:r>
          </a:p>
        </p:txBody>
      </p:sp>
      <p:sp>
        <p:nvSpPr>
          <p:cNvPr id="68" name="TextBox 67">
            <a:extLst>
              <a:ext uri="{FF2B5EF4-FFF2-40B4-BE49-F238E27FC236}">
                <a16:creationId xmlns:a16="http://schemas.microsoft.com/office/drawing/2014/main" id="{74783E26-F739-B76A-6D10-207BA5EEE257}"/>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234589</a:t>
            </a:r>
          </a:p>
        </p:txBody>
      </p:sp>
      <p:sp>
        <p:nvSpPr>
          <p:cNvPr id="69" name="TextBox 68">
            <a:extLst>
              <a:ext uri="{FF2B5EF4-FFF2-40B4-BE49-F238E27FC236}">
                <a16:creationId xmlns:a16="http://schemas.microsoft.com/office/drawing/2014/main" id="{8F8D55D6-29FE-01E3-D404-EF9AFE3B6D1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07B3EBF6-B734-B511-E515-687AF847FA5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1A49591A-0741-FE94-4AE2-467C018191E6}"/>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A2D9406-3FC3-D5ED-7157-F6137F80A703}"/>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7D521336-4731-F6BF-D3F6-CF723E96A9B4}"/>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A2093187-66E6-7569-F2BE-E7FD1140691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929353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37985-28D0-D96A-C404-48E012B870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6745B8-4F8E-C2A5-DE29-E2F0353A61E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07C0789-F28F-7D19-0F1C-612DAFCA420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82A04C1-52AD-3914-C707-B10880CD70A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A06A33-97CB-6E4A-9A78-77339C2C6F1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E0A81C-5679-BE51-1931-05C731B041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C12F408-CC92-0E74-1FE5-BC75263F6EF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CF661B4-C9E1-9CEB-6E68-5838470263C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2E558FDB-42DC-F285-C75D-258A371FC60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E7CFA68D-E2EA-468B-07D0-4480BC15CE73}"/>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7410EDF4-AC9E-F911-ABE6-DA2BF3559F6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ABB7804-2A30-5A03-E5A6-1A6C6F4B434D}"/>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64D85AB-725A-AF0C-9A88-3F17BC4A19EA}"/>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51406DC9-213C-46A1-CC93-03AA6390B1C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B7C4C1D-5D2A-1490-EB96-B65B8C5003C2}"/>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C90746BD-CCA8-A441-0CA0-D6533EFAA34F}"/>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449E4C8E-4CA1-1BA6-13F5-C21023C69D3F}"/>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0D39B5D2-04A1-F18D-E4D6-6BFDB7CAE632}"/>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8253AC25-A700-2ECB-6868-A79080A63FDD}"/>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B960FA57-A79A-91B9-D49B-D925E5FBF190}"/>
              </a:ext>
            </a:extLst>
          </p:cNvPr>
          <p:cNvSpPr txBox="1"/>
          <p:nvPr/>
        </p:nvSpPr>
        <p:spPr>
          <a:xfrm>
            <a:off x="6152446" y="4909484"/>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E52F4772-3137-078F-7EE1-A252D1F5CEE4}"/>
              </a:ext>
            </a:extLst>
          </p:cNvPr>
          <p:cNvSpPr txBox="1"/>
          <p:nvPr/>
        </p:nvSpPr>
        <p:spPr>
          <a:xfrm>
            <a:off x="6654802" y="5044952"/>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5A45FBFF-BC93-4780-3224-D16BB8D93221}"/>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EDEB6AAF-91F9-A7B6-03C7-4E58EAD89B5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ACF947F9-2CA4-205B-6434-1520D05698A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8B90AAAA-D60D-6238-874F-D03ADC806924}"/>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71E84EB1-3C1D-11ED-2A1A-882AF15E97E2}"/>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45789</a:t>
            </a:r>
          </a:p>
        </p:txBody>
      </p:sp>
      <p:sp>
        <p:nvSpPr>
          <p:cNvPr id="30" name="TextBox 29">
            <a:extLst>
              <a:ext uri="{FF2B5EF4-FFF2-40B4-BE49-F238E27FC236}">
                <a16:creationId xmlns:a16="http://schemas.microsoft.com/office/drawing/2014/main" id="{A8FB7079-67A8-3E1D-B67D-5914CB2AC5EA}"/>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A86D6DAE-AB53-0973-18E6-A0DDD8D4BE12}"/>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578388BA-1826-8847-FCE3-66D8DEB35668}"/>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45789</a:t>
            </a:r>
          </a:p>
        </p:txBody>
      </p:sp>
      <p:sp>
        <p:nvSpPr>
          <p:cNvPr id="33" name="TextBox 32">
            <a:extLst>
              <a:ext uri="{FF2B5EF4-FFF2-40B4-BE49-F238E27FC236}">
                <a16:creationId xmlns:a16="http://schemas.microsoft.com/office/drawing/2014/main" id="{28F1F740-39D4-C5B3-E30F-D44BDF4C2F9A}"/>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78929C79-AF73-9DB9-C63C-0DDD394C65C1}"/>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E8CEA78C-B78D-B87F-4848-45A74941CD8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6214F9F9-8874-1758-351B-0BB7BBACB062}"/>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555313D2-E6C1-F7B7-5BF3-B39300D30BFE}"/>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A4D5BC00-9D64-86F9-8F79-35A75D5BD4B8}"/>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FB3CC22B-99FA-8EA5-2CC2-DF60E7557D58}"/>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3EDA0A35-102D-8390-6E39-82ABE051823C}"/>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F0D1F17C-032A-0632-AF35-EA54974CC53A}"/>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89DDC920-1766-3C54-084F-6F173434797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0EEEE3A8-B035-0FEC-A394-483EC03F55F8}"/>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A15F2B95-124A-46F5-B7AA-8089A0B87E58}"/>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9470DBF4-A689-3407-4655-63BB669B1980}"/>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5" name="TextBox 54">
            <a:extLst>
              <a:ext uri="{FF2B5EF4-FFF2-40B4-BE49-F238E27FC236}">
                <a16:creationId xmlns:a16="http://schemas.microsoft.com/office/drawing/2014/main" id="{0E5DFF0A-9807-D896-6151-2B271A98A161}"/>
              </a:ext>
            </a:extLst>
          </p:cNvPr>
          <p:cNvSpPr txBox="1"/>
          <p:nvPr/>
        </p:nvSpPr>
        <p:spPr>
          <a:xfrm>
            <a:off x="6152446" y="1402877"/>
            <a:ext cx="570089" cy="230832"/>
          </a:xfrm>
          <a:prstGeom prst="rect">
            <a:avLst/>
          </a:prstGeom>
          <a:noFill/>
        </p:spPr>
        <p:txBody>
          <a:bodyPr wrap="square" rtlCol="0">
            <a:spAutoFit/>
          </a:bodyPr>
          <a:lstStyle/>
          <a:p>
            <a:pPr algn="ctr"/>
            <a:r>
              <a:rPr lang="en-US" sz="900" dirty="0"/>
              <a:t>14</a:t>
            </a:r>
          </a:p>
        </p:txBody>
      </p:sp>
      <p:sp>
        <p:nvSpPr>
          <p:cNvPr id="57" name="TextBox 56">
            <a:extLst>
              <a:ext uri="{FF2B5EF4-FFF2-40B4-BE49-F238E27FC236}">
                <a16:creationId xmlns:a16="http://schemas.microsoft.com/office/drawing/2014/main" id="{50CC8773-95DD-9241-40A7-34C6052EA60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553D9BF4-F2E9-1AE9-B6E0-D4D2A863244C}"/>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736878B7-810F-5F20-D259-5AE873ACD650}"/>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34589</a:t>
            </a:r>
          </a:p>
        </p:txBody>
      </p:sp>
      <p:sp>
        <p:nvSpPr>
          <p:cNvPr id="60" name="TextBox 59">
            <a:extLst>
              <a:ext uri="{FF2B5EF4-FFF2-40B4-BE49-F238E27FC236}">
                <a16:creationId xmlns:a16="http://schemas.microsoft.com/office/drawing/2014/main" id="{E4290650-E2FA-F1CB-8E51-C3E9698253B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82CA9479-49B9-0B3F-3A0E-B0D9D99C2A26}"/>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5F4A4D3E-6FB5-F94C-AEC8-F0B67E82141C}"/>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3AF13669-CF19-BF0E-5D0C-35FBFEFC6E72}"/>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BCDE1AAE-3E3C-7436-411B-D329D321B419}"/>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8F56FC9-3FDF-ECE5-0BFC-BB07F304B47A}"/>
              </a:ext>
            </a:extLst>
          </p:cNvPr>
          <p:cNvSpPr txBox="1"/>
          <p:nvPr/>
        </p:nvSpPr>
        <p:spPr>
          <a:xfrm>
            <a:off x="7157158" y="1402877"/>
            <a:ext cx="570089" cy="230832"/>
          </a:xfrm>
          <a:prstGeom prst="rect">
            <a:avLst/>
          </a:prstGeom>
          <a:noFill/>
        </p:spPr>
        <p:txBody>
          <a:bodyPr wrap="square" rtlCol="0">
            <a:spAutoFit/>
          </a:bodyPr>
          <a:lstStyle/>
          <a:p>
            <a:pPr algn="ctr"/>
            <a:r>
              <a:rPr lang="en-US" sz="900" dirty="0"/>
              <a:t>14</a:t>
            </a:r>
          </a:p>
        </p:txBody>
      </p:sp>
      <p:sp>
        <p:nvSpPr>
          <p:cNvPr id="42" name="TextBox 41">
            <a:extLst>
              <a:ext uri="{FF2B5EF4-FFF2-40B4-BE49-F238E27FC236}">
                <a16:creationId xmlns:a16="http://schemas.microsoft.com/office/drawing/2014/main" id="{F19D0D69-8C99-5F39-2673-741CF729E861}"/>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F2DF2F89-EED5-B910-AE5D-E28298EACEFE}"/>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C33CAA20-5A57-54C5-EC3A-5DC08DABD121}"/>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C1726AA9-6C1F-14A6-023D-59D3CFF3FD3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25E67B1F-DC0E-0F9B-557C-105CBEBEA601}"/>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8B7DA2F4-DBDA-D0EC-AC5B-41F2CC0AE7F2}"/>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86757FB4-68CC-38A2-BD8D-A8B34F51E242}"/>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BB318C99-72CB-3D85-2358-8C4BE50F95D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FEAFADBF-52D1-2A2B-4EE5-5B2154926CE4}"/>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F2E0A5E5-A169-8523-09D8-5A268D4EC5A8}"/>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B4B7FCDF-8A56-6710-46EC-DDF1DF0775E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82311F86-FADF-60C8-CB54-5AB22ED445AD}"/>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2F538758-4FEA-FC41-3322-3914E7E7A626}"/>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2E0C42F-1613-1BC1-CE76-45DABC34CAA5}"/>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5BC00EAA-5057-BCAC-B22E-4A3EA457B0E0}"/>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FC826AA6-9978-E140-5E2D-24DF541F393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9739206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58E5F-9710-0B11-AD4C-BF2A7B236D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6DCDB5-B84D-3948-0DC7-04E7FFB936A6}"/>
              </a:ext>
            </a:extLst>
          </p:cNvPr>
          <p:cNvSpPr>
            <a:spLocks noGrp="1"/>
          </p:cNvSpPr>
          <p:nvPr>
            <p:ph sz="half" idx="1"/>
          </p:nvPr>
        </p:nvSpPr>
        <p:spPr/>
        <p:txBody>
          <a:bodyPr/>
          <a:lstStyle/>
          <a:p>
            <a:r>
              <a:rPr lang="en-US" dirty="0"/>
              <a:t>In the left center block, the 8 is in Column 1..</a:t>
            </a:r>
          </a:p>
        </p:txBody>
      </p:sp>
      <p:pic>
        <p:nvPicPr>
          <p:cNvPr id="4" name="Picture 3" descr="A grid of sudoku puzzle&#10;&#10;Description automatically generated">
            <a:extLst>
              <a:ext uri="{FF2B5EF4-FFF2-40B4-BE49-F238E27FC236}">
                <a16:creationId xmlns:a16="http://schemas.microsoft.com/office/drawing/2014/main" id="{CA56F8A4-189D-1B8A-E4E0-3D7A653BC6A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844630E-22EC-4F1A-82EA-8C617D1A643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00DA279-5D14-595F-B664-11C02B6343B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BADB6AA-65C9-D8B7-AC93-635AD32643F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ADA16E9-06D6-99AF-2999-EA00FDABA26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F2FFCD6-2CB0-0142-6E14-4DA6D9C43B4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AC534F5-479D-429A-6CFB-80F6CC318C0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12D81065-83D4-AF3E-5CCB-9BA8F6775C96}"/>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B1721618-EDB3-08CF-745C-8DDBAF08D382}"/>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94EB11C4-812D-5422-BF0B-DBCB36DDA77A}"/>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F938A2D-3284-649B-A3AE-276BBA996DAD}"/>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EC6830E1-8652-F881-27FE-4C441C0B3426}"/>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373923B-459F-88D8-9241-CE3DB0B89E2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3A312007-E56D-B401-06F7-D20EAF54BB5F}"/>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CB15330-7029-5A16-7916-E9876600F18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E3704C09-FF25-B888-B892-3E54881AF27D}"/>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9D917906-51CD-7908-B7BF-FE89D264BEFD}"/>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0108B84F-D979-7C2A-6766-0EFB06FD8622}"/>
              </a:ext>
            </a:extLst>
          </p:cNvPr>
          <p:cNvSpPr txBox="1"/>
          <p:nvPr/>
        </p:nvSpPr>
        <p:spPr>
          <a:xfrm>
            <a:off x="6152446" y="4909484"/>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C6DE2071-3D58-A6BB-CEE5-E988206D9881}"/>
              </a:ext>
            </a:extLst>
          </p:cNvPr>
          <p:cNvSpPr txBox="1"/>
          <p:nvPr/>
        </p:nvSpPr>
        <p:spPr>
          <a:xfrm>
            <a:off x="6654802" y="5044952"/>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E375A7B9-C00F-8FDD-00BE-B30083EB59B6}"/>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954FFF0D-D30D-854D-1CAF-A1E1CFB6C99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1F17D76F-521D-581D-796F-C7B6FEC6C97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FB6B371-0A57-2BD0-8865-2C353C5ECD94}"/>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6A8ACDB2-FE15-333C-37FD-C6FD7CFFB0E8}"/>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59C55FFA-F890-CDAA-F9F9-9543A6AA41FE}"/>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1ADE9098-A97E-BE3F-62CA-F4CAA09D230A}"/>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78E48EB5-1C3B-9324-FF49-AEE2838F9C2D}"/>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4579</a:t>
            </a:r>
          </a:p>
        </p:txBody>
      </p:sp>
      <p:sp>
        <p:nvSpPr>
          <p:cNvPr id="33" name="TextBox 32">
            <a:extLst>
              <a:ext uri="{FF2B5EF4-FFF2-40B4-BE49-F238E27FC236}">
                <a16:creationId xmlns:a16="http://schemas.microsoft.com/office/drawing/2014/main" id="{45DB6862-A8BD-AB58-3703-3199D6D30801}"/>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5E0523E0-0CBB-7309-87BD-9E3CABB60C20}"/>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8E4EACB5-B77C-927E-7448-49B16AB21FB9}"/>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E4A71A1E-3439-77C0-4A8E-0DE4AC052BE9}"/>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E031CA73-834B-8981-C285-B56638F444F6}"/>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0D901B19-2B11-474C-84EB-7BBD3F1D80C6}"/>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8A86BCA7-C8FD-97AC-3A84-3E26E2261FE3}"/>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2482E6A8-BE00-AB76-71EF-47181D399ECD}"/>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6EC91960-12B7-1635-0510-DAAF74945D84}"/>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03BBA7A8-CD74-E284-0AF4-ECCFCAC6D54C}"/>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01B82130-935E-2388-CED8-6EC1947ED57D}"/>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7FFC4005-D10C-DB6B-2138-1063A9D1630D}"/>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223BE924-2383-4318-4083-9CBB44219254}"/>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5" name="TextBox 54">
            <a:extLst>
              <a:ext uri="{FF2B5EF4-FFF2-40B4-BE49-F238E27FC236}">
                <a16:creationId xmlns:a16="http://schemas.microsoft.com/office/drawing/2014/main" id="{F0291732-C7BF-2BA6-5844-5B6DF3F40375}"/>
              </a:ext>
            </a:extLst>
          </p:cNvPr>
          <p:cNvSpPr txBox="1"/>
          <p:nvPr/>
        </p:nvSpPr>
        <p:spPr>
          <a:xfrm>
            <a:off x="6152446" y="1402877"/>
            <a:ext cx="570089" cy="230832"/>
          </a:xfrm>
          <a:prstGeom prst="rect">
            <a:avLst/>
          </a:prstGeom>
          <a:noFill/>
        </p:spPr>
        <p:txBody>
          <a:bodyPr wrap="square" rtlCol="0">
            <a:spAutoFit/>
          </a:bodyPr>
          <a:lstStyle/>
          <a:p>
            <a:pPr algn="ctr"/>
            <a:r>
              <a:rPr lang="en-US" sz="900" dirty="0"/>
              <a:t>14</a:t>
            </a:r>
          </a:p>
        </p:txBody>
      </p:sp>
      <p:sp>
        <p:nvSpPr>
          <p:cNvPr id="57" name="TextBox 56">
            <a:extLst>
              <a:ext uri="{FF2B5EF4-FFF2-40B4-BE49-F238E27FC236}">
                <a16:creationId xmlns:a16="http://schemas.microsoft.com/office/drawing/2014/main" id="{7C4AC02D-F75A-D028-776D-532814B9A875}"/>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8BDEDBBC-AA78-1B7D-578A-D9554E00AC23}"/>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D9E44CF0-BFF5-FBF3-820F-5FAA1FAB9D2D}"/>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34589</a:t>
            </a:r>
          </a:p>
        </p:txBody>
      </p:sp>
      <p:sp>
        <p:nvSpPr>
          <p:cNvPr id="60" name="TextBox 59">
            <a:extLst>
              <a:ext uri="{FF2B5EF4-FFF2-40B4-BE49-F238E27FC236}">
                <a16:creationId xmlns:a16="http://schemas.microsoft.com/office/drawing/2014/main" id="{D89B1CD8-785A-D791-70BF-2791A3286EC6}"/>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6C2AB5FD-9AAE-0296-B595-9D0DF6FF44BB}"/>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F370FE66-FAE7-90E8-67B0-7E240B4F86FA}"/>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45AB72AF-4AD9-854A-80F1-6585055EBBB6}"/>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C675F326-355A-EB8D-5E86-49A4C4B5ECC2}"/>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32A155A-2049-A332-D3AA-60BD4D7722ED}"/>
              </a:ext>
            </a:extLst>
          </p:cNvPr>
          <p:cNvSpPr txBox="1"/>
          <p:nvPr/>
        </p:nvSpPr>
        <p:spPr>
          <a:xfrm>
            <a:off x="7157158" y="1402877"/>
            <a:ext cx="570089" cy="230832"/>
          </a:xfrm>
          <a:prstGeom prst="rect">
            <a:avLst/>
          </a:prstGeom>
          <a:noFill/>
        </p:spPr>
        <p:txBody>
          <a:bodyPr wrap="square" rtlCol="0">
            <a:spAutoFit/>
          </a:bodyPr>
          <a:lstStyle/>
          <a:p>
            <a:pPr algn="ctr"/>
            <a:r>
              <a:rPr lang="en-US" sz="900" dirty="0"/>
              <a:t>14</a:t>
            </a:r>
          </a:p>
        </p:txBody>
      </p:sp>
      <p:sp>
        <p:nvSpPr>
          <p:cNvPr id="42" name="TextBox 41">
            <a:extLst>
              <a:ext uri="{FF2B5EF4-FFF2-40B4-BE49-F238E27FC236}">
                <a16:creationId xmlns:a16="http://schemas.microsoft.com/office/drawing/2014/main" id="{816A5779-801B-8301-01F9-CD133EA35F8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E34FBA38-CB06-96C9-136D-9FB164CEB162}"/>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6AFB0C0A-85B4-F2AA-78CA-57CB9200D28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DCC1DC7A-AB27-DD72-FF87-3C0C01961EE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D02F30F1-554B-0629-7626-D001CC6A1F8C}"/>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3DF2799C-A410-2727-3B84-0922C6F7306B}"/>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701C4D65-E1D0-0DE9-DED1-FFD5F8AD2B88}"/>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A4D822C7-156B-F9E7-5BAB-0B5A0A92D35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AE231913-CFB7-C36A-86D7-826A58ED4737}"/>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B3198131-282A-CCC6-D6CA-AB862E671912}"/>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215B2C71-D5FD-87D7-AA41-851EDE960B3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E38ADC56-713B-76BF-953D-2D269045038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6FB019B3-3E4D-4679-DD50-5826092AF6F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C3B9BD3-3F89-A76E-9755-D143352FD8C9}"/>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A0A57E1-AB7E-FE40-E9F2-A6B59000E41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CB902969-27E3-7C3B-CEEB-49F2C4F9DB1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6511396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DE5AB-EA71-47B2-D47A-B7C0384A3D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A71966-6A8F-5F4A-158E-98E2EBF01157}"/>
              </a:ext>
            </a:extLst>
          </p:cNvPr>
          <p:cNvSpPr>
            <a:spLocks noGrp="1"/>
          </p:cNvSpPr>
          <p:nvPr>
            <p:ph sz="half" idx="1"/>
          </p:nvPr>
        </p:nvSpPr>
        <p:spPr/>
        <p:txBody>
          <a:bodyPr/>
          <a:lstStyle/>
          <a:p>
            <a:r>
              <a:rPr lang="en-US" dirty="0"/>
              <a:t>In Column 9, the maximum the 5-arrow could be is 45789 = 33. Therefore, the only possible sum is 31.</a:t>
            </a:r>
          </a:p>
        </p:txBody>
      </p:sp>
      <p:pic>
        <p:nvPicPr>
          <p:cNvPr id="4" name="Picture 3" descr="A grid of sudoku puzzle&#10;&#10;Description automatically generated">
            <a:extLst>
              <a:ext uri="{FF2B5EF4-FFF2-40B4-BE49-F238E27FC236}">
                <a16:creationId xmlns:a16="http://schemas.microsoft.com/office/drawing/2014/main" id="{69401FC2-AA92-81B5-6788-D304634FD03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D0F2350-FFF6-A7AF-FA71-E8E51782DC4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63BB0B-F0A7-F13A-4DB4-C3AB60EC7C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D3F894F-420C-624D-0B8B-BFDD09A8E3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FA5C812-DC75-C917-D4BB-B6025C7628EC}"/>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636E860-F753-33E5-F6C2-20E10D62751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2116564C-7AF6-D7F4-E82E-F98BB03CCFD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5DF83999-C04E-4813-C2CF-725186A6EF4F}"/>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713D02D9-0402-C939-0C91-2D6B9E8DCA33}"/>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1BEBC5A7-A6DE-ECCE-0479-B38C226BD90B}"/>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3BC2D4E-B003-6ACE-43B6-72032574C1AB}"/>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3BBBDEFE-E0B4-23D6-3FD4-43FDF75F7452}"/>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94D8B6D-0140-FD93-D494-5711B7F09C86}"/>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F89C61A6-AFA4-D2C5-E98F-7126BD5BCA0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A07A4217-BBA9-88F8-6C2E-87A2C45A19D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26B77226-0869-BBC0-43CE-104F66564B87}"/>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E88FAB27-79C5-0F01-876D-884115CC5886}"/>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5" name="TextBox 24">
            <a:extLst>
              <a:ext uri="{FF2B5EF4-FFF2-40B4-BE49-F238E27FC236}">
                <a16:creationId xmlns:a16="http://schemas.microsoft.com/office/drawing/2014/main" id="{3E094999-FC2B-57AC-6A68-8E5AA01F593D}"/>
              </a:ext>
            </a:extLst>
          </p:cNvPr>
          <p:cNvSpPr txBox="1"/>
          <p:nvPr/>
        </p:nvSpPr>
        <p:spPr>
          <a:xfrm>
            <a:off x="6152446" y="4909484"/>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E562CC74-3FA1-3237-CC8E-77434C2B60EF}"/>
              </a:ext>
            </a:extLst>
          </p:cNvPr>
          <p:cNvSpPr txBox="1"/>
          <p:nvPr/>
        </p:nvSpPr>
        <p:spPr>
          <a:xfrm>
            <a:off x="6654802" y="5044952"/>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140C62B6-988B-65B5-03D9-06ED96868DA2}"/>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F8E59026-7489-7F0D-6D21-DD8D32761195}"/>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2FFDA564-9F6F-F000-B22C-5B12EA2FA44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605971C-8BFB-7DA4-7E0E-CBF9432041BE}"/>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B512BFD9-0CD1-E565-C738-D5EBB3F1E64A}"/>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06649ADB-8481-6C1C-628A-1D5333AFCC7C}"/>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3D5B44F2-47B3-1BE4-3193-1D8197868B37}"/>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A8A2EA27-4F08-5070-C790-C96A1BE518CF}"/>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4579</a:t>
            </a:r>
          </a:p>
        </p:txBody>
      </p:sp>
      <p:sp>
        <p:nvSpPr>
          <p:cNvPr id="33" name="TextBox 32">
            <a:extLst>
              <a:ext uri="{FF2B5EF4-FFF2-40B4-BE49-F238E27FC236}">
                <a16:creationId xmlns:a16="http://schemas.microsoft.com/office/drawing/2014/main" id="{9E88E38E-AB4C-DF0D-42F5-5AEDA15F9D5B}"/>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C13BD15F-7337-3CE2-D63B-935CEC447EB3}"/>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889FB10F-65DE-326F-A3C4-DA21D7CAB526}"/>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F3C2DBD4-578C-799D-FCEC-93734086A265}"/>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06DB1E0A-753F-FB2A-B55D-7EEBF3FF83D3}"/>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E23BD8ED-9C7E-F6A8-A2DC-4FD081521F7E}"/>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4669F709-D049-E485-3600-C21D6AF67410}"/>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0D19B884-F40F-BFF5-3D1B-5EF416654F80}"/>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4057FB2F-884F-AFA4-93E2-D5F60805337E}"/>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6F503FF5-CD77-B0F8-F273-F47595489CA6}"/>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43817EFE-CE52-66AB-801F-631ED4808B93}"/>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6BED273B-DA35-F3F5-BA09-90C9753B3F6E}"/>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55ECE2E6-33AC-0B1A-9713-62C4AB4B3D8C}"/>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7" name="TextBox 56">
            <a:extLst>
              <a:ext uri="{FF2B5EF4-FFF2-40B4-BE49-F238E27FC236}">
                <a16:creationId xmlns:a16="http://schemas.microsoft.com/office/drawing/2014/main" id="{E4607D91-E850-73BC-F99D-A7B7265005CF}"/>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C4996EB4-02B7-EE0B-F994-2D24A1322533}"/>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E656502D-DB9D-7122-700C-ECFDA0938903}"/>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34589</a:t>
            </a:r>
          </a:p>
        </p:txBody>
      </p:sp>
      <p:sp>
        <p:nvSpPr>
          <p:cNvPr id="60" name="TextBox 59">
            <a:extLst>
              <a:ext uri="{FF2B5EF4-FFF2-40B4-BE49-F238E27FC236}">
                <a16:creationId xmlns:a16="http://schemas.microsoft.com/office/drawing/2014/main" id="{C2FA22B6-DA4D-4953-EE25-5A1DEE740420}"/>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ED660861-E056-4275-4436-B5FFE2C04DDD}"/>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07657F81-5196-0C5D-BB37-E3E4E283534A}"/>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323A50D2-AE60-0131-AF6D-79D58126B932}"/>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84D31679-302B-7810-C533-F046827474D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FE951E43-2380-D03D-4ABF-4BF033D6E719}"/>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9DC897CB-71E2-38B8-43D3-50ACB61E8335}"/>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89F4E4C6-8BBF-99CC-9E24-2491D33A94AE}"/>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DC45C9EC-3057-049D-CC47-68817E5FC6C2}"/>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E0D37A94-9444-BD79-0A32-9409B0ACCCD3}"/>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097B539E-774A-EB27-7BF2-09CC523AE2A5}"/>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98A3C894-4E65-ABBD-29CA-86D182E939F3}"/>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8D0166D5-EEE4-10EA-E7BC-8C4C0546696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36783524-56E7-331A-489A-8E2E9E5D290C}"/>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79E9E607-8404-B418-9D30-DBD16B8EC76A}"/>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8B82BF61-58C9-929A-B2E5-75651A65C83B}"/>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10E3D7F8-7DD2-9579-7D79-1A69069B1D3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46242638-24C7-14BC-760B-64940E1A2882}"/>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039C745-EEED-9EEC-6660-1808F107370F}"/>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8E7F70D9-7F76-BE47-9AB5-47A3B4D2A96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4A38EFD6-1441-641E-4B08-0787D37962F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816C44D7-E6EF-423F-25CD-CD69EFA44A91}"/>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6369F9E0-AAE7-358E-DBF2-14E584C78B71}"/>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2884395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045B7-E782-F5BB-E4F5-F44B111C222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928688-E341-5CF4-7744-FAE2A8E0BE9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2996E10-B798-D888-D7B4-AB081CA6DB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50F3F97-4D6A-B43B-45D0-513A777B1B1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14B2D63-CDBA-88C5-8F85-2D5E105329F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961C29-1265-5E63-2A9A-9EB02F091C5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F4DF5B2-D08A-D210-971D-C45F6316E69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D5432A31-1232-D021-82DE-A25BA592AFC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FCF8EDCD-140A-F81A-92DC-302ED31FAD1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44E049DC-29B2-847E-0E4D-F11F45C06E27}"/>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073ECF66-4DFD-A1AA-745F-44031B4AF11C}"/>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CF8CF7A-3BC3-4A3E-9408-8F2D1F7114A1}"/>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ACB75446-020B-2A9D-DFDB-44038AAFFE25}"/>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0819D81C-C75E-02DF-8336-15EE9C7888E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6D75CC7-9224-BD6B-5E01-68AFB34453EC}"/>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A1F360CA-61DF-FCF7-D19A-855841E8ADC0}"/>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8120AED8-405F-10F2-DA32-0704CA33E437}"/>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79C0171F-B178-D28C-0385-9AB52AD9F0B3}"/>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178EFFE8-2F39-B3EC-F162-B65F28ED4BCD}"/>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C3D26F3E-E28E-106E-D536-8852824E2DE3}"/>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7C61B90-5262-9683-2CAC-C18F021EFC46}"/>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8E18E3F6-9FC9-0C96-3B07-98BBAD56487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DAEB9DFD-7FE4-920D-BCD2-107D5ED5BB6D}"/>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3B47A53D-8F75-994B-9D2A-18507D2E3C59}"/>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D374FFC2-F49D-825E-1CAC-79FFC88A3FDC}"/>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10E3DB35-A600-0386-50CC-33C1E13DDB1D}"/>
              </a:ext>
            </a:extLst>
          </p:cNvPr>
          <p:cNvSpPr txBox="1"/>
          <p:nvPr/>
        </p:nvSpPr>
        <p:spPr>
          <a:xfrm>
            <a:off x="3640666" y="5044952"/>
            <a:ext cx="570089" cy="230832"/>
          </a:xfrm>
          <a:prstGeom prst="rect">
            <a:avLst/>
          </a:prstGeom>
          <a:noFill/>
        </p:spPr>
        <p:txBody>
          <a:bodyPr wrap="square" rtlCol="0">
            <a:spAutoFit/>
          </a:bodyPr>
          <a:lstStyle/>
          <a:p>
            <a:pPr algn="ctr"/>
            <a:r>
              <a:rPr lang="en-US" sz="900" dirty="0"/>
              <a:t>5789</a:t>
            </a:r>
          </a:p>
        </p:txBody>
      </p:sp>
      <p:sp>
        <p:nvSpPr>
          <p:cNvPr id="32" name="TextBox 31">
            <a:extLst>
              <a:ext uri="{FF2B5EF4-FFF2-40B4-BE49-F238E27FC236}">
                <a16:creationId xmlns:a16="http://schemas.microsoft.com/office/drawing/2014/main" id="{B779A986-C247-7C94-091A-3BBCBA491D85}"/>
              </a:ext>
            </a:extLst>
          </p:cNvPr>
          <p:cNvSpPr txBox="1"/>
          <p:nvPr/>
        </p:nvSpPr>
        <p:spPr>
          <a:xfrm>
            <a:off x="3138310" y="5044952"/>
            <a:ext cx="570089" cy="230832"/>
          </a:xfrm>
          <a:prstGeom prst="rect">
            <a:avLst/>
          </a:prstGeom>
          <a:noFill/>
        </p:spPr>
        <p:txBody>
          <a:bodyPr wrap="square" rtlCol="0">
            <a:spAutoFit/>
          </a:bodyPr>
          <a:lstStyle/>
          <a:p>
            <a:pPr algn="ctr"/>
            <a:r>
              <a:rPr lang="en-US" sz="900" dirty="0"/>
              <a:t>4579</a:t>
            </a:r>
          </a:p>
        </p:txBody>
      </p:sp>
      <p:sp>
        <p:nvSpPr>
          <p:cNvPr id="33" name="TextBox 32">
            <a:extLst>
              <a:ext uri="{FF2B5EF4-FFF2-40B4-BE49-F238E27FC236}">
                <a16:creationId xmlns:a16="http://schemas.microsoft.com/office/drawing/2014/main" id="{EA0E4B4D-01CF-7951-D76B-9C83904C03B7}"/>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571D6191-1320-747F-6A82-474304CBE882}"/>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0E965D94-B183-CA04-A756-E0892B380F1E}"/>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122015C5-E47D-428A-2996-BC25CA64F0ED}"/>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E91E6070-4626-0808-159B-F455D78AA7A3}"/>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4971997F-71C6-74A9-F52F-9FF610030F67}"/>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53EA49EE-D602-8AE3-D2B3-394FD0C940E2}"/>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2AC9CBD1-ADC6-41C7-5038-F5F2469E678A}"/>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9ED40C87-4F26-D659-1520-8859836EF01D}"/>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73DC7DD3-2578-E268-B27B-72394699858C}"/>
              </a:ext>
            </a:extLst>
          </p:cNvPr>
          <p:cNvSpPr txBox="1"/>
          <p:nvPr/>
        </p:nvSpPr>
        <p:spPr>
          <a:xfrm>
            <a:off x="5147734" y="5044952"/>
            <a:ext cx="570089" cy="230832"/>
          </a:xfrm>
          <a:prstGeom prst="rect">
            <a:avLst/>
          </a:prstGeom>
          <a:noFill/>
        </p:spPr>
        <p:txBody>
          <a:bodyPr wrap="square" rtlCol="0">
            <a:spAutoFit/>
          </a:bodyPr>
          <a:lstStyle/>
          <a:p>
            <a:pPr algn="ctr"/>
            <a:r>
              <a:rPr lang="en-US" sz="900" dirty="0"/>
              <a:t>345789</a:t>
            </a:r>
          </a:p>
        </p:txBody>
      </p:sp>
      <p:sp>
        <p:nvSpPr>
          <p:cNvPr id="52" name="TextBox 51">
            <a:extLst>
              <a:ext uri="{FF2B5EF4-FFF2-40B4-BE49-F238E27FC236}">
                <a16:creationId xmlns:a16="http://schemas.microsoft.com/office/drawing/2014/main" id="{0C9E8C0F-A9C0-6DA7-45EF-302D47DE27C0}"/>
              </a:ext>
            </a:extLst>
          </p:cNvPr>
          <p:cNvSpPr txBox="1"/>
          <p:nvPr/>
        </p:nvSpPr>
        <p:spPr>
          <a:xfrm>
            <a:off x="7157158" y="4043065"/>
            <a:ext cx="570089" cy="230832"/>
          </a:xfrm>
          <a:prstGeom prst="rect">
            <a:avLst/>
          </a:prstGeom>
          <a:noFill/>
        </p:spPr>
        <p:txBody>
          <a:bodyPr wrap="square" rtlCol="0">
            <a:spAutoFit/>
          </a:bodyPr>
          <a:lstStyle/>
          <a:p>
            <a:pPr algn="ctr"/>
            <a:r>
              <a:rPr lang="en-US" sz="900" dirty="0"/>
              <a:t>245789</a:t>
            </a:r>
          </a:p>
        </p:txBody>
      </p:sp>
      <p:sp>
        <p:nvSpPr>
          <p:cNvPr id="53" name="TextBox 52">
            <a:extLst>
              <a:ext uri="{FF2B5EF4-FFF2-40B4-BE49-F238E27FC236}">
                <a16:creationId xmlns:a16="http://schemas.microsoft.com/office/drawing/2014/main" id="{9383C554-745D-3061-8641-5363C621744D}"/>
              </a:ext>
            </a:extLst>
          </p:cNvPr>
          <p:cNvSpPr txBox="1"/>
          <p:nvPr/>
        </p:nvSpPr>
        <p:spPr>
          <a:xfrm>
            <a:off x="6152446" y="766465"/>
            <a:ext cx="570089" cy="230832"/>
          </a:xfrm>
          <a:prstGeom prst="rect">
            <a:avLst/>
          </a:prstGeom>
          <a:noFill/>
        </p:spPr>
        <p:txBody>
          <a:bodyPr wrap="square" rtlCol="0">
            <a:spAutoFit/>
          </a:bodyPr>
          <a:lstStyle/>
          <a:p>
            <a:pPr algn="ctr"/>
            <a:r>
              <a:rPr lang="en-US" sz="900" dirty="0"/>
              <a:t>59</a:t>
            </a:r>
          </a:p>
        </p:txBody>
      </p:sp>
      <p:sp>
        <p:nvSpPr>
          <p:cNvPr id="54" name="TextBox 53">
            <a:extLst>
              <a:ext uri="{FF2B5EF4-FFF2-40B4-BE49-F238E27FC236}">
                <a16:creationId xmlns:a16="http://schemas.microsoft.com/office/drawing/2014/main" id="{3770192F-D4C7-3A6B-4EC4-DD89DBCFCC09}"/>
              </a:ext>
            </a:extLst>
          </p:cNvPr>
          <p:cNvSpPr txBox="1"/>
          <p:nvPr/>
        </p:nvSpPr>
        <p:spPr>
          <a:xfrm>
            <a:off x="6654802" y="766465"/>
            <a:ext cx="570089" cy="230832"/>
          </a:xfrm>
          <a:prstGeom prst="rect">
            <a:avLst/>
          </a:prstGeom>
          <a:noFill/>
        </p:spPr>
        <p:txBody>
          <a:bodyPr wrap="square" rtlCol="0">
            <a:spAutoFit/>
          </a:bodyPr>
          <a:lstStyle/>
          <a:p>
            <a:pPr algn="ctr"/>
            <a:r>
              <a:rPr lang="en-US" sz="900" dirty="0"/>
              <a:t>95</a:t>
            </a:r>
          </a:p>
        </p:txBody>
      </p:sp>
      <p:sp>
        <p:nvSpPr>
          <p:cNvPr id="57" name="TextBox 56">
            <a:extLst>
              <a:ext uri="{FF2B5EF4-FFF2-40B4-BE49-F238E27FC236}">
                <a16:creationId xmlns:a16="http://schemas.microsoft.com/office/drawing/2014/main" id="{2DEB8089-EE79-B7CC-C742-4E79038EB101}"/>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C7D507ED-5EDC-119F-50F6-3E7DD8CDE4CF}"/>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33CD48B2-972A-E064-25ED-7F04C2E8C604}"/>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34589</a:t>
            </a:r>
          </a:p>
        </p:txBody>
      </p:sp>
      <p:sp>
        <p:nvSpPr>
          <p:cNvPr id="60" name="TextBox 59">
            <a:extLst>
              <a:ext uri="{FF2B5EF4-FFF2-40B4-BE49-F238E27FC236}">
                <a16:creationId xmlns:a16="http://schemas.microsoft.com/office/drawing/2014/main" id="{CF5BCFDB-33CF-0524-C3A5-A41E107935C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AA62D97A-E0A8-A808-F20F-669E6AC22C04}"/>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9549AD84-E35D-EE10-B5B7-FDC2FFFF86AD}"/>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1A52D073-AC79-8B5E-9A86-71B85A14D351}"/>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43FDDD8C-EEB0-DA85-2D55-3E3ECC57EB7F}"/>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7DE3EC94-3BF7-9161-5167-273383A6ABC5}"/>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63EA9B9-B999-472C-7D58-BD9CA3DB1C5D}"/>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6A951251-1D33-C206-5539-A6190636263D}"/>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D8F359DD-B4C9-80A1-0995-CA0D100B5E7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23457</a:t>
            </a:r>
          </a:p>
        </p:txBody>
      </p:sp>
      <p:sp>
        <p:nvSpPr>
          <p:cNvPr id="64" name="TextBox 63">
            <a:extLst>
              <a:ext uri="{FF2B5EF4-FFF2-40B4-BE49-F238E27FC236}">
                <a16:creationId xmlns:a16="http://schemas.microsoft.com/office/drawing/2014/main" id="{443BF97A-CE19-FA6B-D40E-3CD73DAFF786}"/>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4EFE6E9B-8545-683D-FB04-FCF6D45D27A1}"/>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7BFDF918-ACED-4EF4-AB66-BF0436394465}"/>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25EE9414-5C78-6584-F539-6AB94A473E2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2FE350CF-7201-03CF-5D56-4B34C81C866A}"/>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92C988B8-1ACC-D4C3-3E07-0AFE33BF9F49}"/>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51B4C8C0-3698-5017-4D34-A7271098C1EB}"/>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94FF8ADE-33A2-2E0B-111E-ECC501B964AC}"/>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3AC0FF9A-2D05-9321-775D-9E3AC5CD8A98}"/>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6A556F4-00FB-4290-E61C-9A2545B79143}"/>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3A913712-ED7E-1B10-5A7D-4E4F4E01E9AE}"/>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1BCCD50F-138B-0CE3-16A2-324B79836D4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3753E4DA-4A73-2D88-7186-50CD53443A05}"/>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37EFBE5C-E23B-2F9E-6565-F507D956B591}"/>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4C1B411D-AE69-F189-63EB-24369D099609}"/>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F6DB816-4543-820D-FDAA-261C8D7DB30F}"/>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9891723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AE475-DF8F-7415-F51B-342A9DBC93B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98D5F30-3981-F54D-B3DE-9AC0D2BDC66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04165FD-EA2B-5759-EFAF-C08D8CB3AF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6210778-1FF1-09F8-BCA8-0351F9E870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19E063-D3CE-AED9-8C93-1AC54E8568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0071C3-BEEC-642A-015D-0D9ACBAFED0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02195E-9B98-F265-0862-AACD62692415}"/>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9A5F2A3-EB0C-206A-B207-7601F3E2A46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2471740-53C0-37E3-3819-A03A963AE45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1611AB29-7647-8781-23E1-8C720A020958}"/>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64E64A27-4B0B-2F32-2234-0CAF009FBED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98D2D340-51A3-FAE2-D907-1F29C2ADB15D}"/>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9A484823-36F1-BEB4-E2DD-E00C21108F39}"/>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8EFA81B3-112B-2458-DF60-8E7049F3E07C}"/>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32E3ECE-1498-2521-7C90-417FED2AD49E}"/>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8341562-E02B-C335-961C-FE75C7C9322A}"/>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F8CEAE8F-B69A-7203-A0FD-655709A05593}"/>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7D0D246D-5441-56CA-093B-C4B5F3E15130}"/>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6C86C172-1B81-DF49-59C0-736B3D52CE78}"/>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A343FEC3-6760-9EFA-7EF6-C97644380665}"/>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419AAFB3-E9A9-EEC6-9326-C3D082875CD9}"/>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FF1CB84A-2403-4C07-26DE-0DC87914417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17F81410-0FE6-70AF-02FC-75BCA8A64DDD}"/>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B8AF1851-EB16-168A-EF89-E3EBB39D106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D31B8790-EB49-A209-9E8F-0546987D704C}"/>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0C462451-2D95-1BC4-1A1D-7193653A3983}"/>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C1059F28-6D51-8E5F-83DB-680BFB92F2D6}"/>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AAB20C3F-F8ED-378D-B9CE-083E3A2274A7}"/>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74D26E80-705D-C6F3-BDD0-13C48A495A82}"/>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10D91D3C-21BE-B0EB-27E9-F1CE65C882B1}"/>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B71FEA0F-5F10-3F79-8CB2-E42098AF680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617FD323-5CF8-979F-00C6-7520D8A0EC9F}"/>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CE0F1E3D-0231-D736-F920-92F33605EC2D}"/>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D77A1BC-8D2C-621D-64A2-6FDEB70B962B}"/>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25C1987D-3C4E-447F-B975-5185A7B2B337}"/>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A5E2A684-5CC8-EA56-30A0-2A889CE0F6CC}"/>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143CEFC4-5160-5548-BCC1-275FEF7EFEA1}"/>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2CD8CD34-A260-DB8C-2ED8-553E90529F53}"/>
              </a:ext>
            </a:extLst>
          </p:cNvPr>
          <p:cNvSpPr txBox="1"/>
          <p:nvPr/>
        </p:nvSpPr>
        <p:spPr>
          <a:xfrm>
            <a:off x="7157158" y="4043065"/>
            <a:ext cx="570089" cy="230832"/>
          </a:xfrm>
          <a:prstGeom prst="rect">
            <a:avLst/>
          </a:prstGeom>
          <a:noFill/>
        </p:spPr>
        <p:txBody>
          <a:bodyPr wrap="square" rtlCol="0">
            <a:spAutoFit/>
          </a:bodyPr>
          <a:lstStyle/>
          <a:p>
            <a:pPr algn="ctr"/>
            <a:r>
              <a:rPr lang="en-US" sz="900" dirty="0"/>
              <a:t>2478</a:t>
            </a:r>
          </a:p>
        </p:txBody>
      </p:sp>
      <p:sp>
        <p:nvSpPr>
          <p:cNvPr id="57" name="TextBox 56">
            <a:extLst>
              <a:ext uri="{FF2B5EF4-FFF2-40B4-BE49-F238E27FC236}">
                <a16:creationId xmlns:a16="http://schemas.microsoft.com/office/drawing/2014/main" id="{E6654C1A-6F46-AFA6-E334-3B4636239420}"/>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57D6F70F-3A25-90BE-707D-59329C77B1D1}"/>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047ED191-36A6-B728-B781-E668DBFC3087}"/>
              </a:ext>
            </a:extLst>
          </p:cNvPr>
          <p:cNvSpPr txBox="1"/>
          <p:nvPr/>
        </p:nvSpPr>
        <p:spPr>
          <a:xfrm>
            <a:off x="6654802" y="3406653"/>
            <a:ext cx="570089" cy="230832"/>
          </a:xfrm>
          <a:prstGeom prst="rect">
            <a:avLst/>
          </a:prstGeom>
          <a:noFill/>
        </p:spPr>
        <p:txBody>
          <a:bodyPr wrap="square" rtlCol="0">
            <a:spAutoFit/>
          </a:bodyPr>
          <a:lstStyle/>
          <a:p>
            <a:pPr algn="ctr"/>
            <a:r>
              <a:rPr lang="en-US" sz="900" dirty="0"/>
              <a:t>3458</a:t>
            </a:r>
          </a:p>
        </p:txBody>
      </p:sp>
      <p:sp>
        <p:nvSpPr>
          <p:cNvPr id="60" name="TextBox 59">
            <a:extLst>
              <a:ext uri="{FF2B5EF4-FFF2-40B4-BE49-F238E27FC236}">
                <a16:creationId xmlns:a16="http://schemas.microsoft.com/office/drawing/2014/main" id="{910DDA9F-B077-7AD9-D153-A587256E459B}"/>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1FDDD4E2-7895-E259-A485-CAA7158E764F}"/>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2157C204-739F-474B-B144-35FA11CB948B}"/>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C84BEEA7-6E15-9B28-EF8C-56F34130AA10}"/>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414F3745-4DFC-19BF-6DD9-19B3A86BDA93}"/>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EC6C82E-D448-979D-7C55-F8E5A08FB426}"/>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710F862F-0C99-26C5-3ACE-2DE4F21AB13C}"/>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0AE79287-FB35-F5BE-D661-A55538DD18E5}"/>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3FA453C1-16C6-0F59-B1D6-3EC0F3ED83D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56C4A90D-B019-916D-391F-36BBE98ECCAA}"/>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6F645B91-CB9A-17BC-0591-F706970BB95C}"/>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E27ED865-149E-13C6-909E-601E757543B9}"/>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CFBCA0A3-0374-6CFF-E78E-43BB3028F09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25058C03-06CB-1A90-A106-35E5196E5769}"/>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595918D7-2322-7622-424D-ED1C8750F17B}"/>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C392D808-82DE-D6EE-A786-2762E4F9746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3B2C0665-15E1-AACD-670D-C9AC42ED3F3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DFDC187E-6560-729C-2683-33F6EB5C75BD}"/>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2E427E1-ECCE-4C0E-4648-A04AE771DBD9}"/>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3A2C6354-9E1E-1467-B8DF-6D679E59EDD3}"/>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369A63D-3935-2FDF-449D-69DDBD13478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5481F424-36EE-357B-CF27-56384CC1DEB9}"/>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9AB5B537-142A-4DA8-0533-71D374DD84D4}"/>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3403A0A2-6D13-D91B-BD0A-5B252CD5814C}"/>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366A3B0B-944F-D602-8F38-4589FCEE2D77}"/>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8FA6CF8-552F-0077-0475-14669EF51B41}"/>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45A0F69-D0EC-0CE3-0058-03703EA149C4}"/>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4467101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D666C-E7A5-4F48-468B-A8F10A62F42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A4B4FE-5275-2580-5011-6F5533D7DDF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9411DF7-6B59-7FC3-79BB-03B2A3F2A4E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54948C-D884-B759-5019-B265CBBCAB2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014648F-0AB3-7BFC-F1DC-4C4DDFD5561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36B97E1-42AB-8E0D-EFE6-28ACF69373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AAB262F-FFB7-1F0E-02AD-35608A77AEE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DD60AB2-C870-7BB1-FE8D-434F3C70C54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014A2CA-87BB-CA84-7316-08315D635270}"/>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9C25E8F0-B9BE-7A2A-928B-8253135C526B}"/>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41DB79B-6685-EFB2-121E-5C1CDF96449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CD0B64B6-E787-2544-442B-033A6BDCA857}"/>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253CB0A3-7410-03DF-44A2-166C5C8103F8}"/>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6D9397D-EBDA-AE6E-A490-95AC03B5B04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7D22D8A-6149-D27C-1D1F-91BEBBE582E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F473735-9ABE-B434-2928-987B57B9BCD2}"/>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AE8F6DD2-22BD-17AA-6748-EB9FFF9842C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1F9012FB-F53D-0619-06E5-EDD70DEF3B4F}"/>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21503B1A-C1C2-5910-C53B-783115C90F19}"/>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22835015-DD11-8345-3405-AF3AF9E3671D}"/>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83EAB053-27BF-A552-FD61-B6BEE19F32E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0F0F5E52-6E15-48F0-8478-BE31EB3CFB9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E09673C1-40A9-D3AD-1BE8-BF361BE766EC}"/>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94B93936-0864-CE15-9720-F532ED03F53F}"/>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16EA43B5-4F4B-F49C-2C7C-31C813912FB1}"/>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3611DB3B-967A-E071-AEAE-7C0170F6392A}"/>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F724C88C-2855-6FBC-5A4F-254A769FC175}"/>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B685334D-5DB1-F3C6-77CE-49CB542EA6AA}"/>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B2D191E1-198B-0B56-9583-4378FD251EF4}"/>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F0DAF767-641D-E107-5210-E9D1118B4306}"/>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A6E94A2C-0815-89C5-21FF-AF44D6263E1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E39F0E5-CD8D-6E8F-30E1-B3EEA9E5AD18}"/>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B43357B8-F78B-CB8F-F535-3BA57026109B}"/>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B5E20DEA-948C-B9FD-2859-3B05F78FEAB0}"/>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DB21D1AD-4A18-2373-BBBD-A4A16336F9D6}"/>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27716359-D977-826A-F9E8-C8098946BD16}"/>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41620CA2-4C01-C758-B5C7-E1894C9E2559}"/>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02526E23-388F-DCEC-7E65-C2F1D49C22AE}"/>
              </a:ext>
            </a:extLst>
          </p:cNvPr>
          <p:cNvSpPr txBox="1"/>
          <p:nvPr/>
        </p:nvSpPr>
        <p:spPr>
          <a:xfrm>
            <a:off x="7157158" y="4043065"/>
            <a:ext cx="570089" cy="230832"/>
          </a:xfrm>
          <a:prstGeom prst="rect">
            <a:avLst/>
          </a:prstGeom>
          <a:noFill/>
        </p:spPr>
        <p:txBody>
          <a:bodyPr wrap="square" rtlCol="0">
            <a:spAutoFit/>
          </a:bodyPr>
          <a:lstStyle/>
          <a:p>
            <a:pPr algn="ctr"/>
            <a:r>
              <a:rPr lang="en-US" sz="900" dirty="0"/>
              <a:t>2478</a:t>
            </a:r>
          </a:p>
        </p:txBody>
      </p:sp>
      <p:sp>
        <p:nvSpPr>
          <p:cNvPr id="57" name="TextBox 56">
            <a:extLst>
              <a:ext uri="{FF2B5EF4-FFF2-40B4-BE49-F238E27FC236}">
                <a16:creationId xmlns:a16="http://schemas.microsoft.com/office/drawing/2014/main" id="{89132BCB-6160-C602-057C-B892B862B0D7}"/>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102BEFA1-2005-692A-AE08-B6162B9C5BF2}"/>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8206EE82-8176-A29A-7538-8D06773EE787}"/>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34A6563D-E63D-4ADD-B2A1-C49D108AD1F5}"/>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7CA9C4BC-DCC7-EA22-A05E-02E393A35D34}"/>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9224648F-50CF-5AD3-7581-ED4CC28E63E5}"/>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BAFED5D0-4E4A-B66F-1365-298C07B7447B}"/>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B56AA673-8664-C0E4-1FA7-EDAF01A51999}"/>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F09F7C8-D4AA-B780-4B64-3037A11E0E55}"/>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B237DE05-7BE7-19CA-F9E9-4C82CB784A76}"/>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7D9DFF13-3589-7ECF-5388-0BD71EDEFA2A}"/>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385ECD3F-6BB0-E7A1-443B-2F184BC501A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154CF967-F2DF-368B-B949-EB66E5C98CF0}"/>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0417959F-A299-BE7D-004D-C4AEED4821F5}"/>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ACC0969D-9736-A868-2EEC-59905CD24238}"/>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E16FCFD2-8A60-EBE1-4B91-CB6C51CC2FB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34FD4AC-3A8E-0044-B3DB-92EB4DFA1F31}"/>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693E858C-DF56-95DC-DEDD-B00DC8F2B383}"/>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CD8BF04F-70C3-3EF5-CF77-00DFC228E2C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6B4FE9CA-FCB3-4497-61C7-6E28F52753D1}"/>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F8A1A03D-5EAA-E609-4251-96812EFE12FB}"/>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B99549D-7E85-315A-5348-D583B1A06F74}"/>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9826BE8-1EAD-4F6C-AB97-BE9DBBF78AB7}"/>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F8A25D97-0A3A-B380-C864-087E0BFCF8C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2F06D018-729C-8C4D-D234-37A5F30FB3E6}"/>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C269B3DC-BB2A-3F43-F3A1-A0BB163C702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8D71382E-EF5B-2D18-70DF-C80E9EB01222}"/>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84AF9212-2FF7-3A52-7B7B-6C5687A9C0CB}"/>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95EA034F-1FA6-6AFB-D460-0A6E02754D4F}"/>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0A967C92-6A33-D96A-A660-10E8ED04EA8D}"/>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327707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62CEC-5CA1-547E-B233-69BD64DDC2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7241F0-6F8B-6DCC-E25C-254AF238A6C4}"/>
              </a:ext>
            </a:extLst>
          </p:cNvPr>
          <p:cNvSpPr>
            <a:spLocks noGrp="1"/>
          </p:cNvSpPr>
          <p:nvPr>
            <p:ph sz="half" idx="1"/>
          </p:nvPr>
        </p:nvSpPr>
        <p:spPr/>
        <p:txBody>
          <a:bodyPr/>
          <a:lstStyle/>
          <a:p>
            <a:r>
              <a:rPr lang="en-US" dirty="0"/>
              <a:t>Initialize remaining cells with six possibilities or fewer.</a:t>
            </a:r>
          </a:p>
        </p:txBody>
      </p:sp>
      <p:pic>
        <p:nvPicPr>
          <p:cNvPr id="4" name="Picture 3" descr="A grid of sudoku puzzle&#10;&#10;Description automatically generated">
            <a:extLst>
              <a:ext uri="{FF2B5EF4-FFF2-40B4-BE49-F238E27FC236}">
                <a16:creationId xmlns:a16="http://schemas.microsoft.com/office/drawing/2014/main" id="{F013F9BC-1D02-183E-2C10-1335621F8D2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7433643-E71C-9C04-DFDE-96E111740E1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DED92AD-72C1-7424-CDC0-2B3F745E43F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073915E-D1AB-06EE-C5A5-EC0D5628E26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1F593E3-2986-9403-2F0A-84957485853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43031285-9DE0-E2D9-F84C-A7372AA4C70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E2D90C28-14F7-450E-F561-F0AC3ABBC73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CC2EA051-F35A-41F0-400C-41709470583E}"/>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F7214CC-2568-DD1B-A26A-00EF2F6184E9}"/>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3D348DC0-51FA-43D0-6370-5B0A3F357D66}"/>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10C0D016-8A7E-228D-D9DB-FEB6694C2E49}"/>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DD2B9C2A-9255-976F-1632-B9219DCFBB88}"/>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329E1D6-A9FF-C72F-3A0D-A6E1EBD283F8}"/>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7949066-FA1B-D7E8-AC2A-F347B8FC4570}"/>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3BF1621-BBFC-979E-400A-A914CAC4135F}"/>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22C6A286-B840-06A0-108F-C30DDF49A558}"/>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29983B29-3CF5-E329-070F-247E3832A1B4}"/>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72053B39-E242-5D22-514C-B75AD1864026}"/>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75F53149-72A3-3291-6223-5148FF9DC391}"/>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9FB2E4CD-F2D4-3E8C-B4C3-08EA9AF7DAE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80C0F3DB-9EB4-C3C4-A68C-595105097561}"/>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C0159F3E-052E-9390-6A52-84F8FEC2E7F4}"/>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0CB1525E-4EFD-8879-803C-4CA00DCBEC20}"/>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98A14671-B6C2-BE0E-04A4-6F00C28D9B05}"/>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0D0CB1DF-2D2F-A780-0638-FEDEBB67BDEB}"/>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21068D8A-15B2-DD17-DC56-54B4CAC9A1BB}"/>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4C861909-AF5F-9CBA-A5C3-6C86187D6AA4}"/>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54C14886-2E12-C3DC-875F-E60AE3B0A8F5}"/>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A663C70C-981A-C535-6DB5-1739F83769EA}"/>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E473D0B-45BB-534D-8084-E2ED3FE8AE77}"/>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C85806A4-F0D8-87E1-4E2B-97C8D92DBBFD}"/>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3F1646A4-3854-A54F-1530-007BED964AFD}"/>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7DCD5801-8177-D8B2-C105-D0E49DB21D99}"/>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A1A98C22-4463-9625-8933-75F1EC032DC0}"/>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BB67DCA3-0EAA-9C92-B35F-81E3941F03E9}"/>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462B4AAB-1651-B363-2BA9-4ADD10FA8ECC}"/>
              </a:ext>
            </a:extLst>
          </p:cNvPr>
          <p:cNvSpPr txBox="1"/>
          <p:nvPr/>
        </p:nvSpPr>
        <p:spPr>
          <a:xfrm>
            <a:off x="7157158" y="4043065"/>
            <a:ext cx="570089" cy="230832"/>
          </a:xfrm>
          <a:prstGeom prst="rect">
            <a:avLst/>
          </a:prstGeom>
          <a:noFill/>
        </p:spPr>
        <p:txBody>
          <a:bodyPr wrap="square" rtlCol="0">
            <a:spAutoFit/>
          </a:bodyPr>
          <a:lstStyle/>
          <a:p>
            <a:pPr algn="ctr"/>
            <a:r>
              <a:rPr lang="en-US" sz="900" dirty="0"/>
              <a:t>2478</a:t>
            </a:r>
          </a:p>
        </p:txBody>
      </p:sp>
      <p:sp>
        <p:nvSpPr>
          <p:cNvPr id="57" name="TextBox 56">
            <a:extLst>
              <a:ext uri="{FF2B5EF4-FFF2-40B4-BE49-F238E27FC236}">
                <a16:creationId xmlns:a16="http://schemas.microsoft.com/office/drawing/2014/main" id="{08EE6975-B421-A129-23F6-AD2C9E9F4859}"/>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4B5990F1-14AB-F6EF-331E-1DE7D4C39B22}"/>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DC569059-B183-E8BC-BD74-BDD44AE70605}"/>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76FF46B5-3CED-ACE4-7741-23CAF52DEF87}"/>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45789</a:t>
            </a:r>
          </a:p>
        </p:txBody>
      </p:sp>
      <p:sp>
        <p:nvSpPr>
          <p:cNvPr id="61" name="TextBox 60">
            <a:extLst>
              <a:ext uri="{FF2B5EF4-FFF2-40B4-BE49-F238E27FC236}">
                <a16:creationId xmlns:a16="http://schemas.microsoft.com/office/drawing/2014/main" id="{B66D246F-6C94-7DCE-12DE-A8539FE94E71}"/>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23B91AF3-9FE2-FFD9-5931-F10E608E0AA2}"/>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DB7DD906-EA58-66E6-DD5B-D5B73B3813CB}"/>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25BD6BF1-0F35-09D8-539A-30A1C7630A8C}"/>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CD421B9-21B6-0D49-CB95-6FE41FE49894}"/>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232ACCE0-71E3-0AB7-6000-091105BD7911}"/>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2014666D-DEB8-334E-EB72-2E75A3C3FA09}"/>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690CD6BE-1E5E-35A8-1FBC-9A130B7CCB5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8796E029-DBAE-5F5C-C6D3-9847593DA56D}"/>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2730F875-15B9-7570-B7AB-D69FF0B414FA}"/>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57AB16FF-61B8-89BC-3E0E-B08D33556F31}"/>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564FD406-374F-8C52-3056-D7F9E720A78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1C515C81-E90B-2C7B-6686-0426163C1922}"/>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CB9CCF1E-3344-289A-AC0E-205A86CAF61A}"/>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D4A130CC-AE73-3867-554A-7590D50D126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BECB2F43-8CAB-C477-6824-E4950DCD932A}"/>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F9C01B7F-06AC-BADD-E3BA-6C6F52021F0A}"/>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1E182E60-3312-E235-7B35-A1988ED238B2}"/>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87593AA1-1B11-6809-F7D0-2057E90F66F1}"/>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B68F4115-9248-03F0-221A-276C7419090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F3F384B6-DF6D-2FCD-3352-EC75F42F54E2}"/>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9FD8C46C-6125-8142-4325-D1ACE3FD9D22}"/>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32B71901-4EEC-7AAD-D619-261EFC493B55}"/>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8860FB9-5985-EEB0-2A99-7B62D58D37CC}"/>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6A3B474-6E19-1188-92BC-66B019195ED5}"/>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D49151EC-1F9A-310D-E34C-C0F2BF1C5C11}"/>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F3942F20-6F2E-28B6-3122-F6705581F6A1}"/>
              </a:ext>
            </a:extLst>
          </p:cNvPr>
          <p:cNvSpPr txBox="1"/>
          <p:nvPr/>
        </p:nvSpPr>
        <p:spPr>
          <a:xfrm>
            <a:off x="6654802" y="2540233"/>
            <a:ext cx="570089" cy="230832"/>
          </a:xfrm>
          <a:prstGeom prst="rect">
            <a:avLst/>
          </a:prstGeom>
          <a:noFill/>
        </p:spPr>
        <p:txBody>
          <a:bodyPr wrap="square" rtlCol="0">
            <a:spAutoFit/>
          </a:bodyPr>
          <a:lstStyle/>
          <a:p>
            <a:pPr algn="ctr"/>
            <a:r>
              <a:rPr lang="en-US" sz="900" dirty="0"/>
              <a:t>12348</a:t>
            </a:r>
          </a:p>
        </p:txBody>
      </p:sp>
      <p:sp>
        <p:nvSpPr>
          <p:cNvPr id="54" name="TextBox 53">
            <a:extLst>
              <a:ext uri="{FF2B5EF4-FFF2-40B4-BE49-F238E27FC236}">
                <a16:creationId xmlns:a16="http://schemas.microsoft.com/office/drawing/2014/main" id="{41408590-F7C5-277B-9339-EA635D153202}"/>
              </a:ext>
            </a:extLst>
          </p:cNvPr>
          <p:cNvSpPr txBox="1"/>
          <p:nvPr/>
        </p:nvSpPr>
        <p:spPr>
          <a:xfrm>
            <a:off x="6654802" y="2792819"/>
            <a:ext cx="570089" cy="230832"/>
          </a:xfrm>
          <a:prstGeom prst="rect">
            <a:avLst/>
          </a:prstGeom>
          <a:noFill/>
        </p:spPr>
        <p:txBody>
          <a:bodyPr wrap="square" rtlCol="0">
            <a:spAutoFit/>
          </a:bodyPr>
          <a:lstStyle/>
          <a:p>
            <a:pPr algn="ctr"/>
            <a:r>
              <a:rPr lang="en-US" sz="900" dirty="0"/>
              <a:t>1248</a:t>
            </a:r>
          </a:p>
        </p:txBody>
      </p:sp>
      <p:sp>
        <p:nvSpPr>
          <p:cNvPr id="56" name="TextBox 55">
            <a:extLst>
              <a:ext uri="{FF2B5EF4-FFF2-40B4-BE49-F238E27FC236}">
                <a16:creationId xmlns:a16="http://schemas.microsoft.com/office/drawing/2014/main" id="{8FB55819-C0EE-135A-7F8D-7606C2F1775F}"/>
              </a:ext>
            </a:extLst>
          </p:cNvPr>
          <p:cNvSpPr txBox="1"/>
          <p:nvPr/>
        </p:nvSpPr>
        <p:spPr>
          <a:xfrm>
            <a:off x="6654802" y="4043065"/>
            <a:ext cx="570089" cy="230832"/>
          </a:xfrm>
          <a:prstGeom prst="rect">
            <a:avLst/>
          </a:prstGeom>
          <a:noFill/>
        </p:spPr>
        <p:txBody>
          <a:bodyPr wrap="square" rtlCol="0">
            <a:spAutoFit/>
          </a:bodyPr>
          <a:lstStyle/>
          <a:p>
            <a:pPr algn="ctr"/>
            <a:r>
              <a:rPr lang="en-US" sz="900" dirty="0"/>
              <a:t>2348</a:t>
            </a:r>
          </a:p>
        </p:txBody>
      </p:sp>
      <p:sp>
        <p:nvSpPr>
          <p:cNvPr id="72" name="TextBox 71">
            <a:extLst>
              <a:ext uri="{FF2B5EF4-FFF2-40B4-BE49-F238E27FC236}">
                <a16:creationId xmlns:a16="http://schemas.microsoft.com/office/drawing/2014/main" id="{82DDD06F-E735-D9B9-A4E8-9FFEDE052D40}"/>
              </a:ext>
            </a:extLst>
          </p:cNvPr>
          <p:cNvSpPr txBox="1"/>
          <p:nvPr/>
        </p:nvSpPr>
        <p:spPr>
          <a:xfrm>
            <a:off x="6654802" y="4544009"/>
            <a:ext cx="570089" cy="230832"/>
          </a:xfrm>
          <a:prstGeom prst="rect">
            <a:avLst/>
          </a:prstGeom>
          <a:noFill/>
        </p:spPr>
        <p:txBody>
          <a:bodyPr wrap="square" rtlCol="0">
            <a:spAutoFit/>
          </a:bodyPr>
          <a:lstStyle/>
          <a:p>
            <a:pPr algn="ctr"/>
            <a:r>
              <a:rPr lang="en-US" sz="900" dirty="0"/>
              <a:t>12348</a:t>
            </a:r>
          </a:p>
        </p:txBody>
      </p:sp>
      <p:sp>
        <p:nvSpPr>
          <p:cNvPr id="73" name="TextBox 72">
            <a:extLst>
              <a:ext uri="{FF2B5EF4-FFF2-40B4-BE49-F238E27FC236}">
                <a16:creationId xmlns:a16="http://schemas.microsoft.com/office/drawing/2014/main" id="{76D36BB1-30EB-FA15-2A0F-37862859771F}"/>
              </a:ext>
            </a:extLst>
          </p:cNvPr>
          <p:cNvSpPr txBox="1"/>
          <p:nvPr/>
        </p:nvSpPr>
        <p:spPr>
          <a:xfrm>
            <a:off x="6152446" y="2540233"/>
            <a:ext cx="570089" cy="230832"/>
          </a:xfrm>
          <a:prstGeom prst="rect">
            <a:avLst/>
          </a:prstGeom>
          <a:noFill/>
        </p:spPr>
        <p:txBody>
          <a:bodyPr wrap="square" rtlCol="0">
            <a:spAutoFit/>
          </a:bodyPr>
          <a:lstStyle/>
          <a:p>
            <a:pPr algn="ctr"/>
            <a:r>
              <a:rPr lang="en-US" sz="900" dirty="0"/>
              <a:t>12378</a:t>
            </a:r>
          </a:p>
        </p:txBody>
      </p:sp>
      <p:sp>
        <p:nvSpPr>
          <p:cNvPr id="74" name="TextBox 73">
            <a:extLst>
              <a:ext uri="{FF2B5EF4-FFF2-40B4-BE49-F238E27FC236}">
                <a16:creationId xmlns:a16="http://schemas.microsoft.com/office/drawing/2014/main" id="{68713A0F-BE25-D83A-6E20-B2FF3D14511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820CDF47-918C-9B78-35C7-54886CAD6691}"/>
              </a:ext>
            </a:extLst>
          </p:cNvPr>
          <p:cNvSpPr txBox="1"/>
          <p:nvPr/>
        </p:nvSpPr>
        <p:spPr>
          <a:xfrm>
            <a:off x="6152446" y="4544009"/>
            <a:ext cx="570089" cy="230832"/>
          </a:xfrm>
          <a:prstGeom prst="rect">
            <a:avLst/>
          </a:prstGeom>
          <a:noFill/>
        </p:spPr>
        <p:txBody>
          <a:bodyPr wrap="square" rtlCol="0">
            <a:spAutoFit/>
          </a:bodyPr>
          <a:lstStyle/>
          <a:p>
            <a:pPr algn="ctr"/>
            <a:r>
              <a:rPr lang="en-US" sz="900" dirty="0"/>
              <a:t>12378</a:t>
            </a:r>
          </a:p>
        </p:txBody>
      </p:sp>
      <p:sp>
        <p:nvSpPr>
          <p:cNvPr id="76" name="TextBox 75">
            <a:extLst>
              <a:ext uri="{FF2B5EF4-FFF2-40B4-BE49-F238E27FC236}">
                <a16:creationId xmlns:a16="http://schemas.microsoft.com/office/drawing/2014/main" id="{1E598324-6EB4-64E0-B972-3F2B0CDDA95D}"/>
              </a:ext>
            </a:extLst>
          </p:cNvPr>
          <p:cNvSpPr txBox="1"/>
          <p:nvPr/>
        </p:nvSpPr>
        <p:spPr>
          <a:xfrm>
            <a:off x="7157158" y="2404765"/>
            <a:ext cx="570089" cy="230832"/>
          </a:xfrm>
          <a:prstGeom prst="rect">
            <a:avLst/>
          </a:prstGeom>
          <a:noFill/>
        </p:spPr>
        <p:txBody>
          <a:bodyPr wrap="square" rtlCol="0">
            <a:spAutoFit/>
          </a:bodyPr>
          <a:lstStyle/>
          <a:p>
            <a:pPr algn="ctr"/>
            <a:r>
              <a:rPr lang="en-US" sz="900" dirty="0"/>
              <a:t>245789</a:t>
            </a:r>
          </a:p>
        </p:txBody>
      </p:sp>
      <p:sp>
        <p:nvSpPr>
          <p:cNvPr id="77" name="TextBox 76">
            <a:extLst>
              <a:ext uri="{FF2B5EF4-FFF2-40B4-BE49-F238E27FC236}">
                <a16:creationId xmlns:a16="http://schemas.microsoft.com/office/drawing/2014/main" id="{61F8E80A-AD7D-E17B-A9AE-EDA6FE2B1BD6}"/>
              </a:ext>
            </a:extLst>
          </p:cNvPr>
          <p:cNvSpPr txBox="1"/>
          <p:nvPr/>
        </p:nvSpPr>
        <p:spPr>
          <a:xfrm>
            <a:off x="7157158" y="2905709"/>
            <a:ext cx="570089" cy="230832"/>
          </a:xfrm>
          <a:prstGeom prst="rect">
            <a:avLst/>
          </a:prstGeom>
          <a:noFill/>
        </p:spPr>
        <p:txBody>
          <a:bodyPr wrap="square" rtlCol="0">
            <a:spAutoFit/>
          </a:bodyPr>
          <a:lstStyle/>
          <a:p>
            <a:pPr algn="ctr"/>
            <a:r>
              <a:rPr lang="en-US" sz="900" dirty="0"/>
              <a:t>245789</a:t>
            </a:r>
          </a:p>
        </p:txBody>
      </p:sp>
      <p:sp>
        <p:nvSpPr>
          <p:cNvPr id="78" name="TextBox 77">
            <a:extLst>
              <a:ext uri="{FF2B5EF4-FFF2-40B4-BE49-F238E27FC236}">
                <a16:creationId xmlns:a16="http://schemas.microsoft.com/office/drawing/2014/main" id="{6E31421E-4A9A-D920-0953-9A2F9452A3D5}"/>
              </a:ext>
            </a:extLst>
          </p:cNvPr>
          <p:cNvSpPr txBox="1"/>
          <p:nvPr/>
        </p:nvSpPr>
        <p:spPr>
          <a:xfrm>
            <a:off x="7157158" y="4544009"/>
            <a:ext cx="570089" cy="230832"/>
          </a:xfrm>
          <a:prstGeom prst="rect">
            <a:avLst/>
          </a:prstGeom>
          <a:noFill/>
        </p:spPr>
        <p:txBody>
          <a:bodyPr wrap="square" rtlCol="0">
            <a:spAutoFit/>
          </a:bodyPr>
          <a:lstStyle/>
          <a:p>
            <a:pPr algn="ctr"/>
            <a:r>
              <a:rPr lang="en-US" sz="900" dirty="0"/>
              <a:t>2478</a:t>
            </a:r>
          </a:p>
        </p:txBody>
      </p:sp>
    </p:spTree>
    <p:extLst>
      <p:ext uri="{BB962C8B-B14F-4D97-AF65-F5344CB8AC3E}">
        <p14:creationId xmlns:p14="http://schemas.microsoft.com/office/powerpoint/2010/main" val="15403103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69B9D-C92C-8036-DF99-349CBA85BA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8E4AA6-69ED-2F55-EEE6-6300EF43FCF7}"/>
              </a:ext>
            </a:extLst>
          </p:cNvPr>
          <p:cNvSpPr>
            <a:spLocks noGrp="1"/>
          </p:cNvSpPr>
          <p:nvPr>
            <p:ph sz="half" idx="1"/>
          </p:nvPr>
        </p:nvSpPr>
        <p:spPr/>
        <p:txBody>
          <a:bodyPr/>
          <a:lstStyle/>
          <a:p>
            <a:r>
              <a:rPr lang="en-US" dirty="0"/>
              <a:t>The arrow in Column 9 is five of 245789, which sums to 35, so 4 is the odd one out.</a:t>
            </a:r>
          </a:p>
          <a:p>
            <a:r>
              <a:rPr lang="en-US" dirty="0"/>
              <a:t>Then, last possible place for 4 in Column 9.</a:t>
            </a:r>
          </a:p>
        </p:txBody>
      </p:sp>
      <p:pic>
        <p:nvPicPr>
          <p:cNvPr id="4" name="Picture 3" descr="A grid of sudoku puzzle&#10;&#10;Description automatically generated">
            <a:extLst>
              <a:ext uri="{FF2B5EF4-FFF2-40B4-BE49-F238E27FC236}">
                <a16:creationId xmlns:a16="http://schemas.microsoft.com/office/drawing/2014/main" id="{94ACE3D0-59C9-9FCD-C5CD-A52DC8035B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95E1881-9113-AA6B-F892-AC2661C7ADB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CFDC45-339F-CC27-53E5-BF4EE1A1CDE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3C34D09-CE70-C5B7-E256-2407B9D216F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69B27BF-4CFE-E54C-9B25-EF31913FEE2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3CF1F8A-CA2D-3E92-4F62-57CE9DB38A6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215BD316-7263-116C-9234-A075C001158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572868BE-E7B0-AF35-A84A-58874768E59C}"/>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52502312-02E4-CC53-F58E-D4382A636FD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F4E0C44-2948-ABDE-B44F-DAD8AAA0E76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9F81F0B1-4622-69E5-28FA-3B28D92B3FF7}"/>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65EE97F9-C956-7ED8-CCFF-CE5AF254D495}"/>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033C1E6-A891-0883-9E83-2880A2BFB6AD}"/>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F1EBC8B6-CA60-36EE-E532-35D159D3842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B3B91289-29AE-CC81-D49F-E1588938565B}"/>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1A4FE78E-448F-E3C8-3C2A-29311A624596}"/>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E1B038D1-1D4D-AF7E-4980-E946338FFF8C}"/>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10629886-C5BE-4B2A-CF3B-5DB20FE4220B}"/>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845D831-7CD9-2C59-DCBF-8DC9A076FB7E}"/>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7F5340CC-F8EA-BEA7-6B51-D85102D4315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7D7C0C15-5FE5-5D2F-6459-7E52A68DE50E}"/>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CFCE4F18-5679-9B4B-9957-BBC2ABE50F0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8A544DC5-2784-258E-0D61-F0A414E1B2D7}"/>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5A0E1890-98AE-E6BB-A660-23A28EDE463B}"/>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C1284168-F238-8FEF-3B92-5068ED2FE788}"/>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C7082906-AAB4-C7DD-EBFC-A6C4E736B036}"/>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4A9143B1-3F0D-B582-81CB-DF8D5C9C675A}"/>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1C5F9638-8F92-03AD-C041-81A9D88A5FD0}"/>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2B186A70-1F05-39BB-A508-C8C0FED0E3B6}"/>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B0293C3-900D-8988-8CB7-F19B4A487604}"/>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91CB1700-9AFE-0BC9-09A4-27C6C4961CB1}"/>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4219754E-2900-86BD-2BE9-28FABB30F13B}"/>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6298609E-8C5D-51E8-597C-D0E66E4E9D2E}"/>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A5A8A81B-5F95-8051-85DC-0655B9129F3A}"/>
              </a:ext>
            </a:extLst>
          </p:cNvPr>
          <p:cNvSpPr txBox="1"/>
          <p:nvPr/>
        </p:nvSpPr>
        <p:spPr>
          <a:xfrm>
            <a:off x="5147734" y="4544009"/>
            <a:ext cx="570089" cy="230832"/>
          </a:xfrm>
          <a:prstGeom prst="rect">
            <a:avLst/>
          </a:prstGeom>
          <a:noFill/>
        </p:spPr>
        <p:txBody>
          <a:bodyPr wrap="square" rtlCol="0">
            <a:spAutoFit/>
          </a:bodyPr>
          <a:lstStyle/>
          <a:p>
            <a:pPr algn="ctr"/>
            <a:r>
              <a:rPr lang="en-US" sz="900" dirty="0"/>
              <a:t>345789</a:t>
            </a:r>
          </a:p>
        </p:txBody>
      </p:sp>
      <p:sp>
        <p:nvSpPr>
          <p:cNvPr id="51" name="TextBox 50">
            <a:extLst>
              <a:ext uri="{FF2B5EF4-FFF2-40B4-BE49-F238E27FC236}">
                <a16:creationId xmlns:a16="http://schemas.microsoft.com/office/drawing/2014/main" id="{7C9AAD0C-A988-3895-3838-8B6C081C284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5E447AB9-30E1-D02E-653C-6567E8127A3D}"/>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115D873E-2B63-573D-A0DF-1B5F4046B1EF}"/>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14B71794-7CB8-AA7B-4B13-ADA8BC4AB228}"/>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B11AAA46-326B-099B-B470-CA256DC7413A}"/>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9C897DFF-D432-F98F-7436-A7E98016763B}"/>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D809C3D4-0D3D-2D74-6142-F48A415C3513}"/>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AEDCEDB5-8FA2-9D6F-8D1A-FBB3C0E41693}"/>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EA1C19A0-83F3-F7C3-484A-0F2786A9F622}"/>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6C042766-0AFC-8058-0652-8536AB49DA3D}"/>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378C8F7-6E86-FECA-6BAA-F2A26351706B}"/>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33E529FD-C7F7-98F8-0BCD-1FD80B403081}"/>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4D255992-C432-0857-9DE5-243E44E05072}"/>
              </a:ext>
            </a:extLst>
          </p:cNvPr>
          <p:cNvSpPr txBox="1"/>
          <p:nvPr/>
        </p:nvSpPr>
        <p:spPr>
          <a:xfrm>
            <a:off x="4645378" y="4408541"/>
            <a:ext cx="570089" cy="230832"/>
          </a:xfrm>
          <a:prstGeom prst="rect">
            <a:avLst/>
          </a:prstGeom>
          <a:noFill/>
        </p:spPr>
        <p:txBody>
          <a:bodyPr wrap="square" rtlCol="0">
            <a:spAutoFit/>
          </a:bodyPr>
          <a:lstStyle/>
          <a:p>
            <a:pPr algn="ctr"/>
            <a:r>
              <a:rPr lang="en-US" sz="900" dirty="0"/>
              <a:t>23457</a:t>
            </a:r>
          </a:p>
        </p:txBody>
      </p:sp>
      <p:sp>
        <p:nvSpPr>
          <p:cNvPr id="46" name="TextBox 45">
            <a:extLst>
              <a:ext uri="{FF2B5EF4-FFF2-40B4-BE49-F238E27FC236}">
                <a16:creationId xmlns:a16="http://schemas.microsoft.com/office/drawing/2014/main" id="{D2EF09ED-0164-2302-1BC2-A9768B42EC6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F4B806BD-309F-950C-CBF3-433977ED60D2}"/>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B43F0894-3FB0-B8DA-1C96-AF033B03B7CA}"/>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6A9D9D47-8C86-EC6B-937B-D6D5ABEA9A92}"/>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633D1EF9-5BD3-B3D5-0B49-FD68A9C269E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130FB41-1B64-DC45-761C-86EA35A071E9}"/>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32801F77-B15A-EBDE-7DE5-22F30982B3CF}"/>
              </a:ext>
            </a:extLst>
          </p:cNvPr>
          <p:cNvSpPr txBox="1"/>
          <p:nvPr/>
        </p:nvSpPr>
        <p:spPr>
          <a:xfrm>
            <a:off x="5650090" y="4544009"/>
            <a:ext cx="570089" cy="230832"/>
          </a:xfrm>
          <a:prstGeom prst="rect">
            <a:avLst/>
          </a:prstGeom>
          <a:noFill/>
        </p:spPr>
        <p:txBody>
          <a:bodyPr wrap="square" rtlCol="0">
            <a:spAutoFit/>
          </a:bodyPr>
          <a:lstStyle/>
          <a:p>
            <a:pPr algn="ctr"/>
            <a:r>
              <a:rPr lang="en-US" sz="900" dirty="0"/>
              <a:t>23489</a:t>
            </a:r>
          </a:p>
        </p:txBody>
      </p:sp>
      <p:sp>
        <p:nvSpPr>
          <p:cNvPr id="69" name="TextBox 68">
            <a:extLst>
              <a:ext uri="{FF2B5EF4-FFF2-40B4-BE49-F238E27FC236}">
                <a16:creationId xmlns:a16="http://schemas.microsoft.com/office/drawing/2014/main" id="{A67141DB-8FB4-D561-4B4C-B6257B0C1E8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F8160C0C-4291-5F0D-93DC-BB9263C7DEC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0587ADFB-8BA4-2182-B47E-A970D3817EB2}"/>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01CA21F-4FC3-04A8-2F11-E5F7CE012565}"/>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F592769-21A6-8261-0C47-43B0A69D2A13}"/>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2A391AE-8E0D-1946-A70D-4787C886085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1BE79E29-F1CE-A9F5-A28E-74A6D313541A}"/>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B2DC81AC-EE63-C894-DB83-B3BC4C07B354}"/>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7DA3CD27-5B32-C9C4-A6A2-2CE1F77E0936}"/>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CBA53194-2A82-99B9-9BC9-F842B06C2806}"/>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613DECC-DCEA-AAD8-E4D6-E934CA84F48E}"/>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8634256-4B76-5DCA-6F8A-14BC755FC2FD}"/>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7E6B27E7-3176-2CE7-9729-94C166164F5A}"/>
              </a:ext>
            </a:extLst>
          </p:cNvPr>
          <p:cNvSpPr txBox="1"/>
          <p:nvPr/>
        </p:nvSpPr>
        <p:spPr>
          <a:xfrm>
            <a:off x="6654802" y="2540233"/>
            <a:ext cx="570089" cy="230832"/>
          </a:xfrm>
          <a:prstGeom prst="rect">
            <a:avLst/>
          </a:prstGeom>
          <a:noFill/>
        </p:spPr>
        <p:txBody>
          <a:bodyPr wrap="square" rtlCol="0">
            <a:spAutoFit/>
          </a:bodyPr>
          <a:lstStyle/>
          <a:p>
            <a:pPr algn="ctr"/>
            <a:r>
              <a:rPr lang="en-US" sz="900" dirty="0"/>
              <a:t>12348</a:t>
            </a:r>
          </a:p>
        </p:txBody>
      </p:sp>
      <p:sp>
        <p:nvSpPr>
          <p:cNvPr id="54" name="TextBox 53">
            <a:extLst>
              <a:ext uri="{FF2B5EF4-FFF2-40B4-BE49-F238E27FC236}">
                <a16:creationId xmlns:a16="http://schemas.microsoft.com/office/drawing/2014/main" id="{2AD1F9C4-83F6-94E1-D605-24F0D4F2D828}"/>
              </a:ext>
            </a:extLst>
          </p:cNvPr>
          <p:cNvSpPr txBox="1"/>
          <p:nvPr/>
        </p:nvSpPr>
        <p:spPr>
          <a:xfrm>
            <a:off x="6654802" y="2792819"/>
            <a:ext cx="570089" cy="230832"/>
          </a:xfrm>
          <a:prstGeom prst="rect">
            <a:avLst/>
          </a:prstGeom>
          <a:noFill/>
        </p:spPr>
        <p:txBody>
          <a:bodyPr wrap="square" rtlCol="0">
            <a:spAutoFit/>
          </a:bodyPr>
          <a:lstStyle/>
          <a:p>
            <a:pPr algn="ctr"/>
            <a:r>
              <a:rPr lang="en-US" sz="900" dirty="0"/>
              <a:t>1248</a:t>
            </a:r>
          </a:p>
        </p:txBody>
      </p:sp>
      <p:sp>
        <p:nvSpPr>
          <p:cNvPr id="56" name="TextBox 55">
            <a:extLst>
              <a:ext uri="{FF2B5EF4-FFF2-40B4-BE49-F238E27FC236}">
                <a16:creationId xmlns:a16="http://schemas.microsoft.com/office/drawing/2014/main" id="{0B9080DB-3551-7D38-C513-949E1E57BA7C}"/>
              </a:ext>
            </a:extLst>
          </p:cNvPr>
          <p:cNvSpPr txBox="1"/>
          <p:nvPr/>
        </p:nvSpPr>
        <p:spPr>
          <a:xfrm>
            <a:off x="6654802" y="4043065"/>
            <a:ext cx="570089" cy="230832"/>
          </a:xfrm>
          <a:prstGeom prst="rect">
            <a:avLst/>
          </a:prstGeom>
          <a:noFill/>
        </p:spPr>
        <p:txBody>
          <a:bodyPr wrap="square" rtlCol="0">
            <a:spAutoFit/>
          </a:bodyPr>
          <a:lstStyle/>
          <a:p>
            <a:pPr algn="ctr"/>
            <a:r>
              <a:rPr lang="en-US" sz="900" dirty="0"/>
              <a:t>2348</a:t>
            </a:r>
          </a:p>
        </p:txBody>
      </p:sp>
      <p:sp>
        <p:nvSpPr>
          <p:cNvPr id="72" name="TextBox 71">
            <a:extLst>
              <a:ext uri="{FF2B5EF4-FFF2-40B4-BE49-F238E27FC236}">
                <a16:creationId xmlns:a16="http://schemas.microsoft.com/office/drawing/2014/main" id="{9C9B3E10-81C2-B435-DDEB-34B7B203EF91}"/>
              </a:ext>
            </a:extLst>
          </p:cNvPr>
          <p:cNvSpPr txBox="1"/>
          <p:nvPr/>
        </p:nvSpPr>
        <p:spPr>
          <a:xfrm>
            <a:off x="6654802" y="4544009"/>
            <a:ext cx="570089" cy="230832"/>
          </a:xfrm>
          <a:prstGeom prst="rect">
            <a:avLst/>
          </a:prstGeom>
          <a:noFill/>
        </p:spPr>
        <p:txBody>
          <a:bodyPr wrap="square" rtlCol="0">
            <a:spAutoFit/>
          </a:bodyPr>
          <a:lstStyle/>
          <a:p>
            <a:pPr algn="ctr"/>
            <a:r>
              <a:rPr lang="en-US" sz="900" dirty="0"/>
              <a:t>12348</a:t>
            </a:r>
          </a:p>
        </p:txBody>
      </p:sp>
      <p:sp>
        <p:nvSpPr>
          <p:cNvPr id="73" name="TextBox 72">
            <a:extLst>
              <a:ext uri="{FF2B5EF4-FFF2-40B4-BE49-F238E27FC236}">
                <a16:creationId xmlns:a16="http://schemas.microsoft.com/office/drawing/2014/main" id="{F4098608-C725-D13A-99A1-052CD86A3506}"/>
              </a:ext>
            </a:extLst>
          </p:cNvPr>
          <p:cNvSpPr txBox="1"/>
          <p:nvPr/>
        </p:nvSpPr>
        <p:spPr>
          <a:xfrm>
            <a:off x="6152446" y="2540233"/>
            <a:ext cx="570089" cy="230832"/>
          </a:xfrm>
          <a:prstGeom prst="rect">
            <a:avLst/>
          </a:prstGeom>
          <a:noFill/>
        </p:spPr>
        <p:txBody>
          <a:bodyPr wrap="square" rtlCol="0">
            <a:spAutoFit/>
          </a:bodyPr>
          <a:lstStyle/>
          <a:p>
            <a:pPr algn="ctr"/>
            <a:r>
              <a:rPr lang="en-US" sz="900" dirty="0"/>
              <a:t>12378</a:t>
            </a:r>
          </a:p>
        </p:txBody>
      </p:sp>
      <p:sp>
        <p:nvSpPr>
          <p:cNvPr id="74" name="TextBox 73">
            <a:extLst>
              <a:ext uri="{FF2B5EF4-FFF2-40B4-BE49-F238E27FC236}">
                <a16:creationId xmlns:a16="http://schemas.microsoft.com/office/drawing/2014/main" id="{0FBA96D9-4CCF-090C-25C6-2D7CD657B38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7B35CA98-54FE-A6D4-AF3E-EA8AC698A10E}"/>
              </a:ext>
            </a:extLst>
          </p:cNvPr>
          <p:cNvSpPr txBox="1"/>
          <p:nvPr/>
        </p:nvSpPr>
        <p:spPr>
          <a:xfrm>
            <a:off x="6152446" y="4544009"/>
            <a:ext cx="570089" cy="230832"/>
          </a:xfrm>
          <a:prstGeom prst="rect">
            <a:avLst/>
          </a:prstGeom>
          <a:noFill/>
        </p:spPr>
        <p:txBody>
          <a:bodyPr wrap="square" rtlCol="0">
            <a:spAutoFit/>
          </a:bodyPr>
          <a:lstStyle/>
          <a:p>
            <a:pPr algn="ctr"/>
            <a:r>
              <a:rPr lang="en-US" sz="900" dirty="0"/>
              <a:t>12378</a:t>
            </a:r>
          </a:p>
        </p:txBody>
      </p:sp>
      <p:sp>
        <p:nvSpPr>
          <p:cNvPr id="76" name="TextBox 75">
            <a:extLst>
              <a:ext uri="{FF2B5EF4-FFF2-40B4-BE49-F238E27FC236}">
                <a16:creationId xmlns:a16="http://schemas.microsoft.com/office/drawing/2014/main" id="{A88BB1E4-18AF-804F-1462-C2E3141F791C}"/>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E9E8E536-1479-07A0-98DF-B37915F94F62}"/>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110D79AC-E5FE-79F6-B034-8B06B22C08A7}"/>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1803758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933B2-64A3-9177-AB50-17659F317DE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D2CC0A-CA3B-DEEC-398A-D0AD5CEB47C9}"/>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EB4EC84-9A35-0026-5FF8-90AB0C9B93A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8C23BE-3F88-DEE7-3508-40B041EA807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21425A-E223-8AC9-2076-33FB2324CEB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7039D0C-D7B2-F241-9ACE-4FBAA9505F5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309F01-ED1E-E02A-1DB1-193836938389}"/>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002DF09-52CD-66B3-AC36-29621BC4A21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4ECC758B-FF2D-9ED3-B228-CA50F85F875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07058489-3E53-E96C-0315-4F88EF7ABA5D}"/>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88EB98EB-F558-CE8D-4A2A-CE8822EFA377}"/>
              </a:ext>
            </a:extLst>
          </p:cNvPr>
          <p:cNvSpPr txBox="1"/>
          <p:nvPr/>
        </p:nvSpPr>
        <p:spPr>
          <a:xfrm>
            <a:off x="615244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9BA40F12-18AC-09CD-1FF2-F070C24C628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AB7B21E5-94DB-C8F3-4D34-5FBFEA74BCB0}"/>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26732349-CC76-047F-AB9D-7E3C6B8D5E27}"/>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9680A79-E53E-D80A-3099-AC5A34A06C6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CAE84A3C-BC8D-8682-C9D5-86278D73E2C2}"/>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B47D373E-8C3C-CAD5-9CB7-96B06F2541A9}"/>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B3AC525D-9138-0F8C-2CFE-2BA505AC05B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47616AFA-C1F0-DC27-9674-1F656BF7D665}"/>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ADEB6885-28C0-B2EB-835D-8528205B7C7D}"/>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C964132E-B934-9AF8-DEC9-29FA3E2FF6C1}"/>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55789B4C-37DE-337A-DC0F-C5B693BEC8F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B1C51195-C1FB-9A26-2AC2-6C1775A1ECD1}"/>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39C768B2-DEDF-D0A1-B30D-0359B4AD8F99}"/>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D9E3408A-5267-A8D8-81EA-9F793C9F93BE}"/>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CB347ABD-2D96-4BC0-2882-42B8570BF42D}"/>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A901285-07D0-8E94-C8DD-D9F22092DB17}"/>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9ADE0BAF-805A-F458-4479-1D7A3AD88433}"/>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6F725FDD-449B-FB45-7CF5-9927B387B481}"/>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E494F3AC-00E8-FF9C-D4AC-0B5997CFC414}"/>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08071B73-98F5-9504-4D68-5730B9E3F07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EECE15A4-A489-098D-F7DD-BBB4D858CAB4}"/>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9772B21A-2EFB-B3FE-F3C8-2401E8D0562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5D0EE0F1-2C02-89F3-10FA-376807A168FA}"/>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1761DB3D-016B-593B-76C2-D30B753D4F54}"/>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5EC2D42F-CAF3-EE3B-DBC5-E0CD37465256}"/>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ADADD270-CE73-C14C-F745-CC3D37C611F3}"/>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A22E240F-3EBB-2084-4649-675009A42979}"/>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F3658368-6D65-E40B-C398-8897232BA00F}"/>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0B25E5BE-1633-C4A8-6263-14C475D8B6DD}"/>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2844B365-12C6-6A38-790B-3452A37914EC}"/>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B9333686-8FEA-B6C6-4B90-E0C841C019B2}"/>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0C1AEA4D-9BA8-F2AB-001D-1EC3C654E7A2}"/>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A88FF313-B395-4369-AE7A-039117E4F9A3}"/>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32A93919-6D87-456A-6F3C-3904AFDEF257}"/>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D47A8C52-F8BE-0F19-6A88-E2BC5DE694BF}"/>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91A0E9A-DED9-7FBD-2661-920E0A5239A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86611D7-CD64-172D-16DF-C180E31AAD83}"/>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3E0076E0-9C55-1E97-9FD0-411AECBDB39D}"/>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AD0270B8-ABB4-BF62-86C0-E7B2C3F1B0F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E0091375-FDD3-B5CB-B5DF-57A468FA58BC}"/>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AC3A914C-FD05-A248-7DC6-7E19A17CEB03}"/>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0311A484-CFDC-D8D2-C269-89D44567380C}"/>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32FD7F12-8763-2254-3188-49732AE4D0B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E50046C2-53BC-E0EA-5070-348105ADCA42}"/>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5569F755-6A83-A74F-8244-4538736FA08D}"/>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89D71B28-D125-274B-086D-E0D4D753CEB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A6AD9C42-022F-4BE4-44CD-5946AE0D1ECE}"/>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B377843F-BDB6-B34F-11EB-95A57470243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49611B6-714D-2F58-E18E-AEB2F68855B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B5B79E2-3D6C-547C-B9E3-4059077350F0}"/>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368BB552-54B7-FA5A-16A9-743547AC52B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CD816B2F-B112-4FA3-1523-4DC9FA6B6F0C}"/>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D2D89834-256C-E2BC-FF19-46DB8A9FD05F}"/>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78FB4A8C-47AC-E251-C032-7C0061D8E5E5}"/>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33BD398F-A6A9-D298-D66F-82297D749A10}"/>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DD5325B8-F1C0-5B6C-7456-90FBBA02D12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D9F938EA-CE23-DA3C-7580-1FA0FE0682BE}"/>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65570135-0A26-F37E-5157-032A10389269}"/>
              </a:ext>
            </a:extLst>
          </p:cNvPr>
          <p:cNvSpPr txBox="1"/>
          <p:nvPr/>
        </p:nvSpPr>
        <p:spPr>
          <a:xfrm>
            <a:off x="6654802" y="2540233"/>
            <a:ext cx="570089" cy="230832"/>
          </a:xfrm>
          <a:prstGeom prst="rect">
            <a:avLst/>
          </a:prstGeom>
          <a:noFill/>
        </p:spPr>
        <p:txBody>
          <a:bodyPr wrap="square" rtlCol="0">
            <a:spAutoFit/>
          </a:bodyPr>
          <a:lstStyle/>
          <a:p>
            <a:pPr algn="ctr"/>
            <a:r>
              <a:rPr lang="en-US" sz="900" dirty="0"/>
              <a:t>12348</a:t>
            </a:r>
          </a:p>
        </p:txBody>
      </p:sp>
      <p:sp>
        <p:nvSpPr>
          <p:cNvPr id="54" name="TextBox 53">
            <a:extLst>
              <a:ext uri="{FF2B5EF4-FFF2-40B4-BE49-F238E27FC236}">
                <a16:creationId xmlns:a16="http://schemas.microsoft.com/office/drawing/2014/main" id="{594B3B23-E604-F264-1A7F-BD21E04E2512}"/>
              </a:ext>
            </a:extLst>
          </p:cNvPr>
          <p:cNvSpPr txBox="1"/>
          <p:nvPr/>
        </p:nvSpPr>
        <p:spPr>
          <a:xfrm>
            <a:off x="6654802" y="2792819"/>
            <a:ext cx="570089" cy="230832"/>
          </a:xfrm>
          <a:prstGeom prst="rect">
            <a:avLst/>
          </a:prstGeom>
          <a:noFill/>
        </p:spPr>
        <p:txBody>
          <a:bodyPr wrap="square" rtlCol="0">
            <a:spAutoFit/>
          </a:bodyPr>
          <a:lstStyle/>
          <a:p>
            <a:pPr algn="ctr"/>
            <a:r>
              <a:rPr lang="en-US" sz="900" dirty="0"/>
              <a:t>1248</a:t>
            </a:r>
          </a:p>
        </p:txBody>
      </p:sp>
      <p:sp>
        <p:nvSpPr>
          <p:cNvPr id="56" name="TextBox 55">
            <a:extLst>
              <a:ext uri="{FF2B5EF4-FFF2-40B4-BE49-F238E27FC236}">
                <a16:creationId xmlns:a16="http://schemas.microsoft.com/office/drawing/2014/main" id="{8AEFC1D3-ED0D-C92C-2C2F-065BEEB6CD5D}"/>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2" name="TextBox 71">
            <a:extLst>
              <a:ext uri="{FF2B5EF4-FFF2-40B4-BE49-F238E27FC236}">
                <a16:creationId xmlns:a16="http://schemas.microsoft.com/office/drawing/2014/main" id="{E2110DD7-BF1F-E9AE-2991-0367BD66F6A2}"/>
              </a:ext>
            </a:extLst>
          </p:cNvPr>
          <p:cNvSpPr txBox="1"/>
          <p:nvPr/>
        </p:nvSpPr>
        <p:spPr>
          <a:xfrm>
            <a:off x="6654802" y="4544009"/>
            <a:ext cx="570089" cy="230832"/>
          </a:xfrm>
          <a:prstGeom prst="rect">
            <a:avLst/>
          </a:prstGeom>
          <a:noFill/>
        </p:spPr>
        <p:txBody>
          <a:bodyPr wrap="square" rtlCol="0">
            <a:spAutoFit/>
          </a:bodyPr>
          <a:lstStyle/>
          <a:p>
            <a:pPr algn="ctr"/>
            <a:r>
              <a:rPr lang="en-US" sz="900" dirty="0"/>
              <a:t>1238</a:t>
            </a:r>
          </a:p>
        </p:txBody>
      </p:sp>
      <p:sp>
        <p:nvSpPr>
          <p:cNvPr id="73" name="TextBox 72">
            <a:extLst>
              <a:ext uri="{FF2B5EF4-FFF2-40B4-BE49-F238E27FC236}">
                <a16:creationId xmlns:a16="http://schemas.microsoft.com/office/drawing/2014/main" id="{1C4D3953-CE1A-A571-4F1C-00078AA9376F}"/>
              </a:ext>
            </a:extLst>
          </p:cNvPr>
          <p:cNvSpPr txBox="1"/>
          <p:nvPr/>
        </p:nvSpPr>
        <p:spPr>
          <a:xfrm>
            <a:off x="6152446" y="2540233"/>
            <a:ext cx="570089" cy="230832"/>
          </a:xfrm>
          <a:prstGeom prst="rect">
            <a:avLst/>
          </a:prstGeom>
          <a:noFill/>
        </p:spPr>
        <p:txBody>
          <a:bodyPr wrap="square" rtlCol="0">
            <a:spAutoFit/>
          </a:bodyPr>
          <a:lstStyle/>
          <a:p>
            <a:pPr algn="ctr"/>
            <a:r>
              <a:rPr lang="en-US" sz="900" dirty="0"/>
              <a:t>12378</a:t>
            </a:r>
          </a:p>
        </p:txBody>
      </p:sp>
      <p:sp>
        <p:nvSpPr>
          <p:cNvPr id="74" name="TextBox 73">
            <a:extLst>
              <a:ext uri="{FF2B5EF4-FFF2-40B4-BE49-F238E27FC236}">
                <a16:creationId xmlns:a16="http://schemas.microsoft.com/office/drawing/2014/main" id="{904470A2-BB41-DFF2-626B-831F408A872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EC89D944-D9DB-ADD4-28E9-27F4C6A306A5}"/>
              </a:ext>
            </a:extLst>
          </p:cNvPr>
          <p:cNvSpPr txBox="1"/>
          <p:nvPr/>
        </p:nvSpPr>
        <p:spPr>
          <a:xfrm>
            <a:off x="6152446" y="4544009"/>
            <a:ext cx="570089" cy="230832"/>
          </a:xfrm>
          <a:prstGeom prst="rect">
            <a:avLst/>
          </a:prstGeom>
          <a:noFill/>
        </p:spPr>
        <p:txBody>
          <a:bodyPr wrap="square" rtlCol="0">
            <a:spAutoFit/>
          </a:bodyPr>
          <a:lstStyle/>
          <a:p>
            <a:pPr algn="ctr"/>
            <a:r>
              <a:rPr lang="en-US" sz="900" dirty="0"/>
              <a:t>12378</a:t>
            </a:r>
          </a:p>
        </p:txBody>
      </p:sp>
      <p:sp>
        <p:nvSpPr>
          <p:cNvPr id="76" name="TextBox 75">
            <a:extLst>
              <a:ext uri="{FF2B5EF4-FFF2-40B4-BE49-F238E27FC236}">
                <a16:creationId xmlns:a16="http://schemas.microsoft.com/office/drawing/2014/main" id="{D85B8D90-D721-ABE1-8A10-21CBFF9F48C1}"/>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2C84A69C-B0CA-51A8-B90A-87C71EC526CB}"/>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AD54E64D-62F1-B2A3-1900-E82B829756BF}"/>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0377875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E9E0-B4E2-5E94-F877-42498882BB3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465F171-1283-5255-C85A-759E711DDCF2}"/>
              </a:ext>
            </a:extLst>
          </p:cNvPr>
          <p:cNvSpPr>
            <a:spLocks noGrp="1"/>
          </p:cNvSpPr>
          <p:nvPr>
            <p:ph sz="half" idx="1"/>
          </p:nvPr>
        </p:nvSpPr>
        <p:spPr/>
        <p:txBody>
          <a:bodyPr/>
          <a:lstStyle/>
          <a:p>
            <a:r>
              <a:rPr lang="en-US" dirty="0"/>
              <a:t>The most this 3-arrow can be is 348 = 15. The first digit of the sum must be 1.</a:t>
            </a:r>
          </a:p>
        </p:txBody>
      </p:sp>
      <p:pic>
        <p:nvPicPr>
          <p:cNvPr id="4" name="Picture 3" descr="A grid of sudoku puzzle&#10;&#10;Description automatically generated">
            <a:extLst>
              <a:ext uri="{FF2B5EF4-FFF2-40B4-BE49-F238E27FC236}">
                <a16:creationId xmlns:a16="http://schemas.microsoft.com/office/drawing/2014/main" id="{6E6F379C-8F91-8D02-D494-8B0335E92A8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AB2F40D-2DEE-5825-39B5-E6DB852525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A04137-CD6A-3329-0024-ECBC780B405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131327D-FD5C-33CA-8540-04F623947E4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FD90B81-4BD3-9B28-35CF-138959A1AC8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78D6AF9-AE85-DDAD-D937-AE57962A4ECD}"/>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CFA63C97-762D-E73F-0E54-9B9167F40C6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5" name="TextBox 14">
            <a:extLst>
              <a:ext uri="{FF2B5EF4-FFF2-40B4-BE49-F238E27FC236}">
                <a16:creationId xmlns:a16="http://schemas.microsoft.com/office/drawing/2014/main" id="{B8D28BE2-B5FE-23C2-618D-F97B2DA82D66}"/>
              </a:ext>
            </a:extLst>
          </p:cNvPr>
          <p:cNvSpPr txBox="1"/>
          <p:nvPr/>
        </p:nvSpPr>
        <p:spPr>
          <a:xfrm>
            <a:off x="3640666" y="3406653"/>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744F04BD-F7AD-4C9D-B9C1-7D0C6E6AE151}"/>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C93CD258-5510-6DE9-4ECD-CCABD3787C1A}"/>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BEA8E847-1E0E-AD8A-93B1-5CB5DD4408B3}"/>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EA90781-E404-6859-378F-D803F395FE9B}"/>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320A89A3-4813-F8B2-30E9-0F70AC8BBB9B}"/>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06D70D47-C5F2-34C6-54CF-8EF85A0C842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717EE59D-C503-D32C-C50A-9C5759588167}"/>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193623B7-AF4B-225C-E540-FC34A64BD8E9}"/>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B271685C-277B-8FCC-A6BE-C4858717FDCF}"/>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850CE849-060E-8DBA-7D29-5A69AED8245A}"/>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9C64DCE3-B494-CF26-F0D0-9AE8F9E29C4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E06EAB1B-9E54-C693-783F-8B5A32BE7E5D}"/>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75228792-E8CB-5493-28AF-A4B25A18B5BA}"/>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237708F3-192D-98B1-2AB9-628CBBE19132}"/>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C16ED43F-9A29-37CF-4517-6ED81D8A6726}"/>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14D28D9-9240-871E-36E8-436D2D1E8372}"/>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BAF9D05D-77C5-00C0-1BC6-71B3C7CEFA34}"/>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E3E867BA-126B-5C74-8D56-FA9B414D98B8}"/>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2E7F7FF0-9115-D81C-B5C4-E3FF6C179804}"/>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B224B132-C09D-C800-734D-7DA386AC7FB8}"/>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CC7C00D-551C-276E-B58E-2D120088AF61}"/>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91F14BEA-6266-DDC4-587D-9B9DB5AA0398}"/>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8DE486E-1F9A-ADBB-492C-B6A26B6A6F97}"/>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7A83B7EC-62A0-C211-A90C-C5FC6AF06C23}"/>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92504659-35C7-EBED-23D5-180E10683900}"/>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396059F0-E550-0455-DF5E-51427279059B}"/>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0E2A6DC2-F694-727F-D6D5-7FAE441FDCC8}"/>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FA1DD1CE-4C1A-0039-2A49-B21F5877054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897BF3BA-EFCF-D6C3-3B47-AC937674A4C7}"/>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86A82CDD-F731-4709-23E8-8FC51D6F56F7}"/>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2001C0F9-9960-5AFB-91A1-2BDB3A8BDFBA}"/>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A1B13FE3-D26F-7F0F-3DB7-D477E1EFF73A}"/>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7A7D748E-E5C3-DA30-768A-0C0C1FE8D03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BD7E41E6-B91A-8CE1-A340-1A9989C6AAE2}"/>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63168BF0-DF2A-1F82-9C63-1930D8D33501}"/>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BA2E8A2-F25C-235D-AC80-91E85C04F5D3}"/>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DF47517-EC02-27FB-5479-579FC19FF0EB}"/>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DFD7CAB1-E1F2-DDAA-17E8-59E8A029E38A}"/>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A48D67BA-A4E7-34C3-F65A-D3A5F69B027D}"/>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79D71146-3C9C-6BCA-4CAD-9903B49CEB30}"/>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61011149-F85C-3AF6-2CAB-08BE93E58B4B}"/>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2976B698-678F-DA11-27AB-FE29779A4F8F}"/>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D9E6540A-72D6-F6D8-3165-39E7A712553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B15D8D12-5273-0BD8-6C5E-4C24AC0BCA03}"/>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E91BE98D-2CE3-0B23-61CD-2F112837BDD3}"/>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28A7510A-FCD4-D977-975F-E39576CB3AE9}"/>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A87CA2A5-5605-3A5A-0CA1-2BAE352D9768}"/>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7F05F43D-63D8-6656-708E-09C1DD2510D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781286B6-6858-3C1D-E97D-991AE92FB9DC}"/>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CE5BEDF-56C1-20F6-4938-B5B6FC21D472}"/>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95F19C63-4930-005E-24EA-1BCA88E6FA3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F88B4237-AE92-6BA4-BC0C-91BB9778FE00}"/>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BBC6A1EA-65BB-30DD-6819-AE1839C7E0A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FA82815F-7117-84BE-B926-168240B98B79}"/>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2689D6E-F76B-513B-B287-EF697BFE6EF7}"/>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DCE8E08-4C94-8E92-6474-3E81F4BD407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3049052A-BED3-60B4-F63F-D4E34230FCC4}"/>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C82DCCD9-A1D8-51A6-FC09-58DF3029968D}"/>
              </a:ext>
            </a:extLst>
          </p:cNvPr>
          <p:cNvSpPr txBox="1"/>
          <p:nvPr/>
        </p:nvSpPr>
        <p:spPr>
          <a:xfrm>
            <a:off x="6654802" y="2540233"/>
            <a:ext cx="570089" cy="230832"/>
          </a:xfrm>
          <a:prstGeom prst="rect">
            <a:avLst/>
          </a:prstGeom>
          <a:noFill/>
        </p:spPr>
        <p:txBody>
          <a:bodyPr wrap="square" rtlCol="0">
            <a:spAutoFit/>
          </a:bodyPr>
          <a:lstStyle/>
          <a:p>
            <a:pPr algn="ctr"/>
            <a:r>
              <a:rPr lang="en-US" sz="900" dirty="0"/>
              <a:t>12348</a:t>
            </a:r>
          </a:p>
        </p:txBody>
      </p:sp>
      <p:sp>
        <p:nvSpPr>
          <p:cNvPr id="54" name="TextBox 53">
            <a:extLst>
              <a:ext uri="{FF2B5EF4-FFF2-40B4-BE49-F238E27FC236}">
                <a16:creationId xmlns:a16="http://schemas.microsoft.com/office/drawing/2014/main" id="{3E230814-B417-99EC-CC5D-4D0F66E33100}"/>
              </a:ext>
            </a:extLst>
          </p:cNvPr>
          <p:cNvSpPr txBox="1"/>
          <p:nvPr/>
        </p:nvSpPr>
        <p:spPr>
          <a:xfrm>
            <a:off x="6654802" y="2792819"/>
            <a:ext cx="570089" cy="230832"/>
          </a:xfrm>
          <a:prstGeom prst="rect">
            <a:avLst/>
          </a:prstGeom>
          <a:noFill/>
        </p:spPr>
        <p:txBody>
          <a:bodyPr wrap="square" rtlCol="0">
            <a:spAutoFit/>
          </a:bodyPr>
          <a:lstStyle/>
          <a:p>
            <a:pPr algn="ctr"/>
            <a:r>
              <a:rPr lang="en-US" sz="900" dirty="0"/>
              <a:t>1248</a:t>
            </a:r>
          </a:p>
        </p:txBody>
      </p:sp>
      <p:sp>
        <p:nvSpPr>
          <p:cNvPr id="56" name="TextBox 55">
            <a:extLst>
              <a:ext uri="{FF2B5EF4-FFF2-40B4-BE49-F238E27FC236}">
                <a16:creationId xmlns:a16="http://schemas.microsoft.com/office/drawing/2014/main" id="{83929530-4C2B-DE2B-C8B3-87D1812118FA}"/>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2" name="TextBox 71">
            <a:extLst>
              <a:ext uri="{FF2B5EF4-FFF2-40B4-BE49-F238E27FC236}">
                <a16:creationId xmlns:a16="http://schemas.microsoft.com/office/drawing/2014/main" id="{FAD4217C-7B0B-7EEF-A55C-50B9133C4500}"/>
              </a:ext>
            </a:extLst>
          </p:cNvPr>
          <p:cNvSpPr txBox="1"/>
          <p:nvPr/>
        </p:nvSpPr>
        <p:spPr>
          <a:xfrm>
            <a:off x="6654802" y="4544009"/>
            <a:ext cx="570089" cy="230832"/>
          </a:xfrm>
          <a:prstGeom prst="rect">
            <a:avLst/>
          </a:prstGeom>
          <a:noFill/>
        </p:spPr>
        <p:txBody>
          <a:bodyPr wrap="square" rtlCol="0">
            <a:spAutoFit/>
          </a:bodyPr>
          <a:lstStyle/>
          <a:p>
            <a:pPr algn="ctr"/>
            <a:r>
              <a:rPr lang="en-US" sz="900" dirty="0"/>
              <a:t>1238</a:t>
            </a:r>
          </a:p>
        </p:txBody>
      </p:sp>
      <p:sp>
        <p:nvSpPr>
          <p:cNvPr id="73" name="TextBox 72">
            <a:extLst>
              <a:ext uri="{FF2B5EF4-FFF2-40B4-BE49-F238E27FC236}">
                <a16:creationId xmlns:a16="http://schemas.microsoft.com/office/drawing/2014/main" id="{1C7B14A6-BD52-0329-A908-3981AEDD460B}"/>
              </a:ext>
            </a:extLst>
          </p:cNvPr>
          <p:cNvSpPr txBox="1"/>
          <p:nvPr/>
        </p:nvSpPr>
        <p:spPr>
          <a:xfrm>
            <a:off x="6152446" y="2540233"/>
            <a:ext cx="570089" cy="230832"/>
          </a:xfrm>
          <a:prstGeom prst="rect">
            <a:avLst/>
          </a:prstGeom>
          <a:noFill/>
        </p:spPr>
        <p:txBody>
          <a:bodyPr wrap="square" rtlCol="0">
            <a:spAutoFit/>
          </a:bodyPr>
          <a:lstStyle/>
          <a:p>
            <a:pPr algn="ctr"/>
            <a:r>
              <a:rPr lang="en-US" sz="900" dirty="0"/>
              <a:t>12378</a:t>
            </a:r>
          </a:p>
        </p:txBody>
      </p:sp>
      <p:sp>
        <p:nvSpPr>
          <p:cNvPr id="74" name="TextBox 73">
            <a:extLst>
              <a:ext uri="{FF2B5EF4-FFF2-40B4-BE49-F238E27FC236}">
                <a16:creationId xmlns:a16="http://schemas.microsoft.com/office/drawing/2014/main" id="{4515F875-4116-28B6-BE3E-AFE9F1F8EF7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DD140064-8BC5-D112-CB02-D000F06EB97F}"/>
              </a:ext>
            </a:extLst>
          </p:cNvPr>
          <p:cNvSpPr txBox="1"/>
          <p:nvPr/>
        </p:nvSpPr>
        <p:spPr>
          <a:xfrm>
            <a:off x="6152446" y="4544009"/>
            <a:ext cx="570089" cy="230832"/>
          </a:xfrm>
          <a:prstGeom prst="rect">
            <a:avLst/>
          </a:prstGeom>
          <a:noFill/>
        </p:spPr>
        <p:txBody>
          <a:bodyPr wrap="square" rtlCol="0">
            <a:spAutoFit/>
          </a:bodyPr>
          <a:lstStyle/>
          <a:p>
            <a:pPr algn="ctr"/>
            <a:r>
              <a:rPr lang="en-US" sz="900" dirty="0"/>
              <a:t>12378</a:t>
            </a:r>
          </a:p>
        </p:txBody>
      </p:sp>
      <p:sp>
        <p:nvSpPr>
          <p:cNvPr id="76" name="TextBox 75">
            <a:extLst>
              <a:ext uri="{FF2B5EF4-FFF2-40B4-BE49-F238E27FC236}">
                <a16:creationId xmlns:a16="http://schemas.microsoft.com/office/drawing/2014/main" id="{F905454B-48EA-752A-5386-1F0BDF706A93}"/>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1F36A35C-A728-C498-51A5-82D0A0343C54}"/>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7D07BE7C-ADB0-DA1F-7369-94194723037A}"/>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18A15C64-0E7B-AE8C-BAF4-2991052E91C7}"/>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811785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C1A73-556C-5504-7E53-2DDC7AE3F8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AD6A6F-1BEA-58C1-3C18-7D5D8E5E5AA9}"/>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662429C-00DA-3BAF-C6C9-23FBA088B4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F01BB9A-93E1-7C5D-B37C-DCF8A73D32D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43FA62D-0DDD-E321-8CF1-6D76D67E16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17B27E-0829-0CA8-5F4F-CF0C8D98E82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0831941-33FD-78F6-2DF5-B1298C3867B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685F760-89C2-E7B3-6D06-FCCB7147DA1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0B49E15-C5BB-803A-EC6D-DAB972AE2F90}"/>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0EEBB68A-58FB-EC47-171F-E5F547230B3E}"/>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198042C0-696E-FD7A-FE99-12813DDAC973}"/>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2D2FEF42-5E33-5F0D-78E0-70D66834DF81}"/>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6F4D098-695D-316F-07D3-2CC232C228B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9764C2EE-A23B-9B39-54EE-B8827C35E3CE}"/>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6D17DED8-7E2C-1A19-335D-3C788BF7599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3C26AD21-F0E3-35A8-A13B-9EBB29D3ED3F}"/>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C39F6561-59A4-2179-27C9-D320BF42AE1A}"/>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7BC68B0D-24A1-C59B-B2CE-0313B03B4F1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9FCEC13-CC0C-A841-3701-291D7649232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D82B8D69-B1BB-E684-17E5-38E0D3E39031}"/>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4BCC7B70-D82B-FC9B-6C0E-AF247F0CA901}"/>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133C5CE3-1521-BC8F-D0BB-66AEDC87B2A5}"/>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8BFBA0F7-77FA-45CC-014A-9EA6BF1545B6}"/>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6143A769-FF32-DB1A-D1E9-47BE3FE62B93}"/>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0BF594C8-D941-0BF3-C9A0-D9658A27CCEA}"/>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CB2590F7-E08E-71EE-5CDB-0FF3D6CFE051}"/>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05706A4C-F719-663E-AD32-D3F786844A2E}"/>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B768DC7F-5934-4CC4-DFCC-DAE3A22169D1}"/>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B31F118E-021F-0D42-6B58-E55120CB8AFA}"/>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62F0F566-10F3-2877-939F-4119FFF7BA0E}"/>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81723867-FD19-3BD4-E830-7EC97CD6ED0B}"/>
              </a:ext>
            </a:extLst>
          </p:cNvPr>
          <p:cNvSpPr txBox="1"/>
          <p:nvPr/>
        </p:nvSpPr>
        <p:spPr>
          <a:xfrm>
            <a:off x="5147734" y="3041177"/>
            <a:ext cx="570089" cy="230832"/>
          </a:xfrm>
          <a:prstGeom prst="rect">
            <a:avLst/>
          </a:prstGeom>
          <a:noFill/>
        </p:spPr>
        <p:txBody>
          <a:bodyPr wrap="square" rtlCol="0">
            <a:spAutoFit/>
          </a:bodyPr>
          <a:lstStyle/>
          <a:p>
            <a:pPr algn="ctr"/>
            <a:r>
              <a:rPr lang="en-US" sz="900" dirty="0"/>
              <a:t>145789</a:t>
            </a:r>
          </a:p>
        </p:txBody>
      </p:sp>
      <p:sp>
        <p:nvSpPr>
          <p:cNvPr id="49" name="TextBox 48">
            <a:extLst>
              <a:ext uri="{FF2B5EF4-FFF2-40B4-BE49-F238E27FC236}">
                <a16:creationId xmlns:a16="http://schemas.microsoft.com/office/drawing/2014/main" id="{FAD68C9B-17B2-93C1-C8E7-C14EB8897185}"/>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BB782E14-81E0-D2E2-3797-C539E0894628}"/>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9B12DF52-CCE2-9EB1-693E-9391476B8C81}"/>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45E56BD0-A347-10D3-D5A5-DF05BFE377EA}"/>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44892356-F42B-BF77-85A4-D82CB9649A98}"/>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2FDCD31E-C6BB-ADCA-7F3B-6C7E012856D2}"/>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834A4DCA-EFFE-D929-BC17-776E8B5D3F21}"/>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2DE35319-8FE3-3B44-FBED-0033C6C744C8}"/>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65F0B399-2D17-36BE-52F8-3EEEB3845515}"/>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CE5F71B8-02C9-A778-CDDC-AA7A9C486525}"/>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03D92E56-17BC-835E-7966-FF28914B7AFE}"/>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52CC4418-F5EA-529D-560A-2BADF31EB008}"/>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6FD802A-F165-2DAE-9872-C287C5285E51}"/>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166FED0-EAD1-A999-99C9-2C200A4291C8}"/>
              </a:ext>
            </a:extLst>
          </p:cNvPr>
          <p:cNvSpPr txBox="1"/>
          <p:nvPr/>
        </p:nvSpPr>
        <p:spPr>
          <a:xfrm>
            <a:off x="4645378" y="3041177"/>
            <a:ext cx="570089" cy="230832"/>
          </a:xfrm>
          <a:prstGeom prst="rect">
            <a:avLst/>
          </a:prstGeom>
          <a:noFill/>
        </p:spPr>
        <p:txBody>
          <a:bodyPr wrap="square" rtlCol="0">
            <a:spAutoFit/>
          </a:bodyPr>
          <a:lstStyle/>
          <a:p>
            <a:pPr algn="ctr"/>
            <a:r>
              <a:rPr lang="en-US" sz="900" dirty="0"/>
              <a:t>12457</a:t>
            </a:r>
          </a:p>
        </p:txBody>
      </p:sp>
      <p:sp>
        <p:nvSpPr>
          <p:cNvPr id="45" name="TextBox 44">
            <a:extLst>
              <a:ext uri="{FF2B5EF4-FFF2-40B4-BE49-F238E27FC236}">
                <a16:creationId xmlns:a16="http://schemas.microsoft.com/office/drawing/2014/main" id="{136A8DFB-9A31-A0A0-ADF3-65B4A83D2F55}"/>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B76CB3E2-5EC8-28DE-3AC5-C4C0BA7D0BD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74211670-BEB2-DBE3-5BF3-75407F83E1A5}"/>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43A11218-24D7-3109-61EB-B8AEF3E456A3}"/>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41CE8B1F-EDA6-9F4D-B76A-86806053E661}"/>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786051D9-95CD-744F-574B-695032567C0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4ACF1520-B5F7-02AA-205C-9F9E6B6B7104}"/>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FA1F4E62-C55D-5694-6527-D357D6CA9EED}"/>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25294B21-A256-27A3-E1AC-6DB755B9E24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56E87E82-C3DA-6E9C-F271-C49E633FA9A0}"/>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35782289-BA1F-0F9D-3107-8EB9FF69E0CD}"/>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47C433D-8F05-1149-2312-558BF57D148B}"/>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C4964685-4D52-6EA7-1D82-E903F8B5E148}"/>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352B7F5B-3C1D-75FE-95BE-C2376B8FA06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1B0772CC-5D27-2362-C880-DBCE8F97B42D}"/>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48129A6D-F9CE-E75F-BAD3-79FD4EE9EF2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1B732FE3-CA33-9D4E-780E-CC7A28B6C90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77B05589-4933-6DE4-C243-971E7D0DCFF6}"/>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006E00AE-13FB-25B3-848C-9565669A3379}"/>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FB8370D9-E7F8-7959-C8DA-38E453C64B96}"/>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96DE2547-95F2-E770-5EF1-71224C403778}"/>
              </a:ext>
            </a:extLst>
          </p:cNvPr>
          <p:cNvSpPr txBox="1"/>
          <p:nvPr/>
        </p:nvSpPr>
        <p:spPr>
          <a:xfrm>
            <a:off x="6654802" y="2540233"/>
            <a:ext cx="570089" cy="230832"/>
          </a:xfrm>
          <a:prstGeom prst="rect">
            <a:avLst/>
          </a:prstGeom>
          <a:noFill/>
        </p:spPr>
        <p:txBody>
          <a:bodyPr wrap="square" rtlCol="0">
            <a:spAutoFit/>
          </a:bodyPr>
          <a:lstStyle/>
          <a:p>
            <a:pPr algn="ctr"/>
            <a:r>
              <a:rPr lang="en-US" sz="900" dirty="0"/>
              <a:t>2348</a:t>
            </a:r>
          </a:p>
        </p:txBody>
      </p:sp>
      <p:sp>
        <p:nvSpPr>
          <p:cNvPr id="54" name="TextBox 53">
            <a:extLst>
              <a:ext uri="{FF2B5EF4-FFF2-40B4-BE49-F238E27FC236}">
                <a16:creationId xmlns:a16="http://schemas.microsoft.com/office/drawing/2014/main" id="{CFE94BEC-B896-F77C-F31A-0FAC8DCB7C6E}"/>
              </a:ext>
            </a:extLst>
          </p:cNvPr>
          <p:cNvSpPr txBox="1"/>
          <p:nvPr/>
        </p:nvSpPr>
        <p:spPr>
          <a:xfrm>
            <a:off x="6654802" y="2792819"/>
            <a:ext cx="570089" cy="230832"/>
          </a:xfrm>
          <a:prstGeom prst="rect">
            <a:avLst/>
          </a:prstGeom>
          <a:noFill/>
        </p:spPr>
        <p:txBody>
          <a:bodyPr wrap="square" rtlCol="0">
            <a:spAutoFit/>
          </a:bodyPr>
          <a:lstStyle/>
          <a:p>
            <a:pPr algn="ctr"/>
            <a:r>
              <a:rPr lang="en-US" sz="900" dirty="0"/>
              <a:t>248</a:t>
            </a:r>
          </a:p>
        </p:txBody>
      </p:sp>
      <p:sp>
        <p:nvSpPr>
          <p:cNvPr id="56" name="TextBox 55">
            <a:extLst>
              <a:ext uri="{FF2B5EF4-FFF2-40B4-BE49-F238E27FC236}">
                <a16:creationId xmlns:a16="http://schemas.microsoft.com/office/drawing/2014/main" id="{6838426B-D6E1-F5A2-5F93-3A9B63F0EA43}"/>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3234587B-388D-58AC-BCAB-5F6F36D5C34F}"/>
              </a:ext>
            </a:extLst>
          </p:cNvPr>
          <p:cNvSpPr txBox="1"/>
          <p:nvPr/>
        </p:nvSpPr>
        <p:spPr>
          <a:xfrm>
            <a:off x="6152446" y="2540233"/>
            <a:ext cx="570089" cy="230832"/>
          </a:xfrm>
          <a:prstGeom prst="rect">
            <a:avLst/>
          </a:prstGeom>
          <a:noFill/>
        </p:spPr>
        <p:txBody>
          <a:bodyPr wrap="square" rtlCol="0">
            <a:spAutoFit/>
          </a:bodyPr>
          <a:lstStyle/>
          <a:p>
            <a:pPr algn="ctr"/>
            <a:r>
              <a:rPr lang="en-US" sz="900" dirty="0"/>
              <a:t>2378</a:t>
            </a:r>
          </a:p>
        </p:txBody>
      </p:sp>
      <p:sp>
        <p:nvSpPr>
          <p:cNvPr id="74" name="TextBox 73">
            <a:extLst>
              <a:ext uri="{FF2B5EF4-FFF2-40B4-BE49-F238E27FC236}">
                <a16:creationId xmlns:a16="http://schemas.microsoft.com/office/drawing/2014/main" id="{74A2F614-A2F2-FB25-16DE-D724031742C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87AB4509-EC2D-8D5B-C0B1-E33F47FAD920}"/>
              </a:ext>
            </a:extLst>
          </p:cNvPr>
          <p:cNvSpPr txBox="1"/>
          <p:nvPr/>
        </p:nvSpPr>
        <p:spPr>
          <a:xfrm>
            <a:off x="6152446" y="4544009"/>
            <a:ext cx="570089" cy="230832"/>
          </a:xfrm>
          <a:prstGeom prst="rect">
            <a:avLst/>
          </a:prstGeom>
          <a:noFill/>
        </p:spPr>
        <p:txBody>
          <a:bodyPr wrap="square" rtlCol="0">
            <a:spAutoFit/>
          </a:bodyPr>
          <a:lstStyle/>
          <a:p>
            <a:pPr algn="ctr"/>
            <a:r>
              <a:rPr lang="en-US" sz="900" dirty="0"/>
              <a:t>2378</a:t>
            </a:r>
          </a:p>
        </p:txBody>
      </p:sp>
      <p:sp>
        <p:nvSpPr>
          <p:cNvPr id="76" name="TextBox 75">
            <a:extLst>
              <a:ext uri="{FF2B5EF4-FFF2-40B4-BE49-F238E27FC236}">
                <a16:creationId xmlns:a16="http://schemas.microsoft.com/office/drawing/2014/main" id="{5FC93E26-E50E-BE72-1791-AF628FE37DC7}"/>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F79FFDB0-3627-54CA-100D-57D33A9BD5E8}"/>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9DBF81B0-A39C-BC62-0303-14098BE1FC2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4D4496F9-C183-61C7-7755-A84F771A6237}"/>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3F3C13B-EFF6-FD72-AA5E-FD720C679D41}"/>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EAB93133-768A-65CE-9659-22291D8D2BA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7A293CA8-E443-BD31-7EB0-67C06757801D}"/>
              </a:ext>
            </a:extLst>
          </p:cNvPr>
          <p:cNvSpPr txBox="1"/>
          <p:nvPr/>
        </p:nvSpPr>
        <p:spPr>
          <a:xfrm>
            <a:off x="6654802" y="4544009"/>
            <a:ext cx="570089" cy="230832"/>
          </a:xfrm>
          <a:prstGeom prst="rect">
            <a:avLst/>
          </a:prstGeom>
          <a:noFill/>
        </p:spPr>
        <p:txBody>
          <a:bodyPr wrap="square" rtlCol="0">
            <a:spAutoFit/>
          </a:bodyPr>
          <a:lstStyle/>
          <a:p>
            <a:pPr algn="ctr"/>
            <a:r>
              <a:rPr lang="en-US" sz="900" dirty="0"/>
              <a:t>1238</a:t>
            </a:r>
          </a:p>
        </p:txBody>
      </p:sp>
    </p:spTree>
    <p:extLst>
      <p:ext uri="{BB962C8B-B14F-4D97-AF65-F5344CB8AC3E}">
        <p14:creationId xmlns:p14="http://schemas.microsoft.com/office/powerpoint/2010/main" val="18749665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10079-461E-6375-2B6E-4E2F5C6E11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F800BA-78A1-9CFD-F45A-79143AADA93D}"/>
              </a:ext>
            </a:extLst>
          </p:cNvPr>
          <p:cNvSpPr>
            <a:spLocks noGrp="1"/>
          </p:cNvSpPr>
          <p:nvPr>
            <p:ph sz="half" idx="1"/>
          </p:nvPr>
        </p:nvSpPr>
        <p:spPr/>
        <p:txBody>
          <a:bodyPr/>
          <a:lstStyle/>
          <a:p>
            <a:r>
              <a:rPr lang="en-US" dirty="0"/>
              <a:t>Reduce. (Note last possible 1 in lower right block.)</a:t>
            </a:r>
          </a:p>
        </p:txBody>
      </p:sp>
      <p:pic>
        <p:nvPicPr>
          <p:cNvPr id="4" name="Picture 3" descr="A grid of sudoku puzzle&#10;&#10;Description automatically generated">
            <a:extLst>
              <a:ext uri="{FF2B5EF4-FFF2-40B4-BE49-F238E27FC236}">
                <a16:creationId xmlns:a16="http://schemas.microsoft.com/office/drawing/2014/main" id="{AFB76A74-B0CD-6CE8-31CA-8B8F37B9237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38076BA-9CE8-D369-755A-1AB656900D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E1201B-C336-A53A-ED40-F12804039D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660B11D-B60A-DFAE-6BA1-D7F3E6A8C4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11BE4B4-63FB-9CFF-A6F8-12F2C93D8F69}"/>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66F2351-8755-A44E-1E15-09117A83ED8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91A0B51D-87E2-7B14-C6BB-9BDAF7CD78F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02910280-C009-1926-14B1-202E4F6CC966}"/>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7D26302F-AAB0-0D95-F7D4-410073BDD730}"/>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34CB18D8-8E0C-FF42-2486-E54EF6B9348F}"/>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40482EC-DD44-3D5A-DAA1-0D4BE9A5EA2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CD7A6B4-3CD3-0F45-A573-A5F4BA5157F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1554D0AC-6FBC-5877-4B4D-F9156FEBA95F}"/>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D9D3DE19-7090-DE3D-FBED-FDA3CF2F78F3}"/>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38BBF8D9-F672-118F-7A08-F210B5C81991}"/>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C094A5C8-357D-18D8-9439-21DB0D8771ED}"/>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4BFAFF86-340D-AEF3-A262-E039C67B45F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272399D5-0119-FC62-7588-CC4AE394E0C1}"/>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CCA91BED-4E92-8CE2-35E3-4DD7D868F241}"/>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48B79320-0B60-DBD1-C023-31C6730D8A62}"/>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50A2763A-7A56-20BF-8C82-99392E76F128}"/>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6D5DD010-50FA-D347-0BED-7E38FA1D8C21}"/>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312C60DC-B2F2-5DDF-8875-9313037248E8}"/>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C925E799-8CF6-84AF-7D53-27331971F96A}"/>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7DDF6A4D-3B69-6FDD-3E5B-7BF536C802B6}"/>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FB6731A0-5F91-4BE2-B8FB-C9E2F5EA204D}"/>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BB292D01-2360-25E2-987D-94E8ED1595B2}"/>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EC3BE3D2-80C5-5B26-7C5C-FEA031BD92D0}"/>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9C15E915-CE37-1346-87F0-FB17411FCF8E}"/>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45789</a:t>
            </a:r>
          </a:p>
        </p:txBody>
      </p:sp>
      <p:sp>
        <p:nvSpPr>
          <p:cNvPr id="49" name="TextBox 48">
            <a:extLst>
              <a:ext uri="{FF2B5EF4-FFF2-40B4-BE49-F238E27FC236}">
                <a16:creationId xmlns:a16="http://schemas.microsoft.com/office/drawing/2014/main" id="{F03D34D0-3725-B3DE-0E90-EB47E155D5C9}"/>
              </a:ext>
            </a:extLst>
          </p:cNvPr>
          <p:cNvSpPr txBox="1"/>
          <p:nvPr/>
        </p:nvSpPr>
        <p:spPr>
          <a:xfrm>
            <a:off x="5650090" y="3041177"/>
            <a:ext cx="570089" cy="230832"/>
          </a:xfrm>
          <a:prstGeom prst="rect">
            <a:avLst/>
          </a:prstGeom>
          <a:noFill/>
        </p:spPr>
        <p:txBody>
          <a:bodyPr wrap="square" rtlCol="0">
            <a:spAutoFit/>
          </a:bodyPr>
          <a:lstStyle/>
          <a:p>
            <a:pPr algn="ctr"/>
            <a:r>
              <a:rPr lang="en-US" sz="900" dirty="0"/>
              <a:t>2489</a:t>
            </a:r>
          </a:p>
        </p:txBody>
      </p:sp>
      <p:sp>
        <p:nvSpPr>
          <p:cNvPr id="50" name="TextBox 49">
            <a:extLst>
              <a:ext uri="{FF2B5EF4-FFF2-40B4-BE49-F238E27FC236}">
                <a16:creationId xmlns:a16="http://schemas.microsoft.com/office/drawing/2014/main" id="{0A538CCE-6C98-ECBC-2D70-07ACAFF549CF}"/>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68255060-7563-D23E-543B-D45CFD656910}"/>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CE5C34E2-5145-B4F7-A2A3-A382EC442C28}"/>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70F9EA5F-BC65-0CD0-4463-1CDAD79E2F2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680A83EA-B696-9407-5B35-14856DED2A36}"/>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8F6F8053-C032-0522-246B-784F6BAA7FAC}"/>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82D429DD-3184-D33E-27B0-743F078752B6}"/>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9A42255D-8DE7-C5EB-E3DF-A7E7551C6E71}"/>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771FB8C3-7F0C-4990-5F80-52FEE7D5B5C6}"/>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2099BD8F-FBC5-1928-C646-822B82B465D0}"/>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79042356-DAAA-02E1-BE03-33818812D437}"/>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8BEC7B2A-771D-0736-2D2E-11CF89F47B40}"/>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B38F2407-EF26-2149-A249-CDBD262C2D50}"/>
              </a:ext>
            </a:extLst>
          </p:cNvPr>
          <p:cNvSpPr txBox="1"/>
          <p:nvPr/>
        </p:nvSpPr>
        <p:spPr>
          <a:xfrm>
            <a:off x="4645378" y="3041177"/>
            <a:ext cx="570089" cy="230832"/>
          </a:xfrm>
          <a:prstGeom prst="rect">
            <a:avLst/>
          </a:prstGeom>
          <a:noFill/>
        </p:spPr>
        <p:txBody>
          <a:bodyPr wrap="square" rtlCol="0">
            <a:spAutoFit/>
          </a:bodyPr>
          <a:lstStyle/>
          <a:p>
            <a:pPr algn="ctr"/>
            <a:r>
              <a:rPr lang="en-US" sz="900" dirty="0"/>
              <a:t>2457</a:t>
            </a:r>
          </a:p>
        </p:txBody>
      </p:sp>
      <p:sp>
        <p:nvSpPr>
          <p:cNvPr id="45" name="TextBox 44">
            <a:extLst>
              <a:ext uri="{FF2B5EF4-FFF2-40B4-BE49-F238E27FC236}">
                <a16:creationId xmlns:a16="http://schemas.microsoft.com/office/drawing/2014/main" id="{8EBD94F9-9F5F-958C-5E6D-FE55545A29FB}"/>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CC96F84A-055F-1FB6-19BA-4EB9A45FD4E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864387EF-9D22-1256-0993-A9765ABAAAE8}"/>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E1C441B1-2C7B-1456-DC30-C64052D85549}"/>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1756C665-BEC7-D77C-952B-5473B4EC1A9D}"/>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2A0047B5-9B1E-F12C-82C6-85815D43F1C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0B23F389-4A1A-69B6-7567-415516C6E11D}"/>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44C48D0C-36F4-6B4C-241F-B1CAF886F12E}"/>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D28263C5-5E1A-54F4-F241-5052620536C1}"/>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89F930EE-8EB2-63AA-56BA-317096FDC89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99DCF4C4-89EC-5EDE-E98A-5B8B7E15A251}"/>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DF50686-9435-3404-BF0B-085591A6DD52}"/>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861191F-5A8D-EB84-0621-B9532CD02D51}"/>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770453B3-15EA-56F3-40EA-F12E09A2096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F3697FF7-445D-47BE-B84C-A4F3BC9ADD46}"/>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D4CB1E4C-D751-33C3-9793-39FC67183CC2}"/>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5A3A8871-4DAE-C4CD-EAA4-69D1AC1EA850}"/>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51FE2CFC-6122-8B15-7217-95F223016A05}"/>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5BCFCB5F-49D7-D69A-81FA-D371E1E47DF8}"/>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C2095114-EB7A-0071-7DA7-38698F0E0B84}"/>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2E8338F-CCBE-7AA1-FC73-D140214FB9BE}"/>
              </a:ext>
            </a:extLst>
          </p:cNvPr>
          <p:cNvSpPr txBox="1"/>
          <p:nvPr/>
        </p:nvSpPr>
        <p:spPr>
          <a:xfrm>
            <a:off x="6654802" y="2540233"/>
            <a:ext cx="570089" cy="230832"/>
          </a:xfrm>
          <a:prstGeom prst="rect">
            <a:avLst/>
          </a:prstGeom>
          <a:noFill/>
        </p:spPr>
        <p:txBody>
          <a:bodyPr wrap="square" rtlCol="0">
            <a:spAutoFit/>
          </a:bodyPr>
          <a:lstStyle/>
          <a:p>
            <a:pPr algn="ctr"/>
            <a:r>
              <a:rPr lang="en-US" sz="900" dirty="0"/>
              <a:t>2348</a:t>
            </a:r>
          </a:p>
        </p:txBody>
      </p:sp>
      <p:sp>
        <p:nvSpPr>
          <p:cNvPr id="54" name="TextBox 53">
            <a:extLst>
              <a:ext uri="{FF2B5EF4-FFF2-40B4-BE49-F238E27FC236}">
                <a16:creationId xmlns:a16="http://schemas.microsoft.com/office/drawing/2014/main" id="{1DE96980-7F60-302A-1EC6-C19270D12E0A}"/>
              </a:ext>
            </a:extLst>
          </p:cNvPr>
          <p:cNvSpPr txBox="1"/>
          <p:nvPr/>
        </p:nvSpPr>
        <p:spPr>
          <a:xfrm>
            <a:off x="6654802" y="2792819"/>
            <a:ext cx="570089" cy="230832"/>
          </a:xfrm>
          <a:prstGeom prst="rect">
            <a:avLst/>
          </a:prstGeom>
          <a:noFill/>
        </p:spPr>
        <p:txBody>
          <a:bodyPr wrap="square" rtlCol="0">
            <a:spAutoFit/>
          </a:bodyPr>
          <a:lstStyle/>
          <a:p>
            <a:pPr algn="ctr"/>
            <a:r>
              <a:rPr lang="en-US" sz="900" dirty="0"/>
              <a:t>248</a:t>
            </a:r>
          </a:p>
        </p:txBody>
      </p:sp>
      <p:sp>
        <p:nvSpPr>
          <p:cNvPr id="56" name="TextBox 55">
            <a:extLst>
              <a:ext uri="{FF2B5EF4-FFF2-40B4-BE49-F238E27FC236}">
                <a16:creationId xmlns:a16="http://schemas.microsoft.com/office/drawing/2014/main" id="{89E57006-ACF5-34CF-46BC-8CD1B79C0436}"/>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A448E16A-28E0-4D6F-5A8F-93D198DE4B65}"/>
              </a:ext>
            </a:extLst>
          </p:cNvPr>
          <p:cNvSpPr txBox="1"/>
          <p:nvPr/>
        </p:nvSpPr>
        <p:spPr>
          <a:xfrm>
            <a:off x="6152446" y="2540233"/>
            <a:ext cx="570089" cy="230832"/>
          </a:xfrm>
          <a:prstGeom prst="rect">
            <a:avLst/>
          </a:prstGeom>
          <a:noFill/>
        </p:spPr>
        <p:txBody>
          <a:bodyPr wrap="square" rtlCol="0">
            <a:spAutoFit/>
          </a:bodyPr>
          <a:lstStyle/>
          <a:p>
            <a:pPr algn="ctr"/>
            <a:r>
              <a:rPr lang="en-US" sz="900" dirty="0"/>
              <a:t>2378</a:t>
            </a:r>
          </a:p>
        </p:txBody>
      </p:sp>
      <p:sp>
        <p:nvSpPr>
          <p:cNvPr id="74" name="TextBox 73">
            <a:extLst>
              <a:ext uri="{FF2B5EF4-FFF2-40B4-BE49-F238E27FC236}">
                <a16:creationId xmlns:a16="http://schemas.microsoft.com/office/drawing/2014/main" id="{6F6CA29A-E577-1245-EFA4-0A5FA4988439}"/>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AA007640-DECB-2FDA-0BB4-659D002849CA}"/>
              </a:ext>
            </a:extLst>
          </p:cNvPr>
          <p:cNvSpPr txBox="1"/>
          <p:nvPr/>
        </p:nvSpPr>
        <p:spPr>
          <a:xfrm>
            <a:off x="6152446" y="4544009"/>
            <a:ext cx="570089" cy="230832"/>
          </a:xfrm>
          <a:prstGeom prst="rect">
            <a:avLst/>
          </a:prstGeom>
          <a:noFill/>
        </p:spPr>
        <p:txBody>
          <a:bodyPr wrap="square" rtlCol="0">
            <a:spAutoFit/>
          </a:bodyPr>
          <a:lstStyle/>
          <a:p>
            <a:pPr algn="ctr"/>
            <a:r>
              <a:rPr lang="en-US" sz="900" dirty="0"/>
              <a:t>2378</a:t>
            </a:r>
          </a:p>
        </p:txBody>
      </p:sp>
      <p:sp>
        <p:nvSpPr>
          <p:cNvPr id="76" name="TextBox 75">
            <a:extLst>
              <a:ext uri="{FF2B5EF4-FFF2-40B4-BE49-F238E27FC236}">
                <a16:creationId xmlns:a16="http://schemas.microsoft.com/office/drawing/2014/main" id="{ED5ED1B3-F4CC-6B41-2D45-B7E59E753E32}"/>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BFCEFA48-08C1-3D27-013F-DF55A5199330}"/>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D9E0A791-4F2C-33E3-C5F0-C77C39A276AA}"/>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B756C297-05E9-0DFD-AD18-5D0BB6F4CC5C}"/>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47FEFB2-4A2E-8437-AF36-9063E57F44E9}"/>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6C7D262B-30D4-3CD8-EF99-011D71AB84BB}"/>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0C242D1B-7D30-A406-24A5-6C43E8405F76}"/>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860145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633AE-2AEC-B03F-19D3-2BED59BE01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126AA85-0270-5034-BFC3-D33DF6A44A87}"/>
              </a:ext>
            </a:extLst>
          </p:cNvPr>
          <p:cNvSpPr>
            <a:spLocks noGrp="1"/>
          </p:cNvSpPr>
          <p:nvPr>
            <p:ph sz="half" idx="1"/>
          </p:nvPr>
        </p:nvSpPr>
        <p:spPr/>
        <p:txBody>
          <a:bodyPr/>
          <a:lstStyle/>
          <a:p>
            <a:r>
              <a:rPr lang="en-US" dirty="0"/>
              <a:t>In Row 5, the arrow is five of 2456789, which sums to 41. We need to drop two digits that sum to 10. 28 is the only possibility. (6 can’t be dropped.)</a:t>
            </a:r>
          </a:p>
        </p:txBody>
      </p:sp>
      <p:pic>
        <p:nvPicPr>
          <p:cNvPr id="4" name="Picture 3" descr="A grid of sudoku puzzle&#10;&#10;Description automatically generated">
            <a:extLst>
              <a:ext uri="{FF2B5EF4-FFF2-40B4-BE49-F238E27FC236}">
                <a16:creationId xmlns:a16="http://schemas.microsoft.com/office/drawing/2014/main" id="{99240804-3CDF-5019-2E1F-03F0B2308B0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09AB1BD-1E23-2E15-D3F6-8DD7B970CE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8D27073-5DF1-0609-438E-01537CFC60C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A0CC23F-48D7-CD67-C410-EA1C5C84721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AEBF459-61ED-8FA6-589D-B7873C7EC71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E3C66BB-2CAD-5F6B-33C6-A7CE0955AE1D}"/>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579DBA1F-2590-74BE-5510-26CD0823246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0848852-455A-607D-4F40-6D2F8CDB72A7}"/>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3DE8C257-244E-16BF-267F-6081EE7A37BB}"/>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52F5F86F-5922-280C-A645-D5B3B8C86CF0}"/>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F07E5E0-CC6C-FFCA-324F-BEF406585DA5}"/>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E7D00A6-7876-CFCC-63D5-9ADD38B5E7B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477417CF-B6F4-8957-6803-9DCC9D03709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95B26C28-5AF6-5E66-14EB-A8876E418677}"/>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BAECAD04-F740-B5E8-5DFF-D308C12C48A2}"/>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B5F30958-B9B5-34A0-5DB9-69A8D57B60E8}"/>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1776EA9B-E758-3DF5-A37D-700BCB520D8D}"/>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529BF157-1D31-EFA5-9C23-63AF917E2FFC}"/>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BEF3A18D-7A4C-AACD-F859-6D681455E59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48D2A4B8-6FE4-01C1-E5D0-3FCD5EC92544}"/>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2C36F470-0D3A-CFEC-E84A-8AE5AC17E833}"/>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91426B51-563E-0FC5-73B5-D5710276351E}"/>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DB279BF2-81A7-3175-FE35-0AAAF0E5512D}"/>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9F5C3FA9-C33B-348C-CA8E-1B0FF0426828}"/>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0535F5A2-4C1E-8AB7-F07B-576C2A565F1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7CDC5081-6D39-F9D6-411C-F0C0390BB92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DE343B15-8F44-08D8-334F-02BFE6E9B995}"/>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2A06F55C-14D2-5ABA-A951-9ACDA20219E9}"/>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D0B24C19-130E-6A9C-ED3B-9FCD5C65A5DA}"/>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1ED354C3-6BBC-C895-B500-9C87795A234A}"/>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B6D931C3-AA9F-4DE0-359B-98C26E8E25EC}"/>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6C6C47AC-6E8E-6C2C-1A91-C47363A8516D}"/>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0FBCDCA9-B923-D231-66FE-DB5E33B11193}"/>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1152D75D-7DE4-89AD-4D2B-BC47898E1DA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232DC5FC-6ED1-D4AA-8A93-7BF652A16F54}"/>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0A049375-0C15-021A-0AD6-8F03291F8B7C}"/>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EEE4949B-2570-D1D1-C3AA-0A60424EE8C1}"/>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C8AB8C57-203B-73E1-6B2C-0AA81F267F2F}"/>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0149A9B6-1B10-D61D-1222-D359CB7AE22F}"/>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7B6F2759-DF54-FEF6-E69E-AEDBDF903E45}"/>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75EAE519-078F-265B-CA8C-C20C77CC3511}"/>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27CA08D1-13B6-5FCC-CC62-9A649991A600}"/>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50A8F9EF-846B-D93C-2E52-EE7F9B4DF36C}"/>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1DE93772-56AD-146C-A173-B357E8FD6312}"/>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980A6022-2FAF-B010-2C8C-13F8CE9515B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6F88E36F-AB58-6F3C-084E-440E111599A3}"/>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1DACDF6D-1E77-640B-2CD3-114096763389}"/>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AC3ECA5E-FBBF-DD32-9D17-5F4DC6E3711D}"/>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D2377BBE-5E3B-F82B-7DA8-F6AED855E55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71CC918-EFB6-0FEB-09D3-5F9C2E611E1E}"/>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A5DE0E0B-71F2-958D-DC2C-D5C3E6FDDEBB}"/>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BD3A194C-97FD-BA60-E8DD-4E1A74514BD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C96403C4-0656-22E1-BD77-A1E7189D00A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6A5CDFC6-1A99-EF86-2575-E05D07496DB2}"/>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6E621E56-6E35-423A-A232-F2989240BC4A}"/>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EF57507-51E3-80E3-5AE9-03B4454E18D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A819D902-1C9A-2E72-A5A9-37C9E65A691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59E38AB6-8235-100F-3F26-BF63A180200A}"/>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7B227EF1-3A9B-2C66-96B6-075852DF291B}"/>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EC5BF10B-85A9-0B30-3297-E147431FDFA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C0A3D74C-2054-1B98-92FA-CBB82B98AA88}"/>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45145AEF-31BD-BA1D-C3B3-3467BBF5F6F7}"/>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E1FEADA8-092B-5C9A-6F7B-653533AE4D4F}"/>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BED0DEA5-84FD-AC56-F44E-D86DE90DFF62}"/>
              </a:ext>
            </a:extLst>
          </p:cNvPr>
          <p:cNvSpPr txBox="1"/>
          <p:nvPr/>
        </p:nvSpPr>
        <p:spPr>
          <a:xfrm>
            <a:off x="6654802" y="2540233"/>
            <a:ext cx="570089" cy="230832"/>
          </a:xfrm>
          <a:prstGeom prst="rect">
            <a:avLst/>
          </a:prstGeom>
          <a:noFill/>
        </p:spPr>
        <p:txBody>
          <a:bodyPr wrap="square" rtlCol="0">
            <a:spAutoFit/>
          </a:bodyPr>
          <a:lstStyle/>
          <a:p>
            <a:pPr algn="ctr"/>
            <a:r>
              <a:rPr lang="en-US" sz="900" dirty="0"/>
              <a:t>2348</a:t>
            </a:r>
          </a:p>
        </p:txBody>
      </p:sp>
      <p:sp>
        <p:nvSpPr>
          <p:cNvPr id="54" name="TextBox 53">
            <a:extLst>
              <a:ext uri="{FF2B5EF4-FFF2-40B4-BE49-F238E27FC236}">
                <a16:creationId xmlns:a16="http://schemas.microsoft.com/office/drawing/2014/main" id="{7D19CD7C-C967-8FC7-4BC4-81B523A582FB}"/>
              </a:ext>
            </a:extLst>
          </p:cNvPr>
          <p:cNvSpPr txBox="1"/>
          <p:nvPr/>
        </p:nvSpPr>
        <p:spPr>
          <a:xfrm>
            <a:off x="6654802" y="2792819"/>
            <a:ext cx="570089" cy="230832"/>
          </a:xfrm>
          <a:prstGeom prst="rect">
            <a:avLst/>
          </a:prstGeom>
          <a:noFill/>
        </p:spPr>
        <p:txBody>
          <a:bodyPr wrap="square" rtlCol="0">
            <a:spAutoFit/>
          </a:bodyPr>
          <a:lstStyle/>
          <a:p>
            <a:pPr algn="ctr"/>
            <a:r>
              <a:rPr lang="en-US" sz="900" dirty="0"/>
              <a:t>248</a:t>
            </a:r>
          </a:p>
        </p:txBody>
      </p:sp>
      <p:sp>
        <p:nvSpPr>
          <p:cNvPr id="56" name="TextBox 55">
            <a:extLst>
              <a:ext uri="{FF2B5EF4-FFF2-40B4-BE49-F238E27FC236}">
                <a16:creationId xmlns:a16="http://schemas.microsoft.com/office/drawing/2014/main" id="{4BC916D0-56B0-A844-CE2D-F4709EBE2DF9}"/>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78EAF0EE-B4AA-8086-00B2-375F63A765D2}"/>
              </a:ext>
            </a:extLst>
          </p:cNvPr>
          <p:cNvSpPr txBox="1"/>
          <p:nvPr/>
        </p:nvSpPr>
        <p:spPr>
          <a:xfrm>
            <a:off x="6152446" y="2540233"/>
            <a:ext cx="570089" cy="230832"/>
          </a:xfrm>
          <a:prstGeom prst="rect">
            <a:avLst/>
          </a:prstGeom>
          <a:noFill/>
        </p:spPr>
        <p:txBody>
          <a:bodyPr wrap="square" rtlCol="0">
            <a:spAutoFit/>
          </a:bodyPr>
          <a:lstStyle/>
          <a:p>
            <a:pPr algn="ctr"/>
            <a:r>
              <a:rPr lang="en-US" sz="900" dirty="0"/>
              <a:t>2378</a:t>
            </a:r>
          </a:p>
        </p:txBody>
      </p:sp>
      <p:sp>
        <p:nvSpPr>
          <p:cNvPr id="74" name="TextBox 73">
            <a:extLst>
              <a:ext uri="{FF2B5EF4-FFF2-40B4-BE49-F238E27FC236}">
                <a16:creationId xmlns:a16="http://schemas.microsoft.com/office/drawing/2014/main" id="{45B9EADA-01AE-B3D0-6087-254989189E4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D8E83889-C1FC-5394-3990-924F5FE8E18D}"/>
              </a:ext>
            </a:extLst>
          </p:cNvPr>
          <p:cNvSpPr txBox="1"/>
          <p:nvPr/>
        </p:nvSpPr>
        <p:spPr>
          <a:xfrm>
            <a:off x="6152446" y="4544009"/>
            <a:ext cx="570089" cy="230832"/>
          </a:xfrm>
          <a:prstGeom prst="rect">
            <a:avLst/>
          </a:prstGeom>
          <a:noFill/>
        </p:spPr>
        <p:txBody>
          <a:bodyPr wrap="square" rtlCol="0">
            <a:spAutoFit/>
          </a:bodyPr>
          <a:lstStyle/>
          <a:p>
            <a:pPr algn="ctr"/>
            <a:r>
              <a:rPr lang="en-US" sz="900" dirty="0"/>
              <a:t>2378</a:t>
            </a:r>
          </a:p>
        </p:txBody>
      </p:sp>
      <p:sp>
        <p:nvSpPr>
          <p:cNvPr id="76" name="TextBox 75">
            <a:extLst>
              <a:ext uri="{FF2B5EF4-FFF2-40B4-BE49-F238E27FC236}">
                <a16:creationId xmlns:a16="http://schemas.microsoft.com/office/drawing/2014/main" id="{466A2D8F-38FC-7BE7-36AA-98940C894812}"/>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B32BE274-9CCA-39B7-917C-2A6C1BE35229}"/>
              </a:ext>
            </a:extLst>
          </p:cNvPr>
          <p:cNvSpPr txBox="1"/>
          <p:nvPr/>
        </p:nvSpPr>
        <p:spPr>
          <a:xfrm>
            <a:off x="7157158" y="2905709"/>
            <a:ext cx="570089" cy="230832"/>
          </a:xfrm>
          <a:prstGeom prst="rect">
            <a:avLst/>
          </a:prstGeom>
          <a:noFill/>
        </p:spPr>
        <p:txBody>
          <a:bodyPr wrap="square" rtlCol="0">
            <a:spAutoFit/>
          </a:bodyPr>
          <a:lstStyle/>
          <a:p>
            <a:pPr algn="ctr"/>
            <a:r>
              <a:rPr lang="en-US" sz="900" dirty="0"/>
              <a:t>25789</a:t>
            </a:r>
          </a:p>
        </p:txBody>
      </p:sp>
      <p:sp>
        <p:nvSpPr>
          <p:cNvPr id="79" name="TextBox 78">
            <a:extLst>
              <a:ext uri="{FF2B5EF4-FFF2-40B4-BE49-F238E27FC236}">
                <a16:creationId xmlns:a16="http://schemas.microsoft.com/office/drawing/2014/main" id="{C90EB1FE-A09C-09EE-76B4-88434938C4A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BA8A9740-AB1C-D5A2-5AA1-FB4538F28BE3}"/>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9904469-B513-F49A-F3BB-B0B342BE4E5A}"/>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CFCD11B-A7D9-F911-990E-1B1AE7E667E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664E873-6FFE-BB45-DBA7-5760F32ACDA2}"/>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0807390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83980-AA44-E3C6-2A34-ADF6605CF0D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F27C1F-F7DC-92AE-4EC7-CE6676EB83E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68E0C6C-442D-F3F8-67A2-FAA508B802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A4C664B-19B3-9B31-4215-F2B2B3A2F47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B06D743-EC57-DD0C-C6BB-636F0072C1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D67F7C9-03C0-AC20-C5D6-348D65B1E9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BF6F45F-1BC9-D204-95C9-C2FA2BED860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27D6ED8-EF73-7938-F53A-8C02104C678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ACEC3BB-7304-A992-8C02-FCC257103C2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F6C35E75-20A2-2569-9373-E13F8DE5B47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8167DFC-8B84-8D52-2692-E6ABD6F30A20}"/>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10BED4B4-01F2-B9BF-FC2A-ABD2CB8C25CC}"/>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E59F983-782B-00CA-3CCF-FC28E797CFB6}"/>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58983D0-FBAF-4A4D-3BA6-DBF7A27438B8}"/>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82D5E543-CC9F-1A2C-0B47-EF03135B3C8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AD4F9273-4110-6C78-C15A-B5D1BFE297F4}"/>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B455DA61-FA89-DA03-2560-2545204230D1}"/>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68996C5C-9887-8FA3-2187-BD759FAA62BE}"/>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848AEF4D-3536-B8B9-B6ED-76D54D25AA5D}"/>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C23AA46B-72B7-13B9-E5E5-414EE3AD79CB}"/>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9ADC2235-640A-440F-92E9-E0ED2E6125CF}"/>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64FCA3B2-EF49-B66E-7875-370B079A97A6}"/>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37E0AA4A-93CE-97B3-8B89-D7A3C4FE0302}"/>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D831F00-D6AB-DA2D-746E-0DC86EB486B2}"/>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AC7F27BE-3112-2D38-3099-4CABC65148A4}"/>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5EC6BAC2-EC9E-E46A-56D8-634EC0F9E250}"/>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659E90CB-92B9-2F72-6D95-BA5F35F7863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E15D479B-B177-69A8-0FC3-DBB0A7FD678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6E50A32A-87F4-0F4E-2ECF-F83425C99928}"/>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E5DBDBA7-A527-3181-D2D7-85F2176645A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C220EB77-B9AA-6047-D034-DBC05DA52695}"/>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8E47F6C0-946B-A020-C98C-0B747DA15C65}"/>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782642E1-1859-649E-3E50-EC0D466DB0B5}"/>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55E83A56-8934-5969-1354-58FE8BDA516C}"/>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2" name="TextBox 51">
            <a:extLst>
              <a:ext uri="{FF2B5EF4-FFF2-40B4-BE49-F238E27FC236}">
                <a16:creationId xmlns:a16="http://schemas.microsoft.com/office/drawing/2014/main" id="{E809E0CB-0C79-A345-B48C-66254CD3D1DC}"/>
              </a:ext>
            </a:extLst>
          </p:cNvPr>
          <p:cNvSpPr txBox="1"/>
          <p:nvPr/>
        </p:nvSpPr>
        <p:spPr>
          <a:xfrm>
            <a:off x="7157158" y="4043065"/>
            <a:ext cx="570089" cy="230832"/>
          </a:xfrm>
          <a:prstGeom prst="rect">
            <a:avLst/>
          </a:prstGeom>
          <a:noFill/>
        </p:spPr>
        <p:txBody>
          <a:bodyPr wrap="square" rtlCol="0">
            <a:spAutoFit/>
          </a:bodyPr>
          <a:lstStyle/>
          <a:p>
            <a:pPr algn="ctr"/>
            <a:r>
              <a:rPr lang="en-US" sz="900" dirty="0"/>
              <a:t>278</a:t>
            </a:r>
          </a:p>
        </p:txBody>
      </p:sp>
      <p:sp>
        <p:nvSpPr>
          <p:cNvPr id="57" name="TextBox 56">
            <a:extLst>
              <a:ext uri="{FF2B5EF4-FFF2-40B4-BE49-F238E27FC236}">
                <a16:creationId xmlns:a16="http://schemas.microsoft.com/office/drawing/2014/main" id="{BF8D99C5-384A-C0CE-6441-8C9CA201C5AE}"/>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D55395A1-624C-4C04-B753-E9AE593BB1F9}"/>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74490659-E1C0-0C47-7C99-0F335923CC34}"/>
              </a:ext>
            </a:extLst>
          </p:cNvPr>
          <p:cNvSpPr txBox="1"/>
          <p:nvPr/>
        </p:nvSpPr>
        <p:spPr>
          <a:xfrm>
            <a:off x="6654802" y="3406653"/>
            <a:ext cx="570089" cy="230832"/>
          </a:xfrm>
          <a:prstGeom prst="rect">
            <a:avLst/>
          </a:prstGeom>
          <a:noFill/>
        </p:spPr>
        <p:txBody>
          <a:bodyPr wrap="square" rtlCol="0">
            <a:spAutoFit/>
          </a:bodyPr>
          <a:lstStyle/>
          <a:p>
            <a:pPr algn="ctr"/>
            <a:r>
              <a:rPr lang="en-US" sz="900" dirty="0"/>
              <a:t>348</a:t>
            </a:r>
          </a:p>
        </p:txBody>
      </p:sp>
      <p:sp>
        <p:nvSpPr>
          <p:cNvPr id="60" name="TextBox 59">
            <a:extLst>
              <a:ext uri="{FF2B5EF4-FFF2-40B4-BE49-F238E27FC236}">
                <a16:creationId xmlns:a16="http://schemas.microsoft.com/office/drawing/2014/main" id="{8EB0A2ED-3E84-2779-5F47-1A8BE68B2CA3}"/>
              </a:ext>
            </a:extLst>
          </p:cNvPr>
          <p:cNvSpPr txBox="1"/>
          <p:nvPr/>
        </p:nvSpPr>
        <p:spPr>
          <a:xfrm>
            <a:off x="7157158" y="3406653"/>
            <a:ext cx="570089" cy="230832"/>
          </a:xfrm>
          <a:prstGeom prst="rect">
            <a:avLst/>
          </a:prstGeom>
          <a:noFill/>
        </p:spPr>
        <p:txBody>
          <a:bodyPr wrap="square" rtlCol="0">
            <a:spAutoFit/>
          </a:bodyPr>
          <a:lstStyle/>
          <a:p>
            <a:pPr algn="ctr"/>
            <a:r>
              <a:rPr lang="en-US" sz="900" dirty="0"/>
              <a:t>5789</a:t>
            </a:r>
          </a:p>
        </p:txBody>
      </p:sp>
      <p:sp>
        <p:nvSpPr>
          <p:cNvPr id="61" name="TextBox 60">
            <a:extLst>
              <a:ext uri="{FF2B5EF4-FFF2-40B4-BE49-F238E27FC236}">
                <a16:creationId xmlns:a16="http://schemas.microsoft.com/office/drawing/2014/main" id="{5ED30B18-8064-08AF-C1ED-6DF6F903F6FA}"/>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6E0E26EE-8543-C9FC-7F08-732C5C51EA2F}"/>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1531AF42-1E9C-D1D4-C9D2-4C7BD5B0B3B3}"/>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A9F122D8-ED16-6636-2A35-E471A99D75C3}"/>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513D060-C425-CBAE-763D-6429BA95C177}"/>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1A00C11-3E87-686F-20A6-44C96EBDCC70}"/>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248126AE-7C63-CB85-0A11-B0353D64281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70E5A082-943D-AC02-6B1B-F7C7585642A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1320FC1C-0E3B-8276-A616-8420433E56CA}"/>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4110F089-73BF-60A8-BEAD-2F8B742FEACB}"/>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9A1E48EE-CBF9-84E0-8ADF-238CABE670F4}"/>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826F2D49-3E6D-4F72-6FD6-34E157779E3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59D74B8-8B3B-76AD-9A96-F05800F22B0A}"/>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3E942078-6D16-B232-24C6-A217670E9D93}"/>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E4ADCDCB-2EBA-ADAA-8B69-C08E288B5E6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00FA6297-A56D-7E73-0179-FA91D6C9E6A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94345854-9258-75C8-49A5-D908BEFDE93B}"/>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17B3939F-CB8E-AB95-1051-70AC050CDE20}"/>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5D664669-E540-1ED8-CD89-C3507F9E7B1C}"/>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F3BF7CD-2560-75AB-EB5E-29881FB6624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C561C382-BD73-CBC9-A1DD-35A75FC29757}"/>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20852A18-6F4B-0C2A-420F-C0E91C56DF5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EA0222C4-3D88-6C69-562E-A233BC61851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DC9A61C2-C99F-1972-24E6-14C6BB82F4ED}"/>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8FC47CF5-DEC5-3AD3-D3DA-7277615637E9}"/>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75F443E-4540-5950-E7DF-5A989AA851DD}"/>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71E0CFC4-B5A4-D68E-5A5C-420AD564050F}"/>
              </a:ext>
            </a:extLst>
          </p:cNvPr>
          <p:cNvSpPr txBox="1"/>
          <p:nvPr/>
        </p:nvSpPr>
        <p:spPr>
          <a:xfrm>
            <a:off x="6654802" y="2540233"/>
            <a:ext cx="570089" cy="230832"/>
          </a:xfrm>
          <a:prstGeom prst="rect">
            <a:avLst/>
          </a:prstGeom>
          <a:noFill/>
        </p:spPr>
        <p:txBody>
          <a:bodyPr wrap="square" rtlCol="0">
            <a:spAutoFit/>
          </a:bodyPr>
          <a:lstStyle/>
          <a:p>
            <a:pPr algn="ctr"/>
            <a:r>
              <a:rPr lang="en-US" sz="900" dirty="0"/>
              <a:t>2348</a:t>
            </a:r>
          </a:p>
        </p:txBody>
      </p:sp>
      <p:sp>
        <p:nvSpPr>
          <p:cNvPr id="54" name="TextBox 53">
            <a:extLst>
              <a:ext uri="{FF2B5EF4-FFF2-40B4-BE49-F238E27FC236}">
                <a16:creationId xmlns:a16="http://schemas.microsoft.com/office/drawing/2014/main" id="{7226F8CA-F411-FF2A-43F4-387B944D6CFC}"/>
              </a:ext>
            </a:extLst>
          </p:cNvPr>
          <p:cNvSpPr txBox="1"/>
          <p:nvPr/>
        </p:nvSpPr>
        <p:spPr>
          <a:xfrm>
            <a:off x="6654802" y="2792819"/>
            <a:ext cx="570089" cy="230832"/>
          </a:xfrm>
          <a:prstGeom prst="rect">
            <a:avLst/>
          </a:prstGeom>
          <a:noFill/>
        </p:spPr>
        <p:txBody>
          <a:bodyPr wrap="square" rtlCol="0">
            <a:spAutoFit/>
          </a:bodyPr>
          <a:lstStyle/>
          <a:p>
            <a:pPr algn="ctr"/>
            <a:r>
              <a:rPr lang="en-US" sz="900" dirty="0"/>
              <a:t>28</a:t>
            </a:r>
          </a:p>
        </p:txBody>
      </p:sp>
      <p:sp>
        <p:nvSpPr>
          <p:cNvPr id="56" name="TextBox 55">
            <a:extLst>
              <a:ext uri="{FF2B5EF4-FFF2-40B4-BE49-F238E27FC236}">
                <a16:creationId xmlns:a16="http://schemas.microsoft.com/office/drawing/2014/main" id="{EB912DA9-503D-8E61-BF72-325B857E0C65}"/>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0EE839DB-0867-FD70-4949-5B6C411E7051}"/>
              </a:ext>
            </a:extLst>
          </p:cNvPr>
          <p:cNvSpPr txBox="1"/>
          <p:nvPr/>
        </p:nvSpPr>
        <p:spPr>
          <a:xfrm>
            <a:off x="6152446" y="2540233"/>
            <a:ext cx="570089" cy="230832"/>
          </a:xfrm>
          <a:prstGeom prst="rect">
            <a:avLst/>
          </a:prstGeom>
          <a:noFill/>
        </p:spPr>
        <p:txBody>
          <a:bodyPr wrap="square" rtlCol="0">
            <a:spAutoFit/>
          </a:bodyPr>
          <a:lstStyle/>
          <a:p>
            <a:pPr algn="ctr"/>
            <a:r>
              <a:rPr lang="en-US" sz="900" dirty="0"/>
              <a:t>2378</a:t>
            </a:r>
          </a:p>
        </p:txBody>
      </p:sp>
      <p:sp>
        <p:nvSpPr>
          <p:cNvPr id="74" name="TextBox 73">
            <a:extLst>
              <a:ext uri="{FF2B5EF4-FFF2-40B4-BE49-F238E27FC236}">
                <a16:creationId xmlns:a16="http://schemas.microsoft.com/office/drawing/2014/main" id="{E35C0D06-4BA8-A243-0E34-9B030867384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088F94C1-CCD4-C2D6-4F6D-B1EF3985F142}"/>
              </a:ext>
            </a:extLst>
          </p:cNvPr>
          <p:cNvSpPr txBox="1"/>
          <p:nvPr/>
        </p:nvSpPr>
        <p:spPr>
          <a:xfrm>
            <a:off x="6152446" y="4544009"/>
            <a:ext cx="570089" cy="230832"/>
          </a:xfrm>
          <a:prstGeom prst="rect">
            <a:avLst/>
          </a:prstGeom>
          <a:noFill/>
        </p:spPr>
        <p:txBody>
          <a:bodyPr wrap="square" rtlCol="0">
            <a:spAutoFit/>
          </a:bodyPr>
          <a:lstStyle/>
          <a:p>
            <a:pPr algn="ctr"/>
            <a:r>
              <a:rPr lang="en-US" sz="900" dirty="0"/>
              <a:t>2378</a:t>
            </a:r>
          </a:p>
        </p:txBody>
      </p:sp>
      <p:sp>
        <p:nvSpPr>
          <p:cNvPr id="76" name="TextBox 75">
            <a:extLst>
              <a:ext uri="{FF2B5EF4-FFF2-40B4-BE49-F238E27FC236}">
                <a16:creationId xmlns:a16="http://schemas.microsoft.com/office/drawing/2014/main" id="{59F1643F-A8C8-C226-49CA-F2B4D8F0AECD}"/>
              </a:ext>
            </a:extLst>
          </p:cNvPr>
          <p:cNvSpPr txBox="1"/>
          <p:nvPr/>
        </p:nvSpPr>
        <p:spPr>
          <a:xfrm>
            <a:off x="7157158" y="2404765"/>
            <a:ext cx="570089" cy="230832"/>
          </a:xfrm>
          <a:prstGeom prst="rect">
            <a:avLst/>
          </a:prstGeom>
          <a:noFill/>
        </p:spPr>
        <p:txBody>
          <a:bodyPr wrap="square" rtlCol="0">
            <a:spAutoFit/>
          </a:bodyPr>
          <a:lstStyle/>
          <a:p>
            <a:pPr algn="ctr"/>
            <a:r>
              <a:rPr lang="en-US" sz="900" dirty="0"/>
              <a:t>25789</a:t>
            </a:r>
          </a:p>
        </p:txBody>
      </p:sp>
      <p:sp>
        <p:nvSpPr>
          <p:cNvPr id="77" name="TextBox 76">
            <a:extLst>
              <a:ext uri="{FF2B5EF4-FFF2-40B4-BE49-F238E27FC236}">
                <a16:creationId xmlns:a16="http://schemas.microsoft.com/office/drawing/2014/main" id="{3A392605-67FC-D564-1DD6-2A2B7FC01BFC}"/>
              </a:ext>
            </a:extLst>
          </p:cNvPr>
          <p:cNvSpPr txBox="1"/>
          <p:nvPr/>
        </p:nvSpPr>
        <p:spPr>
          <a:xfrm>
            <a:off x="7157158" y="2905709"/>
            <a:ext cx="570089" cy="230832"/>
          </a:xfrm>
          <a:prstGeom prst="rect">
            <a:avLst/>
          </a:prstGeom>
          <a:noFill/>
        </p:spPr>
        <p:txBody>
          <a:bodyPr wrap="square" rtlCol="0">
            <a:spAutoFit/>
          </a:bodyPr>
          <a:lstStyle/>
          <a:p>
            <a:pPr algn="ctr"/>
            <a:r>
              <a:rPr lang="en-US" sz="900" dirty="0"/>
              <a:t>82</a:t>
            </a:r>
          </a:p>
        </p:txBody>
      </p:sp>
      <p:sp>
        <p:nvSpPr>
          <p:cNvPr id="79" name="TextBox 78">
            <a:extLst>
              <a:ext uri="{FF2B5EF4-FFF2-40B4-BE49-F238E27FC236}">
                <a16:creationId xmlns:a16="http://schemas.microsoft.com/office/drawing/2014/main" id="{5F53B242-A40B-634F-FF61-FFE6DB66578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72BA8ABB-D25E-526D-EE37-17EAC6CF09A6}"/>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5B703A1-18C8-E83A-DD38-EB27FA3F262F}"/>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7FDBE0CD-1394-C412-34BA-73B9E2EEDC6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5D98469-681F-188E-E120-D7494802E951}"/>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2486125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79215-8230-A306-BA09-AF88D55FF1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2B3DEEE-E3CF-223C-7424-2B5AECCBE820}"/>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80A1560-8940-C0CF-CC03-43CDCF6566E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D23321-65B4-2446-DCB5-5A97383AE36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7B79C0-21B3-91D7-55E2-6DDEA40FFF8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A56494-3516-188A-58BE-C0647824159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A6D0E7F-2728-BBEC-F400-C178654EFB6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D9BC1C9F-6A6E-A589-695F-9C63E6F7D0E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95E1E76-494C-32F6-6A41-8ED8A2209DD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31F4EE6-2107-9EBB-F0D2-DE3DFA854E7B}"/>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303F6534-2A4B-A0C2-767F-8D1B8BB0462F}"/>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0DB1597B-CCDA-4A09-EB3B-119B4186C2E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07CEBB3-36B5-7648-4791-AF5CCDAE26F1}"/>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5AECC8D-C967-57FC-9762-978BCADB728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E9B8B9CE-1295-8169-EFB8-A0654B234615}"/>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EBC7077B-89A1-E52A-D2CC-991F0C13D7BC}"/>
              </a:ext>
            </a:extLst>
          </p:cNvPr>
          <p:cNvSpPr txBox="1"/>
          <p:nvPr/>
        </p:nvSpPr>
        <p:spPr>
          <a:xfrm>
            <a:off x="4645378" y="3907597"/>
            <a:ext cx="570089" cy="230832"/>
          </a:xfrm>
          <a:prstGeom prst="rect">
            <a:avLst/>
          </a:prstGeom>
          <a:noFill/>
        </p:spPr>
        <p:txBody>
          <a:bodyPr wrap="square" rtlCol="0">
            <a:spAutoFit/>
          </a:bodyPr>
          <a:lstStyle/>
          <a:p>
            <a:pPr algn="ctr"/>
            <a:r>
              <a:rPr lang="en-US" sz="900" dirty="0"/>
              <a:t>345</a:t>
            </a:r>
          </a:p>
        </p:txBody>
      </p:sp>
      <p:sp>
        <p:nvSpPr>
          <p:cNvPr id="24" name="TextBox 23">
            <a:extLst>
              <a:ext uri="{FF2B5EF4-FFF2-40B4-BE49-F238E27FC236}">
                <a16:creationId xmlns:a16="http://schemas.microsoft.com/office/drawing/2014/main" id="{02EBB66B-1FB6-84E4-C0FD-F1A6D7EAC9F7}"/>
              </a:ext>
            </a:extLst>
          </p:cNvPr>
          <p:cNvSpPr txBox="1"/>
          <p:nvPr/>
        </p:nvSpPr>
        <p:spPr>
          <a:xfrm>
            <a:off x="5147734" y="4043065"/>
            <a:ext cx="570089" cy="230832"/>
          </a:xfrm>
          <a:prstGeom prst="rect">
            <a:avLst/>
          </a:prstGeom>
          <a:noFill/>
        </p:spPr>
        <p:txBody>
          <a:bodyPr wrap="square" rtlCol="0">
            <a:spAutoFit/>
          </a:bodyPr>
          <a:lstStyle/>
          <a:p>
            <a:pPr algn="ctr"/>
            <a:r>
              <a:rPr lang="en-US" sz="900" dirty="0"/>
              <a:t>789</a:t>
            </a:r>
          </a:p>
        </p:txBody>
      </p:sp>
      <p:sp>
        <p:nvSpPr>
          <p:cNvPr id="27" name="TextBox 26">
            <a:extLst>
              <a:ext uri="{FF2B5EF4-FFF2-40B4-BE49-F238E27FC236}">
                <a16:creationId xmlns:a16="http://schemas.microsoft.com/office/drawing/2014/main" id="{6D020DFF-A9F0-0ACC-A635-18ECD534027F}"/>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3B70C513-1F08-699A-07EF-448940E862A9}"/>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1FB1A6E1-10A1-A6FC-5D42-80F2E1B6C705}"/>
              </a:ext>
            </a:extLst>
          </p:cNvPr>
          <p:cNvSpPr txBox="1"/>
          <p:nvPr/>
        </p:nvSpPr>
        <p:spPr>
          <a:xfrm>
            <a:off x="3640666" y="3907597"/>
            <a:ext cx="570089" cy="230832"/>
          </a:xfrm>
          <a:prstGeom prst="rect">
            <a:avLst/>
          </a:prstGeom>
          <a:noFill/>
        </p:spPr>
        <p:txBody>
          <a:bodyPr wrap="square" rtlCol="0">
            <a:spAutoFit/>
          </a:bodyPr>
          <a:lstStyle/>
          <a:p>
            <a:pPr algn="ctr"/>
            <a:r>
              <a:rPr lang="en-US" sz="900" dirty="0"/>
              <a:t>5789</a:t>
            </a:r>
          </a:p>
        </p:txBody>
      </p:sp>
      <p:sp>
        <p:nvSpPr>
          <p:cNvPr id="29" name="TextBox 28">
            <a:extLst>
              <a:ext uri="{FF2B5EF4-FFF2-40B4-BE49-F238E27FC236}">
                <a16:creationId xmlns:a16="http://schemas.microsoft.com/office/drawing/2014/main" id="{F61EA7F9-FF3A-EFC9-AE32-5E3845B49E0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4579</a:t>
            </a:r>
          </a:p>
        </p:txBody>
      </p:sp>
      <p:sp>
        <p:nvSpPr>
          <p:cNvPr id="30" name="TextBox 29">
            <a:extLst>
              <a:ext uri="{FF2B5EF4-FFF2-40B4-BE49-F238E27FC236}">
                <a16:creationId xmlns:a16="http://schemas.microsoft.com/office/drawing/2014/main" id="{BB2779F9-05C5-7949-3A4F-273B460937F2}"/>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84014C13-C0C5-2C44-AAE2-B252B8476CAB}"/>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09C4071F-2294-D5ED-9351-E31A9A985DB0}"/>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6E7D0E19-EEAD-09BC-04BD-01035F49AB59}"/>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C75C387B-CD71-2B66-6C17-A1420D1C32EA}"/>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F2B343D9-ADD8-4AD3-12D4-82A7D073090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ADB7C23D-906B-48C3-DD77-E13000B33F82}"/>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AA54D16E-5F24-7810-22F8-9CE88EAFA9DF}"/>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8B62B425-8AE0-02C8-C250-D4116A624291}"/>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96C29F8-F866-75C3-A490-4DC4FDD42A99}"/>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E59B53E5-61BF-893A-5340-027C998A3F8B}"/>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D4AD3AA-BEE4-2D09-4341-108C94C5DA3C}"/>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F40BD8D1-38F4-2799-7B9F-5BEB944A8C79}"/>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1A5F1FDD-664B-7A13-328F-35139A80355C}"/>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759F8652-FD6B-C4E6-D344-744B9EBD3EE4}"/>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9A461F2A-5A3B-D1C2-2789-43F7143CCD33}"/>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DE16CD6A-367F-0CE0-39A6-1F694CDDF49F}"/>
              </a:ext>
            </a:extLst>
          </p:cNvPr>
          <p:cNvSpPr txBox="1"/>
          <p:nvPr/>
        </p:nvSpPr>
        <p:spPr>
          <a:xfrm>
            <a:off x="7157158" y="3406653"/>
            <a:ext cx="570089" cy="230832"/>
          </a:xfrm>
          <a:prstGeom prst="rect">
            <a:avLst/>
          </a:prstGeom>
          <a:noFill/>
        </p:spPr>
        <p:txBody>
          <a:bodyPr wrap="square" rtlCol="0">
            <a:spAutoFit/>
          </a:bodyPr>
          <a:lstStyle/>
          <a:p>
            <a:pPr algn="ctr"/>
            <a:r>
              <a:rPr lang="en-US" sz="900" dirty="0"/>
              <a:t>579</a:t>
            </a:r>
          </a:p>
        </p:txBody>
      </p:sp>
      <p:sp>
        <p:nvSpPr>
          <p:cNvPr id="61" name="TextBox 60">
            <a:extLst>
              <a:ext uri="{FF2B5EF4-FFF2-40B4-BE49-F238E27FC236}">
                <a16:creationId xmlns:a16="http://schemas.microsoft.com/office/drawing/2014/main" id="{08AC153D-3EE4-1B96-0A1D-81CBB393030F}"/>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9816B87C-E91F-9515-6A46-04BBFD02505A}"/>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7C05CC46-B269-44C4-B097-CA8F2BDAAAE7}"/>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3252B42B-5901-D519-5182-DE139F031746}"/>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CAA0CA1-B1AF-3940-BA34-E94407E8C132}"/>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252D7F6F-D1C7-B015-D5AC-4E4E34115FC2}"/>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3DE5CFAA-D0A2-2B1A-D2D1-B3FEA331794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343F57F6-9D4E-DCA2-8057-BBA690EFDDF1}"/>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C6FB92CD-62F4-9D25-0E6E-5E1164603719}"/>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B2F21CCB-0820-C893-4ECC-D3E3DB580329}"/>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6F64B051-8F92-EEEE-8E84-62B9AF7DF50D}"/>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DFFFB7A3-0A9B-50D9-E6C1-ADC9F3587AB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12614FC-FF2C-136A-F99B-754A609D3664}"/>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01404E13-7BB5-BED2-0D74-ED03953DD340}"/>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F6FD9402-6061-5FFA-2D2C-A0467D0785B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B2F807AA-F283-88A9-808F-A963FFA9B0BE}"/>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7E6E5F17-625E-E4DA-080C-A5CDDF03696E}"/>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5CCFD84-C393-4C7B-68AC-E240D1B8780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E03079D9-9997-7A1C-D693-616E0F8E234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BC3CE2BC-76EC-E9F8-8A26-65E974A0E9D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360B91DC-D95F-E120-0F83-9F0B7266BBEC}"/>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FF10F035-ED26-3EA4-08C6-942728D34DF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A1CAFCD8-417D-E74C-E9A3-6AEA2A766D6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82BA36DC-F763-489F-B06E-84F53287B0C3}"/>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ECE510D2-77F6-BF25-BA8A-EF6AD45800A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B9B680BE-74AC-FF0A-62EA-266B6246C002}"/>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18794A7A-652E-2E7B-B601-64903AB9C5FC}"/>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42FB69B5-A280-3E4F-DBB8-FFA0B1492428}"/>
              </a:ext>
            </a:extLst>
          </p:cNvPr>
          <p:cNvSpPr txBox="1"/>
          <p:nvPr/>
        </p:nvSpPr>
        <p:spPr>
          <a:xfrm>
            <a:off x="6654802" y="2792819"/>
            <a:ext cx="570089" cy="230832"/>
          </a:xfrm>
          <a:prstGeom prst="rect">
            <a:avLst/>
          </a:prstGeom>
          <a:noFill/>
        </p:spPr>
        <p:txBody>
          <a:bodyPr wrap="square" rtlCol="0">
            <a:spAutoFit/>
          </a:bodyPr>
          <a:lstStyle/>
          <a:p>
            <a:pPr algn="ctr"/>
            <a:r>
              <a:rPr lang="en-US" sz="900" dirty="0"/>
              <a:t>28</a:t>
            </a:r>
          </a:p>
        </p:txBody>
      </p:sp>
      <p:sp>
        <p:nvSpPr>
          <p:cNvPr id="56" name="TextBox 55">
            <a:extLst>
              <a:ext uri="{FF2B5EF4-FFF2-40B4-BE49-F238E27FC236}">
                <a16:creationId xmlns:a16="http://schemas.microsoft.com/office/drawing/2014/main" id="{CD076DF8-19E0-B731-C9D8-DFCF1E87C97E}"/>
              </a:ext>
            </a:extLst>
          </p:cNvPr>
          <p:cNvSpPr txBox="1"/>
          <p:nvPr/>
        </p:nvSpPr>
        <p:spPr>
          <a:xfrm>
            <a:off x="6654802" y="4043065"/>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2D77F934-8A2A-A422-D0E5-67F1C8E5CA12}"/>
              </a:ext>
            </a:extLst>
          </p:cNvPr>
          <p:cNvSpPr txBox="1"/>
          <p:nvPr/>
        </p:nvSpPr>
        <p:spPr>
          <a:xfrm>
            <a:off x="6152446" y="2540233"/>
            <a:ext cx="570089" cy="230832"/>
          </a:xfrm>
          <a:prstGeom prst="rect">
            <a:avLst/>
          </a:prstGeom>
          <a:noFill/>
        </p:spPr>
        <p:txBody>
          <a:bodyPr wrap="square" rtlCol="0">
            <a:spAutoFit/>
          </a:bodyPr>
          <a:lstStyle/>
          <a:p>
            <a:pPr algn="ctr"/>
            <a:r>
              <a:rPr lang="en-US" sz="900" dirty="0"/>
              <a:t>37</a:t>
            </a:r>
          </a:p>
        </p:txBody>
      </p:sp>
      <p:sp>
        <p:nvSpPr>
          <p:cNvPr id="74" name="TextBox 73">
            <a:extLst>
              <a:ext uri="{FF2B5EF4-FFF2-40B4-BE49-F238E27FC236}">
                <a16:creationId xmlns:a16="http://schemas.microsoft.com/office/drawing/2014/main" id="{D510E245-B5C7-D412-B912-64D358E3163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2378</a:t>
            </a:r>
          </a:p>
        </p:txBody>
      </p:sp>
      <p:sp>
        <p:nvSpPr>
          <p:cNvPr id="75" name="TextBox 74">
            <a:extLst>
              <a:ext uri="{FF2B5EF4-FFF2-40B4-BE49-F238E27FC236}">
                <a16:creationId xmlns:a16="http://schemas.microsoft.com/office/drawing/2014/main" id="{35D7D342-77F7-F64E-BA5D-6125A643F1F2}"/>
              </a:ext>
            </a:extLst>
          </p:cNvPr>
          <p:cNvSpPr txBox="1"/>
          <p:nvPr/>
        </p:nvSpPr>
        <p:spPr>
          <a:xfrm>
            <a:off x="6152446" y="4544009"/>
            <a:ext cx="570089" cy="230832"/>
          </a:xfrm>
          <a:prstGeom prst="rect">
            <a:avLst/>
          </a:prstGeom>
          <a:noFill/>
        </p:spPr>
        <p:txBody>
          <a:bodyPr wrap="square" rtlCol="0">
            <a:spAutoFit/>
          </a:bodyPr>
          <a:lstStyle/>
          <a:p>
            <a:pPr algn="ctr"/>
            <a:r>
              <a:rPr lang="en-US" sz="900" dirty="0"/>
              <a:t>2378</a:t>
            </a:r>
          </a:p>
        </p:txBody>
      </p:sp>
      <p:sp>
        <p:nvSpPr>
          <p:cNvPr id="76" name="TextBox 75">
            <a:extLst>
              <a:ext uri="{FF2B5EF4-FFF2-40B4-BE49-F238E27FC236}">
                <a16:creationId xmlns:a16="http://schemas.microsoft.com/office/drawing/2014/main" id="{44B1C85B-453A-853F-15B1-6B5CAA57AFF1}"/>
              </a:ext>
            </a:extLst>
          </p:cNvPr>
          <p:cNvSpPr txBox="1"/>
          <p:nvPr/>
        </p:nvSpPr>
        <p:spPr>
          <a:xfrm>
            <a:off x="7157158" y="2404765"/>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FD394666-5AAF-9A89-1663-23D1163D06F3}"/>
              </a:ext>
            </a:extLst>
          </p:cNvPr>
          <p:cNvSpPr txBox="1"/>
          <p:nvPr/>
        </p:nvSpPr>
        <p:spPr>
          <a:xfrm>
            <a:off x="7157158" y="2905709"/>
            <a:ext cx="570089" cy="230832"/>
          </a:xfrm>
          <a:prstGeom prst="rect">
            <a:avLst/>
          </a:prstGeom>
          <a:noFill/>
        </p:spPr>
        <p:txBody>
          <a:bodyPr wrap="square" rtlCol="0">
            <a:spAutoFit/>
          </a:bodyPr>
          <a:lstStyle/>
          <a:p>
            <a:pPr algn="ctr"/>
            <a:r>
              <a:rPr lang="en-US" sz="900" dirty="0"/>
              <a:t>82</a:t>
            </a:r>
          </a:p>
        </p:txBody>
      </p:sp>
      <p:sp>
        <p:nvSpPr>
          <p:cNvPr id="79" name="TextBox 78">
            <a:extLst>
              <a:ext uri="{FF2B5EF4-FFF2-40B4-BE49-F238E27FC236}">
                <a16:creationId xmlns:a16="http://schemas.microsoft.com/office/drawing/2014/main" id="{7FDC162B-BA25-802F-142F-3C078CA8FA42}"/>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91E2E960-20C8-33B8-6D2D-10B2CF90CC34}"/>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0456636-8367-29B3-B86A-79AEE6FFCBC9}"/>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C59613E-69A1-F401-65BB-4976AB3627D9}"/>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9DB96F7-9C62-D5B8-FCED-1122C3E4C74B}"/>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25A35A8D-370A-6BA1-7E29-9C3A99E3A9D6}"/>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352445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2BBC2-2EE0-9A87-1A1A-A57126E5F87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95650B-3423-4A7E-DD30-6E0F8DE20D12}"/>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8F5BBC0-D4B2-A341-D0CA-AB1C054723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1C1B0F-7203-79CF-C387-E9EFFE3EC6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F357A5-CE19-1302-DE2B-E0DC15C82C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23E8A31-5741-DBAC-EBEB-FCB5AFE958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C40911A-8DFE-D556-17B1-0F467065BD2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27A4E250-27E9-584C-B4CB-0CFA19476A0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74A24BA-7DFD-A1A9-B226-6398446FE2D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15072C69-BD2F-20E6-196E-BDD866ADD06F}"/>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3329C996-0AD5-DF8C-7C82-41069834BB96}"/>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A94DA6F5-FA67-40BB-C767-A89FFC2BEB19}"/>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D4FB599-108F-7537-FE14-24792A978673}"/>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7DF79139-24BE-3A26-314D-AF59C5B28FC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7912FA6C-8562-7E1F-0944-7E6A1ABF95C3}"/>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5C3714B6-17AD-3A68-3810-E67B929D4C94}"/>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733FCB41-5D48-8853-4083-2C9DB4C462AD}"/>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A65086FC-90DC-4214-3027-E05C09ABC40A}"/>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6215CCB6-E62A-D381-1728-00BE8A80CA44}"/>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264A13FF-10D0-9586-DE7E-459CD75334E5}"/>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E7FABA8E-5D67-42C5-A69E-4D30D10C4710}"/>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9DA22CB3-8665-DEE8-7AF7-F134E697CFF2}"/>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6E5549D9-F293-9C57-C3D3-8BC2019C86D4}"/>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A285692A-8BAA-65C4-1C44-6C958AFFAC22}"/>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5D907F7E-9534-8697-613E-BD4CE29ABD07}"/>
              </a:ext>
            </a:extLst>
          </p:cNvPr>
          <p:cNvSpPr txBox="1"/>
          <p:nvPr/>
        </p:nvSpPr>
        <p:spPr>
          <a:xfrm>
            <a:off x="4143022" y="2540233"/>
            <a:ext cx="570089" cy="230832"/>
          </a:xfrm>
          <a:prstGeom prst="rect">
            <a:avLst/>
          </a:prstGeom>
          <a:noFill/>
        </p:spPr>
        <p:txBody>
          <a:bodyPr wrap="square" rtlCol="0">
            <a:spAutoFit/>
          </a:bodyPr>
          <a:lstStyle/>
          <a:p>
            <a:pPr algn="ctr"/>
            <a:r>
              <a:rPr lang="en-US" sz="900" dirty="0"/>
              <a:t>4579</a:t>
            </a:r>
          </a:p>
        </p:txBody>
      </p:sp>
      <p:sp>
        <p:nvSpPr>
          <p:cNvPr id="34" name="TextBox 33">
            <a:extLst>
              <a:ext uri="{FF2B5EF4-FFF2-40B4-BE49-F238E27FC236}">
                <a16:creationId xmlns:a16="http://schemas.microsoft.com/office/drawing/2014/main" id="{A072EF06-6648-3621-C43B-BF52BD630FAB}"/>
              </a:ext>
            </a:extLst>
          </p:cNvPr>
          <p:cNvSpPr txBox="1"/>
          <p:nvPr/>
        </p:nvSpPr>
        <p:spPr>
          <a:xfrm>
            <a:off x="3138310" y="2540233"/>
            <a:ext cx="570089" cy="230832"/>
          </a:xfrm>
          <a:prstGeom prst="rect">
            <a:avLst/>
          </a:prstGeom>
          <a:noFill/>
        </p:spPr>
        <p:txBody>
          <a:bodyPr wrap="square" rtlCol="0">
            <a:spAutoFit/>
          </a:bodyPr>
          <a:lstStyle/>
          <a:p>
            <a:pPr algn="ctr"/>
            <a:r>
              <a:rPr lang="en-US" sz="900" dirty="0"/>
              <a:t>45789</a:t>
            </a:r>
          </a:p>
        </p:txBody>
      </p:sp>
      <p:sp>
        <p:nvSpPr>
          <p:cNvPr id="35" name="TextBox 34">
            <a:extLst>
              <a:ext uri="{FF2B5EF4-FFF2-40B4-BE49-F238E27FC236}">
                <a16:creationId xmlns:a16="http://schemas.microsoft.com/office/drawing/2014/main" id="{D29C98A8-FB82-F244-F415-E77F9AEF8D1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77C6F9FA-7115-EF0F-BD8F-86187455570A}"/>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F9E5784-6A00-881F-7ABC-F094E97B12A1}"/>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C3AFBAB0-B7B8-7B2B-A117-621FAE6128EE}"/>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D1CEE612-3508-7457-DC75-721331C19104}"/>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B42981BF-64F1-5450-8AF5-AD2966145DB8}"/>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06FDD68C-0820-59B1-991B-C5716CC923A5}"/>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9BF1DF79-0022-0309-3371-517576482BE2}"/>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78FC3D04-0A4A-100C-8C55-518FBBF6E155}"/>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D32A6457-3F58-F334-941A-0D9AA132FB8C}"/>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75EC0E85-DB5E-D3C3-1F05-C6361AB43026}"/>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B77C1AC5-338B-AD5F-5CF8-E87A4C5C5272}"/>
              </a:ext>
            </a:extLst>
          </p:cNvPr>
          <p:cNvSpPr txBox="1"/>
          <p:nvPr/>
        </p:nvSpPr>
        <p:spPr>
          <a:xfrm>
            <a:off x="7157158" y="3406653"/>
            <a:ext cx="570089" cy="230832"/>
          </a:xfrm>
          <a:prstGeom prst="rect">
            <a:avLst/>
          </a:prstGeom>
          <a:noFill/>
        </p:spPr>
        <p:txBody>
          <a:bodyPr wrap="square" rtlCol="0">
            <a:spAutoFit/>
          </a:bodyPr>
          <a:lstStyle/>
          <a:p>
            <a:pPr algn="ctr"/>
            <a:r>
              <a:rPr lang="en-US" sz="900" dirty="0"/>
              <a:t>95</a:t>
            </a:r>
          </a:p>
        </p:txBody>
      </p:sp>
      <p:sp>
        <p:nvSpPr>
          <p:cNvPr id="61" name="TextBox 60">
            <a:extLst>
              <a:ext uri="{FF2B5EF4-FFF2-40B4-BE49-F238E27FC236}">
                <a16:creationId xmlns:a16="http://schemas.microsoft.com/office/drawing/2014/main" id="{73494B26-CCF3-F23D-F64D-BF0E561A06E7}"/>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C157BE83-E843-A7BE-1A35-D85D918928B4}"/>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F6C5F706-C925-C344-C19E-7A3DE47F2800}"/>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528BB499-E8FF-D250-2E45-2762FC5C9603}"/>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8F77B2E-4B5F-A562-A0FF-A20E23EFE84C}"/>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8859341D-3B4A-1122-3EDF-CACA833FEDCA}"/>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97416595-A51E-C11B-F55B-F8CD86872F43}"/>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5E372E94-0241-02AD-4F31-F7D6E7CFF1D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D6E87314-CBD5-DFE1-9AE0-5B3722E4B1C7}"/>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F79F4AD6-DBCA-CF95-15DB-419FC9662321}"/>
              </a:ext>
            </a:extLst>
          </p:cNvPr>
          <p:cNvSpPr txBox="1"/>
          <p:nvPr/>
        </p:nvSpPr>
        <p:spPr>
          <a:xfrm>
            <a:off x="6152446" y="2039289"/>
            <a:ext cx="570089" cy="230832"/>
          </a:xfrm>
          <a:prstGeom prst="rect">
            <a:avLst/>
          </a:prstGeom>
          <a:no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B1834E0C-041A-EBF1-BDF6-0904154B0C58}"/>
              </a:ext>
            </a:extLst>
          </p:cNvPr>
          <p:cNvSpPr txBox="1"/>
          <p:nvPr/>
        </p:nvSpPr>
        <p:spPr>
          <a:xfrm>
            <a:off x="7157158" y="1903821"/>
            <a:ext cx="570089" cy="230832"/>
          </a:xfrm>
          <a:prstGeom prst="rect">
            <a:avLst/>
          </a:prstGeom>
          <a:no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09406B58-BC13-5C03-49A2-2D47C862F4B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0AFB21A7-C553-A141-02E0-C10B50AD9C2B}"/>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C392A560-1E17-9B1F-7C10-DA7E2E39B346}"/>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DA2F444F-5E06-802A-49C4-8CB751324C2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25F0E846-7BBA-06A4-E884-2513D0CAE708}"/>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6B31BAA6-42A6-9879-BEE2-6506F8E4E394}"/>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27BF2300-7BB0-ADC9-94D3-1F24E2F85AA2}"/>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21765E8-BA4D-1D42-0F2D-58285DB9CBD6}"/>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365BF7D-ED66-E749-EA0E-CB3E76E53FE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28EC207F-A19A-3384-B47B-3276CA1576CD}"/>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6A76D845-850F-E7DE-F234-FE64B1E9386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EF574EE3-EB15-81F8-832C-90D9705DC83F}"/>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F0E5940-8FA8-7EBD-ECB5-B88C67404D94}"/>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5CF3748C-04E7-90BF-A89F-C1F77AC02014}"/>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6C4E18D1-9F71-26AF-0DE3-C27B8AECAAD9}"/>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A0ECBEBC-46B8-7C08-58DA-B180CF326FD2}"/>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87A998D3-1FD8-E13A-F5A6-E991B56CE746}"/>
              </a:ext>
            </a:extLst>
          </p:cNvPr>
          <p:cNvSpPr txBox="1"/>
          <p:nvPr/>
        </p:nvSpPr>
        <p:spPr>
          <a:xfrm>
            <a:off x="6654802" y="2792819"/>
            <a:ext cx="570089" cy="230832"/>
          </a:xfrm>
          <a:prstGeom prst="rect">
            <a:avLst/>
          </a:prstGeom>
          <a:noFill/>
        </p:spPr>
        <p:txBody>
          <a:bodyPr wrap="square" rtlCol="0">
            <a:spAutoFit/>
          </a:bodyPr>
          <a:lstStyle/>
          <a:p>
            <a:pPr algn="ctr"/>
            <a:r>
              <a:rPr lang="en-US" sz="900" dirty="0"/>
              <a:t>28</a:t>
            </a:r>
          </a:p>
        </p:txBody>
      </p:sp>
      <p:sp>
        <p:nvSpPr>
          <p:cNvPr id="56" name="TextBox 55">
            <a:extLst>
              <a:ext uri="{FF2B5EF4-FFF2-40B4-BE49-F238E27FC236}">
                <a16:creationId xmlns:a16="http://schemas.microsoft.com/office/drawing/2014/main" id="{0CECE1EA-E3EB-89C4-3668-6A89DC1239F6}"/>
              </a:ext>
            </a:extLst>
          </p:cNvPr>
          <p:cNvSpPr txBox="1"/>
          <p:nvPr/>
        </p:nvSpPr>
        <p:spPr>
          <a:xfrm>
            <a:off x="6654802" y="4043065"/>
            <a:ext cx="570089" cy="230832"/>
          </a:xfrm>
          <a:prstGeom prst="rect">
            <a:avLst/>
          </a:prstGeom>
          <a:noFill/>
        </p:spPr>
        <p:txBody>
          <a:bodyPr wrap="square" rtlCol="0">
            <a:spAutoFit/>
          </a:bodyPr>
          <a:lstStyle/>
          <a:p>
            <a:pPr algn="ctr"/>
            <a:r>
              <a:rPr lang="en-US" sz="900" dirty="0"/>
              <a:t>82</a:t>
            </a:r>
          </a:p>
        </p:txBody>
      </p:sp>
      <p:sp>
        <p:nvSpPr>
          <p:cNvPr id="74" name="TextBox 73">
            <a:extLst>
              <a:ext uri="{FF2B5EF4-FFF2-40B4-BE49-F238E27FC236}">
                <a16:creationId xmlns:a16="http://schemas.microsoft.com/office/drawing/2014/main" id="{311B7762-9B2B-0E10-40BE-F492CFF76E7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238</a:t>
            </a:r>
          </a:p>
        </p:txBody>
      </p:sp>
      <p:sp>
        <p:nvSpPr>
          <p:cNvPr id="75" name="TextBox 74">
            <a:extLst>
              <a:ext uri="{FF2B5EF4-FFF2-40B4-BE49-F238E27FC236}">
                <a16:creationId xmlns:a16="http://schemas.microsoft.com/office/drawing/2014/main" id="{C918DB5E-764E-A763-A9B7-6C9C84B8F7D0}"/>
              </a:ext>
            </a:extLst>
          </p:cNvPr>
          <p:cNvSpPr txBox="1"/>
          <p:nvPr/>
        </p:nvSpPr>
        <p:spPr>
          <a:xfrm>
            <a:off x="6152446" y="4544009"/>
            <a:ext cx="570089" cy="230832"/>
          </a:xfrm>
          <a:prstGeom prst="rect">
            <a:avLst/>
          </a:prstGeom>
          <a:noFill/>
        </p:spPr>
        <p:txBody>
          <a:bodyPr wrap="square" rtlCol="0">
            <a:spAutoFit/>
          </a:bodyPr>
          <a:lstStyle/>
          <a:p>
            <a:pPr algn="ctr"/>
            <a:r>
              <a:rPr lang="en-US" sz="900" dirty="0"/>
              <a:t>238</a:t>
            </a:r>
          </a:p>
        </p:txBody>
      </p:sp>
      <p:sp>
        <p:nvSpPr>
          <p:cNvPr id="76" name="TextBox 75">
            <a:extLst>
              <a:ext uri="{FF2B5EF4-FFF2-40B4-BE49-F238E27FC236}">
                <a16:creationId xmlns:a16="http://schemas.microsoft.com/office/drawing/2014/main" id="{BD9B0412-B7CB-4D5A-E704-4AF16C5BB403}"/>
              </a:ext>
            </a:extLst>
          </p:cNvPr>
          <p:cNvSpPr txBox="1"/>
          <p:nvPr/>
        </p:nvSpPr>
        <p:spPr>
          <a:xfrm>
            <a:off x="7157158" y="2404765"/>
            <a:ext cx="570089" cy="230832"/>
          </a:xfrm>
          <a:prstGeom prst="rect">
            <a:avLst/>
          </a:prstGeom>
          <a:noFill/>
        </p:spPr>
        <p:txBody>
          <a:bodyPr wrap="square" rtlCol="0">
            <a:spAutoFit/>
          </a:bodyPr>
          <a:lstStyle/>
          <a:p>
            <a:pPr algn="ctr"/>
            <a:r>
              <a:rPr lang="en-US" sz="900" dirty="0"/>
              <a:t>59</a:t>
            </a:r>
          </a:p>
        </p:txBody>
      </p:sp>
      <p:sp>
        <p:nvSpPr>
          <p:cNvPr id="77" name="TextBox 76">
            <a:extLst>
              <a:ext uri="{FF2B5EF4-FFF2-40B4-BE49-F238E27FC236}">
                <a16:creationId xmlns:a16="http://schemas.microsoft.com/office/drawing/2014/main" id="{89DFFFBA-EEE3-5C47-D74E-289B4AA54F23}"/>
              </a:ext>
            </a:extLst>
          </p:cNvPr>
          <p:cNvSpPr txBox="1"/>
          <p:nvPr/>
        </p:nvSpPr>
        <p:spPr>
          <a:xfrm>
            <a:off x="7157158" y="2905709"/>
            <a:ext cx="570089" cy="230832"/>
          </a:xfrm>
          <a:prstGeom prst="rect">
            <a:avLst/>
          </a:prstGeom>
          <a:noFill/>
        </p:spPr>
        <p:txBody>
          <a:bodyPr wrap="square" rtlCol="0">
            <a:spAutoFit/>
          </a:bodyPr>
          <a:lstStyle/>
          <a:p>
            <a:pPr algn="ctr"/>
            <a:r>
              <a:rPr lang="en-US" sz="900" dirty="0"/>
              <a:t>82</a:t>
            </a:r>
          </a:p>
        </p:txBody>
      </p:sp>
      <p:sp>
        <p:nvSpPr>
          <p:cNvPr id="79" name="TextBox 78">
            <a:extLst>
              <a:ext uri="{FF2B5EF4-FFF2-40B4-BE49-F238E27FC236}">
                <a16:creationId xmlns:a16="http://schemas.microsoft.com/office/drawing/2014/main" id="{87E01747-481F-8363-D06C-75D9829E1B8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01FAD1F0-4CC2-B9B1-65B1-0398403B9543}"/>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7A0E259-C1F0-D4F3-8B2E-ADD2FCA5916B}"/>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C07D383F-F811-E0F0-4B2C-4299EF9E657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D45F188B-D6D3-9EE9-04FF-D732D2C5FFC7}"/>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86C89DD-2F09-D6E2-779D-193EA79E105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076C75ED-9076-F8B6-A4E3-F6F800131A74}"/>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8439620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E0AD5-4394-C675-74C2-CECC9AB69E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7E38CD-81CC-30EC-FE3C-A8DC7051E19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13CFC22-FB79-9A1D-8643-F03916FC798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E98D51-6D2C-94F8-352A-29E07E8AD0A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F49E5BE-8BB9-1B5A-CFDB-E58138EBEF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5F2C46-C770-9420-F64D-3C0AA3F86D8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CE99B43-E128-9400-D8D2-B1AA07B0ADF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2239B8CC-82B7-DD2A-6535-656E06C9CD4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F9EEC53-5BD1-9CDD-E30C-602860BCD25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9793DB4D-520C-3401-0C58-F282C543BBC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4127775F-73DB-106A-9380-5F2366A8FB59}"/>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7289BA3-F73B-FDFC-5BBB-D84ADFF5C2F5}"/>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A82FC9A-0737-5311-7B4D-0A7F71FA22F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C2645A2-56C7-553A-2F6B-269C3303382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342BF231-0B82-ED0C-1400-12C6BD864DF9}"/>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1BEB756C-6B08-EA57-419F-88EDE5B35DF9}"/>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AD74172C-7E0A-34A7-81C5-2650A476AA02}"/>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3104B2E3-2242-4BEF-7700-A2FBB2594225}"/>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CCC2494-E8C6-2C49-D492-4CCD0D88C284}"/>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D29C3718-57F4-66EB-6309-39D077CEE01F}"/>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396881E8-8BEF-60AC-BCA8-F6BB7098035F}"/>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A251BBE4-B629-9BEA-0F87-A02398BC6FE7}"/>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518ECB74-A43E-52D9-4FFF-224FBC692ACD}"/>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42B0E977-A64B-B219-D381-6C969CAD4F9C}"/>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3" name="TextBox 32">
            <a:extLst>
              <a:ext uri="{FF2B5EF4-FFF2-40B4-BE49-F238E27FC236}">
                <a16:creationId xmlns:a16="http://schemas.microsoft.com/office/drawing/2014/main" id="{97B938F8-CA11-4E9D-37D7-6AAE4BC949A5}"/>
              </a:ext>
            </a:extLst>
          </p:cNvPr>
          <p:cNvSpPr txBox="1"/>
          <p:nvPr/>
        </p:nvSpPr>
        <p:spPr>
          <a:xfrm>
            <a:off x="4143022" y="2540233"/>
            <a:ext cx="570089" cy="230832"/>
          </a:xfrm>
          <a:prstGeom prst="rect">
            <a:avLst/>
          </a:prstGeom>
          <a:noFill/>
        </p:spPr>
        <p:txBody>
          <a:bodyPr wrap="square" rtlCol="0">
            <a:spAutoFit/>
          </a:bodyPr>
          <a:lstStyle/>
          <a:p>
            <a:pPr algn="ctr"/>
            <a:r>
              <a:rPr lang="en-US" sz="900" dirty="0"/>
              <a:t>459</a:t>
            </a:r>
          </a:p>
        </p:txBody>
      </p:sp>
      <p:sp>
        <p:nvSpPr>
          <p:cNvPr id="34" name="TextBox 33">
            <a:extLst>
              <a:ext uri="{FF2B5EF4-FFF2-40B4-BE49-F238E27FC236}">
                <a16:creationId xmlns:a16="http://schemas.microsoft.com/office/drawing/2014/main" id="{D7BBFB83-4ECD-D5C5-F33A-2F1973CC742E}"/>
              </a:ext>
            </a:extLst>
          </p:cNvPr>
          <p:cNvSpPr txBox="1"/>
          <p:nvPr/>
        </p:nvSpPr>
        <p:spPr>
          <a:xfrm>
            <a:off x="3138310" y="2540233"/>
            <a:ext cx="570089" cy="230832"/>
          </a:xfrm>
          <a:prstGeom prst="rect">
            <a:avLst/>
          </a:prstGeom>
          <a:noFill/>
        </p:spPr>
        <p:txBody>
          <a:bodyPr wrap="square" rtlCol="0">
            <a:spAutoFit/>
          </a:bodyPr>
          <a:lstStyle/>
          <a:p>
            <a:pPr algn="ctr"/>
            <a:r>
              <a:rPr lang="en-US" sz="900" dirty="0"/>
              <a:t>4589</a:t>
            </a:r>
          </a:p>
        </p:txBody>
      </p:sp>
      <p:sp>
        <p:nvSpPr>
          <p:cNvPr id="35" name="TextBox 34">
            <a:extLst>
              <a:ext uri="{FF2B5EF4-FFF2-40B4-BE49-F238E27FC236}">
                <a16:creationId xmlns:a16="http://schemas.microsoft.com/office/drawing/2014/main" id="{9E582EC9-052F-D823-D2A4-BBB34B82B582}"/>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1C9C35DE-A65B-0497-4E29-504670057371}"/>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FC0DC148-AB61-1EC2-413B-738010C681A5}"/>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849B356B-0FD8-C9B5-24F9-EC7D9A7B2BC9}"/>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67B7F40C-2151-F0EF-F9DA-4F5D68CB0857}"/>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185C1134-D5F6-648D-513F-729457D7E4E0}"/>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B9E4F03B-8E8C-C549-8140-A2765B282D57}"/>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D7505524-DF97-D4D7-9F14-23F918FC8A6D}"/>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B7BC7B57-C58D-6800-485F-EF81AE625FD4}"/>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55564581-1B94-D0AA-86CB-FA3D8303B33D}"/>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751E44C8-373B-AD38-F727-3AFDBC71BA50}"/>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A9717C50-51B2-5A83-C094-C5F61C0411FF}"/>
              </a:ext>
            </a:extLst>
          </p:cNvPr>
          <p:cNvSpPr txBox="1"/>
          <p:nvPr/>
        </p:nvSpPr>
        <p:spPr>
          <a:xfrm>
            <a:off x="7157158" y="3406653"/>
            <a:ext cx="570089" cy="230832"/>
          </a:xfrm>
          <a:prstGeom prst="rect">
            <a:avLst/>
          </a:prstGeom>
          <a:noFill/>
        </p:spPr>
        <p:txBody>
          <a:bodyPr wrap="square" rtlCol="0">
            <a:spAutoFit/>
          </a:bodyPr>
          <a:lstStyle/>
          <a:p>
            <a:pPr algn="ctr"/>
            <a:r>
              <a:rPr lang="en-US" sz="900" dirty="0"/>
              <a:t>95</a:t>
            </a:r>
          </a:p>
        </p:txBody>
      </p:sp>
      <p:sp>
        <p:nvSpPr>
          <p:cNvPr id="61" name="TextBox 60">
            <a:extLst>
              <a:ext uri="{FF2B5EF4-FFF2-40B4-BE49-F238E27FC236}">
                <a16:creationId xmlns:a16="http://schemas.microsoft.com/office/drawing/2014/main" id="{53B655AD-5756-5FBE-F01A-A00B4BA48A49}"/>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2DD33F0F-6CB4-B60D-607F-B165E07FA75D}"/>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42C49E55-5E87-6E66-E54B-57ABBCC54B49}"/>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63D27799-470B-AAEF-C03C-79B9155A7682}"/>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502C6E8-8693-B07A-7DAA-03D686FF9B31}"/>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80D57DDC-631E-3027-33A9-C65F4F9DD22E}"/>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5D486011-2991-DD9F-5C4E-D52BE9D2D8C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FCDB30EF-D457-B367-E11D-E3EF93529EA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0A5A788B-F13C-01C8-2924-3E7AE61CCA5A}"/>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5" name="TextBox 64">
            <a:extLst>
              <a:ext uri="{FF2B5EF4-FFF2-40B4-BE49-F238E27FC236}">
                <a16:creationId xmlns:a16="http://schemas.microsoft.com/office/drawing/2014/main" id="{9A041C48-C07A-5719-4CEE-C298F08EC3A6}"/>
              </a:ext>
            </a:extLst>
          </p:cNvPr>
          <p:cNvSpPr txBox="1"/>
          <p:nvPr/>
        </p:nvSpPr>
        <p:spPr>
          <a:xfrm>
            <a:off x="6152446" y="2039289"/>
            <a:ext cx="570089" cy="230832"/>
          </a:xfrm>
          <a:prstGeom prst="rect">
            <a:avLst/>
          </a:prstGeom>
          <a:solidFill>
            <a:schemeClr val="accent6">
              <a:lumMod val="20000"/>
              <a:lumOff val="80000"/>
            </a:schemeClr>
          </a:solidFill>
        </p:spPr>
        <p:txBody>
          <a:bodyPr wrap="square" rtlCol="0">
            <a:spAutoFit/>
          </a:bodyPr>
          <a:lstStyle/>
          <a:p>
            <a:pPr algn="ctr"/>
            <a:r>
              <a:rPr lang="en-US" sz="900" dirty="0"/>
              <a:t>82</a:t>
            </a:r>
          </a:p>
        </p:txBody>
      </p:sp>
      <p:sp>
        <p:nvSpPr>
          <p:cNvPr id="66" name="TextBox 65">
            <a:extLst>
              <a:ext uri="{FF2B5EF4-FFF2-40B4-BE49-F238E27FC236}">
                <a16:creationId xmlns:a16="http://schemas.microsoft.com/office/drawing/2014/main" id="{6BB1289C-349A-EF95-C59F-E9C4BD5E392B}"/>
              </a:ext>
            </a:extLst>
          </p:cNvPr>
          <p:cNvSpPr txBox="1"/>
          <p:nvPr/>
        </p:nvSpPr>
        <p:spPr>
          <a:xfrm>
            <a:off x="7157158" y="1903821"/>
            <a:ext cx="570089" cy="230832"/>
          </a:xfrm>
          <a:prstGeom prst="rect">
            <a:avLst/>
          </a:prstGeom>
          <a:solidFill>
            <a:schemeClr val="accent6">
              <a:lumMod val="20000"/>
              <a:lumOff val="80000"/>
            </a:schemeClr>
          </a:solidFill>
        </p:spPr>
        <p:txBody>
          <a:bodyPr wrap="square" rtlCol="0">
            <a:spAutoFit/>
          </a:bodyPr>
          <a:lstStyle/>
          <a:p>
            <a:pPr algn="ctr"/>
            <a:r>
              <a:rPr lang="en-US" sz="900" dirty="0"/>
              <a:t>28</a:t>
            </a:r>
          </a:p>
        </p:txBody>
      </p:sp>
      <p:sp>
        <p:nvSpPr>
          <p:cNvPr id="67" name="TextBox 66">
            <a:extLst>
              <a:ext uri="{FF2B5EF4-FFF2-40B4-BE49-F238E27FC236}">
                <a16:creationId xmlns:a16="http://schemas.microsoft.com/office/drawing/2014/main" id="{B36C4374-DF66-5B18-2F81-765F1A59A3D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EAE1FCB0-18D3-F3AC-2C60-8D6E9570298A}"/>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0C441962-8F72-6F5E-2279-FAEBADD4A2F6}"/>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91A6A434-65A4-6411-EDFA-69493E0ABE5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317DEC1E-9FC2-420D-4A48-4C941E43DF51}"/>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2AB2F260-20F8-5740-66F6-FD4DC3BB023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8BC8FC99-C220-4A46-1E0D-00FF06326EDD}"/>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0DCA040C-9C72-AD37-F1CB-88D80BA5B722}"/>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94907C38-DC9F-55E4-A86F-1631B412D12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CBB9A866-2AAD-762B-FE91-9A2278CFCA76}"/>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224284D4-DA7D-B043-587B-2DAAFAAE789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C058C2B0-4071-1BB3-ECFC-9CC930A2D25B}"/>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8CA1A31B-A563-95D2-183B-B1D1F65B8520}"/>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99BF934-BFB3-0E6B-CAEC-98A3C48F9C6D}"/>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BE91D9E3-98C8-98C8-8276-32E78C2F5B39}"/>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C27104C-B07D-6519-D29A-41E7C539A0FA}"/>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54" name="TextBox 53">
            <a:extLst>
              <a:ext uri="{FF2B5EF4-FFF2-40B4-BE49-F238E27FC236}">
                <a16:creationId xmlns:a16="http://schemas.microsoft.com/office/drawing/2014/main" id="{9B6B9E28-0D6C-98BC-5A39-C6E461AFAF39}"/>
              </a:ext>
            </a:extLst>
          </p:cNvPr>
          <p:cNvSpPr txBox="1"/>
          <p:nvPr/>
        </p:nvSpPr>
        <p:spPr>
          <a:xfrm>
            <a:off x="6654802" y="2792819"/>
            <a:ext cx="570089" cy="230832"/>
          </a:xfrm>
          <a:prstGeom prst="rect">
            <a:avLst/>
          </a:prstGeom>
          <a:solidFill>
            <a:schemeClr val="accent6">
              <a:lumMod val="20000"/>
              <a:lumOff val="80000"/>
            </a:schemeClr>
          </a:solidFill>
        </p:spPr>
        <p:txBody>
          <a:bodyPr wrap="square" rtlCol="0">
            <a:spAutoFit/>
          </a:bodyPr>
          <a:lstStyle/>
          <a:p>
            <a:pPr algn="ctr"/>
            <a:r>
              <a:rPr lang="en-US" sz="900" dirty="0"/>
              <a:t>28</a:t>
            </a:r>
          </a:p>
        </p:txBody>
      </p:sp>
      <p:sp>
        <p:nvSpPr>
          <p:cNvPr id="56" name="TextBox 55">
            <a:extLst>
              <a:ext uri="{FF2B5EF4-FFF2-40B4-BE49-F238E27FC236}">
                <a16:creationId xmlns:a16="http://schemas.microsoft.com/office/drawing/2014/main" id="{A68D7FE5-C659-D6A8-1896-C401EB5618C2}"/>
              </a:ext>
            </a:extLst>
          </p:cNvPr>
          <p:cNvSpPr txBox="1"/>
          <p:nvPr/>
        </p:nvSpPr>
        <p:spPr>
          <a:xfrm>
            <a:off x="6654802" y="4043065"/>
            <a:ext cx="570089" cy="230832"/>
          </a:xfrm>
          <a:prstGeom prst="rect">
            <a:avLst/>
          </a:prstGeom>
          <a:solidFill>
            <a:schemeClr val="accent6">
              <a:lumMod val="20000"/>
              <a:lumOff val="80000"/>
            </a:schemeClr>
          </a:solidFill>
        </p:spPr>
        <p:txBody>
          <a:bodyPr wrap="square" rtlCol="0">
            <a:spAutoFit/>
          </a:bodyPr>
          <a:lstStyle/>
          <a:p>
            <a:pPr algn="ctr"/>
            <a:r>
              <a:rPr lang="en-US" sz="900" dirty="0"/>
              <a:t>82</a:t>
            </a:r>
          </a:p>
        </p:txBody>
      </p:sp>
      <p:sp>
        <p:nvSpPr>
          <p:cNvPr id="74" name="TextBox 73">
            <a:extLst>
              <a:ext uri="{FF2B5EF4-FFF2-40B4-BE49-F238E27FC236}">
                <a16:creationId xmlns:a16="http://schemas.microsoft.com/office/drawing/2014/main" id="{0B512A2E-1975-65BD-C256-150099D1A57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238</a:t>
            </a:r>
          </a:p>
        </p:txBody>
      </p:sp>
      <p:sp>
        <p:nvSpPr>
          <p:cNvPr id="75" name="TextBox 74">
            <a:extLst>
              <a:ext uri="{FF2B5EF4-FFF2-40B4-BE49-F238E27FC236}">
                <a16:creationId xmlns:a16="http://schemas.microsoft.com/office/drawing/2014/main" id="{D1C16B2C-DC83-D750-0FE3-F815CAB1190B}"/>
              </a:ext>
            </a:extLst>
          </p:cNvPr>
          <p:cNvSpPr txBox="1"/>
          <p:nvPr/>
        </p:nvSpPr>
        <p:spPr>
          <a:xfrm>
            <a:off x="6152446" y="4544009"/>
            <a:ext cx="570089" cy="230832"/>
          </a:xfrm>
          <a:prstGeom prst="rect">
            <a:avLst/>
          </a:prstGeom>
          <a:noFill/>
        </p:spPr>
        <p:txBody>
          <a:bodyPr wrap="square" rtlCol="0">
            <a:spAutoFit/>
          </a:bodyPr>
          <a:lstStyle/>
          <a:p>
            <a:pPr algn="ctr"/>
            <a:r>
              <a:rPr lang="en-US" sz="900" dirty="0"/>
              <a:t>238</a:t>
            </a:r>
          </a:p>
        </p:txBody>
      </p:sp>
      <p:sp>
        <p:nvSpPr>
          <p:cNvPr id="76" name="TextBox 75">
            <a:extLst>
              <a:ext uri="{FF2B5EF4-FFF2-40B4-BE49-F238E27FC236}">
                <a16:creationId xmlns:a16="http://schemas.microsoft.com/office/drawing/2014/main" id="{7F032ABA-6E7D-0A86-CA2B-6DB9E77DB1F5}"/>
              </a:ext>
            </a:extLst>
          </p:cNvPr>
          <p:cNvSpPr txBox="1"/>
          <p:nvPr/>
        </p:nvSpPr>
        <p:spPr>
          <a:xfrm>
            <a:off x="7157158" y="2404765"/>
            <a:ext cx="570089" cy="230832"/>
          </a:xfrm>
          <a:prstGeom prst="rect">
            <a:avLst/>
          </a:prstGeom>
          <a:noFill/>
        </p:spPr>
        <p:txBody>
          <a:bodyPr wrap="square" rtlCol="0">
            <a:spAutoFit/>
          </a:bodyPr>
          <a:lstStyle/>
          <a:p>
            <a:pPr algn="ctr"/>
            <a:r>
              <a:rPr lang="en-US" sz="900" dirty="0"/>
              <a:t>59</a:t>
            </a:r>
          </a:p>
        </p:txBody>
      </p:sp>
      <p:sp>
        <p:nvSpPr>
          <p:cNvPr id="77" name="TextBox 76">
            <a:extLst>
              <a:ext uri="{FF2B5EF4-FFF2-40B4-BE49-F238E27FC236}">
                <a16:creationId xmlns:a16="http://schemas.microsoft.com/office/drawing/2014/main" id="{8526BC04-15C0-8DAA-055E-288B56BD482E}"/>
              </a:ext>
            </a:extLst>
          </p:cNvPr>
          <p:cNvSpPr txBox="1"/>
          <p:nvPr/>
        </p:nvSpPr>
        <p:spPr>
          <a:xfrm>
            <a:off x="7157158" y="2905709"/>
            <a:ext cx="570089" cy="230832"/>
          </a:xfrm>
          <a:prstGeom prst="rect">
            <a:avLst/>
          </a:prstGeom>
          <a:solidFill>
            <a:schemeClr val="accent6">
              <a:lumMod val="20000"/>
              <a:lumOff val="80000"/>
            </a:schemeClr>
          </a:solidFill>
        </p:spPr>
        <p:txBody>
          <a:bodyPr wrap="square" rtlCol="0">
            <a:spAutoFit/>
          </a:bodyPr>
          <a:lstStyle/>
          <a:p>
            <a:pPr algn="ctr"/>
            <a:r>
              <a:rPr lang="en-US" sz="900" dirty="0"/>
              <a:t>82</a:t>
            </a:r>
          </a:p>
        </p:txBody>
      </p:sp>
      <p:sp>
        <p:nvSpPr>
          <p:cNvPr id="79" name="TextBox 78">
            <a:extLst>
              <a:ext uri="{FF2B5EF4-FFF2-40B4-BE49-F238E27FC236}">
                <a16:creationId xmlns:a16="http://schemas.microsoft.com/office/drawing/2014/main" id="{5E0E728D-FFDC-B5F7-31E8-5FF1828B041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6A0D993C-2439-A93C-0D13-6BBEA4FBC827}"/>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1F4979D-C122-5069-A5D9-E9C40BF2A064}"/>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ADE9FA2C-2C71-EA99-376C-3A956BDC4BDA}"/>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39C732A8-5490-5534-C04A-4A11538C4EFF}"/>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EC5932C7-51A1-29F5-53CF-7AE50D74607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FABB83E0-F65A-601D-580C-4C57A2B18F70}"/>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4747600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99503-B05E-3600-B576-FFE8391BE1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A4E8C7-57CF-CADC-9889-F1621D99913A}"/>
              </a:ext>
            </a:extLst>
          </p:cNvPr>
          <p:cNvSpPr>
            <a:spLocks noGrp="1"/>
          </p:cNvSpPr>
          <p:nvPr>
            <p:ph sz="half" idx="1"/>
          </p:nvPr>
        </p:nvSpPr>
        <p:spPr/>
        <p:txBody>
          <a:bodyPr/>
          <a:lstStyle/>
          <a:p>
            <a:r>
              <a:rPr lang="en-US" dirty="0"/>
              <a:t>The 54 arrow consists of all the unique digits that sum to 45, except for 2 or 8, plus 11 or 17, respectively. There is no way to make 11. The only way to make 17 is 89, which fits in only one way.</a:t>
            </a:r>
          </a:p>
        </p:txBody>
      </p:sp>
      <p:pic>
        <p:nvPicPr>
          <p:cNvPr id="4" name="Picture 3" descr="A grid of sudoku puzzle&#10;&#10;Description automatically generated">
            <a:extLst>
              <a:ext uri="{FF2B5EF4-FFF2-40B4-BE49-F238E27FC236}">
                <a16:creationId xmlns:a16="http://schemas.microsoft.com/office/drawing/2014/main" id="{EFA14199-7718-42B9-C4B7-1E425B6EE8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AEB56B-F64A-405B-37F9-161FFF382C1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E6D38C2-8DED-1B72-DFF1-23C7B78D24E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D3BCA4-2545-CDE4-F46C-17597D830E6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321EB96-86C7-D81B-1D03-D59C80D3495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E10BDDB-E5B1-5F6D-EAB8-2FBC55C18DC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C7CF2DA8-B782-3C14-F5FE-5150C63019F0}"/>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014240D-FC10-B016-48C3-9888E8840235}"/>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B09D33AE-9593-0E68-B59A-A258BF1C2120}"/>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72C10C52-771C-85A9-4117-D23C8502EAF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376955F-55DB-19B8-7AFB-B47DDB3CBEE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26ED6885-1501-F226-E1FE-57A9E9ABB30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00072154-4AF4-DC44-8F48-03BBAB52C0E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AE62E420-8522-B8D8-09D3-74569291929A}"/>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5D811F91-D171-25FA-4403-FE70B01C6730}"/>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78C655E2-9866-906D-9C7C-BC072795B4A7}"/>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BFC66D76-5973-5729-E99F-09F58458CBDA}"/>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D8C0480E-2C83-F436-D498-478120EAE0AF}"/>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37DF5654-B361-7463-5973-FF81B62A714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70069D78-3670-F3D9-FF90-B6866379EC7B}"/>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A4D7E92E-F051-8D41-A3CE-66DF4F3C5E3F}"/>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6B40F27E-65C6-48CD-0C61-7097AC793D9C}"/>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6B9A0B03-4AC5-25EE-5DAC-312F3B4285E0}"/>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4579</a:t>
            </a:r>
          </a:p>
        </p:txBody>
      </p:sp>
      <p:sp>
        <p:nvSpPr>
          <p:cNvPr id="36" name="TextBox 35">
            <a:extLst>
              <a:ext uri="{FF2B5EF4-FFF2-40B4-BE49-F238E27FC236}">
                <a16:creationId xmlns:a16="http://schemas.microsoft.com/office/drawing/2014/main" id="{CC363842-8095-B653-785D-873008833AD2}"/>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4579</a:t>
            </a:r>
          </a:p>
        </p:txBody>
      </p:sp>
      <p:sp>
        <p:nvSpPr>
          <p:cNvPr id="37" name="TextBox 36">
            <a:extLst>
              <a:ext uri="{FF2B5EF4-FFF2-40B4-BE49-F238E27FC236}">
                <a16:creationId xmlns:a16="http://schemas.microsoft.com/office/drawing/2014/main" id="{8B9D0563-F328-ADED-6875-C30242C311DB}"/>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45789</a:t>
            </a:r>
          </a:p>
        </p:txBody>
      </p:sp>
      <p:sp>
        <p:nvSpPr>
          <p:cNvPr id="47" name="TextBox 46">
            <a:extLst>
              <a:ext uri="{FF2B5EF4-FFF2-40B4-BE49-F238E27FC236}">
                <a16:creationId xmlns:a16="http://schemas.microsoft.com/office/drawing/2014/main" id="{7B1F205A-563B-810F-509D-CB323A75A0A7}"/>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C62EBAD1-1AB3-24D3-459E-3BE75873F90C}"/>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B60E7AB0-9EB5-0603-7D23-2A5DD133420F}"/>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B1D15E2-255D-45DC-4F3F-D0E105846266}"/>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5A103F83-4FA7-EB29-D60D-D7902AB011F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C6A43FF3-68D3-21D4-F565-E629DBF4616D}"/>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8C1AD764-4248-C5A9-DDFC-D834B303CDCB}"/>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2EEA18DC-8500-F1BB-A23D-5F9610C236D9}"/>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0" name="TextBox 59">
            <a:extLst>
              <a:ext uri="{FF2B5EF4-FFF2-40B4-BE49-F238E27FC236}">
                <a16:creationId xmlns:a16="http://schemas.microsoft.com/office/drawing/2014/main" id="{34EC465F-BF79-7018-1DB2-403836673CE5}"/>
              </a:ext>
            </a:extLst>
          </p:cNvPr>
          <p:cNvSpPr txBox="1"/>
          <p:nvPr/>
        </p:nvSpPr>
        <p:spPr>
          <a:xfrm>
            <a:off x="7157158" y="3406653"/>
            <a:ext cx="570089" cy="230832"/>
          </a:xfrm>
          <a:prstGeom prst="rect">
            <a:avLst/>
          </a:prstGeom>
          <a:noFill/>
        </p:spPr>
        <p:txBody>
          <a:bodyPr wrap="square" rtlCol="0">
            <a:spAutoFit/>
          </a:bodyPr>
          <a:lstStyle/>
          <a:p>
            <a:pPr algn="ctr"/>
            <a:r>
              <a:rPr lang="en-US" sz="900" dirty="0"/>
              <a:t>95</a:t>
            </a:r>
          </a:p>
        </p:txBody>
      </p:sp>
      <p:sp>
        <p:nvSpPr>
          <p:cNvPr id="61" name="TextBox 60">
            <a:extLst>
              <a:ext uri="{FF2B5EF4-FFF2-40B4-BE49-F238E27FC236}">
                <a16:creationId xmlns:a16="http://schemas.microsoft.com/office/drawing/2014/main" id="{9403B484-FA92-E896-BB3E-15CFBFD77F54}"/>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F57B7D61-27DD-77BD-7146-1253192F82F5}"/>
              </a:ext>
            </a:extLst>
          </p:cNvPr>
          <p:cNvSpPr txBox="1"/>
          <p:nvPr/>
        </p:nvSpPr>
        <p:spPr>
          <a:xfrm>
            <a:off x="4143022" y="1768353"/>
            <a:ext cx="570089" cy="230832"/>
          </a:xfrm>
          <a:prstGeom prst="rect">
            <a:avLst/>
          </a:prstGeom>
          <a:noFill/>
        </p:spPr>
        <p:txBody>
          <a:bodyPr wrap="square" rtlCol="0">
            <a:spAutoFit/>
          </a:bodyPr>
          <a:lstStyle/>
          <a:p>
            <a:pPr algn="ctr"/>
            <a:r>
              <a:rPr lang="en-US" sz="900" dirty="0"/>
              <a:t>579</a:t>
            </a:r>
          </a:p>
        </p:txBody>
      </p:sp>
      <p:sp>
        <p:nvSpPr>
          <p:cNvPr id="63" name="TextBox 62">
            <a:extLst>
              <a:ext uri="{FF2B5EF4-FFF2-40B4-BE49-F238E27FC236}">
                <a16:creationId xmlns:a16="http://schemas.microsoft.com/office/drawing/2014/main" id="{7F9060BC-A83E-8BC9-FDF0-8DFAFD26C6E4}"/>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88E7BAA7-C806-9D92-A227-B6D6E691BC5D}"/>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A9E702B8-5D55-330F-41F5-BA2791C4F21C}"/>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6D1AA2CC-D77B-4F81-112E-D1B2B942B868}"/>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1C97062-2FEE-D92E-8483-D2231817C520}"/>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C83E6440-DEBE-798E-5403-239DE9F17CF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3971D26E-03FE-D663-859E-5AFE3C947FEF}"/>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0F83792F-9D84-D783-6EDE-F2A6A40ABAF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8C6AC04C-19FE-400B-8771-095F7B1390F3}"/>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23489</a:t>
            </a:r>
          </a:p>
        </p:txBody>
      </p:sp>
      <p:sp>
        <p:nvSpPr>
          <p:cNvPr id="68" name="TextBox 67">
            <a:extLst>
              <a:ext uri="{FF2B5EF4-FFF2-40B4-BE49-F238E27FC236}">
                <a16:creationId xmlns:a16="http://schemas.microsoft.com/office/drawing/2014/main" id="{636D198C-65F4-6386-F4AE-C6EF1DC5CC9B}"/>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D121029C-6783-549B-EA10-18906DF5150D}"/>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4EB4E4FB-BEF7-DE1B-B831-ECFA455042FF}"/>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808867EA-598E-19EE-3452-ACFF9230698B}"/>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9EEF8769-D3D1-A86C-923B-5332D3FD91EF}"/>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1A38241B-10E2-47B8-410A-9350AB109F2A}"/>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BA370E80-1961-89CE-BD3D-45437786103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667A9713-70D8-CE88-B455-49EE1957181C}"/>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296B65D1-8C39-3F4C-B42B-14B1F7174988}"/>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1EC187E6-16B3-9418-19E2-618AEA5DD7F7}"/>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649B9775-2972-F645-73A8-3319F948E711}"/>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A8664E16-25CD-6561-A5D8-B2D6C3125919}"/>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D95C052-5B16-98FF-0B38-952D05FF0A77}"/>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8E369372-C456-898C-4926-DFAD7EE62354}"/>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74" name="TextBox 73">
            <a:extLst>
              <a:ext uri="{FF2B5EF4-FFF2-40B4-BE49-F238E27FC236}">
                <a16:creationId xmlns:a16="http://schemas.microsoft.com/office/drawing/2014/main" id="{5CD1ECA8-BD0E-2DD7-EDBA-485EFE6BED4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238</a:t>
            </a:r>
          </a:p>
        </p:txBody>
      </p:sp>
      <p:sp>
        <p:nvSpPr>
          <p:cNvPr id="75" name="TextBox 74">
            <a:extLst>
              <a:ext uri="{FF2B5EF4-FFF2-40B4-BE49-F238E27FC236}">
                <a16:creationId xmlns:a16="http://schemas.microsoft.com/office/drawing/2014/main" id="{86F2A751-2C9D-EA16-46A4-2C9674E7D1EF}"/>
              </a:ext>
            </a:extLst>
          </p:cNvPr>
          <p:cNvSpPr txBox="1"/>
          <p:nvPr/>
        </p:nvSpPr>
        <p:spPr>
          <a:xfrm>
            <a:off x="6152446" y="4544009"/>
            <a:ext cx="570089" cy="230832"/>
          </a:xfrm>
          <a:prstGeom prst="rect">
            <a:avLst/>
          </a:prstGeom>
          <a:noFill/>
        </p:spPr>
        <p:txBody>
          <a:bodyPr wrap="square" rtlCol="0">
            <a:spAutoFit/>
          </a:bodyPr>
          <a:lstStyle/>
          <a:p>
            <a:pPr algn="ctr"/>
            <a:r>
              <a:rPr lang="en-US" sz="900" dirty="0"/>
              <a:t>238</a:t>
            </a:r>
          </a:p>
        </p:txBody>
      </p:sp>
      <p:sp>
        <p:nvSpPr>
          <p:cNvPr id="76" name="TextBox 75">
            <a:extLst>
              <a:ext uri="{FF2B5EF4-FFF2-40B4-BE49-F238E27FC236}">
                <a16:creationId xmlns:a16="http://schemas.microsoft.com/office/drawing/2014/main" id="{3288227E-B97A-AA86-B2F6-D651FB5DE41D}"/>
              </a:ext>
            </a:extLst>
          </p:cNvPr>
          <p:cNvSpPr txBox="1"/>
          <p:nvPr/>
        </p:nvSpPr>
        <p:spPr>
          <a:xfrm>
            <a:off x="7157158" y="2404765"/>
            <a:ext cx="570089" cy="230832"/>
          </a:xfrm>
          <a:prstGeom prst="rect">
            <a:avLst/>
          </a:prstGeom>
          <a:noFill/>
        </p:spPr>
        <p:txBody>
          <a:bodyPr wrap="square" rtlCol="0">
            <a:spAutoFit/>
          </a:bodyPr>
          <a:lstStyle/>
          <a:p>
            <a:pPr algn="ctr"/>
            <a:r>
              <a:rPr lang="en-US" sz="900" dirty="0"/>
              <a:t>59</a:t>
            </a:r>
          </a:p>
        </p:txBody>
      </p:sp>
      <p:sp>
        <p:nvSpPr>
          <p:cNvPr id="79" name="TextBox 78">
            <a:extLst>
              <a:ext uri="{FF2B5EF4-FFF2-40B4-BE49-F238E27FC236}">
                <a16:creationId xmlns:a16="http://schemas.microsoft.com/office/drawing/2014/main" id="{34E8279C-A6E1-5892-2890-08DDF2450A78}"/>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81BEFECA-310E-3054-231F-3AF8E138EF87}"/>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CCC685B-F744-97A4-5CCE-D7B427AA2400}"/>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D2A4E10C-E895-F33C-03C9-AE6CE377250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8F3B820-474C-952F-CA6C-077D1439E628}"/>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582AD57D-10A0-B69F-B500-0729E09A216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EBBFC1D6-99F2-903E-77A8-EA74D1EA5688}"/>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731B6EFD-161F-6685-AD7A-BEFFD346972E}"/>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198A95C9-541A-1F69-FE37-67891CE50E5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7F8AC73D-197C-9BFE-5560-1171AE0331D5}"/>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C87A4853-8D88-2E24-4D46-11C98A81A259}"/>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38543953-0183-25E3-2DDC-B87A85B4BF73}"/>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0CC58B77-5461-D5EC-F429-114F161326B5}"/>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996E124-7735-F27B-FD52-B30302A8F6B7}"/>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0461020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B6C4A-39C4-BD8F-61BE-CAD4FE0455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107C4A-5F1D-EF09-507A-3E839B485B3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2B95DD5-1B89-85DB-4D9E-EF3E195E385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EB4387-F278-633A-6075-0F08884619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7D95DA1-AC38-A301-3ED0-08B9845D83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DDC54BA-4F95-9863-8DD2-E2D0971A06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02697F-D94A-ADCA-D083-FD6284C9365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BAAA397C-7053-F9AA-FEBB-1B6BC130E82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01B02829-FEF2-0BB7-899F-F7F2BD1314B9}"/>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398A0B7-BFF4-06EE-A5E6-8B744CF11E3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9815E16C-7470-5C34-BBF4-09DBEF7DB4DD}"/>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9C288A81-99F9-142E-3140-753CF068B0A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CF58B33-362F-B620-AF62-24F1F6AE98E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E89E8B62-B3F1-73A1-04A6-3FE6D20C23C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CFD6948A-7D57-D55D-C081-CB00D72C263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ABFDF90A-B8F4-2767-E58E-EFC39F62C0B7}"/>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675B7366-19C6-0E26-C553-CFED06EB04B8}"/>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3FE1000F-CB63-8A34-FB6B-80F65E5221F3}"/>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0BB24FE6-A6CE-C29A-D18D-9F85ECFBD60E}"/>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2F623750-F2AC-F934-0F51-C6EF7893267B}"/>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FD6E7E98-0D9C-FFA8-7D07-75FD3AE1949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0D56796B-2A14-9532-6443-01E95181CF17}"/>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79F8FE0C-CC9F-F810-4310-5251ED35C204}"/>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94AD6168-0422-C822-486F-E1B062022033}"/>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5E444C11-0C55-A43B-53B4-DC859B27A95E}"/>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D2A99965-46B2-4AB8-3012-478BEBB07711}"/>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7057AF6B-903C-8225-7FCC-941D87EBA1A0}"/>
              </a:ext>
            </a:extLst>
          </p:cNvPr>
          <p:cNvSpPr txBox="1"/>
          <p:nvPr/>
        </p:nvSpPr>
        <p:spPr>
          <a:xfrm>
            <a:off x="3138310" y="3271185"/>
            <a:ext cx="570089" cy="230832"/>
          </a:xfrm>
          <a:prstGeom prst="rect">
            <a:avLst/>
          </a:prstGeom>
          <a:noFill/>
        </p:spPr>
        <p:txBody>
          <a:bodyPr wrap="square" rtlCol="0">
            <a:spAutoFit/>
          </a:bodyPr>
          <a:lstStyle/>
          <a:p>
            <a:pPr algn="ctr"/>
            <a:r>
              <a:rPr lang="en-US" sz="900" dirty="0"/>
              <a:t>457</a:t>
            </a:r>
          </a:p>
        </p:txBody>
      </p:sp>
      <p:sp>
        <p:nvSpPr>
          <p:cNvPr id="47" name="TextBox 46">
            <a:extLst>
              <a:ext uri="{FF2B5EF4-FFF2-40B4-BE49-F238E27FC236}">
                <a16:creationId xmlns:a16="http://schemas.microsoft.com/office/drawing/2014/main" id="{84412FD4-476E-5917-DC51-794EA4674ED3}"/>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871A894-88A2-D399-F5BF-FAA76FC91828}"/>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80E3C52C-DDDD-21D1-EFAD-7357D055CAF6}"/>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2F2F01C-366F-CDD4-233B-9C6905DBF3A8}"/>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ABD954E6-1AF0-5D01-8F6B-0738C1A59918}"/>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A02C9BD0-65CB-4959-2321-6C8C6B95C1CE}"/>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345789</a:t>
            </a:r>
          </a:p>
        </p:txBody>
      </p:sp>
      <p:sp>
        <p:nvSpPr>
          <p:cNvPr id="58" name="TextBox 57">
            <a:extLst>
              <a:ext uri="{FF2B5EF4-FFF2-40B4-BE49-F238E27FC236}">
                <a16:creationId xmlns:a16="http://schemas.microsoft.com/office/drawing/2014/main" id="{45F68C79-DAA8-73CB-B9E8-BC9BFC0FF5AC}"/>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3489</a:t>
            </a:r>
          </a:p>
        </p:txBody>
      </p:sp>
      <p:sp>
        <p:nvSpPr>
          <p:cNvPr id="59" name="TextBox 58">
            <a:extLst>
              <a:ext uri="{FF2B5EF4-FFF2-40B4-BE49-F238E27FC236}">
                <a16:creationId xmlns:a16="http://schemas.microsoft.com/office/drawing/2014/main" id="{DF157979-4A6C-19BB-B218-392F187C652F}"/>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1" name="TextBox 60">
            <a:extLst>
              <a:ext uri="{FF2B5EF4-FFF2-40B4-BE49-F238E27FC236}">
                <a16:creationId xmlns:a16="http://schemas.microsoft.com/office/drawing/2014/main" id="{EDB5D024-AAE3-D957-C916-704542A5DB81}"/>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0B725F4D-C32E-F52A-7E00-9B305B3ADFC8}"/>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3D129350-B1DF-26E7-F6AD-A502C7D7CBB7}"/>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EB751F47-EFED-4622-0CAA-66B5FAA7A3C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A8DEF696-8840-9B1D-F913-7537432F371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ED843B45-125F-315F-9201-4321D133B2EE}"/>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B32AC5D-DF01-D3F1-B12B-83C52A94BC01}"/>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9D72E181-A6BE-6433-4984-64574F792484}"/>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34769469-3081-47C5-B505-13B32CCF38A1}"/>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1E9B246F-B3A7-3B2E-F783-6B602502D48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AB9A62B7-4EE2-DDE4-0BEC-D143914509A8}"/>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a:t>
            </a:r>
          </a:p>
        </p:txBody>
      </p:sp>
      <p:sp>
        <p:nvSpPr>
          <p:cNvPr id="68" name="TextBox 67">
            <a:extLst>
              <a:ext uri="{FF2B5EF4-FFF2-40B4-BE49-F238E27FC236}">
                <a16:creationId xmlns:a16="http://schemas.microsoft.com/office/drawing/2014/main" id="{9D9EE96E-1CA1-5774-D976-C3FF428A5198}"/>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EC21F7D9-CF38-7AF1-3AD6-013384E00E1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86218917-24BC-8A3E-782C-632F522E311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F7B6F57B-BEA2-F680-9FB2-ECF48CE49475}"/>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F8D587A2-CF38-B0A5-303B-3186531523BA}"/>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49A98567-727D-D674-2829-2E003AFA068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E33C47B0-616A-B137-87D8-9A5EE25E0B0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A5BD6D7B-F510-9685-69F6-6F23C4078752}"/>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000E1355-CBC6-EC37-ACE4-B082308B89A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703EC933-DE48-35B1-79B8-0E37AC6F90AF}"/>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6520CDD9-48DF-D2C3-44C1-84BD87BDB69C}"/>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7B414D5D-DAF9-3288-3C03-7DB2D144158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0379F79-ECA6-2000-4002-160C2B50B015}"/>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9986229D-B4C4-8111-7ECD-88C312E5BEAE}"/>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74" name="TextBox 73">
            <a:extLst>
              <a:ext uri="{FF2B5EF4-FFF2-40B4-BE49-F238E27FC236}">
                <a16:creationId xmlns:a16="http://schemas.microsoft.com/office/drawing/2014/main" id="{86A789E8-4660-A2DB-64D9-F2521B4713FF}"/>
              </a:ext>
            </a:extLst>
          </p:cNvPr>
          <p:cNvSpPr txBox="1"/>
          <p:nvPr/>
        </p:nvSpPr>
        <p:spPr>
          <a:xfrm>
            <a:off x="6152446" y="3907597"/>
            <a:ext cx="570089" cy="230832"/>
          </a:xfrm>
          <a:prstGeom prst="rect">
            <a:avLst/>
          </a:prstGeom>
          <a:noFill/>
        </p:spPr>
        <p:txBody>
          <a:bodyPr wrap="square" rtlCol="0">
            <a:spAutoFit/>
          </a:bodyPr>
          <a:lstStyle/>
          <a:p>
            <a:pPr algn="ctr"/>
            <a:r>
              <a:rPr lang="en-US" sz="900" dirty="0"/>
              <a:t>38</a:t>
            </a:r>
          </a:p>
        </p:txBody>
      </p:sp>
      <p:sp>
        <p:nvSpPr>
          <p:cNvPr id="75" name="TextBox 74">
            <a:extLst>
              <a:ext uri="{FF2B5EF4-FFF2-40B4-BE49-F238E27FC236}">
                <a16:creationId xmlns:a16="http://schemas.microsoft.com/office/drawing/2014/main" id="{8F16A908-3EB9-59B4-083B-1E6C2D5B2F60}"/>
              </a:ext>
            </a:extLst>
          </p:cNvPr>
          <p:cNvSpPr txBox="1"/>
          <p:nvPr/>
        </p:nvSpPr>
        <p:spPr>
          <a:xfrm>
            <a:off x="6152446" y="4544009"/>
            <a:ext cx="570089" cy="230832"/>
          </a:xfrm>
          <a:prstGeom prst="rect">
            <a:avLst/>
          </a:prstGeom>
          <a:noFill/>
        </p:spPr>
        <p:txBody>
          <a:bodyPr wrap="square" rtlCol="0">
            <a:spAutoFit/>
          </a:bodyPr>
          <a:lstStyle/>
          <a:p>
            <a:pPr algn="ctr"/>
            <a:r>
              <a:rPr lang="en-US" sz="900" dirty="0"/>
              <a:t>83</a:t>
            </a:r>
          </a:p>
        </p:txBody>
      </p:sp>
      <p:sp>
        <p:nvSpPr>
          <p:cNvPr id="79" name="TextBox 78">
            <a:extLst>
              <a:ext uri="{FF2B5EF4-FFF2-40B4-BE49-F238E27FC236}">
                <a16:creationId xmlns:a16="http://schemas.microsoft.com/office/drawing/2014/main" id="{25E3CE64-59B0-99A3-A064-B143C49BFCB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39F3A43E-81D2-4114-C1E4-11DDBBF01C9C}"/>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C17BC6C-FF5F-E496-537A-1BD189C38427}"/>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A0DE061-95D4-216E-7DF8-7B6FF3199944}"/>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49E659A-FD60-239B-DCF3-550A744B8EF7}"/>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B46495F9-73AA-8104-2ED9-73B0F9CDD57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86E69996-CA85-AB68-CDE5-8DF7ECFB77C2}"/>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65AE6A08-993F-1D05-8E26-FD7066392E9C}"/>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F635455-5418-5881-8CDA-05FC1106C60A}"/>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BA724F7D-2C15-C950-58CE-690105162765}"/>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CEAC81E5-C800-D8D7-6F06-653D18449993}"/>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FB441B92-E75D-5FE4-FD88-B0211B1EF1D8}"/>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606F265D-8D1F-2A57-6E03-13D8F759FFDB}"/>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4CD39BA-DB8F-E59A-922C-576082DF3A30}"/>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A7CEBFB0-05CD-B049-6745-8B670EE6CCE1}"/>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6044C88F-009F-7043-B626-1DB15575DDF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2A7DFF0E-5B53-5914-526C-60926A331E6A}"/>
              </a:ext>
            </a:extLst>
          </p:cNvPr>
          <p:cNvSpPr txBox="1"/>
          <p:nvPr/>
        </p:nvSpPr>
        <p:spPr>
          <a:xfrm>
            <a:off x="5147734" y="2404765"/>
            <a:ext cx="570089" cy="230832"/>
          </a:xfrm>
          <a:prstGeom prst="rect">
            <a:avLst/>
          </a:prstGeom>
          <a:noFill/>
        </p:spPr>
        <p:txBody>
          <a:bodyPr wrap="square" rtlCol="0">
            <a:spAutoFit/>
          </a:bodyPr>
          <a:lstStyle/>
          <a:p>
            <a:pPr algn="ctr"/>
            <a:r>
              <a:rPr lang="en-US" sz="900" dirty="0"/>
              <a:t>1345</a:t>
            </a:r>
          </a:p>
        </p:txBody>
      </p:sp>
    </p:spTree>
    <p:extLst>
      <p:ext uri="{BB962C8B-B14F-4D97-AF65-F5344CB8AC3E}">
        <p14:creationId xmlns:p14="http://schemas.microsoft.com/office/powerpoint/2010/main" val="27259774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347D5-614F-6D20-C3EC-4274483F55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15AC7DA-D4CA-39BF-A4D2-52D3D8B081D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3664EAB-7556-DC64-0326-235B5B58D24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41E30AE-E5CE-FFC8-0464-9F2468268D2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08F30A-7B36-48C6-8C1C-5B9BA3B31F8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69BCA6-4DDB-394B-8641-4A62ED5D87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9877B86-415B-AABE-6717-21BB70F2D9D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CD39DB2B-EA0B-40B0-0CD1-BA55577ADA0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76E674FF-1AAD-9E41-3063-E3EF4DF65A31}"/>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44B1BDC7-A0DB-414D-1535-5008E2074093}"/>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DF9F3138-FA7B-7C8F-5B77-41ACB640F2D8}"/>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1B9CD1B1-FF1D-04E1-A438-D26A95A2B2C5}"/>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6093B1A-85B5-B175-5F95-A68C3ECC3C81}"/>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326B0C85-A45F-25E1-524B-C818B9CD2C89}"/>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4C7A681A-4A01-23E4-1238-0EDC9F81BFF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0ACF0347-E5A0-742A-E933-B7FAC8C4EC53}"/>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E7BD0F8B-D0FE-C72D-7CAE-D698690DB934}"/>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182638F2-4146-21EF-EF1D-37C2FF6E2D68}"/>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2821A04F-FF56-9899-0847-C6825057E536}"/>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D9C850AC-D18A-2A90-8567-D566A1F814BB}"/>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D3773260-1AFA-624A-1A8B-66C6F4D615CB}"/>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B48297DB-9F10-1425-5D6B-820468DC4648}"/>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FE356753-EF7A-19E0-AD98-5141BCAF270A}"/>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A671E7C-7F3A-0D50-8FA7-68D6116CDC89}"/>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87E35657-51C3-8C90-3100-523F92D14C8A}"/>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C7363467-C660-6881-580F-8AF0D8C48D24}"/>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02427748-7090-984B-B710-554B50EF94D5}"/>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A66C1817-B760-96ED-BF31-7A38A5214B17}"/>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6ED3DD1-1841-1A9E-DDCC-D02C610B7420}"/>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E2E5B96E-2351-2312-3F8F-605BEA132236}"/>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2C69864-A7D4-CCB2-A184-F0E0243E400C}"/>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2AA9D7E7-FC72-3611-9F2D-0D5490464890}"/>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0E501F01-F2F3-D8E0-F819-FD87B66068D6}"/>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a:t>
            </a:r>
          </a:p>
        </p:txBody>
      </p:sp>
      <p:sp>
        <p:nvSpPr>
          <p:cNvPr id="58" name="TextBox 57">
            <a:extLst>
              <a:ext uri="{FF2B5EF4-FFF2-40B4-BE49-F238E27FC236}">
                <a16:creationId xmlns:a16="http://schemas.microsoft.com/office/drawing/2014/main" id="{C648336B-F829-9E92-BB84-CEC14EB7171E}"/>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a:t>
            </a:r>
          </a:p>
        </p:txBody>
      </p:sp>
      <p:sp>
        <p:nvSpPr>
          <p:cNvPr id="59" name="TextBox 58">
            <a:extLst>
              <a:ext uri="{FF2B5EF4-FFF2-40B4-BE49-F238E27FC236}">
                <a16:creationId xmlns:a16="http://schemas.microsoft.com/office/drawing/2014/main" id="{24DCBE21-BE4E-B453-4A62-D956CE72B012}"/>
              </a:ext>
            </a:extLst>
          </p:cNvPr>
          <p:cNvSpPr txBox="1"/>
          <p:nvPr/>
        </p:nvSpPr>
        <p:spPr>
          <a:xfrm>
            <a:off x="6654802" y="3406653"/>
            <a:ext cx="570089" cy="230832"/>
          </a:xfrm>
          <a:prstGeom prst="rect">
            <a:avLst/>
          </a:prstGeom>
          <a:noFill/>
        </p:spPr>
        <p:txBody>
          <a:bodyPr wrap="square" rtlCol="0">
            <a:spAutoFit/>
          </a:bodyPr>
          <a:lstStyle/>
          <a:p>
            <a:pPr algn="ctr"/>
            <a:r>
              <a:rPr lang="en-US" sz="900" dirty="0"/>
              <a:t>43</a:t>
            </a:r>
          </a:p>
        </p:txBody>
      </p:sp>
      <p:sp>
        <p:nvSpPr>
          <p:cNvPr id="61" name="TextBox 60">
            <a:extLst>
              <a:ext uri="{FF2B5EF4-FFF2-40B4-BE49-F238E27FC236}">
                <a16:creationId xmlns:a16="http://schemas.microsoft.com/office/drawing/2014/main" id="{81FB6551-6AC2-D447-6A90-76F9ABC18127}"/>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A7299D78-181C-15DB-4204-588075AD7F89}"/>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DDB1DE09-9AE4-0271-B79B-F0CFFB841A95}"/>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E10AC352-144B-BD25-EAD4-7A05D188040E}"/>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EF7481D4-F886-94FD-FA2D-BAB38EDC2015}"/>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3C0B6657-D6F5-F7A8-A0E2-F97F9EB2A555}"/>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0FADBB13-13CA-3EB2-4971-CFCD9C781B9B}"/>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2CB9E703-E9EC-F7AD-9D66-3A2F0417208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1F80879F-8DC5-9A6D-756F-2613C9E0516E}"/>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BAC05C9D-FFE4-970F-DF14-9AB4B86B1E5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39E035C9-D1A2-B731-D223-D09D59036A75}"/>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a:t>
            </a:r>
          </a:p>
        </p:txBody>
      </p:sp>
      <p:sp>
        <p:nvSpPr>
          <p:cNvPr id="68" name="TextBox 67">
            <a:extLst>
              <a:ext uri="{FF2B5EF4-FFF2-40B4-BE49-F238E27FC236}">
                <a16:creationId xmlns:a16="http://schemas.microsoft.com/office/drawing/2014/main" id="{75F64967-9198-4B5F-F164-2D99CF4211A0}"/>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97013A52-7609-5D4F-50F1-8B9FCB856832}"/>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A75D0086-38D7-A24F-1A12-F7C77234D165}"/>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49F6E389-479C-242E-D941-9BE21789108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5ECE4B39-C74B-CA60-24EC-D5B65B428C96}"/>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1D0DAE62-A0DC-B4AE-FBC5-254539A6F00C}"/>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0D96D068-21B0-482A-ED76-095AA944EC0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992158F1-D4F3-7BE1-FCE4-E81B9A8D7FEF}"/>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891F1268-8674-939F-4DEA-A2F27BFC340B}"/>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29F8F0A5-DAC7-8EC4-4BA0-E60FAE624859}"/>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C7EA3CA4-13A4-4C0E-F012-1D8504774194}"/>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84F29F0C-C7AB-59BF-8F04-6D626E22D234}"/>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84389C1-503E-1602-6E29-1816099A00EA}"/>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702AD346-AAF7-04DB-25F5-783A8F532085}"/>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74" name="TextBox 73">
            <a:extLst>
              <a:ext uri="{FF2B5EF4-FFF2-40B4-BE49-F238E27FC236}">
                <a16:creationId xmlns:a16="http://schemas.microsoft.com/office/drawing/2014/main" id="{5C2C71C0-4AC1-6181-BD0A-059583A9065B}"/>
              </a:ext>
            </a:extLst>
          </p:cNvPr>
          <p:cNvSpPr txBox="1"/>
          <p:nvPr/>
        </p:nvSpPr>
        <p:spPr>
          <a:xfrm>
            <a:off x="6152446" y="3907597"/>
            <a:ext cx="570089" cy="230832"/>
          </a:xfrm>
          <a:prstGeom prst="rect">
            <a:avLst/>
          </a:prstGeom>
          <a:noFill/>
        </p:spPr>
        <p:txBody>
          <a:bodyPr wrap="square" rtlCol="0">
            <a:spAutoFit/>
          </a:bodyPr>
          <a:lstStyle/>
          <a:p>
            <a:pPr algn="ctr"/>
            <a:r>
              <a:rPr lang="en-US" sz="900" dirty="0"/>
              <a:t>38</a:t>
            </a:r>
          </a:p>
        </p:txBody>
      </p:sp>
      <p:sp>
        <p:nvSpPr>
          <p:cNvPr id="75" name="TextBox 74">
            <a:extLst>
              <a:ext uri="{FF2B5EF4-FFF2-40B4-BE49-F238E27FC236}">
                <a16:creationId xmlns:a16="http://schemas.microsoft.com/office/drawing/2014/main" id="{299DEEB0-9E02-2C21-6D7A-980BC4E94088}"/>
              </a:ext>
            </a:extLst>
          </p:cNvPr>
          <p:cNvSpPr txBox="1"/>
          <p:nvPr/>
        </p:nvSpPr>
        <p:spPr>
          <a:xfrm>
            <a:off x="6152446" y="4544009"/>
            <a:ext cx="570089" cy="230832"/>
          </a:xfrm>
          <a:prstGeom prst="rect">
            <a:avLst/>
          </a:prstGeom>
          <a:noFill/>
        </p:spPr>
        <p:txBody>
          <a:bodyPr wrap="square" rtlCol="0">
            <a:spAutoFit/>
          </a:bodyPr>
          <a:lstStyle/>
          <a:p>
            <a:pPr algn="ctr"/>
            <a:r>
              <a:rPr lang="en-US" sz="900" dirty="0"/>
              <a:t>83</a:t>
            </a:r>
          </a:p>
        </p:txBody>
      </p:sp>
      <p:sp>
        <p:nvSpPr>
          <p:cNvPr id="79" name="TextBox 78">
            <a:extLst>
              <a:ext uri="{FF2B5EF4-FFF2-40B4-BE49-F238E27FC236}">
                <a16:creationId xmlns:a16="http://schemas.microsoft.com/office/drawing/2014/main" id="{1D2484D3-C8D0-9692-811A-D652D248B4E0}"/>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67C4A67F-13F0-523A-CE01-B5A6B43DFB01}"/>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43AC387-2931-26E3-C2E8-374AA567F335}"/>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9AECF44-D63C-2346-B8D2-4BBAE1846DD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A2D66C09-451D-3A2F-091D-1F5154B38803}"/>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E144622D-F400-5B91-9470-BF4BFFA7A347}"/>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B550F078-AAA5-EEF7-6261-05318B04312B}"/>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4925E73-DD85-8A49-0F8E-15D48968902D}"/>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82152180-178F-7CD2-8AC7-27431401831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F8C44A5E-965B-0108-FF5E-B2CE586223AA}"/>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D6EACD26-D083-F282-1220-3EDD0FE96EB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909ABA5B-D811-E429-FDF0-D73955B73D5B}"/>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24C822CB-2F37-A627-4A1E-344300DA4C6C}"/>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805B8F0A-BB2B-803B-D034-F086323AA113}"/>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C7F4FEEF-BF4C-2C07-3B1B-D6714D1340D4}"/>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768C7AF5-A42D-9B3C-F902-59EC67433048}"/>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F977E945-BD3A-75D3-4757-6FEAB2375E64}"/>
              </a:ext>
            </a:extLst>
          </p:cNvPr>
          <p:cNvSpPr txBox="1"/>
          <p:nvPr/>
        </p:nvSpPr>
        <p:spPr>
          <a:xfrm>
            <a:off x="5147734" y="2404765"/>
            <a:ext cx="570089" cy="230832"/>
          </a:xfrm>
          <a:prstGeom prst="rect">
            <a:avLst/>
          </a:prstGeom>
          <a:noFill/>
        </p:spPr>
        <p:txBody>
          <a:bodyPr wrap="square" rtlCol="0">
            <a:spAutoFit/>
          </a:bodyPr>
          <a:lstStyle/>
          <a:p>
            <a:pPr algn="ctr"/>
            <a:r>
              <a:rPr lang="en-US" sz="900" dirty="0"/>
              <a:t>134</a:t>
            </a:r>
          </a:p>
        </p:txBody>
      </p:sp>
    </p:spTree>
    <p:extLst>
      <p:ext uri="{BB962C8B-B14F-4D97-AF65-F5344CB8AC3E}">
        <p14:creationId xmlns:p14="http://schemas.microsoft.com/office/powerpoint/2010/main" val="33074652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24303-64D6-8065-26EB-99B055FEEAA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C9D2E65-FDC2-0121-B1A3-50C2E8413046}"/>
              </a:ext>
            </a:extLst>
          </p:cNvPr>
          <p:cNvSpPr>
            <a:spLocks noGrp="1"/>
          </p:cNvSpPr>
          <p:nvPr>
            <p:ph sz="half" idx="1"/>
          </p:nvPr>
        </p:nvSpPr>
        <p:spPr/>
        <p:txBody>
          <a:bodyPr/>
          <a:lstStyle/>
          <a:p>
            <a:r>
              <a:rPr lang="en-US" dirty="0"/>
              <a:t>There is only one way to complete this arrow.</a:t>
            </a:r>
          </a:p>
        </p:txBody>
      </p:sp>
      <p:pic>
        <p:nvPicPr>
          <p:cNvPr id="4" name="Picture 3" descr="A grid of sudoku puzzle&#10;&#10;Description automatically generated">
            <a:extLst>
              <a:ext uri="{FF2B5EF4-FFF2-40B4-BE49-F238E27FC236}">
                <a16:creationId xmlns:a16="http://schemas.microsoft.com/office/drawing/2014/main" id="{981100E7-484B-A572-8DFD-1152F39677D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54621A9-A5A9-BACB-9225-91EF25002E3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47D0F53-5749-3058-BF18-EF2A1F3491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2AC5CE6-D32C-EFA1-1D58-19639D20D9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208730C-A405-36B9-B6B3-8D18B27898C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4CF1A319-78E0-E0B6-7573-FCFF1E0DE6C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067E2E16-A473-7395-6357-EE5CE2CA313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0A2FFB40-6C68-5B30-7EC5-2D4E626DBCC8}"/>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8C1272D5-F2AD-DE74-2B57-666B3103F772}"/>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9275657-6D12-E4DB-8E8A-5D4AA6BAC2B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42EDE28-7B3C-A5E5-F0D2-C00EBEE67268}"/>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F3CF8E83-355F-AA9A-BC0C-1E4096A7B57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9239942D-7EBE-875F-9172-2D8A702A09B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BBA3C5E8-FB39-FE39-DE0C-F48D40A044A4}"/>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BCF2AF55-A4CB-AEA9-2FD1-D0FFFE31AE9E}"/>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0C9D45CC-A818-2BC7-9D3D-C082D620EB3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7E52A844-959B-E450-6650-1866063A99DC}"/>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C927B86A-8384-2CF1-2E7E-4508F09BA1AB}"/>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3DAFC065-0CAC-2373-C65E-35D78D2312BC}"/>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B28E527E-35DB-85C2-8420-35CEACA7A433}"/>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6B6AA22A-B5C5-A919-AE9F-C449FF80D13E}"/>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57AF1543-4AC7-6F08-DF08-407DC1ABB5D0}"/>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B8FC798C-0533-6097-62CA-EC482231E323}"/>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04C25BB0-D32D-B4E2-3B76-89EEDAC03AEB}"/>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47487B3C-17E8-3C01-D655-C85A5642656D}"/>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018D0F30-91C5-BB95-4FB0-FB40F6C68825}"/>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D5C61D09-4048-587F-384B-8883C157B0E6}"/>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83E960C5-7884-1FEE-CC05-1EEDD27347AF}"/>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598686AF-704E-8DC8-4CA6-B0D3E8CFAABA}"/>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520E4DFF-C639-E5CB-7305-10FB720B3BB2}"/>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BFA904DE-0DEF-6F34-FC00-547DB188009A}"/>
              </a:ext>
            </a:extLst>
          </p:cNvPr>
          <p:cNvSpPr txBox="1"/>
          <p:nvPr/>
        </p:nvSpPr>
        <p:spPr>
          <a:xfrm>
            <a:off x="5147734" y="3542121"/>
            <a:ext cx="570089" cy="230832"/>
          </a:xfrm>
          <a:prstGeom prst="rect">
            <a:avLst/>
          </a:prstGeom>
          <a:noFill/>
        </p:spPr>
        <p:txBody>
          <a:bodyPr wrap="square" rtlCol="0">
            <a:spAutoFit/>
          </a:bodyPr>
          <a:lstStyle/>
          <a:p>
            <a:pPr algn="ctr"/>
            <a:r>
              <a:rPr lang="en-US" sz="900" dirty="0"/>
              <a:t>34578</a:t>
            </a:r>
          </a:p>
        </p:txBody>
      </p:sp>
      <p:sp>
        <p:nvSpPr>
          <p:cNvPr id="58" name="TextBox 57">
            <a:extLst>
              <a:ext uri="{FF2B5EF4-FFF2-40B4-BE49-F238E27FC236}">
                <a16:creationId xmlns:a16="http://schemas.microsoft.com/office/drawing/2014/main" id="{E57E558E-E555-23CB-6624-A4F33DB338DA}"/>
              </a:ext>
            </a:extLst>
          </p:cNvPr>
          <p:cNvSpPr txBox="1"/>
          <p:nvPr/>
        </p:nvSpPr>
        <p:spPr>
          <a:xfrm>
            <a:off x="5650090" y="3542121"/>
            <a:ext cx="570089" cy="230832"/>
          </a:xfrm>
          <a:prstGeom prst="rect">
            <a:avLst/>
          </a:prstGeom>
          <a:noFill/>
        </p:spPr>
        <p:txBody>
          <a:bodyPr wrap="square" rtlCol="0">
            <a:spAutoFit/>
          </a:bodyPr>
          <a:lstStyle/>
          <a:p>
            <a:pPr algn="ctr"/>
            <a:r>
              <a:rPr lang="en-US" sz="900" dirty="0"/>
              <a:t>348</a:t>
            </a:r>
          </a:p>
        </p:txBody>
      </p:sp>
      <p:sp>
        <p:nvSpPr>
          <p:cNvPr id="61" name="TextBox 60">
            <a:extLst>
              <a:ext uri="{FF2B5EF4-FFF2-40B4-BE49-F238E27FC236}">
                <a16:creationId xmlns:a16="http://schemas.microsoft.com/office/drawing/2014/main" id="{9EEB5802-7585-135C-5709-5BCDA4003B68}"/>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799B767C-2B94-1C41-4AF1-7A21ACFED774}"/>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AC731985-E975-2C13-59AA-E85EC497A7AB}"/>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C6CA398F-0B75-1D9D-F89C-02F3C22B2B93}"/>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86C5DE2-9452-3FD5-675A-E896A7113C60}"/>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589FE45E-8709-CB26-70AD-17E5A6385251}"/>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5BC4E89-CA71-2E04-15BE-301E3297B9D4}"/>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351E39F6-5986-EFF7-06F4-612EAE00C7F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87E593C1-24C5-C666-292D-FB8F088B2832}"/>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53BCD7E9-A1CC-1F1E-EC70-FA53F4D267D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5A36486E-07CC-D931-3177-E2F4F29C7AE3}"/>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a:t>
            </a:r>
          </a:p>
        </p:txBody>
      </p:sp>
      <p:sp>
        <p:nvSpPr>
          <p:cNvPr id="68" name="TextBox 67">
            <a:extLst>
              <a:ext uri="{FF2B5EF4-FFF2-40B4-BE49-F238E27FC236}">
                <a16:creationId xmlns:a16="http://schemas.microsoft.com/office/drawing/2014/main" id="{CD28B18E-FE97-464C-9F20-8C10BB042827}"/>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B378D0AA-64A8-9718-AAC7-7FC4464539C9}"/>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C364415E-4A4E-D1AC-23C5-388284524058}"/>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D6C0D6AA-634D-939A-27D8-3B6BA1BA13D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1D4D9AB8-609F-7C19-FE42-FFED35A0BFE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56FC9D92-5DCF-5FAD-57A2-D0FBA11F60E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294EC23F-42FE-BCE7-F97E-0E4AFC3D04A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55BA375B-A1C0-29BA-2A04-A5DFD638D338}"/>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3A4F01EE-8CD9-954B-87F4-BFD51AD07FC0}"/>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D0317A71-A19C-FC66-84FD-560477B5DCCA}"/>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53471896-A08F-8596-698D-24154574D761}"/>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C1B628E7-CCC5-F33F-1B6C-9D947318318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3DE54666-8601-EE3D-965E-6DA8BC49D4F8}"/>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B5C4E848-2F8A-FE5E-78E8-D2A405327574}"/>
              </a:ext>
            </a:extLst>
          </p:cNvPr>
          <p:cNvSpPr txBox="1"/>
          <p:nvPr/>
        </p:nvSpPr>
        <p:spPr>
          <a:xfrm>
            <a:off x="6654802" y="2540233"/>
            <a:ext cx="570089" cy="230832"/>
          </a:xfrm>
          <a:prstGeom prst="rect">
            <a:avLst/>
          </a:prstGeom>
          <a:noFill/>
        </p:spPr>
        <p:txBody>
          <a:bodyPr wrap="square" rtlCol="0">
            <a:spAutoFit/>
          </a:bodyPr>
          <a:lstStyle/>
          <a:p>
            <a:pPr algn="ctr"/>
            <a:r>
              <a:rPr lang="en-US" sz="900" dirty="0"/>
              <a:t>34</a:t>
            </a:r>
          </a:p>
        </p:txBody>
      </p:sp>
      <p:sp>
        <p:nvSpPr>
          <p:cNvPr id="75" name="TextBox 74">
            <a:extLst>
              <a:ext uri="{FF2B5EF4-FFF2-40B4-BE49-F238E27FC236}">
                <a16:creationId xmlns:a16="http://schemas.microsoft.com/office/drawing/2014/main" id="{C438F7B1-AECE-DF18-11F2-85D682A04688}"/>
              </a:ext>
            </a:extLst>
          </p:cNvPr>
          <p:cNvSpPr txBox="1"/>
          <p:nvPr/>
        </p:nvSpPr>
        <p:spPr>
          <a:xfrm>
            <a:off x="6152446" y="4544009"/>
            <a:ext cx="570089" cy="230832"/>
          </a:xfrm>
          <a:prstGeom prst="rect">
            <a:avLst/>
          </a:prstGeom>
          <a:noFill/>
        </p:spPr>
        <p:txBody>
          <a:bodyPr wrap="square" rtlCol="0">
            <a:spAutoFit/>
          </a:bodyPr>
          <a:lstStyle/>
          <a:p>
            <a:pPr algn="ctr"/>
            <a:r>
              <a:rPr lang="en-US" sz="900" dirty="0"/>
              <a:t>83</a:t>
            </a:r>
          </a:p>
        </p:txBody>
      </p:sp>
      <p:sp>
        <p:nvSpPr>
          <p:cNvPr id="79" name="TextBox 78">
            <a:extLst>
              <a:ext uri="{FF2B5EF4-FFF2-40B4-BE49-F238E27FC236}">
                <a16:creationId xmlns:a16="http://schemas.microsoft.com/office/drawing/2014/main" id="{7B0B29EC-E1FB-1E54-DF1A-B57CF8120F19}"/>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D01F0A72-ABCA-75EA-C688-513B0C2F4625}"/>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10DA8C0-7EEA-39A1-41A6-14FE9CAA14FB}"/>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1CD0D81B-81A2-F890-6FEE-D578992EC0B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F013BB6-D985-7D1C-1CCB-6BEEACDF5554}"/>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B6B3AD5B-945E-A8FB-2E72-02C3E90D6CE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7A0053DE-88DE-7473-F026-CE586C6AE852}"/>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8CE4BCA0-F7E0-D135-8618-345D50D605CE}"/>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18645B5-A1DF-8610-E526-2ED0FD2E5B8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45BB6F88-20BE-4C55-7763-1EEA56E93A4F}"/>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9AD344A9-92C4-2177-2F07-83EB091CA2DD}"/>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E983B24F-0EBF-91B1-C877-A2AD3BDE2C2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F4297F6A-F316-06B5-5A59-B9401F4FC751}"/>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11FEB764-4F03-850E-0035-326138CCA363}"/>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034FAFD-533F-32D4-69D2-C0C5D20225B8}"/>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3B1445E8-2D88-C400-399E-BA06BE8313B0}"/>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5391FE12-D232-07BF-FDCE-C100D1F9C59A}"/>
              </a:ext>
            </a:extLst>
          </p:cNvPr>
          <p:cNvSpPr txBox="1"/>
          <p:nvPr/>
        </p:nvSpPr>
        <p:spPr>
          <a:xfrm>
            <a:off x="5147734" y="2404765"/>
            <a:ext cx="570089" cy="230832"/>
          </a:xfrm>
          <a:prstGeom prst="rect">
            <a:avLst/>
          </a:prstGeom>
          <a:noFill/>
        </p:spPr>
        <p:txBody>
          <a:bodyPr wrap="square" rtlCol="0">
            <a:spAutoFit/>
          </a:bodyPr>
          <a:lstStyle/>
          <a:p>
            <a:pPr algn="ctr"/>
            <a:r>
              <a:rPr lang="en-US" sz="900" dirty="0"/>
              <a:t>134</a:t>
            </a:r>
          </a:p>
        </p:txBody>
      </p:sp>
      <p:sp>
        <p:nvSpPr>
          <p:cNvPr id="56" name="TextBox 55">
            <a:extLst>
              <a:ext uri="{FF2B5EF4-FFF2-40B4-BE49-F238E27FC236}">
                <a16:creationId xmlns:a16="http://schemas.microsoft.com/office/drawing/2014/main" id="{BF7EE44A-90CB-8313-C7E8-1ABBCE56934F}"/>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17279E4F-ECA3-4750-C8C9-5E1AF2AE9B41}"/>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6103822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289E1-56AB-5822-4808-94DF794F593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CD8876-D21A-EE55-B181-6D4994249F72}"/>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1F619FD-5571-4567-E9A6-1DAC7B906E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E52ACB6-05A5-1F67-D447-C5C7490E89E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6688E90-99A6-4937-6AD2-DDE69927780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B580104-0B78-F06F-A097-5C6DB5FFF1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A616531-06B2-720C-9155-72A9431B20C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DBD46323-7AFD-304E-FE79-8A8067A0F38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FB4697BD-B965-AD0B-D5A0-FC295875D45F}"/>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1FD995E8-B2AC-19C1-AC7A-05E3E823AE95}"/>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CFD766B5-4B87-5F02-1F42-0FA562BBE05F}"/>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B0AA8149-4EFF-939D-E1F5-05F5288F471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41DA066-68F2-530D-A0AF-F247B54984E5}"/>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E903A151-B452-848F-7E24-DA795AB9D6FA}"/>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5D148037-9BEB-6A44-DA73-532CB3BCD86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42386D22-E584-6C06-E2CB-6414CBB2E928}"/>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818EC657-A4BD-5339-1E76-095560EE2A08}"/>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4C75E846-D326-6D4A-2B84-38A0AEB6EDE8}"/>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CA3AF759-6F6E-8E1D-D5D3-280ADFDFCEF6}"/>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C4DBA891-1373-B9DF-8501-C0FCCB422F34}"/>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C890FBAE-20C6-AD76-BC72-9812A1F6B4CC}"/>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C1CEDC31-C4D2-E302-6EBA-EEF4EE52E142}"/>
              </a:ext>
            </a:extLst>
          </p:cNvPr>
          <p:cNvSpPr txBox="1"/>
          <p:nvPr/>
        </p:nvSpPr>
        <p:spPr>
          <a:xfrm>
            <a:off x="3640666" y="4408541"/>
            <a:ext cx="570089" cy="230832"/>
          </a:xfrm>
          <a:prstGeom prst="rect">
            <a:avLst/>
          </a:prstGeom>
          <a:noFill/>
        </p:spPr>
        <p:txBody>
          <a:bodyPr wrap="square" rtlCol="0">
            <a:spAutoFit/>
          </a:bodyPr>
          <a:lstStyle/>
          <a:p>
            <a:pPr algn="ctr"/>
            <a:r>
              <a:rPr lang="en-US" sz="900" dirty="0"/>
              <a:t>5789</a:t>
            </a:r>
          </a:p>
        </p:txBody>
      </p:sp>
      <p:sp>
        <p:nvSpPr>
          <p:cNvPr id="31" name="TextBox 30">
            <a:extLst>
              <a:ext uri="{FF2B5EF4-FFF2-40B4-BE49-F238E27FC236}">
                <a16:creationId xmlns:a16="http://schemas.microsoft.com/office/drawing/2014/main" id="{A72F08C9-7DF3-212A-01A8-12B6916F9E3F}"/>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3B273EC8-A42F-3EF9-C497-A1BA664E3822}"/>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4BD0F49B-549A-9A23-2991-A6C4A8BCC27D}"/>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C7D25C9F-8926-F5BA-76B1-D9902C2F437F}"/>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932FC13A-84E5-ECD2-4CAA-6C42A0713BEB}"/>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3EFDD066-0E94-C3D5-679D-2BDE3FD6F54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D309D4CF-BF3C-C161-1A1E-C7160D100078}"/>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A27C780C-6951-04B8-A656-FC219524F87C}"/>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57DF8F08-50DB-DE4B-9CB3-07E15C16538F}"/>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35789</a:t>
            </a:r>
          </a:p>
        </p:txBody>
      </p:sp>
      <p:sp>
        <p:nvSpPr>
          <p:cNvPr id="51" name="TextBox 50">
            <a:extLst>
              <a:ext uri="{FF2B5EF4-FFF2-40B4-BE49-F238E27FC236}">
                <a16:creationId xmlns:a16="http://schemas.microsoft.com/office/drawing/2014/main" id="{9502BBEB-4C66-29EE-B0B8-2A1380349BF2}"/>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EE5CABD7-69FC-05F0-BAB5-2FDA0F260831}"/>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4578</a:t>
            </a:r>
          </a:p>
        </p:txBody>
      </p:sp>
      <p:sp>
        <p:nvSpPr>
          <p:cNvPr id="58" name="TextBox 57">
            <a:extLst>
              <a:ext uri="{FF2B5EF4-FFF2-40B4-BE49-F238E27FC236}">
                <a16:creationId xmlns:a16="http://schemas.microsoft.com/office/drawing/2014/main" id="{957074C3-82F6-2AA6-AAE8-7FE42E36F737}"/>
              </a:ext>
            </a:extLst>
          </p:cNvPr>
          <p:cNvSpPr txBox="1"/>
          <p:nvPr/>
        </p:nvSpPr>
        <p:spPr>
          <a:xfrm>
            <a:off x="5650090" y="3542121"/>
            <a:ext cx="570089" cy="230832"/>
          </a:xfrm>
          <a:prstGeom prst="rect">
            <a:avLst/>
          </a:prstGeom>
          <a:noFill/>
        </p:spPr>
        <p:txBody>
          <a:bodyPr wrap="square" rtlCol="0">
            <a:spAutoFit/>
          </a:bodyPr>
          <a:lstStyle/>
          <a:p>
            <a:pPr algn="ctr"/>
            <a:r>
              <a:rPr lang="en-US" sz="900" dirty="0"/>
              <a:t>48</a:t>
            </a:r>
          </a:p>
        </p:txBody>
      </p:sp>
      <p:sp>
        <p:nvSpPr>
          <p:cNvPr id="61" name="TextBox 60">
            <a:extLst>
              <a:ext uri="{FF2B5EF4-FFF2-40B4-BE49-F238E27FC236}">
                <a16:creationId xmlns:a16="http://schemas.microsoft.com/office/drawing/2014/main" id="{3FEBF394-360D-7E1A-012D-7CAE8EF4CF7E}"/>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522B39EB-1946-DBC2-6131-45ECF9EB4FD4}"/>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03900F02-3DA6-8F84-8159-424EC04374FD}"/>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F68E17F2-AC43-8803-A0DD-0796BBB60EB5}"/>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1AE00961-097E-AB44-9641-5781B8B8B553}"/>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92A59DD2-4FD4-9CBE-6EAA-0829C7A6F215}"/>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AB68700-1266-CBDA-C163-1E1B6D698D75}"/>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0478EEA7-F8BA-E292-D657-2EF17946E185}"/>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240CCACA-C102-2FCD-EBA3-081876CC9627}"/>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E2F8C3FA-3C4C-8D4B-DD98-1349072791A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D92133EB-ED86-495D-174C-8F16D3C8E493}"/>
              </a:ext>
            </a:extLst>
          </p:cNvPr>
          <p:cNvSpPr txBox="1"/>
          <p:nvPr/>
        </p:nvSpPr>
        <p:spPr>
          <a:xfrm>
            <a:off x="5650090" y="2540233"/>
            <a:ext cx="570089" cy="230832"/>
          </a:xfrm>
          <a:prstGeom prst="rect">
            <a:avLst/>
          </a:prstGeom>
          <a:noFill/>
        </p:spPr>
        <p:txBody>
          <a:bodyPr wrap="square" rtlCol="0">
            <a:spAutoFit/>
          </a:bodyPr>
          <a:lstStyle/>
          <a:p>
            <a:pPr algn="ctr"/>
            <a:r>
              <a:rPr lang="en-US" sz="900" dirty="0"/>
              <a:t>234</a:t>
            </a:r>
          </a:p>
        </p:txBody>
      </p:sp>
      <p:sp>
        <p:nvSpPr>
          <p:cNvPr id="68" name="TextBox 67">
            <a:extLst>
              <a:ext uri="{FF2B5EF4-FFF2-40B4-BE49-F238E27FC236}">
                <a16:creationId xmlns:a16="http://schemas.microsoft.com/office/drawing/2014/main" id="{EEEB263E-8495-BAFA-0286-E0F1E3330973}"/>
              </a:ext>
            </a:extLst>
          </p:cNvPr>
          <p:cNvSpPr txBox="1"/>
          <p:nvPr/>
        </p:nvSpPr>
        <p:spPr>
          <a:xfrm>
            <a:off x="5650090" y="4544009"/>
            <a:ext cx="570089" cy="230832"/>
          </a:xfrm>
          <a:prstGeom prst="rect">
            <a:avLst/>
          </a:prstGeom>
          <a:noFill/>
        </p:spPr>
        <p:txBody>
          <a:bodyPr wrap="square" rtlCol="0">
            <a:spAutoFit/>
          </a:bodyPr>
          <a:lstStyle/>
          <a:p>
            <a:pPr algn="ctr"/>
            <a:r>
              <a:rPr lang="en-US" sz="900" dirty="0"/>
              <a:t>2389</a:t>
            </a:r>
          </a:p>
        </p:txBody>
      </p:sp>
      <p:sp>
        <p:nvSpPr>
          <p:cNvPr id="69" name="TextBox 68">
            <a:extLst>
              <a:ext uri="{FF2B5EF4-FFF2-40B4-BE49-F238E27FC236}">
                <a16:creationId xmlns:a16="http://schemas.microsoft.com/office/drawing/2014/main" id="{98FFC39F-6451-FE21-83D7-70B476A1594E}"/>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553C16E7-6CDB-CA31-779D-270B32E9E99E}"/>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883A451B-E912-BAEF-7C2B-4B51BC992638}"/>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5CC9186-FC81-46FD-0C6D-A1D66559A555}"/>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1CBB62FC-B7C3-4B4A-6833-D8456C94C7FE}"/>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601BB25E-5F3D-F896-1056-0E13EF36BC1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4A821583-A27B-DE0D-0AC8-689057C9EDA9}"/>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DD027C91-B569-F856-A5E5-05B24808A382}"/>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0DE81ABA-41E2-13F7-86CA-C105E3AB8894}"/>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AD3440B-0830-A519-F68D-42EE1975D917}"/>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058E8DA8-3B69-ED5D-F667-FA9E163C19F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2357FA0-0102-09C0-0C47-446FEFDC1179}"/>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DC4DE458-FB1B-9931-2DC3-E5BE4053612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B1764E6F-443A-7A2E-20E9-291CE124F68F}"/>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9A691872-C446-AD28-D4B3-07E883CE3E8F}"/>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5AF49263-93BE-176A-9CC3-1AD442C11236}"/>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438C684-A93E-20B6-EB52-D746140B2534}"/>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D53E7756-84BA-BDDF-A084-68199DD1459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AD342E66-546E-2300-6C26-B1DDAB40B6F5}"/>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8AFF84B-4B3D-CABA-D2EC-5AF6671F8E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FDF932B-6515-B789-AF3A-651D26FC359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386B1AA-0900-7D17-FEDE-AA82C86C77CA}"/>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EE4213D2-5F18-750C-53A4-C81851B892D0}"/>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509C938F-8FBE-5876-D9D5-7FC8BE217DA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BDCB92E8-DA49-7590-5F5E-952D379AA592}"/>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2F23B3F-D2BD-BC8D-2FB0-CE6F520F7903}"/>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871B958-EEF0-A2B7-C0A3-E1F9A64BB544}"/>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059E520-634D-2C0B-CC75-4309152D5ED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A2626556-3FF5-1272-A6EA-7978E9BC320A}"/>
              </a:ext>
            </a:extLst>
          </p:cNvPr>
          <p:cNvSpPr txBox="1"/>
          <p:nvPr/>
        </p:nvSpPr>
        <p:spPr>
          <a:xfrm>
            <a:off x="5147734" y="2404765"/>
            <a:ext cx="570089" cy="230832"/>
          </a:xfrm>
          <a:prstGeom prst="rect">
            <a:avLst/>
          </a:prstGeom>
          <a:noFill/>
        </p:spPr>
        <p:txBody>
          <a:bodyPr wrap="square" rtlCol="0">
            <a:spAutoFit/>
          </a:bodyPr>
          <a:lstStyle/>
          <a:p>
            <a:pPr algn="ctr"/>
            <a:r>
              <a:rPr lang="en-US" sz="900" dirty="0"/>
              <a:t>134</a:t>
            </a:r>
          </a:p>
        </p:txBody>
      </p:sp>
      <p:sp>
        <p:nvSpPr>
          <p:cNvPr id="56" name="TextBox 55">
            <a:extLst>
              <a:ext uri="{FF2B5EF4-FFF2-40B4-BE49-F238E27FC236}">
                <a16:creationId xmlns:a16="http://schemas.microsoft.com/office/drawing/2014/main" id="{64F87215-5681-3EFD-5909-F16CB755F63E}"/>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B4B456E7-3546-3F36-8458-80F8490A26B1}"/>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1E67AC03-A9DD-6E00-D858-64FBAE8865B8}"/>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9B898328-37B6-7E26-4A05-50E704E2C738}"/>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7396898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34E46-08FB-BFEA-15F8-FC52FD7F46F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B231AF-71E0-1E1B-DDDE-224863788456}"/>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BB575AD-F3E0-B2AA-3611-61053A2B922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8FD2A3D-FA6F-C813-07B9-7B3F8CAE9A1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E8137E-F7B5-BA92-F511-B10F4C62F1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307C3A2-41E1-21DF-F435-21A6720FCF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987417-EDF0-4E3C-A8ED-45F3900CD82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6E6DF01-7FE4-685B-C484-1C2D7264C38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C6827058-7504-946F-8F0B-C50A49BD23C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0DD70CB-4984-544A-CC04-3C2D5C8432F9}"/>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59752D32-E685-033F-9D7E-F52C89DBD498}"/>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FD359ED6-C382-A801-5EA6-AFAC1DECDDFF}"/>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BA2F4C9-BD80-2271-0904-104A25F05E36}"/>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226B64E-EE78-30A5-EFD6-56E96243100D}"/>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2C9550EE-DDA2-540D-A1F2-A64B3D1E054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3519E609-9153-9862-96A3-FF08B746C63E}"/>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35A516B4-9E01-FCF5-BA10-6BD389A89E34}"/>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F1871339-F617-FD8B-8825-201D2CF28E1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13182782-D47D-40AA-049C-047CF3543896}"/>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8AC5AE62-89EB-616C-0DBA-593F7D2BDF1C}"/>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9F7114E8-69A0-EF71-0513-90E5C49B4D08}"/>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79C1072F-9881-26B8-5BFB-B76D1180F556}"/>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AB74FCCB-1B4C-B7E0-7CEB-679B1A078F67}"/>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8E830597-826C-8419-A001-6EB81B5F2E0A}"/>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283F1654-2B07-F779-ADD7-F1CBC19B29B6}"/>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4327C848-26E7-6179-1A10-49E42C4220CC}"/>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D28FC682-6DBF-19EB-0993-FE8566D1D0A8}"/>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BB6F0DBF-8ED3-DE54-83D5-643EDE7B3428}"/>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CBDB5BDE-DA26-44DD-E328-D95ABD5A2D8F}"/>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AB407600-FF20-A671-C36B-2B70573A2797}"/>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49834C81-88E7-4913-27C6-06BDB53A91DF}"/>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3579</a:t>
            </a:r>
          </a:p>
        </p:txBody>
      </p:sp>
      <p:sp>
        <p:nvSpPr>
          <p:cNvPr id="51" name="TextBox 50">
            <a:extLst>
              <a:ext uri="{FF2B5EF4-FFF2-40B4-BE49-F238E27FC236}">
                <a16:creationId xmlns:a16="http://schemas.microsoft.com/office/drawing/2014/main" id="{A53A92AF-9FDE-DFC8-7368-BA275C1D0E3D}"/>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FDC2A5CB-CED9-49B6-1193-C4A09800FACC}"/>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4578</a:t>
            </a:r>
          </a:p>
        </p:txBody>
      </p:sp>
      <p:sp>
        <p:nvSpPr>
          <p:cNvPr id="58" name="TextBox 57">
            <a:extLst>
              <a:ext uri="{FF2B5EF4-FFF2-40B4-BE49-F238E27FC236}">
                <a16:creationId xmlns:a16="http://schemas.microsoft.com/office/drawing/2014/main" id="{54830AB1-8CF6-88F9-86BB-58484DEDF985}"/>
              </a:ext>
            </a:extLst>
          </p:cNvPr>
          <p:cNvSpPr txBox="1"/>
          <p:nvPr/>
        </p:nvSpPr>
        <p:spPr>
          <a:xfrm>
            <a:off x="5650090" y="3542121"/>
            <a:ext cx="570089" cy="230832"/>
          </a:xfrm>
          <a:prstGeom prst="rect">
            <a:avLst/>
          </a:prstGeom>
          <a:noFill/>
        </p:spPr>
        <p:txBody>
          <a:bodyPr wrap="square" rtlCol="0">
            <a:spAutoFit/>
          </a:bodyPr>
          <a:lstStyle/>
          <a:p>
            <a:pPr algn="ctr"/>
            <a:r>
              <a:rPr lang="en-US" sz="900" dirty="0"/>
              <a:t>48</a:t>
            </a:r>
          </a:p>
        </p:txBody>
      </p:sp>
      <p:sp>
        <p:nvSpPr>
          <p:cNvPr id="61" name="TextBox 60">
            <a:extLst>
              <a:ext uri="{FF2B5EF4-FFF2-40B4-BE49-F238E27FC236}">
                <a16:creationId xmlns:a16="http://schemas.microsoft.com/office/drawing/2014/main" id="{FD04A827-5ADF-DEF6-29E3-65DBF239A137}"/>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1E9753E0-5627-A941-CBD3-3ED42740A0E8}"/>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AF0DDBC7-48D8-4E43-1C9D-5477410B5953}"/>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1295BD88-9249-705D-DE9C-5DDBE167D0E0}"/>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D819D09A-AE3B-BB36-BF33-5B51A7A26725}"/>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B7FBC85-9D7F-0010-0AA5-C831C78603B4}"/>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9B972478-320A-158A-BF88-419141CFAD50}"/>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31EB920E-365E-B331-0662-2E5CA1117C2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84D0D0AA-3A1F-CE98-8498-04BDDBAC7969}"/>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801F1BBD-BCF5-DD7E-F663-6DFEC607063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098EE070-13E6-4B6D-5F57-98C7E47D8E19}"/>
              </a:ext>
            </a:extLst>
          </p:cNvPr>
          <p:cNvSpPr txBox="1"/>
          <p:nvPr/>
        </p:nvSpPr>
        <p:spPr>
          <a:xfrm>
            <a:off x="5650090" y="2540233"/>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CEDB35C0-0958-3614-F6A3-1BCA1F97F7B4}"/>
              </a:ext>
            </a:extLst>
          </p:cNvPr>
          <p:cNvSpPr txBox="1"/>
          <p:nvPr/>
        </p:nvSpPr>
        <p:spPr>
          <a:xfrm>
            <a:off x="5650090" y="4544009"/>
            <a:ext cx="570089" cy="230832"/>
          </a:xfrm>
          <a:prstGeom prst="rect">
            <a:avLst/>
          </a:prstGeom>
          <a:noFill/>
        </p:spPr>
        <p:txBody>
          <a:bodyPr wrap="square" rtlCol="0">
            <a:spAutoFit/>
          </a:bodyPr>
          <a:lstStyle/>
          <a:p>
            <a:pPr algn="ctr"/>
            <a:r>
              <a:rPr lang="en-US" sz="900" dirty="0"/>
              <a:t>239</a:t>
            </a:r>
          </a:p>
        </p:txBody>
      </p:sp>
      <p:sp>
        <p:nvSpPr>
          <p:cNvPr id="69" name="TextBox 68">
            <a:extLst>
              <a:ext uri="{FF2B5EF4-FFF2-40B4-BE49-F238E27FC236}">
                <a16:creationId xmlns:a16="http://schemas.microsoft.com/office/drawing/2014/main" id="{BBFBD907-37CE-3171-7F85-7E8272527FF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3C04E63-E289-A12C-20CB-6151B1DB2F58}"/>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8CFB5C83-AD0F-54ED-9D9B-C62CE364D75E}"/>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33AB901-98D2-34A2-46C7-CD9D789EFA1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EAED1E2F-54A0-3C0B-1206-8EA91D70D85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D9F6E545-13FB-61E4-6160-88472130BF0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3586B682-E125-462E-4276-8BA878F414A3}"/>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BD48867B-2669-E46D-D7AD-852269E7915E}"/>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F8200FA0-D7F5-3FED-679F-C913C616360E}"/>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1487C23D-14FD-AF56-4F87-9A3F509F9FC6}"/>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FB82C103-3B30-EA07-A7DD-507E87BC4D3D}"/>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3D406E5F-FF97-B026-4AC7-6CC6C6FE00E8}"/>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BAD35E35-9EFA-676B-8EC9-463135B075A9}"/>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71ED99E4-2545-B861-D343-00E426AD7044}"/>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9BB6EA8-5FF1-5B36-C6DF-3076DFF1E2D1}"/>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393854D1-5240-96B3-24D3-C801E38AD446}"/>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1AB40A15-3DA7-5436-B35F-F09E0301D202}"/>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57BF9377-FD44-F6D0-D93F-7E76BD66CE5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C14FA980-C8C1-D4C5-493B-47F02C4429E9}"/>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64330AA6-09D6-8A7E-075A-1B4CF5A7B817}"/>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E76B5080-EECB-C116-C74C-1D4EA2048395}"/>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7A2223D8-E4AB-7344-D969-0342A117D816}"/>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076785DF-28DD-B434-1EB1-796A08FE6B9A}"/>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A1406AE4-227A-DC7A-9DAB-7B758614807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23B72B79-B638-7F4C-1E8A-6035B8806213}"/>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FB027759-0E43-42D5-A44B-B131B92487E1}"/>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8C2C93B-3F18-BE69-5CDE-3D3A899E4F1D}"/>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7CABC23E-D966-DC6B-4AD8-FE67CFB532F5}"/>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504D29CE-2A69-558F-A36C-5930FE54FED5}"/>
              </a:ext>
            </a:extLst>
          </p:cNvPr>
          <p:cNvSpPr txBox="1"/>
          <p:nvPr/>
        </p:nvSpPr>
        <p:spPr>
          <a:xfrm>
            <a:off x="5147734" y="2404765"/>
            <a:ext cx="570089" cy="230832"/>
          </a:xfrm>
          <a:prstGeom prst="rect">
            <a:avLst/>
          </a:prstGeom>
          <a:noFill/>
        </p:spPr>
        <p:txBody>
          <a:bodyPr wrap="square" rtlCol="0">
            <a:spAutoFit/>
          </a:bodyPr>
          <a:lstStyle/>
          <a:p>
            <a:pPr algn="ctr"/>
            <a:r>
              <a:rPr lang="en-US" sz="900" dirty="0"/>
              <a:t>13</a:t>
            </a:r>
          </a:p>
        </p:txBody>
      </p:sp>
      <p:sp>
        <p:nvSpPr>
          <p:cNvPr id="56" name="TextBox 55">
            <a:extLst>
              <a:ext uri="{FF2B5EF4-FFF2-40B4-BE49-F238E27FC236}">
                <a16:creationId xmlns:a16="http://schemas.microsoft.com/office/drawing/2014/main" id="{845958D8-1755-AA1A-77E7-BEFA6D7870FD}"/>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64BC0D97-F0FD-F056-F70A-1A5D61D96273}"/>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F456B189-A0A6-0479-6FBD-78061D2E3334}"/>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CD7BF183-0E3F-07BD-86C8-4151EEFA3F0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7319487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9B382-8FBC-EA6B-6E90-3B32A46308A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82A20E-E4C7-8F4F-9E13-3277567D043D}"/>
              </a:ext>
            </a:extLst>
          </p:cNvPr>
          <p:cNvSpPr>
            <a:spLocks noGrp="1"/>
          </p:cNvSpPr>
          <p:nvPr>
            <p:ph sz="half" idx="1"/>
          </p:nvPr>
        </p:nvSpPr>
        <p:spPr/>
        <p:txBody>
          <a:bodyPr/>
          <a:lstStyle/>
          <a:p>
            <a:r>
              <a:rPr lang="en-US" dirty="0"/>
              <a:t>Last possible 8 in Column 6.</a:t>
            </a:r>
          </a:p>
        </p:txBody>
      </p:sp>
      <p:pic>
        <p:nvPicPr>
          <p:cNvPr id="4" name="Picture 3" descr="A grid of sudoku puzzle&#10;&#10;Description automatically generated">
            <a:extLst>
              <a:ext uri="{FF2B5EF4-FFF2-40B4-BE49-F238E27FC236}">
                <a16:creationId xmlns:a16="http://schemas.microsoft.com/office/drawing/2014/main" id="{08CA03C4-AD7D-C5EB-01E9-D0373DC1DF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9D8DA38-D07E-EB12-9A97-546A8C27D6D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D1BA7BD-F346-CB20-4857-FC52FCDC71C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B6DE08-7A2C-73D7-94D9-E9DEC18CA26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3CA3B7-0C5B-283D-AB6B-BF713DABC7B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48C7DFB-2313-BDF1-3C60-9ED30B1AD47E}"/>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873D5BF8-BCD5-8685-91F2-68DAB813875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B0246E04-2B2E-5447-23D4-33D689F781CC}"/>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583512C1-B11F-F529-E4E6-459EEAC2CA08}"/>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B549F6E1-5593-6E80-91C4-900A1A01CD6F}"/>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6CF522E-8861-CF35-E4F4-86BD4DDC950C}"/>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BD433D82-BBC7-3A10-F292-F3E0DEB3BA47}"/>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91B1DFAD-35D3-B7DF-609B-F9E48117B97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00960985-3C9C-E11F-205B-75B3CA6C5468}"/>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5A652F0E-6BEF-55BC-C59A-8C613A72F0E4}"/>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003AB53C-A60F-BE14-5AC8-4789D163E0EE}"/>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111401AD-C036-4084-8D98-C8816DCF4A4B}"/>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F1A6B818-57CB-46AC-CF55-144E2294A835}"/>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4B3DD2A2-1709-BF2B-FB56-7BE568A5C29E}"/>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D261C07B-2171-ED51-BC1A-5FE12F59E7C8}"/>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75606F07-7F52-610F-EAA2-BFAC0981CD15}"/>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CFDC80F6-2487-00EE-306B-51B1157F9EE0}"/>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CBF210A8-6E09-BD6D-DB00-78696F6D1DF5}"/>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4FAF87CA-0255-1A56-94C0-6E91EC474949}"/>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59C6B234-3F67-1251-4078-CB971CC3C867}"/>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11533734-E479-3340-6B20-1FEAB37CB03B}"/>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21D4B094-4C2A-4299-1CCC-BD9AB8959E67}"/>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D5549609-B541-E8EC-8F30-9BAF4F8FB3D2}"/>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F5FEF3E7-2743-A143-239A-3626CE605EFE}"/>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3579</a:t>
            </a:r>
          </a:p>
        </p:txBody>
      </p:sp>
      <p:sp>
        <p:nvSpPr>
          <p:cNvPr id="51" name="TextBox 50">
            <a:extLst>
              <a:ext uri="{FF2B5EF4-FFF2-40B4-BE49-F238E27FC236}">
                <a16:creationId xmlns:a16="http://schemas.microsoft.com/office/drawing/2014/main" id="{E1486CE0-63B2-3BFD-815F-726D6F7A991E}"/>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F507DD17-77AA-9150-EFC7-37E73EAF23DB}"/>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4578</a:t>
            </a:r>
          </a:p>
        </p:txBody>
      </p:sp>
      <p:sp>
        <p:nvSpPr>
          <p:cNvPr id="61" name="TextBox 60">
            <a:extLst>
              <a:ext uri="{FF2B5EF4-FFF2-40B4-BE49-F238E27FC236}">
                <a16:creationId xmlns:a16="http://schemas.microsoft.com/office/drawing/2014/main" id="{17FCEBDB-A480-BE59-9920-62910BFFC0DC}"/>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17B8D598-CA40-53B6-1697-F26880A27D9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C69D80FA-0442-BF2A-956A-40392C00C1A6}"/>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50890D45-90A2-A890-FD6F-F297AB80CA49}"/>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BD0E8BC-A446-5D33-2808-A4051D89C706}"/>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BEAA7CCE-B3A4-9610-A3B4-2AEB102D1261}"/>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6E7C7922-A9EE-A2CD-7864-B2B7DB99909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9E80FF2A-01FB-2B40-7669-4740BD17E07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ABE5ADC1-9752-08FA-AF73-14E5265AC4CA}"/>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909FCB56-1598-640B-0B8D-589FD52FA45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ED1B136-6C07-475F-7EEC-D304200F053F}"/>
              </a:ext>
            </a:extLst>
          </p:cNvPr>
          <p:cNvSpPr txBox="1"/>
          <p:nvPr/>
        </p:nvSpPr>
        <p:spPr>
          <a:xfrm>
            <a:off x="5650090" y="2540233"/>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F8D02CB4-A144-135F-CD16-5C089632F6D9}"/>
              </a:ext>
            </a:extLst>
          </p:cNvPr>
          <p:cNvSpPr txBox="1"/>
          <p:nvPr/>
        </p:nvSpPr>
        <p:spPr>
          <a:xfrm>
            <a:off x="5650090" y="4544009"/>
            <a:ext cx="570089" cy="230832"/>
          </a:xfrm>
          <a:prstGeom prst="rect">
            <a:avLst/>
          </a:prstGeom>
          <a:noFill/>
        </p:spPr>
        <p:txBody>
          <a:bodyPr wrap="square" rtlCol="0">
            <a:spAutoFit/>
          </a:bodyPr>
          <a:lstStyle/>
          <a:p>
            <a:pPr algn="ctr"/>
            <a:r>
              <a:rPr lang="en-US" sz="900" dirty="0"/>
              <a:t>239</a:t>
            </a:r>
          </a:p>
        </p:txBody>
      </p:sp>
      <p:sp>
        <p:nvSpPr>
          <p:cNvPr id="69" name="TextBox 68">
            <a:extLst>
              <a:ext uri="{FF2B5EF4-FFF2-40B4-BE49-F238E27FC236}">
                <a16:creationId xmlns:a16="http://schemas.microsoft.com/office/drawing/2014/main" id="{DC5F3320-70C3-D865-288F-E16D94517DC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05E1B176-7536-9DB3-723E-6B5B84EC3CF0}"/>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38F48A40-7E71-5B5C-87B8-932EE0F6F9BF}"/>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AE40B869-1466-0492-7F5F-4F2139EACDE5}"/>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F6703D86-21FC-3ADC-F952-CDA6701FC982}"/>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C9EE5EE-DB1E-C8BE-BB64-7617BFF8B9F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09F33934-B9A7-037E-D20E-24A8F5B80D87}"/>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E7BDB5D6-83F1-24FA-6B59-952D47DA1EB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D734FCDE-7917-D462-59A9-EC2E624859DF}"/>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53AD30A-C027-43B2-8AB6-4282559888C3}"/>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D6BEC13D-8745-7021-3037-52DDC7928CB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B56A899F-723E-AB6B-C5E5-2F7140CAAD36}"/>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43AB348A-E8AA-E12C-6C51-7BED3071385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6D451022-079F-4B2D-0621-2323FD77BE32}"/>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AE13B2-B9E0-718A-F283-FEDB531A3BC3}"/>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0235C7F7-7BB4-4BCF-A59F-CA7CEA3ECB1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3951C8C7-EA5E-A28D-A1DC-B485795F829E}"/>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EB11CE36-86EA-008B-E4B1-031F4925D69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5BA7CE31-A321-12B4-18EB-003DBBE82517}"/>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C69A08F-05B0-3600-6C4A-45BBDF7DB0AE}"/>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2064BFE-7837-F9D7-30BF-9409EDB3045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2B40F580-6D55-1FAA-3FDC-60C742F9D0C2}"/>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9826220B-4C87-188C-A754-4ABEFF086ADA}"/>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EA99D00F-C9DA-4B68-237F-D27F4C4E015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2302604E-41AD-7FDF-98A7-C76910F8EE4C}"/>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B55DCF64-1611-FFF4-9C8C-39BE266F6307}"/>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B1C3BABC-1DB3-E837-0173-19894FB760D5}"/>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E42CEDA6-15ED-B666-1CE6-38E3ECFBA5B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370DBF05-3D3A-D971-9A2E-8A4B3CECA79A}"/>
              </a:ext>
            </a:extLst>
          </p:cNvPr>
          <p:cNvSpPr txBox="1"/>
          <p:nvPr/>
        </p:nvSpPr>
        <p:spPr>
          <a:xfrm>
            <a:off x="5147734" y="2404765"/>
            <a:ext cx="570089" cy="230832"/>
          </a:xfrm>
          <a:prstGeom prst="rect">
            <a:avLst/>
          </a:prstGeom>
          <a:noFill/>
        </p:spPr>
        <p:txBody>
          <a:bodyPr wrap="square" rtlCol="0">
            <a:spAutoFit/>
          </a:bodyPr>
          <a:lstStyle/>
          <a:p>
            <a:pPr algn="ctr"/>
            <a:r>
              <a:rPr lang="en-US" sz="900" dirty="0"/>
              <a:t>13</a:t>
            </a:r>
          </a:p>
        </p:txBody>
      </p:sp>
      <p:sp>
        <p:nvSpPr>
          <p:cNvPr id="56" name="TextBox 55">
            <a:extLst>
              <a:ext uri="{FF2B5EF4-FFF2-40B4-BE49-F238E27FC236}">
                <a16:creationId xmlns:a16="http://schemas.microsoft.com/office/drawing/2014/main" id="{9AA165DF-61C2-5996-7D3F-7E6D984D10AB}"/>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033ADF1D-DF7E-16F9-E1A6-4461820F7DDB}"/>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0EC5D925-DBCA-E9AA-637C-5F02E4D79FE4}"/>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6F8F65E-D29B-CE4D-0AF9-A03869A48A12}"/>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30E07446-75DF-67C9-B764-3E50E9C4940B}"/>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810564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F1435-1705-6C83-DEFF-9AFE5379E1A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8EE28-6BB5-661D-0FFB-24CEAAB28CE9}"/>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4C722F6-E2D4-320B-3933-B804B2A4306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7F690CC-91B1-DF57-18DA-AD505656A52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17BE041-E47B-CF0C-70B2-84606B50C69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3FB2489-5B0B-968F-AFCB-37653F85755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98BCB71-AB75-4D9D-23BA-76996B91A8A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BAE17CF-1FDD-9C41-4A5F-F26566996262}"/>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B2707B43-880B-B812-2D6B-808C9F19FFA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a:t>
            </a:r>
          </a:p>
        </p:txBody>
      </p:sp>
      <p:sp>
        <p:nvSpPr>
          <p:cNvPr id="18" name="TextBox 17">
            <a:extLst>
              <a:ext uri="{FF2B5EF4-FFF2-40B4-BE49-F238E27FC236}">
                <a16:creationId xmlns:a16="http://schemas.microsoft.com/office/drawing/2014/main" id="{99E962DD-B15E-2700-EEC0-5CF9B0AC1643}"/>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EE4F3C80-1B77-0D5A-D711-ECF498AA50F6}"/>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7E554AB9-75E6-5720-6950-47693424A648}"/>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B814822-25E0-507B-F98B-5C70A4B107A3}"/>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24F0EF21-DCD9-D70D-70C7-B67FBFD0E03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741A8128-6489-EA9E-BE7D-4ADF8D7A01A5}"/>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B6E44AF4-69F6-0256-7C86-51A8CDA85807}"/>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8DD202B4-9C1A-BCAD-4211-474628A9F511}"/>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B9125363-3807-77B4-6D4C-3B671ECAEAD4}"/>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F5CE4E82-9346-4F16-1ACA-84DCE7EF810C}"/>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14CE111A-63D7-02D8-7AF4-19CB2857BA97}"/>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85198493-B80C-3633-237A-C636924D6220}"/>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C7034306-960C-1546-6EB1-E3EE53E89E68}"/>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7A332755-09DA-7091-A10F-EEDD2ECCFF91}"/>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114DD608-0974-A561-4939-0E9137306BF0}"/>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B71E69F6-6417-4157-EEA1-0A6BA50DAF05}"/>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7587F806-3847-D9C4-B26B-9060D8121702}"/>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F1CCB317-9ED5-D17C-5B55-C0C13A1FA8DD}"/>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DC1F6095-E9FB-84E5-C7E2-0D34D08B2FDA}"/>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DE0DC3CE-9B63-2E7A-05C6-88071AD79292}"/>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0EF7B82D-0F92-7F1A-7E5D-27D7EA3B5430}"/>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9846149F-0087-0475-ADB6-BB11BB0E12F7}"/>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3579</a:t>
            </a:r>
          </a:p>
        </p:txBody>
      </p:sp>
      <p:sp>
        <p:nvSpPr>
          <p:cNvPr id="51" name="TextBox 50">
            <a:extLst>
              <a:ext uri="{FF2B5EF4-FFF2-40B4-BE49-F238E27FC236}">
                <a16:creationId xmlns:a16="http://schemas.microsoft.com/office/drawing/2014/main" id="{1029DC5A-293D-2258-1730-2B158917F1CF}"/>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0911CC77-6B35-650C-6BA2-FC6D4C64675A}"/>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028A9F81-0829-F927-2759-BDFA3934E88A}"/>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0EA6D66C-1763-DA9D-27E4-29778F8DBC2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BF90D0CC-CDFD-9835-01BA-5C1A6EBE1B53}"/>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80CDF80B-D233-DC50-2102-D3A6033874A7}"/>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5538FE05-4785-7ABD-C710-BE9C1095146E}"/>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ADF44529-6781-77D3-6833-8927B8907212}"/>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22CA991F-3E8D-3A1B-B487-5904BA1EF829}"/>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82229F47-E5DB-092A-A97E-A7C5678A5DA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8BA571FD-7024-4C06-34B3-CCAAA596C1BB}"/>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FC5D955C-60EC-E333-35C1-E3952161B04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9ADE2E42-DC11-C766-6439-C77CA95A48E4}"/>
              </a:ext>
            </a:extLst>
          </p:cNvPr>
          <p:cNvSpPr txBox="1"/>
          <p:nvPr/>
        </p:nvSpPr>
        <p:spPr>
          <a:xfrm>
            <a:off x="5650090" y="2540233"/>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EA927B19-D3A3-6A92-2CFC-064C8E018703}"/>
              </a:ext>
            </a:extLst>
          </p:cNvPr>
          <p:cNvSpPr txBox="1"/>
          <p:nvPr/>
        </p:nvSpPr>
        <p:spPr>
          <a:xfrm>
            <a:off x="5650090" y="4544009"/>
            <a:ext cx="570089" cy="230832"/>
          </a:xfrm>
          <a:prstGeom prst="rect">
            <a:avLst/>
          </a:prstGeom>
          <a:noFill/>
        </p:spPr>
        <p:txBody>
          <a:bodyPr wrap="square" rtlCol="0">
            <a:spAutoFit/>
          </a:bodyPr>
          <a:lstStyle/>
          <a:p>
            <a:pPr algn="ctr"/>
            <a:r>
              <a:rPr lang="en-US" sz="900" dirty="0"/>
              <a:t>239</a:t>
            </a:r>
          </a:p>
        </p:txBody>
      </p:sp>
      <p:sp>
        <p:nvSpPr>
          <p:cNvPr id="69" name="TextBox 68">
            <a:extLst>
              <a:ext uri="{FF2B5EF4-FFF2-40B4-BE49-F238E27FC236}">
                <a16:creationId xmlns:a16="http://schemas.microsoft.com/office/drawing/2014/main" id="{6F3D561F-885C-4FAF-CD78-6E855BC5613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F1683786-61EF-F6BB-62C8-28E0F8069C4D}"/>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D2BFA93A-CA70-7391-2BE3-4DE991021AA3}"/>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6AF517A7-91A3-09A9-403A-BE8E6CD78B2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C51383BA-2119-1C81-DD4D-82177362264A}"/>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01C3C2C2-CEA1-20F2-4340-C13949D24CA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33E61918-E319-0376-8BA9-CF84C2297BE4}"/>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7F550E8E-BD82-52F7-4861-FD0EC0ABB36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F586223A-0E04-9B92-DF8F-CB5173BBD7FA}"/>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0592BAB0-782D-C0B6-2DDD-B2943338E64E}"/>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FE3D28BD-D6CC-30BB-A4FD-CACD10F9A63D}"/>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AD3B6806-B7D4-B8C4-9D4B-882AA29775EB}"/>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BF123C83-467E-B2A8-3563-E6F58A7F519E}"/>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82EE5C60-4708-0CC1-2811-446FB6025B20}"/>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EC4FEBC-647E-4C25-BBA8-6DE32C2F3582}"/>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572A87C2-DC1E-9574-EAAD-B5050B4092A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5EC8CAB4-4FFC-B6F3-2BB6-E08122115AB0}"/>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65DF4BD-9343-99F8-9E7B-7D27BC3B51E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C27BA21A-44D6-C997-B693-CF97C97AFAA3}"/>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CD031B89-6720-DCD0-B075-032E29F07903}"/>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9A34BB6D-5002-5691-471F-32DAA86CC46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BAB9C142-B8D3-39C5-FFEC-01FBBA866961}"/>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12B276B0-ADFD-1448-E1E7-53331BF0463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2DA14D32-6A9C-54C8-B012-87A11CBE03D9}"/>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16602D22-E8BB-F631-F196-76E60D148659}"/>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91721D44-0864-A089-8B71-45E9D6576101}"/>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E815354-5D8A-152D-575F-9319B0DB28F6}"/>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20903D5C-6B7E-7C72-F37C-7E91EA044F7E}"/>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331A27BE-EC77-82A6-26EF-B267E4791355}"/>
              </a:ext>
            </a:extLst>
          </p:cNvPr>
          <p:cNvSpPr txBox="1"/>
          <p:nvPr/>
        </p:nvSpPr>
        <p:spPr>
          <a:xfrm>
            <a:off x="5147734" y="2404765"/>
            <a:ext cx="570089" cy="230832"/>
          </a:xfrm>
          <a:prstGeom prst="rect">
            <a:avLst/>
          </a:prstGeom>
          <a:noFill/>
        </p:spPr>
        <p:txBody>
          <a:bodyPr wrap="square" rtlCol="0">
            <a:spAutoFit/>
          </a:bodyPr>
          <a:lstStyle/>
          <a:p>
            <a:pPr algn="ctr"/>
            <a:r>
              <a:rPr lang="en-US" sz="900" dirty="0"/>
              <a:t>13</a:t>
            </a:r>
          </a:p>
        </p:txBody>
      </p:sp>
      <p:sp>
        <p:nvSpPr>
          <p:cNvPr id="56" name="TextBox 55">
            <a:extLst>
              <a:ext uri="{FF2B5EF4-FFF2-40B4-BE49-F238E27FC236}">
                <a16:creationId xmlns:a16="http://schemas.microsoft.com/office/drawing/2014/main" id="{1720A61A-6D45-E850-F3E0-D74E5E7D5CDD}"/>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7CE03A19-F6D8-8F58-45EE-C73BA9FC19A6}"/>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4F143796-3ADF-A92E-5D13-7B923723699E}"/>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BE42EC3C-9542-8366-1F58-FC78BA5BA328}"/>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8EBF2C19-401A-35BE-77A0-AF0F4F61DA1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825594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B082F-0D65-57F9-A3B9-9542DAE388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C2A79F-AE81-5D5E-F3E5-F7E5B03739C4}"/>
              </a:ext>
            </a:extLst>
          </p:cNvPr>
          <p:cNvSpPr>
            <a:spLocks noGrp="1"/>
          </p:cNvSpPr>
          <p:nvPr>
            <p:ph sz="half" idx="1"/>
          </p:nvPr>
        </p:nvSpPr>
        <p:spPr/>
        <p:txBody>
          <a:bodyPr/>
          <a:lstStyle/>
          <a:p>
            <a:r>
              <a:rPr lang="en-US" dirty="0"/>
              <a:t>Since this arrow must be 13 (274) or 14 (374), there is only one way to complete it.</a:t>
            </a:r>
          </a:p>
        </p:txBody>
      </p:sp>
      <p:pic>
        <p:nvPicPr>
          <p:cNvPr id="4" name="Picture 3" descr="A grid of sudoku puzzle&#10;&#10;Description automatically generated">
            <a:extLst>
              <a:ext uri="{FF2B5EF4-FFF2-40B4-BE49-F238E27FC236}">
                <a16:creationId xmlns:a16="http://schemas.microsoft.com/office/drawing/2014/main" id="{F7370698-A467-5947-9E9A-96F6B5D5E35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842D884-84C8-6671-CB3E-9BF30C054C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48DB97F-D929-6EE7-C924-CC4E2FCAE90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CD5C538-51F5-3D2E-1EF6-F97A282B543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BB5A462-F5BE-498E-043C-2450FA7F320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BBFEDBB-6578-67B5-3247-3015C5FCB8C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19B698C-6A57-5854-6C4B-74DA06FCB5C5}"/>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83FCE97E-A518-8ABE-9718-335173304A98}"/>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573F50A1-727E-63F4-A70B-14DA0DB554E6}"/>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5681E20-4DEB-0CCF-945D-7392FFAB4488}"/>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E7E486CE-CC2C-7040-6B06-6B71B8EDB65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2D39579-D823-21AC-6FD4-80BD2B72A7C4}"/>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5A1ED3FA-2CA5-9928-63EC-CC7424F227EF}"/>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C811A596-F5F3-7387-0D4A-26B67B2E32A9}"/>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468C3127-8AB0-B4F7-4F10-1FFB57C8A49B}"/>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8D3E21EE-F233-112F-F236-9BC5DB56BE43}"/>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F354974F-DD7A-5AC9-6C0F-4F8511099212}"/>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450D0B80-03F2-DE19-CFBE-632FF725EC95}"/>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F619A1CB-69E0-F9AB-4369-57D4BC294B4E}"/>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751D6CC0-3826-7D91-7D6D-06D935E24EE5}"/>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85F7F176-5D98-1A3B-4689-6E0EE2290B59}"/>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1A23A6F6-17B0-A60D-1B16-B32746C517FD}"/>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F8148F36-92C6-596F-62A5-C02B5B4ABF18}"/>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16BA5F20-F1F9-0754-A80A-03632D2EE258}"/>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550F86D9-E397-DB22-C99E-972139FC876C}"/>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5E5EC219-7A69-0584-01EA-9C3058120CB4}"/>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289D98C8-A00F-4A2D-1F37-BB7ADC9A00B0}"/>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CA3178EE-6C4B-51A5-1033-DC802FF82EEE}"/>
              </a:ext>
            </a:extLst>
          </p:cNvPr>
          <p:cNvSpPr txBox="1"/>
          <p:nvPr/>
        </p:nvSpPr>
        <p:spPr>
          <a:xfrm>
            <a:off x="5147734" y="4544009"/>
            <a:ext cx="570089" cy="230832"/>
          </a:xfrm>
          <a:prstGeom prst="rect">
            <a:avLst/>
          </a:prstGeom>
          <a:noFill/>
        </p:spPr>
        <p:txBody>
          <a:bodyPr wrap="square" rtlCol="0">
            <a:spAutoFit/>
          </a:bodyPr>
          <a:lstStyle/>
          <a:p>
            <a:pPr algn="ctr"/>
            <a:r>
              <a:rPr lang="en-US" sz="900" dirty="0"/>
              <a:t>3579</a:t>
            </a:r>
          </a:p>
        </p:txBody>
      </p:sp>
      <p:sp>
        <p:nvSpPr>
          <p:cNvPr id="51" name="TextBox 50">
            <a:extLst>
              <a:ext uri="{FF2B5EF4-FFF2-40B4-BE49-F238E27FC236}">
                <a16:creationId xmlns:a16="http://schemas.microsoft.com/office/drawing/2014/main" id="{293B1F19-F2C7-3DD4-E35E-018EED8907A1}"/>
              </a:ext>
            </a:extLst>
          </p:cNvPr>
          <p:cNvSpPr txBox="1"/>
          <p:nvPr/>
        </p:nvSpPr>
        <p:spPr>
          <a:xfrm>
            <a:off x="5147734" y="5044952"/>
            <a:ext cx="570089" cy="230832"/>
          </a:xfrm>
          <a:prstGeom prst="rect">
            <a:avLst/>
          </a:prstGeom>
          <a:noFill/>
        </p:spPr>
        <p:txBody>
          <a:bodyPr wrap="square" rtlCol="0">
            <a:spAutoFit/>
          </a:bodyPr>
          <a:lstStyle/>
          <a:p>
            <a:pPr algn="ctr"/>
            <a:r>
              <a:rPr lang="en-US" sz="900" dirty="0"/>
              <a:t>3478</a:t>
            </a:r>
          </a:p>
        </p:txBody>
      </p:sp>
      <p:sp>
        <p:nvSpPr>
          <p:cNvPr id="57" name="TextBox 56">
            <a:extLst>
              <a:ext uri="{FF2B5EF4-FFF2-40B4-BE49-F238E27FC236}">
                <a16:creationId xmlns:a16="http://schemas.microsoft.com/office/drawing/2014/main" id="{38263165-DE83-E211-582A-B829C0FCBDBA}"/>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4B796597-5AC1-B44E-EDFF-3A50FA4994C3}"/>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4FD93FE6-425F-4EC3-3152-B5026321389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B9F22A05-CDE6-5255-6522-518D3B7D3B22}"/>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C585A003-5F57-D50C-389C-31566B0D5162}"/>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730B419-52E9-D306-F8BD-F74261CAEACA}"/>
              </a:ext>
            </a:extLst>
          </p:cNvPr>
          <p:cNvSpPr txBox="1"/>
          <p:nvPr/>
        </p:nvSpPr>
        <p:spPr>
          <a:xfrm>
            <a:off x="4645378" y="2039289"/>
            <a:ext cx="570089" cy="230832"/>
          </a:xfrm>
          <a:prstGeom prst="rect">
            <a:avLst/>
          </a:prstGeom>
          <a:noFill/>
        </p:spPr>
        <p:txBody>
          <a:bodyPr wrap="square" rtlCol="0">
            <a:spAutoFit/>
          </a:bodyPr>
          <a:lstStyle/>
          <a:p>
            <a:pPr algn="ctr"/>
            <a:r>
              <a:rPr lang="en-US" sz="900" dirty="0"/>
              <a:t>134</a:t>
            </a:r>
          </a:p>
        </p:txBody>
      </p:sp>
      <p:sp>
        <p:nvSpPr>
          <p:cNvPr id="44" name="TextBox 43">
            <a:extLst>
              <a:ext uri="{FF2B5EF4-FFF2-40B4-BE49-F238E27FC236}">
                <a16:creationId xmlns:a16="http://schemas.microsoft.com/office/drawing/2014/main" id="{7B1C232A-B755-99BE-52F9-3F835406CE40}"/>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30D9F1C1-B6C9-9871-2B44-B25BCC6F9952}"/>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C3F983DF-84DD-CA81-9DF9-9C6983BF78AA}"/>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14B656DE-3E10-0973-5599-742E4FF68FA5}"/>
              </a:ext>
            </a:extLst>
          </p:cNvPr>
          <p:cNvSpPr txBox="1"/>
          <p:nvPr/>
        </p:nvSpPr>
        <p:spPr>
          <a:xfrm>
            <a:off x="5147734" y="2039289"/>
            <a:ext cx="570089" cy="230832"/>
          </a:xfrm>
          <a:prstGeom prst="rect">
            <a:avLst/>
          </a:prstGeom>
          <a:noFill/>
        </p:spPr>
        <p:txBody>
          <a:bodyPr wrap="square" rtlCol="0">
            <a:spAutoFit/>
          </a:bodyPr>
          <a:lstStyle/>
          <a:p>
            <a:pPr algn="ctr"/>
            <a:r>
              <a:rPr lang="en-US" sz="900" dirty="0"/>
              <a:t>134</a:t>
            </a:r>
          </a:p>
        </p:txBody>
      </p:sp>
      <p:sp>
        <p:nvSpPr>
          <p:cNvPr id="67" name="TextBox 66">
            <a:extLst>
              <a:ext uri="{FF2B5EF4-FFF2-40B4-BE49-F238E27FC236}">
                <a16:creationId xmlns:a16="http://schemas.microsoft.com/office/drawing/2014/main" id="{9E6BEAEB-EBEF-5802-FD8B-62F194C25C4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69A5B38D-7B73-DB5D-8D68-D6B71C9B4494}"/>
              </a:ext>
            </a:extLst>
          </p:cNvPr>
          <p:cNvSpPr txBox="1"/>
          <p:nvPr/>
        </p:nvSpPr>
        <p:spPr>
          <a:xfrm>
            <a:off x="5650090" y="4544009"/>
            <a:ext cx="570089" cy="230832"/>
          </a:xfrm>
          <a:prstGeom prst="rect">
            <a:avLst/>
          </a:prstGeom>
          <a:noFill/>
        </p:spPr>
        <p:txBody>
          <a:bodyPr wrap="square" rtlCol="0">
            <a:spAutoFit/>
          </a:bodyPr>
          <a:lstStyle/>
          <a:p>
            <a:pPr algn="ctr"/>
            <a:r>
              <a:rPr lang="en-US" sz="900" dirty="0"/>
              <a:t>239</a:t>
            </a:r>
          </a:p>
        </p:txBody>
      </p:sp>
      <p:sp>
        <p:nvSpPr>
          <p:cNvPr id="69" name="TextBox 68">
            <a:extLst>
              <a:ext uri="{FF2B5EF4-FFF2-40B4-BE49-F238E27FC236}">
                <a16:creationId xmlns:a16="http://schemas.microsoft.com/office/drawing/2014/main" id="{B7DE5AF2-2111-A94B-1022-D48A17C4AD0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97E8E53-83EB-7944-3645-702237937B10}"/>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68179915-9A93-28C1-0BD6-27D69409243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2DCC0AD-A902-8D70-1CFC-69EA4DB822C1}"/>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D30549D9-224D-444E-A3E2-500B6A01560D}"/>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51B3AE6E-7CEA-F884-9219-FF1325F7162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EE5C71A1-982D-1240-D542-5B88807EC128}"/>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2A57A96E-C9BD-A322-BBF3-AF25506FBBE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CB45C165-4E71-277C-65D8-0196CF56B7C5}"/>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CB4E11AD-7FC5-079C-C559-12AA665DD429}"/>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1F61973F-EC21-5800-BDA8-F6D4864C833D}"/>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00DBFA8C-0B41-53AA-05EE-7A461CCDADB3}"/>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1A8C9026-FFAB-B49C-D9C4-5267E92D8A62}"/>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45BE214B-DB4B-2FF0-B1CF-793F2C12C091}"/>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8F2A824A-886A-0F45-A5AB-1CD0DFDDD251}"/>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E1CE057C-11F5-2599-93B3-AC9EEAD5C662}"/>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899BD271-5E8D-15E3-A816-AB40D2676162}"/>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2AB1E447-B653-FA93-6889-0E8FC6D750C7}"/>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E7B8DBE9-7716-A553-B224-2CD706D4552F}"/>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AAEA32D3-0D4A-000F-1155-9988C7103CBB}"/>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860887EE-B66F-6682-777D-FA4A15FCC01A}"/>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014D50BB-5E2B-5CC0-D916-A975A0A2C2D6}"/>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0D2EA431-DD6C-7C28-EC9D-9A767BDD5A5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DF5DF6EC-EA12-CB67-8C41-A6D61E44117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879CEED1-EBDB-0737-F62E-764EDF58FA2C}"/>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163CDB82-CA82-4F51-4875-203EFD8435C3}"/>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E47A1D9-743A-3B94-8A24-C27164E67A0E}"/>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67973C53-FB1A-E855-2E6C-D78DC1BCD5DF}"/>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B0C00B21-72DF-0AB0-F52C-A34C0C69F85E}"/>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16B872B1-5D0F-620C-1A5D-9159D912EEF6}"/>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7A7FCD14-7C88-75AC-78E0-23886D596E01}"/>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B70B4F26-A265-3A3E-BF4E-1B027333027D}"/>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1D651F3A-CAF2-BA22-559E-E75B2AEED076}"/>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F0DFACE3-E130-49E7-7967-C360CBB0B080}"/>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89B305F7-F616-B2C1-6199-018278366EB4}"/>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2D0B350E-CAF4-E37F-E1D0-0E3D36BFDCEC}"/>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9771955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7FBC4-8D97-E0F7-6964-59DC7A501E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016E06-808A-86B3-97C4-E0242F5BD40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868104B-E12A-0315-6600-30EE1DBC7EA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20B71D-84F5-94CF-FBC4-8D923EE3228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E03A6F9-5F39-B71E-78EB-8450B98203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96CA7FC-A82B-71A3-608F-E5EA8C84D02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C5366A5-5351-30C8-10E4-F47DBCDDF2C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F14B264-5507-3BC6-EF30-368FAEC2DFA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049822FF-927C-26EA-77C3-1091F50A1D89}"/>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EB394B16-EC16-C93F-678C-E8A62D01578B}"/>
              </a:ext>
            </a:extLst>
          </p:cNvPr>
          <p:cNvSpPr txBox="1"/>
          <p:nvPr/>
        </p:nvSpPr>
        <p:spPr>
          <a:xfrm>
            <a:off x="4143022" y="4909484"/>
            <a:ext cx="570089" cy="230832"/>
          </a:xfrm>
          <a:prstGeom prst="rect">
            <a:avLst/>
          </a:prstGeom>
          <a:noFill/>
        </p:spPr>
        <p:txBody>
          <a:bodyPr wrap="square" rtlCol="0">
            <a:spAutoFit/>
          </a:bodyPr>
          <a:lstStyle/>
          <a:p>
            <a:pPr algn="ctr"/>
            <a:r>
              <a:rPr lang="en-US" sz="900" dirty="0"/>
              <a:t>23</a:t>
            </a:r>
          </a:p>
        </p:txBody>
      </p:sp>
      <p:sp>
        <p:nvSpPr>
          <p:cNvPr id="21" name="TextBox 20">
            <a:extLst>
              <a:ext uri="{FF2B5EF4-FFF2-40B4-BE49-F238E27FC236}">
                <a16:creationId xmlns:a16="http://schemas.microsoft.com/office/drawing/2014/main" id="{03700174-97E1-0A94-24C7-FD8925E41D9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2A25DA9-E321-B1DE-E3E2-CA2FEF37CA9C}"/>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C6020AA-732C-9B44-6FDE-32875414E962}"/>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57A95928-4EAB-B646-E8A5-8DB19B5AE28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F9E016F6-F72A-6240-2405-38BF49AAA207}"/>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B62B809F-FA9A-FFA2-65E8-BCDF94DD2AAB}"/>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3A44EB3B-4610-9C53-586F-A5350D58CA35}"/>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98AED726-4B7D-D50B-E8C9-13B1B7CF572B}"/>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2B39210D-92A7-A86B-178C-CFC2AA142EC6}"/>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3F2D0C3B-2911-6275-ECB2-DC1319C5EFBE}"/>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18906325-142F-245F-96B4-B590CB9E321C}"/>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7F0663D2-DA46-3460-5D8C-88C5616A51F0}"/>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5D920031-26C7-D330-190E-289880D1A8D0}"/>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E7E50541-3CFA-1DE3-D3EB-B793C779AC48}"/>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EE01C964-A86D-6254-50C1-953043C7579C}"/>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58B8FF77-D253-E1BB-D9AA-464D1C3DF297}"/>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B6A2884E-0C4F-AD7E-2B3F-82CB19C821EF}"/>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FF74CF52-5549-6F64-3D19-C710A1A3217A}"/>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7E9F43EA-EFA0-EBE4-9F5C-49ED31D8951B}"/>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70DD4AED-BBE4-C704-9391-627F9D69B408}"/>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819A75EC-5AFC-9DB8-6213-96BDA147E664}"/>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3E22F4ED-4CC7-1633-8D8C-D80AB0934043}"/>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8E5EDCDF-1A4A-41E9-B2CB-8D29C37FE05B}"/>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9C6230BA-BDFC-93EB-0817-02C2D9C8A501}"/>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4FDE7BE0-DE8C-3A3A-7733-F148EEF33C6D}"/>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031C6BDD-236F-B9D7-F1F5-1371D1A08829}"/>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BAAABE1D-D196-9693-E71A-4D218080FC1E}"/>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BC8026E3-5ED8-62E6-AA25-4F9013C5416A}"/>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70DB72E1-89CD-DA20-22A8-F38A1E44647C}"/>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13C82A42-0611-DC3A-9340-4A31E3A5811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2347</a:t>
            </a:r>
          </a:p>
        </p:txBody>
      </p:sp>
      <p:sp>
        <p:nvSpPr>
          <p:cNvPr id="64" name="TextBox 63">
            <a:extLst>
              <a:ext uri="{FF2B5EF4-FFF2-40B4-BE49-F238E27FC236}">
                <a16:creationId xmlns:a16="http://schemas.microsoft.com/office/drawing/2014/main" id="{58D21915-DBC7-A916-8291-21A98E072CBD}"/>
              </a:ext>
            </a:extLst>
          </p:cNvPr>
          <p:cNvSpPr txBox="1"/>
          <p:nvPr/>
        </p:nvSpPr>
        <p:spPr>
          <a:xfrm>
            <a:off x="5147734" y="2039289"/>
            <a:ext cx="570089" cy="230832"/>
          </a:xfrm>
          <a:prstGeom prst="rect">
            <a:avLst/>
          </a:prstGeom>
          <a:noFill/>
        </p:spPr>
        <p:txBody>
          <a:bodyPr wrap="square" rtlCol="0">
            <a:spAutoFit/>
          </a:bodyPr>
          <a:lstStyle/>
          <a:p>
            <a:pPr algn="ctr"/>
            <a:r>
              <a:rPr lang="en-US" sz="900" dirty="0"/>
              <a:t>14</a:t>
            </a:r>
          </a:p>
        </p:txBody>
      </p:sp>
      <p:sp>
        <p:nvSpPr>
          <p:cNvPr id="67" name="TextBox 66">
            <a:extLst>
              <a:ext uri="{FF2B5EF4-FFF2-40B4-BE49-F238E27FC236}">
                <a16:creationId xmlns:a16="http://schemas.microsoft.com/office/drawing/2014/main" id="{1ABCB57F-ABA3-0631-382E-7EDC1D7F92E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DCD97932-07A0-8563-CC37-6BBF703E364D}"/>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856AA71B-015E-C46A-E966-3A8705A9D4D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CCD1E3E8-636B-0AA9-05A3-8BB458BE994F}"/>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AA829DAD-60BB-6572-505F-35F7E6AEC751}"/>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0DD79EA-F3DA-8707-9A9F-2286A43F6DF9}"/>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79D1CD0-04BB-0014-09B8-C7B5259014D7}"/>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69356AB9-AFD0-5714-4CF0-0E0B38B5011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2B99D993-8E45-D7DA-38E4-32B0456C1AD4}"/>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DA46E378-51B9-9236-5A99-881296550BC4}"/>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7C590E56-42F1-213A-640A-2177EED2A95D}"/>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1B80B449-77E9-F6CB-105F-760B11D70419}"/>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4490ABA-6059-8EBB-2B33-88713BE58F56}"/>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9C4CC273-5520-3B81-2449-36CDBE548A26}"/>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B9674291-8DAF-B409-921A-05448EFDEAE4}"/>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8C72D301-FFA9-2DA6-B54D-8E3FF51E98EF}"/>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F17E5442-8D17-C0C2-0132-A0EDD3D53A3B}"/>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6903876A-C5DC-E8DF-C913-CD87BAEA909C}"/>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451D66A9-4D0D-BE15-CA78-919E53BA1FF7}"/>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B788ED89-50B4-D2B3-9B7F-E1DF0FEF0B9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4F0628A1-EB83-1ABE-DD4F-A560CDA4F8B9}"/>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C7344114-E399-482C-D93B-C114BDED401F}"/>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A0594918-8645-82D0-ED29-F41F4761EA8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A7B00BD6-9086-9CCF-AC69-946AC3F8EC91}"/>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8BDBFFDF-3703-D348-F2FD-9094F523FAAA}"/>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ABDA3FD4-6CA6-2842-7E1D-CA5B7571EF6E}"/>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FEF31BE6-FE56-07CE-DB51-6B229883FA8F}"/>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BDA5B93-82A1-4147-2F72-4EC743784C49}"/>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C3C17D4D-DF65-13B3-985D-37DF43DEFD81}"/>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F5EC5360-05DF-7CBE-AB73-81B516C1393E}"/>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5F035E82-18C7-45B8-C60B-A6E0B9C6946E}"/>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7EFEE26A-3732-E186-0F42-3BE209ECFD56}"/>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2ABBA42A-C3EF-37B8-7ABE-684DA6AC61E5}"/>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6A4B1AF0-D062-8084-4881-D4E66737FAB3}"/>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B47DCCB4-98A1-ABAC-4832-AA19D30A686C}"/>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CF1A6BC9-EEC8-C7EF-80B2-24BD12442BB2}"/>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DB2F7CF2-3877-1428-F1EB-1BD01AB5E2D2}"/>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96942A8-0F6C-A9A0-EC9F-C7577BC8DB33}"/>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7661893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8227A-EB09-88E5-FF07-BEE23564BF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DE8EF06-13F1-40C7-A922-D68B638267D8}"/>
              </a:ext>
            </a:extLst>
          </p:cNvPr>
          <p:cNvSpPr>
            <a:spLocks noGrp="1"/>
          </p:cNvSpPr>
          <p:nvPr>
            <p:ph sz="half" idx="1"/>
          </p:nvPr>
        </p:nvSpPr>
        <p:spPr/>
        <p:txBody>
          <a:bodyPr/>
          <a:lstStyle/>
          <a:p>
            <a:r>
              <a:rPr lang="en-US" dirty="0"/>
              <a:t>Reduce. (Note 47/78/478 triplet in Row 9.)</a:t>
            </a:r>
          </a:p>
        </p:txBody>
      </p:sp>
      <p:pic>
        <p:nvPicPr>
          <p:cNvPr id="4" name="Picture 3" descr="A grid of sudoku puzzle&#10;&#10;Description automatically generated">
            <a:extLst>
              <a:ext uri="{FF2B5EF4-FFF2-40B4-BE49-F238E27FC236}">
                <a16:creationId xmlns:a16="http://schemas.microsoft.com/office/drawing/2014/main" id="{AE544EAB-90CD-E565-CE1F-643447E6E2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963ED11-4E69-0833-D4CB-276BB6D8208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CF0EE77-A749-DB11-8A82-048508156F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2FF37D7-9FAA-F9E5-1513-1BD2E9F4953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CBF3771-879E-06FB-B194-C7C4387A818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C91940D-6398-D0A7-F85D-237893D5EA0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EA0FCBAE-85C4-F949-B017-23A21D0C7AF2}"/>
              </a:ext>
            </a:extLst>
          </p:cNvPr>
          <p:cNvSpPr txBox="1"/>
          <p:nvPr/>
        </p:nvSpPr>
        <p:spPr>
          <a:xfrm>
            <a:off x="4143022" y="4408541"/>
            <a:ext cx="570089" cy="230832"/>
          </a:xfrm>
          <a:prstGeom prst="rect">
            <a:avLst/>
          </a:prstGeom>
          <a:noFill/>
        </p:spPr>
        <p:txBody>
          <a:bodyPr wrap="square" rtlCol="0">
            <a:spAutoFit/>
          </a:bodyPr>
          <a:lstStyle/>
          <a:p>
            <a:pPr algn="ctr"/>
            <a:r>
              <a:rPr lang="en-US" sz="900" dirty="0"/>
              <a:t>23</a:t>
            </a:r>
          </a:p>
        </p:txBody>
      </p:sp>
      <p:sp>
        <p:nvSpPr>
          <p:cNvPr id="19" name="TextBox 18">
            <a:extLst>
              <a:ext uri="{FF2B5EF4-FFF2-40B4-BE49-F238E27FC236}">
                <a16:creationId xmlns:a16="http://schemas.microsoft.com/office/drawing/2014/main" id="{2979BD69-0BA0-198E-7B71-F2742286740E}"/>
              </a:ext>
            </a:extLst>
          </p:cNvPr>
          <p:cNvSpPr txBox="1"/>
          <p:nvPr/>
        </p:nvSpPr>
        <p:spPr>
          <a:xfrm>
            <a:off x="4143022" y="4909484"/>
            <a:ext cx="570089" cy="230832"/>
          </a:xfrm>
          <a:prstGeom prst="rect">
            <a:avLst/>
          </a:prstGeom>
          <a:noFill/>
        </p:spPr>
        <p:txBody>
          <a:bodyPr wrap="square" rtlCol="0">
            <a:spAutoFit/>
          </a:bodyPr>
          <a:lstStyle/>
          <a:p>
            <a:pPr algn="ctr"/>
            <a:r>
              <a:rPr lang="en-US" sz="900" dirty="0"/>
              <a:t>32</a:t>
            </a:r>
          </a:p>
        </p:txBody>
      </p:sp>
      <p:sp>
        <p:nvSpPr>
          <p:cNvPr id="21" name="TextBox 20">
            <a:extLst>
              <a:ext uri="{FF2B5EF4-FFF2-40B4-BE49-F238E27FC236}">
                <a16:creationId xmlns:a16="http://schemas.microsoft.com/office/drawing/2014/main" id="{FAB3E842-06F7-C310-6DD0-98B4AD2F5D32}"/>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6601A05-CA3E-2625-7EE4-FE61544748B5}"/>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344CABE6-E606-A871-C40B-E48D26EC9F5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5B305EC4-0433-71CD-63AB-E305CF6FE3E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D83E986F-DC4C-AE6A-9599-7C34F4ADC1FD}"/>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4954B6F1-CCD5-4E26-A311-8D7505054E65}"/>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58A609D3-5E1B-342F-F78A-5D2083611A5B}"/>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14727F96-0A72-0618-6A9C-AED49C5525E8}"/>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90F5FB6A-32DE-84B5-AAE1-30AB344F062A}"/>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4BC28D42-F288-1B31-1A24-B700EF4F2225}"/>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E576ED66-E073-E6A2-8A17-D4C656A0D17E}"/>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825F1FD9-FC51-7A7D-CA66-E0BD25696643}"/>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89C1A23-974B-FC68-E162-38D53318AB4D}"/>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B8795A9F-3690-16B9-1791-05673D5B35F8}"/>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B5CB3FCE-A599-4636-4DBF-905BBDFE1C7F}"/>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D0443C99-3E8C-D3FD-A4E8-4C304BE898E0}"/>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245E4281-7F8E-E870-832A-A02D280CED24}"/>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F55C438D-5BEE-3943-1621-73F6C48F9B17}"/>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EB839FDA-3037-2FA9-E4EF-C48321B6927A}"/>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8B70D82A-FE0C-E3DD-50A3-74EB9F090AEE}"/>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5A6E5778-4A78-3780-4C60-4D81A29CAAEC}"/>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2AF3E746-2FCC-8E78-D742-43C37E1E3C01}"/>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3EF71C15-509D-15D6-C3CD-7FB592C2F962}"/>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5B5D3DAF-A571-A4EF-DC4D-9D41FDB7D3B8}"/>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8AA6F0B8-AB93-F86D-98D8-77537B30C9DC}"/>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41E40DC0-5810-117E-AAA2-BD86FB0F0E2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0B6B5D57-4798-0DE5-49FD-DFB83852B59C}"/>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086C3411-66BF-17A8-7D72-1E0FB2373238}"/>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3FCE79CE-8238-72B3-D80C-0AEA725F2D59}"/>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738CBA86-9FF3-9ADF-2F00-C10244EF796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EB24295C-1DFB-2166-349C-742FCC62482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8D80657B-9E34-8C6D-5D46-8932E5BCB29F}"/>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26F9E010-7FDE-65F8-E34A-345056D6FC4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38353316-6A89-83F6-0A13-DCB57D0BCC8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5DB3788D-CEE6-9720-7348-5AEC01A187C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0F1C7893-8938-6FC0-CEF2-09CDA60F8E85}"/>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37FB152-AE4F-9E41-D0A0-CCC501C5CC9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0BFBE40F-B801-53CF-B28A-E817F062EAC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D2B2ECA0-AE78-645D-213B-D7BAE4C36CA0}"/>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AB956026-E0FD-B622-9E79-8CFD20902944}"/>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97B64B2B-63D2-B645-68FB-88C6595AA95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D122AF4E-96F7-198E-C864-8FFA65E4E4C6}"/>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E0C21FD-88CE-3B5D-3176-1BD5F5C509BF}"/>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1EA9784-BFEA-0FD6-B1EC-E0A878181BA6}"/>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DCD30DF8-289C-0A34-2F6B-25B4AB09A1F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5D6BCAAB-19BC-91C9-72DB-BF1A679B6983}"/>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DD6BEE36-B614-4383-CCDB-011FE9CB9B28}"/>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38E75BC-671E-9358-F31C-4B631A65FE2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0D1D7266-B83F-19A9-42AA-1848E3F829FA}"/>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6F40B2B2-A2B3-3E4C-1E47-BE96DF558A7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C056241D-C773-F8CF-DADB-F8EF55C33D6F}"/>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444EA691-40F0-DDC8-1457-15DA95388A93}"/>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2F86730D-A191-44C6-4188-6C7281222A5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1BA78060-8BFD-0A16-4E9E-9524B26C0577}"/>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8FC3C801-B6DF-AA77-E064-FCACB8C63FE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B7E982FD-B9F5-647F-FA07-8E0F492181B8}"/>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BCAE3ABB-5857-4F17-C008-B9B1D60ADEE0}"/>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21648396-37E1-3BEA-725D-9AE26E18CEF5}"/>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10A68F1B-B044-BFF8-094A-590495BF64B0}"/>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E3D9CFBA-B0B9-F929-E11E-9CD73284C759}"/>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4941FEF1-8642-9758-1980-9BE5A2AC811C}"/>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38079987-97B4-1143-5CBF-CD11635C8E74}"/>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1FB9A143-0CD4-0273-1E99-DB5E8629C9FC}"/>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529C5F45-C40B-5FFC-0071-374DBA4719D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CF629A69-D399-DA3A-E99C-70215504248F}"/>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57D7C7B9-8ABD-E3AD-FEC9-30F9CE6C73D0}"/>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3E5ABB81-4C3B-C6C4-EB68-64A3A608BC95}"/>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A468BCF9-D94C-0A8D-B9CE-F52133B598EA}"/>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DE1DC0DA-D41D-A5FB-6512-1A72FA557B8B}"/>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1228758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9BFB4-914B-D53A-39CC-92C162E054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FB02D2-22F1-F2D7-78F2-B3EB1E8277D6}"/>
              </a:ext>
            </a:extLst>
          </p:cNvPr>
          <p:cNvSpPr>
            <a:spLocks noGrp="1"/>
          </p:cNvSpPr>
          <p:nvPr>
            <p:ph sz="half" idx="1"/>
          </p:nvPr>
        </p:nvSpPr>
        <p:spPr/>
        <p:txBody>
          <a:bodyPr/>
          <a:lstStyle/>
          <a:p>
            <a:r>
              <a:rPr lang="en-US" dirty="0"/>
              <a:t>The arrow in Row 8 already has 814 assigned (=13) and at most can have 79 assigned (=16). So, the first digit must be 2, rather than 3.</a:t>
            </a:r>
          </a:p>
        </p:txBody>
      </p:sp>
      <p:pic>
        <p:nvPicPr>
          <p:cNvPr id="4" name="Picture 3" descr="A grid of sudoku puzzle&#10;&#10;Description automatically generated">
            <a:extLst>
              <a:ext uri="{FF2B5EF4-FFF2-40B4-BE49-F238E27FC236}">
                <a16:creationId xmlns:a16="http://schemas.microsoft.com/office/drawing/2014/main" id="{774A8014-5061-6BCD-9C53-CB48FAAD59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6EE87F5-3550-7412-21A7-5300358D86E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74C59E-2425-9C8C-F932-5C5A863704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E819B09-47E4-A2B1-CF5E-850873A4BA2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2876CB8-833D-9204-1725-D8EB546C483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38A3902-726F-2D57-034E-7C853885E59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1FA910D2-54EE-A97B-50DA-AB0ADE771C15}"/>
              </a:ext>
            </a:extLst>
          </p:cNvPr>
          <p:cNvSpPr txBox="1"/>
          <p:nvPr/>
        </p:nvSpPr>
        <p:spPr>
          <a:xfrm>
            <a:off x="4143022" y="4909484"/>
            <a:ext cx="570089" cy="230832"/>
          </a:xfrm>
          <a:prstGeom prst="rect">
            <a:avLst/>
          </a:prstGeom>
          <a:noFill/>
        </p:spPr>
        <p:txBody>
          <a:bodyPr wrap="square" rtlCol="0">
            <a:spAutoFit/>
          </a:bodyPr>
          <a:lstStyle/>
          <a:p>
            <a:pPr algn="ctr"/>
            <a:r>
              <a:rPr lang="en-US" sz="900" dirty="0"/>
              <a:t>32</a:t>
            </a:r>
          </a:p>
        </p:txBody>
      </p:sp>
      <p:sp>
        <p:nvSpPr>
          <p:cNvPr id="21" name="TextBox 20">
            <a:extLst>
              <a:ext uri="{FF2B5EF4-FFF2-40B4-BE49-F238E27FC236}">
                <a16:creationId xmlns:a16="http://schemas.microsoft.com/office/drawing/2014/main" id="{945E4B31-7E5B-CEBF-D751-8CA8D9B814B1}"/>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8A4C89A-02E0-2937-BB27-FF711DD5D676}"/>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98D6F6BC-CB12-C500-4344-6176038ED5C9}"/>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CCDE5B3A-3736-4BB1-963F-1C0A2AFDB1CA}"/>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A07AC260-14DA-633C-832B-FCB6A43A26E2}"/>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2E50FD85-65C6-7AAC-5D40-1286511FB257}"/>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8D06975E-5CDC-8BAD-6489-8ECF30133AEF}"/>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6AAFBC62-3E9F-F2F6-9701-48AE60A49BD4}"/>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76C5E0BF-F276-BDD0-703C-17EAB51790DB}"/>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C6382940-634E-393C-E2A9-3CB7040D9319}"/>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2E498A20-1EBB-848A-DBC1-726B07D0988D}"/>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358FA0B9-F5BB-D90B-6AA0-C0617505A5E6}"/>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CC2C97B8-AAB9-4BB6-3FC3-293CC28BCC4B}"/>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7DFE5AF4-ABF0-324A-EE7D-163801913AC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984ACB3C-0907-781E-1199-141E9C4EE911}"/>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DF200E42-39BA-0A0D-9DE7-694E24E72604}"/>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76F31349-C62A-3988-9712-997B96CB3424}"/>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70AE1E7D-65BE-C2E7-B28B-098F72A9D4C5}"/>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87DE6FFA-4281-12D2-B576-2924627716CF}"/>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E4785892-6331-4E87-7FEE-A01FD04FFD35}"/>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962D6146-DE89-5E75-C202-43262B15A646}"/>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B0E26EF3-AFE6-4CD7-3C75-79366B3B7683}"/>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C66FB899-7AF9-9F9C-CD70-CFBEE8354388}"/>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CF3B720C-A4C1-785C-5D76-0D0BEA753820}"/>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9F3F928E-1BAD-E14E-C260-31D649BE5377}"/>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A27F83BF-0EEB-86C1-A3F7-C40BCDC37A94}"/>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6D305CF-4B73-90B7-0ABB-1F7A57EFE714}"/>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6D212E77-4E17-3975-4D2B-6038FBC4855F}"/>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087CD44D-7AA2-195F-2623-5DC37CDBEA9F}"/>
              </a:ext>
            </a:extLst>
          </p:cNvPr>
          <p:cNvSpPr txBox="1"/>
          <p:nvPr/>
        </p:nvSpPr>
        <p:spPr>
          <a:xfrm>
            <a:off x="4645378" y="4408541"/>
            <a:ext cx="570089" cy="230832"/>
          </a:xfrm>
          <a:prstGeom prst="rect">
            <a:avLst/>
          </a:prstGeom>
          <a:noFill/>
        </p:spPr>
        <p:txBody>
          <a:bodyPr wrap="square" rtlCol="0">
            <a:spAutoFit/>
          </a:bodyPr>
          <a:lstStyle/>
          <a:p>
            <a:pPr algn="ctr"/>
            <a:r>
              <a:rPr lang="en-US" sz="900" dirty="0"/>
              <a:t>2357</a:t>
            </a:r>
          </a:p>
        </p:txBody>
      </p:sp>
      <p:sp>
        <p:nvSpPr>
          <p:cNvPr id="46" name="TextBox 45">
            <a:extLst>
              <a:ext uri="{FF2B5EF4-FFF2-40B4-BE49-F238E27FC236}">
                <a16:creationId xmlns:a16="http://schemas.microsoft.com/office/drawing/2014/main" id="{14C33C7E-0F6F-877D-0D76-521B6EA44F2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a:t>
            </a:r>
          </a:p>
        </p:txBody>
      </p:sp>
      <p:sp>
        <p:nvSpPr>
          <p:cNvPr id="67" name="TextBox 66">
            <a:extLst>
              <a:ext uri="{FF2B5EF4-FFF2-40B4-BE49-F238E27FC236}">
                <a16:creationId xmlns:a16="http://schemas.microsoft.com/office/drawing/2014/main" id="{8F980F6B-AA6C-8977-50F3-ADF2411F3EB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00603579-4EBF-6CAF-4D5B-1A0899A8317E}"/>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EB72CE92-2396-5928-EF2A-835A4EB310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267843D9-3A2D-A0B1-1699-25A7726237BF}"/>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42DCEA99-FE30-F06F-FC6A-7BF9024B6D3F}"/>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E9BED6CE-8181-5C2D-A476-86A2B609FC87}"/>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DAC7D1AC-5F9E-F500-132B-963A0BF32E0E}"/>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712B043E-F22F-27E5-B44C-31C7C0EE9C7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5EEF7437-E5BE-BFA4-E2BD-6151F514D395}"/>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EAF04EC5-226F-4875-EF52-73165FDC7AF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77F53E23-218F-6C65-DB22-3E4956A9AEE0}"/>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562AB590-ACBB-97C7-24D0-5EC21B0C320D}"/>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6EBA00D3-146E-CA80-AA60-6AA947ED99B9}"/>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192E39AF-2EC5-6B4D-AE48-F1436F900443}"/>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B6307CEF-A32F-C28C-ACE8-3F259A9D465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233C3780-CD5A-F384-09AA-41DAB880C1AA}"/>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573F49AA-B064-85A2-6DDE-47010E09640B}"/>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4D044C8C-C7CC-A03B-2C76-A949F7468089}"/>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5D5FA50D-43B4-0AD7-5397-79D3C9EB94DF}"/>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66E39398-1628-B028-781D-B866E493F8B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D4607721-8316-262A-AC9C-A3D06B00B9A5}"/>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6A8C5DF-FF7C-6795-9987-E002BC0C77C0}"/>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CED87EDE-680F-F163-A14F-419CA4DE3C5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11FDB916-30D9-CC96-09E8-424E4C277554}"/>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D41B834A-6B27-22EB-52A7-A72AE1F8AEEE}"/>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E04D7599-7263-9BA8-D630-09DD1D1D2280}"/>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93CBB149-B0DD-4AAC-034C-908C928BB69B}"/>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3760D528-75C7-ED5B-8314-CF48094BB9B5}"/>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69F7D3FE-0DD5-2A9D-43DA-4B84715DA04B}"/>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BB882F85-5956-6750-4A30-2D9D4198B88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1E5C699F-8CB2-E64D-DB4F-43560FBC8D5B}"/>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6982E5B3-C278-F975-B495-DEFA67BD4453}"/>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DEAAB43E-209D-974A-BC05-13F4A5C6F6AA}"/>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8CDB81F2-76D4-2C89-1989-A4E64FA0D95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5CB59D86-11C6-C331-EA52-0DDC12033E77}"/>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86923DBB-8E38-61A8-F726-465C8C35DEF4}"/>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CB060DE8-F560-C251-3645-2EC2D442E7EA}"/>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4EDD5D5-C036-7D43-9542-0BC1B75CEF70}"/>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B90BB28-E461-97B7-F276-AB1FAD677F42}"/>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54" name="TextBox 53">
            <a:extLst>
              <a:ext uri="{FF2B5EF4-FFF2-40B4-BE49-F238E27FC236}">
                <a16:creationId xmlns:a16="http://schemas.microsoft.com/office/drawing/2014/main" id="{F3B6FB69-CE08-7093-522D-C4709B8E2E34}"/>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2720522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ECB88-2E99-B5CC-5611-4D6BE96C1E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7C6C56-83DA-90D0-23F1-777C5C6BADB6}"/>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163A0D2-3B7B-0151-0F38-6613D656B24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B8C4BD-D26C-B918-9878-B344F753851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EE4203D-0050-BF4D-9FD7-DC865BF647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0D7DAFE-08BB-3AEA-D035-591555C7699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B498771-9663-5EA7-AD5B-475C71C0D95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C6184738-21DA-C154-1910-A1E6E399A148}"/>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1817539-1EC5-6F4C-2C0B-7653B5EBA9E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20D621F-EB78-26C9-0EC6-2EC5CAD4AE1D}"/>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53927C32-1021-5B8D-B6B2-16C78E08F7CD}"/>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C75D3015-1121-F520-2447-6BF655B29DE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187B0876-1E68-6A46-6F13-A67B343EFEB0}"/>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8675DC94-8E7D-2A0D-C7CA-80546893FC05}"/>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2E4F6DE7-1ADF-37B9-32FF-93705F379D36}"/>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4AAEF79C-022F-93B4-EBE3-63C9FCE79611}"/>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6CE54731-9DEB-F750-9471-C6BD5728F64F}"/>
              </a:ext>
            </a:extLst>
          </p:cNvPr>
          <p:cNvSpPr txBox="1"/>
          <p:nvPr/>
        </p:nvSpPr>
        <p:spPr>
          <a:xfrm>
            <a:off x="3640666" y="3907597"/>
            <a:ext cx="570089" cy="230832"/>
          </a:xfrm>
          <a:prstGeom prst="rect">
            <a:avLst/>
          </a:prstGeom>
          <a:noFill/>
        </p:spPr>
        <p:txBody>
          <a:bodyPr wrap="square" rtlCol="0">
            <a:spAutoFit/>
          </a:bodyPr>
          <a:lstStyle/>
          <a:p>
            <a:pPr algn="ctr"/>
            <a:r>
              <a:rPr lang="en-US" sz="900" dirty="0"/>
              <a:t>589</a:t>
            </a:r>
          </a:p>
        </p:txBody>
      </p:sp>
      <p:sp>
        <p:nvSpPr>
          <p:cNvPr id="29" name="TextBox 28">
            <a:extLst>
              <a:ext uri="{FF2B5EF4-FFF2-40B4-BE49-F238E27FC236}">
                <a16:creationId xmlns:a16="http://schemas.microsoft.com/office/drawing/2014/main" id="{B60E41F0-EB7A-9942-400C-9E3A2AF919AF}"/>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80EA07FE-2475-43E8-9308-7D93CF09CB11}"/>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D0BFECBE-16E3-3DA1-47BB-FCD312CEDACE}"/>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24C0E4DF-F474-96A0-3243-AB9A0ABFC6EC}"/>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ADC14C62-ED70-530C-1A35-3FA4A68CA799}"/>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66CCA7A2-2EDE-286A-6347-238C95809D8C}"/>
              </a:ext>
            </a:extLst>
          </p:cNvPr>
          <p:cNvSpPr txBox="1"/>
          <p:nvPr/>
        </p:nvSpPr>
        <p:spPr>
          <a:xfrm>
            <a:off x="4143022" y="3542121"/>
            <a:ext cx="570089" cy="230832"/>
          </a:xfrm>
          <a:prstGeom prst="rect">
            <a:avLst/>
          </a:prstGeom>
          <a:noFill/>
        </p:spPr>
        <p:txBody>
          <a:bodyPr wrap="square" rtlCol="0">
            <a:spAutoFit/>
          </a:bodyPr>
          <a:lstStyle/>
          <a:p>
            <a:pPr algn="ctr"/>
            <a:r>
              <a:rPr lang="en-US" sz="900" dirty="0"/>
              <a:t>457</a:t>
            </a:r>
          </a:p>
        </p:txBody>
      </p:sp>
      <p:sp>
        <p:nvSpPr>
          <p:cNvPr id="37" name="TextBox 36">
            <a:extLst>
              <a:ext uri="{FF2B5EF4-FFF2-40B4-BE49-F238E27FC236}">
                <a16:creationId xmlns:a16="http://schemas.microsoft.com/office/drawing/2014/main" id="{DAA6E518-AAE3-6EF1-3D30-98A90B0AAFDC}"/>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BD08F954-D7E7-BD39-FCE1-17AF10CE0E1D}"/>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C045E643-AB08-6FA3-4D06-9B5B4DC26BB5}"/>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41D039EE-7BE5-4FA0-1E81-D6334605552D}"/>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BE5B7057-1125-37A3-EEB9-DC8BE1B54E4A}"/>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63F86668-6932-AE1F-2AF9-5CD63548E97A}"/>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32E4A9D6-2337-2EF9-9B42-3201AB9EED17}"/>
              </a:ext>
            </a:extLst>
          </p:cNvPr>
          <p:cNvSpPr txBox="1"/>
          <p:nvPr/>
        </p:nvSpPr>
        <p:spPr>
          <a:xfrm>
            <a:off x="5147734" y="3542121"/>
            <a:ext cx="570089" cy="230832"/>
          </a:xfrm>
          <a:prstGeom prst="rect">
            <a:avLst/>
          </a:prstGeom>
          <a:noFill/>
        </p:spPr>
        <p:txBody>
          <a:bodyPr wrap="square" rtlCol="0">
            <a:spAutoFit/>
          </a:bodyPr>
          <a:lstStyle/>
          <a:p>
            <a:pPr algn="ctr"/>
            <a:r>
              <a:rPr lang="en-US" sz="900" dirty="0"/>
              <a:t>457</a:t>
            </a:r>
          </a:p>
        </p:txBody>
      </p:sp>
      <p:sp>
        <p:nvSpPr>
          <p:cNvPr id="61" name="TextBox 60">
            <a:extLst>
              <a:ext uri="{FF2B5EF4-FFF2-40B4-BE49-F238E27FC236}">
                <a16:creationId xmlns:a16="http://schemas.microsoft.com/office/drawing/2014/main" id="{37F4016E-8210-5315-44CD-081BECAFAF44}"/>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D8F03E15-28DE-04B1-AC39-3149AE39807C}"/>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DF01ECDC-61F6-1B8D-63B3-AFBC99510CFD}"/>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D3C71579-B957-F987-DBCA-5FED232D5A27}"/>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C09745C3-995D-4695-411D-9BDD8A7C603F}"/>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8DB8C28A-AFC5-EFB5-5D47-D7ABA69F091C}"/>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29E430C0-C93E-C41F-4D56-DFBD6078B936}"/>
              </a:ext>
            </a:extLst>
          </p:cNvPr>
          <p:cNvSpPr txBox="1"/>
          <p:nvPr/>
        </p:nvSpPr>
        <p:spPr>
          <a:xfrm>
            <a:off x="4645378" y="4408541"/>
            <a:ext cx="570089" cy="230832"/>
          </a:xfrm>
          <a:prstGeom prst="rect">
            <a:avLst/>
          </a:prstGeom>
          <a:noFill/>
        </p:spPr>
        <p:txBody>
          <a:bodyPr wrap="square" rtlCol="0">
            <a:spAutoFit/>
          </a:bodyPr>
          <a:lstStyle/>
          <a:p>
            <a:pPr algn="ctr"/>
            <a:r>
              <a:rPr lang="en-US" sz="900" dirty="0"/>
              <a:t>357</a:t>
            </a:r>
          </a:p>
        </p:txBody>
      </p:sp>
      <p:sp>
        <p:nvSpPr>
          <p:cNvPr id="67" name="TextBox 66">
            <a:extLst>
              <a:ext uri="{FF2B5EF4-FFF2-40B4-BE49-F238E27FC236}">
                <a16:creationId xmlns:a16="http://schemas.microsoft.com/office/drawing/2014/main" id="{84076A88-49E0-3D15-EAE2-6C28E50E6CF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53C5A8E7-E3EC-49FE-865F-87002DC6C36B}"/>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51512130-BB15-9424-353D-AE9858C2AF5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FE69D76-E381-74B9-48F6-3B40C651903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0B3DF5BB-1745-CE9E-2048-F6283EDEE7D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1FEB4FD9-915F-E90E-8B6B-15B89C9B2933}"/>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D5E8FC9-346F-58CF-F39A-4183BC1FAA7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3427839-C83A-64CF-43DE-D0238503D64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C7920022-EB74-8A56-882A-48CC9D146329}"/>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F74321EF-79F0-7CB5-C59E-9AC2B22432D3}"/>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DBA436FE-DE5F-743F-465B-3DB7B6A114A3}"/>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8C0F9E62-24BA-EFFD-E058-046873B185FB}"/>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DC85E7C-5D38-13C6-247D-D4A155F76994}"/>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D8B1AFB8-8DED-5016-C34B-4520C85374B2}"/>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683006BA-4127-9EC8-AAA6-77461C26279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42FAA4EA-8CD2-2D12-E72C-FBA5A76EDEC4}"/>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3F091B1F-565E-383D-C39E-9F866A8FC88C}"/>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A9E2494F-70BE-3A1B-2857-A6AF507A095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2082BB10-1490-1992-39D3-1DAB18638EF9}"/>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2E72DA9-13D7-FB58-BC7E-E8436840ACD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90C0C845-8FAB-C020-89E8-CA566CB4408C}"/>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E98DD199-A4D5-54FD-4A15-4537E6C63A3A}"/>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0E2905C2-2DA6-85F7-138E-16C641680DE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38DE15B6-148F-A85B-9847-F560BA608232}"/>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458ECC8F-33BD-FBC2-8F3E-D823339E3C37}"/>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C1660EC6-7F4B-D822-AB39-D742D243DCEA}"/>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E4A0F1ED-3428-BC35-10E1-1DD77A756BEF}"/>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6843E94B-750A-4A81-2FA9-8D028B6B4755}"/>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97420B9C-51EC-FD67-9621-EFAFAB9D0CAC}"/>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BB7775B2-F3D4-5214-55E5-76A29EC06469}"/>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3B0696F-8C44-3E40-1492-2F97D5F31D38}"/>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B1B3B64A-7D21-2C60-3163-EE825F1E9819}"/>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DF51863A-2BF2-0028-3C00-F9E9D89C1207}"/>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FB6BA09A-A12C-0932-A1E7-1FDC49798F1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B778AAD8-0784-DDD3-1EBC-9C65A6F56398}"/>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E0A39507-AA9A-648B-E69D-B9ADED65F5C0}"/>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5CDEAE99-862E-DF19-0499-BB734336AB22}"/>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A700B74F-FADD-D729-4BBE-83177226AC2A}"/>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EC8675B-E90A-0D89-833A-C6BB508B6A5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51722D41-8571-1CF7-EE60-E769B75BCB71}"/>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FB0A73E6-C522-9CC2-0F79-9E0567D997F2}"/>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2F97C211-3401-C6F2-5D43-82ABA8098695}"/>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8138761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CF2C5-B01A-616A-8ABC-B8AD5E607AE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DC1294A-086E-7429-3609-01542DDDBEC2}"/>
              </a:ext>
            </a:extLst>
          </p:cNvPr>
          <p:cNvSpPr>
            <a:spLocks noGrp="1"/>
          </p:cNvSpPr>
          <p:nvPr>
            <p:ph sz="half" idx="1"/>
          </p:nvPr>
        </p:nvSpPr>
        <p:spPr/>
        <p:txBody>
          <a:bodyPr/>
          <a:lstStyle/>
          <a:p>
            <a:r>
              <a:rPr lang="en-US" dirty="0"/>
              <a:t>The arrow in Row 6 is 68 (=14) plus two more that can be 9, 11, or 12, totaling 23, 25, or 26. Only 25 fits.</a:t>
            </a:r>
          </a:p>
        </p:txBody>
      </p:sp>
      <p:pic>
        <p:nvPicPr>
          <p:cNvPr id="4" name="Picture 3" descr="A grid of sudoku puzzle&#10;&#10;Description automatically generated">
            <a:extLst>
              <a:ext uri="{FF2B5EF4-FFF2-40B4-BE49-F238E27FC236}">
                <a16:creationId xmlns:a16="http://schemas.microsoft.com/office/drawing/2014/main" id="{D7DDA9E5-763C-ABD6-6792-020079EF59B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EA96BE4-38BF-36D8-96E6-E3F0213C24A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F300C8-76E3-DE22-831C-0EA43125AB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0A817AB-9004-7BDC-FDFD-90AE9509569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614C44F-BADD-27A3-596D-26E462AA1BE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49114F7-394D-A8C8-B486-1329C3D9F99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8D1EEF4-F598-7666-BE2C-92A7C7994DAF}"/>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247BF13-9C89-2F74-99E8-7FEBC0CBFA05}"/>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DFADD2C0-513F-F40F-9C9F-5857AFF7DA4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E67E704C-FBCD-056F-EA13-8702D697A611}"/>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C838242C-3FF2-8F9F-2FEE-8C10D166AF37}"/>
              </a:ext>
            </a:extLst>
          </p:cNvPr>
          <p:cNvSpPr txBox="1"/>
          <p:nvPr/>
        </p:nvSpPr>
        <p:spPr>
          <a:xfrm>
            <a:off x="4645378" y="3907597"/>
            <a:ext cx="570089" cy="230832"/>
          </a:xfrm>
          <a:prstGeom prst="rect">
            <a:avLst/>
          </a:prstGeom>
          <a:noFill/>
        </p:spPr>
        <p:txBody>
          <a:bodyPr wrap="square" rtlCol="0">
            <a:spAutoFit/>
          </a:bodyPr>
          <a:lstStyle/>
          <a:p>
            <a:pPr algn="ctr"/>
            <a:r>
              <a:rPr lang="en-US" sz="900" dirty="0"/>
              <a:t>45</a:t>
            </a:r>
          </a:p>
        </p:txBody>
      </p:sp>
      <p:sp>
        <p:nvSpPr>
          <p:cNvPr id="24" name="TextBox 23">
            <a:extLst>
              <a:ext uri="{FF2B5EF4-FFF2-40B4-BE49-F238E27FC236}">
                <a16:creationId xmlns:a16="http://schemas.microsoft.com/office/drawing/2014/main" id="{0FA2A446-3A78-069B-A71F-69D70E9E0A4C}"/>
              </a:ext>
            </a:extLst>
          </p:cNvPr>
          <p:cNvSpPr txBox="1"/>
          <p:nvPr/>
        </p:nvSpPr>
        <p:spPr>
          <a:xfrm>
            <a:off x="5147734" y="4043065"/>
            <a:ext cx="570089" cy="230832"/>
          </a:xfrm>
          <a:prstGeom prst="rect">
            <a:avLst/>
          </a:prstGeom>
          <a:noFill/>
        </p:spPr>
        <p:txBody>
          <a:bodyPr wrap="square" rtlCol="0">
            <a:spAutoFit/>
          </a:bodyPr>
          <a:lstStyle/>
          <a:p>
            <a:pPr algn="ctr"/>
            <a:r>
              <a:rPr lang="en-US" sz="900" dirty="0"/>
              <a:t>89</a:t>
            </a:r>
          </a:p>
        </p:txBody>
      </p:sp>
      <p:sp>
        <p:nvSpPr>
          <p:cNvPr id="27" name="TextBox 26">
            <a:extLst>
              <a:ext uri="{FF2B5EF4-FFF2-40B4-BE49-F238E27FC236}">
                <a16:creationId xmlns:a16="http://schemas.microsoft.com/office/drawing/2014/main" id="{441C78E5-062C-284A-1F41-B482382AE179}"/>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58C9C117-259C-6A09-9E34-BE544F6E8E51}"/>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BCC6AB88-56F4-1BDB-60A1-277E29B0B23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459</a:t>
            </a:r>
          </a:p>
        </p:txBody>
      </p:sp>
      <p:sp>
        <p:nvSpPr>
          <p:cNvPr id="30" name="TextBox 29">
            <a:extLst>
              <a:ext uri="{FF2B5EF4-FFF2-40B4-BE49-F238E27FC236}">
                <a16:creationId xmlns:a16="http://schemas.microsoft.com/office/drawing/2014/main" id="{7D9C356E-737C-27F1-7BA7-294A75186693}"/>
              </a:ext>
            </a:extLst>
          </p:cNvPr>
          <p:cNvSpPr txBox="1"/>
          <p:nvPr/>
        </p:nvSpPr>
        <p:spPr>
          <a:xfrm>
            <a:off x="3640666" y="4408541"/>
            <a:ext cx="570089" cy="230832"/>
          </a:xfrm>
          <a:prstGeom prst="rect">
            <a:avLst/>
          </a:prstGeom>
          <a:noFill/>
        </p:spPr>
        <p:txBody>
          <a:bodyPr wrap="square" rtlCol="0">
            <a:spAutoFit/>
          </a:bodyPr>
          <a:lstStyle/>
          <a:p>
            <a:pPr algn="ctr"/>
            <a:r>
              <a:rPr lang="en-US" sz="900" dirty="0"/>
              <a:t>579</a:t>
            </a:r>
          </a:p>
        </p:txBody>
      </p:sp>
      <p:sp>
        <p:nvSpPr>
          <p:cNvPr id="31" name="TextBox 30">
            <a:extLst>
              <a:ext uri="{FF2B5EF4-FFF2-40B4-BE49-F238E27FC236}">
                <a16:creationId xmlns:a16="http://schemas.microsoft.com/office/drawing/2014/main" id="{A61E9878-9B22-929A-A4BB-51BDD1B4C317}"/>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53229650-D524-1BF8-CCA8-D05B0C54E162}"/>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E6BA0D2E-1680-C327-C4E7-09E8966E6793}"/>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D6BD9B04-EB15-CCBE-0677-4F76582E531D}"/>
              </a:ext>
            </a:extLst>
          </p:cNvPr>
          <p:cNvSpPr txBox="1"/>
          <p:nvPr/>
        </p:nvSpPr>
        <p:spPr>
          <a:xfrm>
            <a:off x="4143022" y="3542121"/>
            <a:ext cx="570089" cy="230832"/>
          </a:xfrm>
          <a:prstGeom prst="rect">
            <a:avLst/>
          </a:prstGeom>
          <a:noFill/>
        </p:spPr>
        <p:txBody>
          <a:bodyPr wrap="square" rtlCol="0">
            <a:spAutoFit/>
          </a:bodyPr>
          <a:lstStyle/>
          <a:p>
            <a:pPr algn="ctr"/>
            <a:r>
              <a:rPr lang="en-US" sz="900" dirty="0"/>
              <a:t>47</a:t>
            </a:r>
          </a:p>
        </p:txBody>
      </p:sp>
      <p:sp>
        <p:nvSpPr>
          <p:cNvPr id="37" name="TextBox 36">
            <a:extLst>
              <a:ext uri="{FF2B5EF4-FFF2-40B4-BE49-F238E27FC236}">
                <a16:creationId xmlns:a16="http://schemas.microsoft.com/office/drawing/2014/main" id="{AD381C3C-F121-F159-CDC6-197F639A7B79}"/>
              </a:ext>
            </a:extLst>
          </p:cNvPr>
          <p:cNvSpPr txBox="1"/>
          <p:nvPr/>
        </p:nvSpPr>
        <p:spPr>
          <a:xfrm>
            <a:off x="3138310" y="3271185"/>
            <a:ext cx="570089" cy="230832"/>
          </a:xfrm>
          <a:prstGeom prst="rect">
            <a:avLst/>
          </a:prstGeom>
          <a:noFill/>
        </p:spPr>
        <p:txBody>
          <a:bodyPr wrap="square" rtlCol="0">
            <a:spAutoFit/>
          </a:bodyPr>
          <a:lstStyle/>
          <a:p>
            <a:pPr algn="ctr"/>
            <a:r>
              <a:rPr lang="en-US" sz="900" dirty="0"/>
              <a:t>57</a:t>
            </a:r>
          </a:p>
        </p:txBody>
      </p:sp>
      <p:sp>
        <p:nvSpPr>
          <p:cNvPr id="47" name="TextBox 46">
            <a:extLst>
              <a:ext uri="{FF2B5EF4-FFF2-40B4-BE49-F238E27FC236}">
                <a16:creationId xmlns:a16="http://schemas.microsoft.com/office/drawing/2014/main" id="{34B1809D-21F2-44C6-93B5-E32C402E8D37}"/>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AAF47067-1E16-7C3B-8378-91EA4A7D0187}"/>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EC6AD36E-17D3-1926-EDD8-CA862AAA44B2}"/>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B4E92E5-4CB9-E719-2A18-DBD241294DE3}"/>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82F6A16F-A45D-7170-95F2-7AE8FBA5D22C}"/>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6873364C-1CF9-E9FC-685B-F4C6C210DC54}"/>
              </a:ext>
            </a:extLst>
          </p:cNvPr>
          <p:cNvSpPr txBox="1"/>
          <p:nvPr/>
        </p:nvSpPr>
        <p:spPr>
          <a:xfrm>
            <a:off x="5147734" y="3542121"/>
            <a:ext cx="570089" cy="230832"/>
          </a:xfrm>
          <a:prstGeom prst="rect">
            <a:avLst/>
          </a:prstGeom>
          <a:noFill/>
        </p:spPr>
        <p:txBody>
          <a:bodyPr wrap="square" rtlCol="0">
            <a:spAutoFit/>
          </a:bodyPr>
          <a:lstStyle/>
          <a:p>
            <a:pPr algn="ctr"/>
            <a:r>
              <a:rPr lang="en-US" sz="900" dirty="0"/>
              <a:t>74</a:t>
            </a:r>
          </a:p>
        </p:txBody>
      </p:sp>
      <p:sp>
        <p:nvSpPr>
          <p:cNvPr id="61" name="TextBox 60">
            <a:extLst>
              <a:ext uri="{FF2B5EF4-FFF2-40B4-BE49-F238E27FC236}">
                <a16:creationId xmlns:a16="http://schemas.microsoft.com/office/drawing/2014/main" id="{22395D74-E17D-00EB-6ECE-0BBCE7007BA4}"/>
              </a:ext>
            </a:extLst>
          </p:cNvPr>
          <p:cNvSpPr txBox="1"/>
          <p:nvPr/>
        </p:nvSpPr>
        <p:spPr>
          <a:xfrm>
            <a:off x="3640666" y="1768353"/>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79C287CD-4604-B969-6187-7590F11E814E}"/>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70223C41-06C6-3187-3689-882E79ADC0E4}"/>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6290CF15-EB0F-4D6B-CBA0-F0FA3C340AA6}"/>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33053D1C-CD43-9556-E901-58C2DD6B841F}"/>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9E4F5BAE-890C-5F4C-1DB9-E6439EF0B0E6}"/>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80ADF7EB-EBA9-C7FD-B570-E351DCBC5542}"/>
              </a:ext>
            </a:extLst>
          </p:cNvPr>
          <p:cNvSpPr txBox="1"/>
          <p:nvPr/>
        </p:nvSpPr>
        <p:spPr>
          <a:xfrm>
            <a:off x="4645378" y="4408541"/>
            <a:ext cx="570089" cy="230832"/>
          </a:xfrm>
          <a:prstGeom prst="rect">
            <a:avLst/>
          </a:prstGeom>
          <a:noFill/>
        </p:spPr>
        <p:txBody>
          <a:bodyPr wrap="square" rtlCol="0">
            <a:spAutoFit/>
          </a:bodyPr>
          <a:lstStyle/>
          <a:p>
            <a:pPr algn="ctr"/>
            <a:r>
              <a:rPr lang="en-US" sz="900" dirty="0"/>
              <a:t>357</a:t>
            </a:r>
          </a:p>
        </p:txBody>
      </p:sp>
      <p:sp>
        <p:nvSpPr>
          <p:cNvPr id="67" name="TextBox 66">
            <a:extLst>
              <a:ext uri="{FF2B5EF4-FFF2-40B4-BE49-F238E27FC236}">
                <a16:creationId xmlns:a16="http://schemas.microsoft.com/office/drawing/2014/main" id="{0F49212E-4F25-F060-00F1-DD9E345251F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B8F36D77-7D1B-013A-ADE7-670DFA4A0B3C}"/>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C21ACE6B-7665-E506-B550-164044F1425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40A2F64A-77C8-0C33-AFC8-A61CF2A94AB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4C2A868D-9860-0144-A2C5-0EE053E47C08}"/>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DA50178E-0790-A0E1-37DD-BDEBB41469C9}"/>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AAE5913F-CED7-3A62-01D2-34E9B7624E04}"/>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4D40CA8F-DC00-6479-B350-7B11E6699D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AB459512-3022-4897-AF70-43D475B26D5F}"/>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A4A67F6A-3C51-0E34-F90B-9B2A6A961879}"/>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E96B1657-38FB-1EE0-B4CC-70195BBB553B}"/>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F97F31AC-10EC-8E57-0D87-7F53FD6D2FE0}"/>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DB1FECE5-6BDC-EBB1-EE42-AE8AD9251C10}"/>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74E7CBF8-B9C8-C536-08EB-A60585146751}"/>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AD0EC90D-E989-4FC9-94F1-DFC474A813F4}"/>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A63327DB-EF5C-7849-E165-0195603D5822}"/>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2F6344F-8702-6599-D680-825A3CD0CD58}"/>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59A19C77-EC30-7590-7177-33B6761BDA4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BFE54749-42D6-3FBB-5A5E-A5C8F498F7B3}"/>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9256A027-FC0A-66AB-2831-2F4EDF378A6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AF350161-EDD9-5C88-BFCC-8851ECFAB5E6}"/>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D0310AE-8AC6-0C86-B734-F39123BE05A6}"/>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A1D42FC-F498-47B3-50EF-09E1B64D029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D94555F1-65FB-FF25-83EE-330E6405FC2D}"/>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DE0D1464-05D9-18FC-B30C-A1BDC7A039AF}"/>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BC8EE7DC-9C87-985D-E3A6-63489F9D8705}"/>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BBA0FC11-DCB7-2698-817A-3584C6829DA1}"/>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4C2BCF5-9D9E-DB8F-18EF-5BD285D1ECDF}"/>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3D036004-7877-7948-73FF-75AB5B31080E}"/>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0B3EFF7-13BB-C6F6-6FF0-4D1E5CFC5980}"/>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55B10EC-29C3-365A-D48A-6279F58A8ADA}"/>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FA8398A9-5A42-AE95-D789-603A5F1FF8D7}"/>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AACF11A7-3747-0FF3-8380-22BECFF8055F}"/>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F4653C0E-2D42-1873-375F-152FE5636FFD}"/>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A36B0C7-A7B5-59C4-A7E8-016E20AD3B86}"/>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8D412D83-9755-381A-4C0B-2830AD8F210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FEDD72CF-7E63-C8A8-ADD8-26A76F7A522F}"/>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F25F6BA-FCF8-0C87-27CC-CA79A191DF4F}"/>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0A74E74-6CA5-2AD8-E3A2-C201AAB8943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03590319-CC07-30F9-A1E3-7B4174C26C23}"/>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6E5F9E32-3C6D-7167-040E-2585045782F0}"/>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7E1AFE1F-55A2-CDF7-0190-6B348367AE08}"/>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DEE6BC33-01F1-47BE-1FB5-4F2002C6B18E}"/>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9553610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2D218-8497-A9A4-2D25-37C621B3E29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9C3426-1237-8216-6D1A-7E23CCFA70C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716E24A-8E8F-6560-DB39-A21C41A61E4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268567-FD3A-A44C-DE40-E79F8F09386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C10CE97-BDF8-DF90-54AB-24332E53E30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DC7954-F366-441F-AB9E-B93A1794D45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C948D9D-51E6-24A4-1E54-38A1941E690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5DE8635-7A1C-4EEE-E539-D2556B122956}"/>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AAB74CC-592D-7FA4-D912-D9A863C785CD}"/>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C2E1C81-2957-4277-2C4E-4B9A2BC3DDB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19DBBF3A-AC5E-C78F-C5B8-80261A71E0C7}"/>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3977D155-DF08-1864-6CFC-876E751BB46B}"/>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A1E709DA-A9DA-0429-D49A-113D1ACEE098}"/>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29DEC43A-48A2-B2A7-D33A-581746F3003F}"/>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DFDC2650-8853-1B3E-16CD-B7366EF8B607}"/>
              </a:ext>
            </a:extLst>
          </p:cNvPr>
          <p:cNvSpPr txBox="1"/>
          <p:nvPr/>
        </p:nvSpPr>
        <p:spPr>
          <a:xfrm>
            <a:off x="3138310" y="3907597"/>
            <a:ext cx="570089" cy="230832"/>
          </a:xfrm>
          <a:prstGeom prst="rect">
            <a:avLst/>
          </a:prstGeom>
          <a:noFill/>
        </p:spPr>
        <p:txBody>
          <a:bodyPr wrap="square" rtlCol="0">
            <a:spAutoFit/>
          </a:bodyPr>
          <a:lstStyle/>
          <a:p>
            <a:pPr algn="ctr"/>
            <a:r>
              <a:rPr lang="en-US" sz="900" dirty="0"/>
              <a:t>49</a:t>
            </a:r>
          </a:p>
        </p:txBody>
      </p:sp>
      <p:sp>
        <p:nvSpPr>
          <p:cNvPr id="30" name="TextBox 29">
            <a:extLst>
              <a:ext uri="{FF2B5EF4-FFF2-40B4-BE49-F238E27FC236}">
                <a16:creationId xmlns:a16="http://schemas.microsoft.com/office/drawing/2014/main" id="{A7FE6D61-82C1-BBE3-AC16-8C9F83D3B5F9}"/>
              </a:ext>
            </a:extLst>
          </p:cNvPr>
          <p:cNvSpPr txBox="1"/>
          <p:nvPr/>
        </p:nvSpPr>
        <p:spPr>
          <a:xfrm>
            <a:off x="3640666" y="440854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2245C153-6585-BE85-0026-9CFD1174CECF}"/>
              </a:ext>
            </a:extLst>
          </p:cNvPr>
          <p:cNvSpPr txBox="1"/>
          <p:nvPr/>
        </p:nvSpPr>
        <p:spPr>
          <a:xfrm>
            <a:off x="3640666" y="5044952"/>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C1E4A1E4-9A74-7FB9-5544-BBDA4427B97D}"/>
              </a:ext>
            </a:extLst>
          </p:cNvPr>
          <p:cNvSpPr txBox="1"/>
          <p:nvPr/>
        </p:nvSpPr>
        <p:spPr>
          <a:xfrm>
            <a:off x="3138310" y="5044952"/>
            <a:ext cx="570089" cy="230832"/>
          </a:xfrm>
          <a:prstGeom prst="rect">
            <a:avLst/>
          </a:prstGeom>
          <a:no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0DE5E07F-4875-2AF6-E6A2-FCA02B0BA83C}"/>
              </a:ext>
            </a:extLst>
          </p:cNvPr>
          <p:cNvSpPr txBox="1"/>
          <p:nvPr/>
        </p:nvSpPr>
        <p:spPr>
          <a:xfrm>
            <a:off x="4143022" y="3041177"/>
            <a:ext cx="570089" cy="230832"/>
          </a:xfrm>
          <a:prstGeom prst="rect">
            <a:avLst/>
          </a:prstGeom>
          <a:noFill/>
        </p:spPr>
        <p:txBody>
          <a:bodyPr wrap="square" rtlCol="0">
            <a:spAutoFit/>
          </a:bodyPr>
          <a:lstStyle/>
          <a:p>
            <a:pPr algn="ctr"/>
            <a:r>
              <a:rPr lang="en-US" sz="900" dirty="0"/>
              <a:t>457</a:t>
            </a:r>
          </a:p>
        </p:txBody>
      </p:sp>
      <p:sp>
        <p:nvSpPr>
          <p:cNvPr id="36" name="TextBox 35">
            <a:extLst>
              <a:ext uri="{FF2B5EF4-FFF2-40B4-BE49-F238E27FC236}">
                <a16:creationId xmlns:a16="http://schemas.microsoft.com/office/drawing/2014/main" id="{07D1032E-41D2-885E-DA92-112F376B02CB}"/>
              </a:ext>
            </a:extLst>
          </p:cNvPr>
          <p:cNvSpPr txBox="1"/>
          <p:nvPr/>
        </p:nvSpPr>
        <p:spPr>
          <a:xfrm>
            <a:off x="4143022" y="3542121"/>
            <a:ext cx="570089" cy="230832"/>
          </a:xfrm>
          <a:prstGeom prst="rect">
            <a:avLst/>
          </a:prstGeom>
          <a:noFill/>
        </p:spPr>
        <p:txBody>
          <a:bodyPr wrap="square" rtlCol="0">
            <a:spAutoFit/>
          </a:bodyPr>
          <a:lstStyle/>
          <a:p>
            <a:pPr algn="ctr"/>
            <a:r>
              <a:rPr lang="en-US" sz="900" dirty="0"/>
              <a:t>47</a:t>
            </a:r>
          </a:p>
        </p:txBody>
      </p:sp>
      <p:sp>
        <p:nvSpPr>
          <p:cNvPr id="47" name="TextBox 46">
            <a:extLst>
              <a:ext uri="{FF2B5EF4-FFF2-40B4-BE49-F238E27FC236}">
                <a16:creationId xmlns:a16="http://schemas.microsoft.com/office/drawing/2014/main" id="{7BF7976C-15D3-A72E-8FB1-96038B75C111}"/>
              </a:ext>
            </a:extLst>
          </p:cNvPr>
          <p:cNvSpPr txBox="1"/>
          <p:nvPr/>
        </p:nvSpPr>
        <p:spPr>
          <a:xfrm>
            <a:off x="5650090" y="2039289"/>
            <a:ext cx="570089" cy="230832"/>
          </a:xfrm>
          <a:prstGeom prst="rect">
            <a:avLst/>
          </a:prstGeom>
          <a:noFill/>
        </p:spPr>
        <p:txBody>
          <a:bodyPr wrap="square" rtlCol="0">
            <a:spAutoFit/>
          </a:bodyPr>
          <a:lstStyle/>
          <a:p>
            <a:pPr algn="ctr"/>
            <a:r>
              <a:rPr lang="en-US" sz="900" dirty="0"/>
              <a:t>34</a:t>
            </a:r>
          </a:p>
        </p:txBody>
      </p:sp>
      <p:sp>
        <p:nvSpPr>
          <p:cNvPr id="48" name="TextBox 47">
            <a:extLst>
              <a:ext uri="{FF2B5EF4-FFF2-40B4-BE49-F238E27FC236}">
                <a16:creationId xmlns:a16="http://schemas.microsoft.com/office/drawing/2014/main" id="{81C663FE-22CB-9E24-A927-71B2E59018A8}"/>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323F8A3C-E072-2D16-3DEB-0AD9231FC548}"/>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AB04F741-6797-B146-9EC7-A26E261ACA5C}"/>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1" name="TextBox 50">
            <a:extLst>
              <a:ext uri="{FF2B5EF4-FFF2-40B4-BE49-F238E27FC236}">
                <a16:creationId xmlns:a16="http://schemas.microsoft.com/office/drawing/2014/main" id="{D2AD81A8-5486-7E32-F17B-FAE53B380889}"/>
              </a:ext>
            </a:extLst>
          </p:cNvPr>
          <p:cNvSpPr txBox="1"/>
          <p:nvPr/>
        </p:nvSpPr>
        <p:spPr>
          <a:xfrm>
            <a:off x="5147734" y="5044952"/>
            <a:ext cx="570089" cy="230832"/>
          </a:xfrm>
          <a:prstGeom prst="rect">
            <a:avLst/>
          </a:prstGeom>
          <a:noFill/>
        </p:spPr>
        <p:txBody>
          <a:bodyPr wrap="square" rtlCol="0">
            <a:spAutoFit/>
          </a:bodyPr>
          <a:lstStyle/>
          <a:p>
            <a:pPr algn="ctr"/>
            <a:r>
              <a:rPr lang="en-US" sz="900" dirty="0"/>
              <a:t>478</a:t>
            </a:r>
          </a:p>
        </p:txBody>
      </p:sp>
      <p:sp>
        <p:nvSpPr>
          <p:cNvPr id="57" name="TextBox 56">
            <a:extLst>
              <a:ext uri="{FF2B5EF4-FFF2-40B4-BE49-F238E27FC236}">
                <a16:creationId xmlns:a16="http://schemas.microsoft.com/office/drawing/2014/main" id="{0A3B96B8-1D13-D714-E81D-3CA0B37ECED6}"/>
              </a:ext>
            </a:extLst>
          </p:cNvPr>
          <p:cNvSpPr txBox="1"/>
          <p:nvPr/>
        </p:nvSpPr>
        <p:spPr>
          <a:xfrm>
            <a:off x="5147734" y="3542121"/>
            <a:ext cx="570089" cy="230832"/>
          </a:xfrm>
          <a:prstGeom prst="rect">
            <a:avLst/>
          </a:prstGeom>
          <a:noFill/>
        </p:spPr>
        <p:txBody>
          <a:bodyPr wrap="square" rtlCol="0">
            <a:spAutoFit/>
          </a:bodyPr>
          <a:lstStyle/>
          <a:p>
            <a:pPr algn="ctr"/>
            <a:r>
              <a:rPr lang="en-US" sz="900" dirty="0"/>
              <a:t>74</a:t>
            </a:r>
          </a:p>
        </p:txBody>
      </p:sp>
      <p:sp>
        <p:nvSpPr>
          <p:cNvPr id="61" name="TextBox 60">
            <a:extLst>
              <a:ext uri="{FF2B5EF4-FFF2-40B4-BE49-F238E27FC236}">
                <a16:creationId xmlns:a16="http://schemas.microsoft.com/office/drawing/2014/main" id="{E18F4308-340D-6170-A94A-3A25E5004ED8}"/>
              </a:ext>
            </a:extLst>
          </p:cNvPr>
          <p:cNvSpPr txBox="1"/>
          <p:nvPr/>
        </p:nvSpPr>
        <p:spPr>
          <a:xfrm>
            <a:off x="3640666" y="1768353"/>
            <a:ext cx="570089" cy="230832"/>
          </a:xfrm>
          <a:prstGeom prst="rect">
            <a:avLst/>
          </a:prstGeom>
          <a:noFill/>
        </p:spPr>
        <p:txBody>
          <a:bodyPr wrap="square" rtlCol="0">
            <a:spAutoFit/>
          </a:bodyPr>
          <a:lstStyle/>
          <a:p>
            <a:pPr algn="ctr"/>
            <a:r>
              <a:rPr lang="en-US" sz="900" dirty="0"/>
              <a:t>79</a:t>
            </a:r>
          </a:p>
        </p:txBody>
      </p:sp>
      <p:sp>
        <p:nvSpPr>
          <p:cNvPr id="62" name="TextBox 61">
            <a:extLst>
              <a:ext uri="{FF2B5EF4-FFF2-40B4-BE49-F238E27FC236}">
                <a16:creationId xmlns:a16="http://schemas.microsoft.com/office/drawing/2014/main" id="{9073B80D-9FE6-0A96-E19C-3FA912856467}"/>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C4319C8E-E8A8-12D1-397F-CF150C78C58B}"/>
              </a:ext>
            </a:extLst>
          </p:cNvPr>
          <p:cNvSpPr txBox="1"/>
          <p:nvPr/>
        </p:nvSpPr>
        <p:spPr>
          <a:xfrm>
            <a:off x="3138310" y="1768353"/>
            <a:ext cx="570089" cy="230832"/>
          </a:xfrm>
          <a:prstGeom prst="rect">
            <a:avLst/>
          </a:prstGeom>
          <a:noFill/>
        </p:spPr>
        <p:txBody>
          <a:bodyPr wrap="square" rtlCol="0">
            <a:spAutoFit/>
          </a:bodyPr>
          <a:lstStyle/>
          <a:p>
            <a:pPr algn="ctr"/>
            <a:r>
              <a:rPr lang="en-US" sz="900" dirty="0"/>
              <a:t>579</a:t>
            </a:r>
          </a:p>
        </p:txBody>
      </p:sp>
      <p:sp>
        <p:nvSpPr>
          <p:cNvPr id="40" name="TextBox 39">
            <a:extLst>
              <a:ext uri="{FF2B5EF4-FFF2-40B4-BE49-F238E27FC236}">
                <a16:creationId xmlns:a16="http://schemas.microsoft.com/office/drawing/2014/main" id="{52AE06E7-9471-2339-55EE-EDDA2EB20BD8}"/>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2" name="TextBox 41">
            <a:extLst>
              <a:ext uri="{FF2B5EF4-FFF2-40B4-BE49-F238E27FC236}">
                <a16:creationId xmlns:a16="http://schemas.microsoft.com/office/drawing/2014/main" id="{934A018D-FED5-0452-D25A-6B9231BAA11B}"/>
              </a:ext>
            </a:extLst>
          </p:cNvPr>
          <p:cNvSpPr txBox="1"/>
          <p:nvPr/>
        </p:nvSpPr>
        <p:spPr>
          <a:xfrm>
            <a:off x="4645378" y="2039289"/>
            <a:ext cx="570089" cy="230832"/>
          </a:xfrm>
          <a:prstGeom prst="rect">
            <a:avLst/>
          </a:prstGeom>
          <a:noFill/>
        </p:spPr>
        <p:txBody>
          <a:bodyPr wrap="square" rtlCol="0">
            <a:spAutoFit/>
          </a:bodyPr>
          <a:lstStyle/>
          <a:p>
            <a:pPr algn="ctr"/>
            <a:r>
              <a:rPr lang="en-US" sz="900" dirty="0"/>
              <a:t>43</a:t>
            </a:r>
          </a:p>
        </p:txBody>
      </p:sp>
      <p:sp>
        <p:nvSpPr>
          <p:cNvPr id="44" name="TextBox 43">
            <a:extLst>
              <a:ext uri="{FF2B5EF4-FFF2-40B4-BE49-F238E27FC236}">
                <a16:creationId xmlns:a16="http://schemas.microsoft.com/office/drawing/2014/main" id="{BC3E2BD0-39A7-BA81-3EAD-3DAB2EE295BF}"/>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5DE2487-0514-94E4-FE16-DEB2951CD58C}"/>
              </a:ext>
            </a:extLst>
          </p:cNvPr>
          <p:cNvSpPr txBox="1"/>
          <p:nvPr/>
        </p:nvSpPr>
        <p:spPr>
          <a:xfrm>
            <a:off x="4645378" y="4408541"/>
            <a:ext cx="570089" cy="230832"/>
          </a:xfrm>
          <a:prstGeom prst="rect">
            <a:avLst/>
          </a:prstGeom>
          <a:noFill/>
        </p:spPr>
        <p:txBody>
          <a:bodyPr wrap="square" rtlCol="0">
            <a:spAutoFit/>
          </a:bodyPr>
          <a:lstStyle/>
          <a:p>
            <a:pPr algn="ctr"/>
            <a:r>
              <a:rPr lang="en-US" sz="900" dirty="0"/>
              <a:t>357</a:t>
            </a:r>
          </a:p>
        </p:txBody>
      </p:sp>
      <p:sp>
        <p:nvSpPr>
          <p:cNvPr id="67" name="TextBox 66">
            <a:extLst>
              <a:ext uri="{FF2B5EF4-FFF2-40B4-BE49-F238E27FC236}">
                <a16:creationId xmlns:a16="http://schemas.microsoft.com/office/drawing/2014/main" id="{49276F27-58A9-ACF9-1651-7A872479F70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3ADCAE20-4886-6C1C-8DE3-2632E4E138A8}"/>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C665A5FF-6F0D-3E2F-ACDF-954CF652AFC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073A1976-E2B4-4824-8540-901CEF8ACC4E}"/>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153E5E7D-C210-6DE7-EE43-68C65DCFEB4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8957ECDC-98C9-683E-94F5-F473385411AA}"/>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31DD089A-7DB9-6A2F-3B98-0BDFC698075B}"/>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99A8A821-B159-8810-AD4A-9DFD7322228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8449BE00-0C09-E041-BCF4-5B84D94006E7}"/>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8B4AC3F8-5EA2-DDDE-2F01-72EF303D833A}"/>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9B4E7BF6-45F9-997C-84B0-E095A053B422}"/>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CB704218-E58D-5BCF-F478-D5DFB7376357}"/>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A88F47DB-D278-D5B5-1304-6222D0B7DBA5}"/>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E0A5C52F-6AC2-631E-48A8-99AEAA68E268}"/>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8306318B-B9F3-FBD8-819D-00B57F476818}"/>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0ED5EDFA-D7D0-D83F-F9C9-56A217920780}"/>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E2C44298-2CCE-49F9-E832-50204DBA3BF7}"/>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6BCFD777-151A-B8F1-7CAA-AFEE8F919F8B}"/>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EC56D9BB-2E91-1844-CC3D-D9CDBF8F2D55}"/>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AC8B3B79-1240-BCA0-3854-121AFDA7F72D}"/>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047EAF81-E163-8410-02BD-FC317CB09FF1}"/>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8D47BA51-BF6C-BC07-6E58-EBE236E43006}"/>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6BCD45B-9446-65CC-2EAF-0A2CE8F392F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6B4CA59-2DBF-FCCD-DBB5-BB517283C404}"/>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D0D14471-D759-8CD0-775E-6B7D48C17408}"/>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EC8B04E7-80DE-9D49-9A5E-B8FC091F6D6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719DD908-A625-314C-A40E-A06EFDD2C301}"/>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D8FB458-DB81-B814-06FA-0B1B6A3C4151}"/>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7707ABE5-7F53-8291-CD4F-C25575E74A95}"/>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13C4C9E5-119C-AA30-E94C-20C2C816D4E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9CB0CDB2-9F36-D329-273B-86A5EB0276E7}"/>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6974AC97-1DE1-6B18-C997-D2E27533D0E4}"/>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C27E92F0-755B-7C68-3C8C-3B7A644D37A7}"/>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14BB3BD5-53D1-83A3-F37E-1EFB3EBA26D2}"/>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1465FE7E-7AD0-8EDE-D2AE-10850F07FB8B}"/>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1E09E5FE-EB85-2399-B89B-67FB353D0E35}"/>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CEB50360-5DFD-214B-44B2-A96B2B123B59}"/>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1265C6E7-4318-8127-0552-C96B200A63C8}"/>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1595AEF-9CC0-DAF0-2403-5668655D9F42}"/>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9CC9A65D-1657-AB8D-CF0C-8B76F0094B4F}"/>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C9BACBA0-7578-B218-271A-8F8E79066534}"/>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2AD102E7-6D1C-E959-2E83-10C28481B504}"/>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7DB52E90-2A74-8B4A-FA91-273304E97B5B}"/>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4AB6E456-6660-129F-EB1F-DCAF319E1A62}"/>
              </a:ext>
            </a:extLst>
          </p:cNvPr>
          <p:cNvSpPr txBox="1"/>
          <p:nvPr/>
        </p:nvSpPr>
        <p:spPr>
          <a:xfrm>
            <a:off x="3217333" y="3237891"/>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81B16E7F-4474-5D49-5D56-BDF06E11FE56}"/>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0C68A05C-3AA1-2115-4FEB-5810C3CE765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8219866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E16BF-51AF-CF94-081E-598B8470D0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B82A80-462F-B79F-6744-D3E1277430F0}"/>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DCC724B-8110-554D-02AF-27446C2739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526954F-38C3-9275-B18C-1CAE1A6576D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BAF5AD4-7C10-0FA3-A741-D9E88B8E8E4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56AC0FF-A26B-D6F6-641A-E13D35B3C63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BCD1C7-74C9-8072-138F-02B01DD5CD1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DCB1D973-6CFD-B31E-3D50-BBA9520C12C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639BE23-22DD-5C11-996C-FE4FA94EE0A0}"/>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0595542-6398-3156-FE73-A8F151112810}"/>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C4610B5A-F41E-8411-833F-3CC182F08E0D}"/>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D11CC567-0279-A39D-6E67-5C88B2D6BA8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E51A3E08-ED8A-685E-DBB3-2416556AAFE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5B5058B1-1719-4BC7-50C9-D1AD9CC95A8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29" name="TextBox 28">
            <a:extLst>
              <a:ext uri="{FF2B5EF4-FFF2-40B4-BE49-F238E27FC236}">
                <a16:creationId xmlns:a16="http://schemas.microsoft.com/office/drawing/2014/main" id="{D88DEA99-8ED6-C294-5424-700490A79ADC}"/>
              </a:ext>
            </a:extLst>
          </p:cNvPr>
          <p:cNvSpPr txBox="1"/>
          <p:nvPr/>
        </p:nvSpPr>
        <p:spPr>
          <a:xfrm>
            <a:off x="3138310"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49</a:t>
            </a:r>
          </a:p>
        </p:txBody>
      </p:sp>
      <p:sp>
        <p:nvSpPr>
          <p:cNvPr id="30" name="TextBox 29">
            <a:extLst>
              <a:ext uri="{FF2B5EF4-FFF2-40B4-BE49-F238E27FC236}">
                <a16:creationId xmlns:a16="http://schemas.microsoft.com/office/drawing/2014/main" id="{745CEC33-FB32-C7A1-7DA4-1029D682648E}"/>
              </a:ext>
            </a:extLst>
          </p:cNvPr>
          <p:cNvSpPr txBox="1"/>
          <p:nvPr/>
        </p:nvSpPr>
        <p:spPr>
          <a:xfrm>
            <a:off x="3640666" y="4408541"/>
            <a:ext cx="570089" cy="230832"/>
          </a:xfrm>
          <a:prstGeom prst="rect">
            <a:avLst/>
          </a:prstGeom>
          <a:solidFill>
            <a:schemeClr val="accent4">
              <a:lumMod val="20000"/>
              <a:lumOff val="80000"/>
            </a:schemeClr>
          </a:solid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F7A0E9B3-45A2-BAF1-2BC2-4E968815C7EF}"/>
              </a:ext>
            </a:extLst>
          </p:cNvPr>
          <p:cNvSpPr txBox="1"/>
          <p:nvPr/>
        </p:nvSpPr>
        <p:spPr>
          <a:xfrm>
            <a:off x="3138310" y="5044952"/>
            <a:ext cx="570089" cy="230832"/>
          </a:xfrm>
          <a:prstGeom prst="rect">
            <a:avLst/>
          </a:prstGeom>
          <a:solidFill>
            <a:schemeClr val="accent4">
              <a:lumMod val="20000"/>
              <a:lumOff val="80000"/>
            </a:schemeClr>
          </a:solidFill>
        </p:spPr>
        <p:txBody>
          <a:bodyPr wrap="square" rtlCol="0">
            <a:spAutoFit/>
          </a:bodyPr>
          <a:lstStyle/>
          <a:p>
            <a:pPr algn="ctr"/>
            <a:r>
              <a:rPr lang="en-US" sz="900" dirty="0"/>
              <a:t>74</a:t>
            </a:r>
          </a:p>
        </p:txBody>
      </p:sp>
      <p:sp>
        <p:nvSpPr>
          <p:cNvPr id="35" name="TextBox 34">
            <a:extLst>
              <a:ext uri="{FF2B5EF4-FFF2-40B4-BE49-F238E27FC236}">
                <a16:creationId xmlns:a16="http://schemas.microsoft.com/office/drawing/2014/main" id="{9C3D423E-349E-2DBA-907F-DDC78F1C5E8C}"/>
              </a:ext>
            </a:extLst>
          </p:cNvPr>
          <p:cNvSpPr txBox="1"/>
          <p:nvPr/>
        </p:nvSpPr>
        <p:spPr>
          <a:xfrm>
            <a:off x="4143022" y="3041177"/>
            <a:ext cx="570089" cy="230832"/>
          </a:xfrm>
          <a:prstGeom prst="rect">
            <a:avLst/>
          </a:prstGeom>
          <a:solidFill>
            <a:schemeClr val="accent5">
              <a:lumMod val="20000"/>
              <a:lumOff val="80000"/>
            </a:schemeClr>
          </a:solidFill>
        </p:spPr>
        <p:txBody>
          <a:bodyPr wrap="square" rtlCol="0">
            <a:spAutoFit/>
          </a:bodyPr>
          <a:lstStyle/>
          <a:p>
            <a:pPr algn="ctr"/>
            <a:r>
              <a:rPr lang="en-US" sz="900" dirty="0"/>
              <a:t>74</a:t>
            </a:r>
          </a:p>
        </p:txBody>
      </p:sp>
      <p:sp>
        <p:nvSpPr>
          <p:cNvPr id="36" name="TextBox 35">
            <a:extLst>
              <a:ext uri="{FF2B5EF4-FFF2-40B4-BE49-F238E27FC236}">
                <a16:creationId xmlns:a16="http://schemas.microsoft.com/office/drawing/2014/main" id="{A2C9C34E-267A-C64D-F7A5-EA31FC7A9797}"/>
              </a:ext>
            </a:extLst>
          </p:cNvPr>
          <p:cNvSpPr txBox="1"/>
          <p:nvPr/>
        </p:nvSpPr>
        <p:spPr>
          <a:xfrm>
            <a:off x="4143022" y="3542121"/>
            <a:ext cx="570089" cy="230832"/>
          </a:xfrm>
          <a:prstGeom prst="rect">
            <a:avLst/>
          </a:prstGeom>
          <a:solidFill>
            <a:schemeClr val="accent5">
              <a:lumMod val="20000"/>
              <a:lumOff val="80000"/>
            </a:schemeClr>
          </a:solidFill>
        </p:spPr>
        <p:txBody>
          <a:bodyPr wrap="square" rtlCol="0">
            <a:spAutoFit/>
          </a:bodyPr>
          <a:lstStyle/>
          <a:p>
            <a:pPr algn="ctr"/>
            <a:r>
              <a:rPr lang="en-US" sz="900" dirty="0"/>
              <a:t>47</a:t>
            </a:r>
          </a:p>
        </p:txBody>
      </p:sp>
      <p:sp>
        <p:nvSpPr>
          <p:cNvPr id="48" name="TextBox 47">
            <a:extLst>
              <a:ext uri="{FF2B5EF4-FFF2-40B4-BE49-F238E27FC236}">
                <a16:creationId xmlns:a16="http://schemas.microsoft.com/office/drawing/2014/main" id="{59267383-1710-70EB-39F0-71E6E7119226}"/>
              </a:ext>
            </a:extLst>
          </p:cNvPr>
          <p:cNvSpPr txBox="1"/>
          <p:nvPr/>
        </p:nvSpPr>
        <p:spPr>
          <a:xfrm>
            <a:off x="5147734" y="3041177"/>
            <a:ext cx="570089" cy="230832"/>
          </a:xfrm>
          <a:prstGeom prst="rect">
            <a:avLst/>
          </a:prstGeom>
          <a:noFill/>
        </p:spPr>
        <p:txBody>
          <a:bodyPr wrap="square" rtlCol="0">
            <a:spAutoFit/>
          </a:bodyPr>
          <a:lstStyle/>
          <a:p>
            <a:pPr algn="ctr"/>
            <a:r>
              <a:rPr lang="en-US" sz="900" dirty="0"/>
              <a:t>4579</a:t>
            </a:r>
          </a:p>
        </p:txBody>
      </p:sp>
      <p:sp>
        <p:nvSpPr>
          <p:cNvPr id="49" name="TextBox 48">
            <a:extLst>
              <a:ext uri="{FF2B5EF4-FFF2-40B4-BE49-F238E27FC236}">
                <a16:creationId xmlns:a16="http://schemas.microsoft.com/office/drawing/2014/main" id="{698C9721-0DFA-4ADF-21A2-8A28CA14D59E}"/>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F90A1FD5-D240-3F77-05FC-873CEC44D2A6}"/>
              </a:ext>
            </a:extLst>
          </p:cNvPr>
          <p:cNvSpPr txBox="1"/>
          <p:nvPr/>
        </p:nvSpPr>
        <p:spPr>
          <a:xfrm>
            <a:off x="5147734" y="4544009"/>
            <a:ext cx="570089" cy="230832"/>
          </a:xfrm>
          <a:prstGeom prst="rect">
            <a:avLst/>
          </a:prstGeom>
          <a:noFill/>
        </p:spPr>
        <p:txBody>
          <a:bodyPr wrap="square" rtlCol="0">
            <a:spAutoFit/>
          </a:bodyPr>
          <a:lstStyle/>
          <a:p>
            <a:pPr algn="ctr"/>
            <a:r>
              <a:rPr lang="en-US" sz="900" dirty="0"/>
              <a:t>579</a:t>
            </a:r>
          </a:p>
        </p:txBody>
      </p:sp>
      <p:sp>
        <p:nvSpPr>
          <p:cNvPr id="57" name="TextBox 56">
            <a:extLst>
              <a:ext uri="{FF2B5EF4-FFF2-40B4-BE49-F238E27FC236}">
                <a16:creationId xmlns:a16="http://schemas.microsoft.com/office/drawing/2014/main" id="{04C71CE8-0A0E-E4E1-D7AA-800BD75B7215}"/>
              </a:ext>
            </a:extLst>
          </p:cNvPr>
          <p:cNvSpPr txBox="1"/>
          <p:nvPr/>
        </p:nvSpPr>
        <p:spPr>
          <a:xfrm>
            <a:off x="5147734" y="3542121"/>
            <a:ext cx="570089" cy="230832"/>
          </a:xfrm>
          <a:prstGeom prst="rect">
            <a:avLst/>
          </a:prstGeom>
          <a:solidFill>
            <a:schemeClr val="accent5">
              <a:lumMod val="20000"/>
              <a:lumOff val="80000"/>
            </a:schemeClr>
          </a:solidFill>
        </p:spPr>
        <p:txBody>
          <a:bodyPr wrap="square" rtlCol="0">
            <a:spAutoFit/>
          </a:bodyPr>
          <a:lstStyle/>
          <a:p>
            <a:pPr algn="ctr"/>
            <a:r>
              <a:rPr lang="en-US" sz="900" dirty="0"/>
              <a:t>74</a:t>
            </a:r>
          </a:p>
        </p:txBody>
      </p:sp>
      <p:sp>
        <p:nvSpPr>
          <p:cNvPr id="61" name="TextBox 60">
            <a:extLst>
              <a:ext uri="{FF2B5EF4-FFF2-40B4-BE49-F238E27FC236}">
                <a16:creationId xmlns:a16="http://schemas.microsoft.com/office/drawing/2014/main" id="{012C7447-4E17-A4BD-81BC-67AA53B4B33A}"/>
              </a:ext>
            </a:extLst>
          </p:cNvPr>
          <p:cNvSpPr txBox="1"/>
          <p:nvPr/>
        </p:nvSpPr>
        <p:spPr>
          <a:xfrm>
            <a:off x="3640666" y="1768353"/>
            <a:ext cx="570089" cy="230832"/>
          </a:xfrm>
          <a:prstGeom prst="rect">
            <a:avLst/>
          </a:prstGeom>
          <a:solidFill>
            <a:schemeClr val="accent4">
              <a:lumMod val="20000"/>
              <a:lumOff val="80000"/>
            </a:schemeClr>
          </a:solidFill>
        </p:spPr>
        <p:txBody>
          <a:bodyPr wrap="square" rtlCol="0">
            <a:spAutoFit/>
          </a:bodyPr>
          <a:lstStyle/>
          <a:p>
            <a:pPr algn="ctr"/>
            <a:r>
              <a:rPr lang="en-US" sz="900" dirty="0"/>
              <a:t>79</a:t>
            </a:r>
          </a:p>
        </p:txBody>
      </p:sp>
      <p:sp>
        <p:nvSpPr>
          <p:cNvPr id="62" name="TextBox 61">
            <a:extLst>
              <a:ext uri="{FF2B5EF4-FFF2-40B4-BE49-F238E27FC236}">
                <a16:creationId xmlns:a16="http://schemas.microsoft.com/office/drawing/2014/main" id="{C0566DBC-6D13-29DC-D7B2-62E3FE4F8D68}"/>
              </a:ext>
            </a:extLst>
          </p:cNvPr>
          <p:cNvSpPr txBox="1"/>
          <p:nvPr/>
        </p:nvSpPr>
        <p:spPr>
          <a:xfrm>
            <a:off x="4143022" y="1768353"/>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2DC5029F-A12C-264F-B887-E33D320EB580}"/>
              </a:ext>
            </a:extLst>
          </p:cNvPr>
          <p:cNvSpPr txBox="1"/>
          <p:nvPr/>
        </p:nvSpPr>
        <p:spPr>
          <a:xfrm>
            <a:off x="3138310" y="1768353"/>
            <a:ext cx="570089" cy="230832"/>
          </a:xfrm>
          <a:prstGeom prst="rect">
            <a:avLst/>
          </a:prstGeom>
          <a:solidFill>
            <a:schemeClr val="accent4">
              <a:lumMod val="20000"/>
              <a:lumOff val="80000"/>
            </a:schemeClr>
          </a:solidFill>
        </p:spPr>
        <p:txBody>
          <a:bodyPr wrap="square" rtlCol="0">
            <a:spAutoFit/>
          </a:bodyPr>
          <a:lstStyle/>
          <a:p>
            <a:pPr algn="ctr"/>
            <a:r>
              <a:rPr lang="en-US" sz="900" dirty="0"/>
              <a:t>97</a:t>
            </a:r>
          </a:p>
        </p:txBody>
      </p:sp>
      <p:sp>
        <p:nvSpPr>
          <p:cNvPr id="40" name="TextBox 39">
            <a:extLst>
              <a:ext uri="{FF2B5EF4-FFF2-40B4-BE49-F238E27FC236}">
                <a16:creationId xmlns:a16="http://schemas.microsoft.com/office/drawing/2014/main" id="{922721FE-E634-2BC9-8447-543782233DD6}"/>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768D0107-EE37-7AFE-304F-7B8CE2DC91A7}"/>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45D6BB5D-43FA-468A-6D71-4DB3A87CDB58}"/>
              </a:ext>
            </a:extLst>
          </p:cNvPr>
          <p:cNvSpPr txBox="1"/>
          <p:nvPr/>
        </p:nvSpPr>
        <p:spPr>
          <a:xfrm>
            <a:off x="4645378" y="4408541"/>
            <a:ext cx="570089" cy="230832"/>
          </a:xfrm>
          <a:prstGeom prst="rect">
            <a:avLst/>
          </a:prstGeom>
          <a:noFill/>
        </p:spPr>
        <p:txBody>
          <a:bodyPr wrap="square" rtlCol="0">
            <a:spAutoFit/>
          </a:bodyPr>
          <a:lstStyle/>
          <a:p>
            <a:pPr algn="ctr"/>
            <a:r>
              <a:rPr lang="en-US" sz="900" dirty="0"/>
              <a:t>357</a:t>
            </a:r>
          </a:p>
        </p:txBody>
      </p:sp>
      <p:sp>
        <p:nvSpPr>
          <p:cNvPr id="67" name="TextBox 66">
            <a:extLst>
              <a:ext uri="{FF2B5EF4-FFF2-40B4-BE49-F238E27FC236}">
                <a16:creationId xmlns:a16="http://schemas.microsoft.com/office/drawing/2014/main" id="{CF8DA7E5-50B0-6457-5326-941ED921005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36B984D5-AE7B-5FC7-13FC-E7C04DF79493}"/>
              </a:ext>
            </a:extLst>
          </p:cNvPr>
          <p:cNvSpPr txBox="1"/>
          <p:nvPr/>
        </p:nvSpPr>
        <p:spPr>
          <a:xfrm>
            <a:off x="5650090" y="4544009"/>
            <a:ext cx="570089" cy="230832"/>
          </a:xfrm>
          <a:prstGeom prst="rect">
            <a:avLst/>
          </a:prstGeom>
          <a:noFill/>
        </p:spPr>
        <p:txBody>
          <a:bodyPr wrap="square" rtlCol="0">
            <a:spAutoFit/>
          </a:bodyPr>
          <a:lstStyle/>
          <a:p>
            <a:pPr algn="ctr"/>
            <a:r>
              <a:rPr lang="en-US" sz="900" dirty="0"/>
              <a:t>39</a:t>
            </a:r>
          </a:p>
        </p:txBody>
      </p:sp>
      <p:sp>
        <p:nvSpPr>
          <p:cNvPr id="69" name="TextBox 68">
            <a:extLst>
              <a:ext uri="{FF2B5EF4-FFF2-40B4-BE49-F238E27FC236}">
                <a16:creationId xmlns:a16="http://schemas.microsoft.com/office/drawing/2014/main" id="{8C15F7AC-6847-884B-11F6-A144B1946B4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C0B2DA59-D780-7DC4-9E9E-336D8407363C}"/>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51D03661-BA54-95AE-7EDE-25D61C5C7750}"/>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F9E03F2-9B86-720C-BA9D-144560C48714}"/>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D243AE2D-8968-204D-BF19-AC0AEC4C91E6}"/>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A6293E65-254D-A767-D1AA-C5F0678C636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08CFE338-4974-0607-4C11-02D08F6E9ED6}"/>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501D3D3C-FCAD-AA96-1588-C81FCA89A901}"/>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A1D3F30F-AF89-480B-5311-5226C43E4250}"/>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6BF5CAF5-CFE1-A884-D906-D62729AA811F}"/>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B65C21A7-9BC3-A50A-79C3-01A5BAC312A3}"/>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DBF0FFCC-126A-25E9-EAE5-8B30D043D1A2}"/>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4AB40B3F-99F4-DF49-7A24-620AEA06D8D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0BCC2CCB-DE66-3F62-645C-3BE201506FAE}"/>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C025A4DF-780C-A117-9D83-D689A525F26A}"/>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9293F929-75FD-7653-BA27-BE3715A6022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660525E5-E71B-A4F5-9066-748258A30DE8}"/>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4EC08C84-9999-3701-2C68-D1E0BCCB7CE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10EE644A-E5FD-2873-6333-E8253B0ACAF5}"/>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F18505E0-9B3D-A21C-4C54-D98DFBF72CF7}"/>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D61489E5-E209-A1BD-2406-8A86E0379230}"/>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6A5BFB1-9E30-2457-433D-1B53C0790A15}"/>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DF38F66A-865B-2F6B-75CB-B999281824F9}"/>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43804E68-D8E5-FB3F-EFDA-2CA157B989C6}"/>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B9CB1AE3-F402-7F6B-582B-1288C86483BD}"/>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F5C139F6-6226-2816-7398-8D477B86233E}"/>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0B86B780-6C01-9227-531E-B224BE7D1F9D}"/>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7DC78507-5E58-F80C-6F5E-D51B164B379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61D37843-C3A1-AA0F-6C48-F1E71A6C4A27}"/>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E2C612E1-82E2-E740-84A0-76D4D90F9822}"/>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9E5E3877-533D-34B5-F10E-A42D7E3CDE2F}"/>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EC3B772E-9A62-14A4-BCDA-1FE696B7344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5E06C86-BF49-E08D-ACFF-B92AA8C555CE}"/>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C9CE5D2B-D4B9-CAFB-2DEA-112B9E6515AC}"/>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53C54452-6BDD-C3D1-A539-2C187C5A3F83}"/>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F9C443E-1C9D-B8C8-6FBA-E57EBF3BDD41}"/>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3EDBEA57-3457-BB25-C4D6-8093903C6DD5}"/>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98C4E292-9517-C916-9DF3-6CFB1134175A}"/>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2AF162F8-AE9E-CBE0-32FE-333373B36D7B}"/>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D712A785-2628-9544-7063-2C40A1B0A561}"/>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B92EBA17-82F0-2CDE-7314-1732D01C8956}"/>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0A15D227-6DA8-54E0-4C85-2931A6A96346}"/>
              </a:ext>
            </a:extLst>
          </p:cNvPr>
          <p:cNvSpPr txBox="1"/>
          <p:nvPr/>
        </p:nvSpPr>
        <p:spPr>
          <a:xfrm>
            <a:off x="3217333" y="323789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CDC6CBA5-4632-71F3-DA17-AA17345959A9}"/>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7A214496-34FD-AE0A-92F9-A172586F8E34}"/>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6FA21420-2C9E-7D7F-4FD7-59DB8A2DA20E}"/>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ECB5DEDA-B970-F3EC-4FE3-3B2C2795CBBC}"/>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9A05D6B6-DC76-74C4-3278-DB9A1F34D683}"/>
              </a:ext>
            </a:extLst>
          </p:cNvPr>
          <p:cNvSpPr txBox="1"/>
          <p:nvPr/>
        </p:nvSpPr>
        <p:spPr>
          <a:xfrm>
            <a:off x="5715003"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EBEE6D7D-E13B-66A7-5916-92038221DB89}"/>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6806995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B8B1D-D2EF-3DFD-CCDF-B4ED34466EE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BE0CBEF-92B2-5ED6-0E2A-52E136EFEC9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7E92F0C-0633-C673-09B7-91263D9D6F3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923E40D-1838-79A1-FAE6-62F8435F0B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91712BA-460A-3A94-8755-DBEDF0D333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ACB5D2-08EB-F169-87D5-CE8F3E319DF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24AA35A-545B-120E-6ED0-880495A6E96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899E247-D481-D046-D76B-A3B66369A5D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3E590DE-6CB4-7264-9E31-21824805DA8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0E58EA3-7BF1-8081-D383-7183C3808DE3}"/>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004D7BA4-6FC7-F7CC-DE3D-22BAA9DDA1A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93E4D196-AA3B-2982-2890-7605F62C8D0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607E154A-2BE6-8CE9-E173-5F012604EBD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12E5668D-9231-BDAE-D3DF-A8E0F119030B}"/>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4D140360-8F78-3F56-3057-4FB1D74C9677}"/>
              </a:ext>
            </a:extLst>
          </p:cNvPr>
          <p:cNvSpPr txBox="1"/>
          <p:nvPr/>
        </p:nvSpPr>
        <p:spPr>
          <a:xfrm>
            <a:off x="5147734" y="3041177"/>
            <a:ext cx="570089" cy="230832"/>
          </a:xfrm>
          <a:prstGeom prst="rect">
            <a:avLst/>
          </a:prstGeom>
          <a:noFill/>
        </p:spPr>
        <p:txBody>
          <a:bodyPr wrap="square" rtlCol="0">
            <a:spAutoFit/>
          </a:bodyPr>
          <a:lstStyle/>
          <a:p>
            <a:pPr algn="ctr"/>
            <a:r>
              <a:rPr lang="en-US" sz="900" dirty="0"/>
              <a:t>459</a:t>
            </a:r>
          </a:p>
        </p:txBody>
      </p:sp>
      <p:sp>
        <p:nvSpPr>
          <p:cNvPr id="49" name="TextBox 48">
            <a:extLst>
              <a:ext uri="{FF2B5EF4-FFF2-40B4-BE49-F238E27FC236}">
                <a16:creationId xmlns:a16="http://schemas.microsoft.com/office/drawing/2014/main" id="{70B1DC47-EE97-B027-9130-CB3A1552005C}"/>
              </a:ext>
            </a:extLst>
          </p:cNvPr>
          <p:cNvSpPr txBox="1"/>
          <p:nvPr/>
        </p:nvSpPr>
        <p:spPr>
          <a:xfrm>
            <a:off x="5650090" y="3041177"/>
            <a:ext cx="570089" cy="230832"/>
          </a:xfrm>
          <a:prstGeom prst="rect">
            <a:avLst/>
          </a:prstGeom>
          <a:noFill/>
        </p:spPr>
        <p:txBody>
          <a:bodyPr wrap="square" rtlCol="0">
            <a:spAutoFit/>
          </a:bodyPr>
          <a:lstStyle/>
          <a:p>
            <a:pPr algn="ctr"/>
            <a:r>
              <a:rPr lang="en-US" sz="900" dirty="0"/>
              <a:t>49</a:t>
            </a:r>
          </a:p>
        </p:txBody>
      </p:sp>
      <p:sp>
        <p:nvSpPr>
          <p:cNvPr id="50" name="TextBox 49">
            <a:extLst>
              <a:ext uri="{FF2B5EF4-FFF2-40B4-BE49-F238E27FC236}">
                <a16:creationId xmlns:a16="http://schemas.microsoft.com/office/drawing/2014/main" id="{7E2E7D94-8F3B-62B5-0E11-E8226F9EE09C}"/>
              </a:ext>
            </a:extLst>
          </p:cNvPr>
          <p:cNvSpPr txBox="1"/>
          <p:nvPr/>
        </p:nvSpPr>
        <p:spPr>
          <a:xfrm>
            <a:off x="5147734" y="4544009"/>
            <a:ext cx="570089" cy="230832"/>
          </a:xfrm>
          <a:prstGeom prst="rect">
            <a:avLst/>
          </a:prstGeom>
          <a:noFill/>
        </p:spPr>
        <p:txBody>
          <a:bodyPr wrap="square" rtlCol="0">
            <a:spAutoFit/>
          </a:bodyPr>
          <a:lstStyle/>
          <a:p>
            <a:pPr algn="ctr"/>
            <a:r>
              <a:rPr lang="en-US" sz="900" dirty="0"/>
              <a:t>59</a:t>
            </a:r>
          </a:p>
        </p:txBody>
      </p:sp>
      <p:sp>
        <p:nvSpPr>
          <p:cNvPr id="40" name="TextBox 39">
            <a:extLst>
              <a:ext uri="{FF2B5EF4-FFF2-40B4-BE49-F238E27FC236}">
                <a16:creationId xmlns:a16="http://schemas.microsoft.com/office/drawing/2014/main" id="{0FDD51E8-0AE9-B1F7-B24E-23B9F45B7775}"/>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F30CB8B2-CB1D-47E8-DBBC-B4ADC8111022}"/>
              </a:ext>
            </a:extLst>
          </p:cNvPr>
          <p:cNvSpPr txBox="1"/>
          <p:nvPr/>
        </p:nvSpPr>
        <p:spPr>
          <a:xfrm>
            <a:off x="4645378" y="3041177"/>
            <a:ext cx="570089" cy="230832"/>
          </a:xfrm>
          <a:prstGeom prst="rect">
            <a:avLst/>
          </a:prstGeom>
          <a:noFill/>
        </p:spPr>
        <p:txBody>
          <a:bodyPr wrap="square" rtlCol="0">
            <a:spAutoFit/>
          </a:bodyPr>
          <a:lstStyle/>
          <a:p>
            <a:pPr algn="ctr"/>
            <a:r>
              <a:rPr lang="en-US" sz="900" dirty="0"/>
              <a:t>457</a:t>
            </a:r>
          </a:p>
        </p:txBody>
      </p:sp>
      <p:sp>
        <p:nvSpPr>
          <p:cNvPr id="67" name="TextBox 66">
            <a:extLst>
              <a:ext uri="{FF2B5EF4-FFF2-40B4-BE49-F238E27FC236}">
                <a16:creationId xmlns:a16="http://schemas.microsoft.com/office/drawing/2014/main" id="{308EC01B-4AAE-9166-695F-D9BC4658A74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8487E2F3-342E-A1C5-EEF2-AEE5F4E100AF}"/>
              </a:ext>
            </a:extLst>
          </p:cNvPr>
          <p:cNvSpPr txBox="1"/>
          <p:nvPr/>
        </p:nvSpPr>
        <p:spPr>
          <a:xfrm>
            <a:off x="5650090" y="4544009"/>
            <a:ext cx="570089" cy="230832"/>
          </a:xfrm>
          <a:prstGeom prst="rect">
            <a:avLst/>
          </a:prstGeom>
          <a:noFill/>
        </p:spPr>
        <p:txBody>
          <a:bodyPr wrap="square" rtlCol="0">
            <a:spAutoFit/>
          </a:bodyPr>
          <a:lstStyle/>
          <a:p>
            <a:pPr algn="ctr"/>
            <a:r>
              <a:rPr lang="en-US" sz="900" dirty="0"/>
              <a:t>93</a:t>
            </a:r>
          </a:p>
        </p:txBody>
      </p:sp>
      <p:sp>
        <p:nvSpPr>
          <p:cNvPr id="69" name="TextBox 68">
            <a:extLst>
              <a:ext uri="{FF2B5EF4-FFF2-40B4-BE49-F238E27FC236}">
                <a16:creationId xmlns:a16="http://schemas.microsoft.com/office/drawing/2014/main" id="{07206E71-0C48-5923-4931-64A1FD8F3C1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3C3BD4C8-514C-C792-DB17-72CA954E82F4}"/>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32C7A5A5-E15D-D3FF-4FBA-389D1D5109FE}"/>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9DE054A-BDC7-707C-7D89-5021C4C1ACF2}"/>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49D067BF-C07E-BC40-EB34-5CE6FEED1574}"/>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C8BC2C42-98CF-493D-F41C-362A8034177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5FFC7FD3-BDEE-A70E-8F9D-DA26C4372B4D}"/>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82383103-F72A-B7EB-FF82-90AFAD988D99}"/>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1F307D45-16FC-88BC-D6E6-E31B10EEB8D1}"/>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444468CF-F383-AA72-6837-D773496A76B2}"/>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374283EE-8EAD-5FF2-3FA0-296DCF8F200C}"/>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23C58E52-C8BC-6B95-C598-600750310393}"/>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A8C58F12-B425-032B-6F54-08B5160ADED8}"/>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BF892C53-850C-D110-BA6C-5B55D8EE420A}"/>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18AE9D36-6046-EF21-81C8-273851730F0C}"/>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00BBB372-D1EE-22A9-3364-AC3B7253DB5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988C7FA8-F4E8-BF80-8958-3978669223EF}"/>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82279B25-51F9-EBB9-8CFD-BE33E0549F6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569563CD-FF3C-65A2-89AA-0E9D766BAB1E}"/>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6DAE7CA9-0FC7-92AA-E5E3-E7BD501E240F}"/>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CF18EBB8-C036-23AD-4870-43E5AEEDE82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90EDD14D-8216-8CFE-2E50-67EED4611D8F}"/>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B6E29409-2475-FEDA-7CD0-0762F6BE3CC6}"/>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166431BB-0F45-E6ED-5875-81F8AAADB10D}"/>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E30D1AB5-87AB-2701-3E8B-3A0BAAEA01E2}"/>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5A93521E-9307-0AEF-4924-06CAD3CAE830}"/>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CD974EBC-2033-6998-ED0D-F7B031739CA8}"/>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8AB56459-9830-03C4-89C9-92378F6A2F02}"/>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08C62B95-EE43-AEED-BF7D-5385914B9AD6}"/>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25DD9692-3CBA-1CD2-DD8F-8511A0E08FED}"/>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D88B74CE-87ED-8918-AC73-74267FA05614}"/>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F57E3FBC-4C53-A1A4-9470-C4D0F9AF632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5E22224C-EBF2-8AA4-6CD8-838E7393726C}"/>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BB500524-A46F-1530-32CD-5E1ECC825635}"/>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EA239034-63A9-75DE-99BB-A6F5717F2293}"/>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C4F85E29-1745-A0C3-D026-72F2C1BD80F2}"/>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CC1F7ECE-F8B3-25E3-F115-D2415193317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325A1374-F2D9-3772-FA50-21AE1356443C}"/>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F031A986-9B16-DA72-D215-7EEFB50348A4}"/>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4F40827A-9BFD-C4E3-538D-9CA370D85FE2}"/>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9C34B4D4-D93E-DE8D-0BFA-D6670C18B4FF}"/>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A132EC64-5B85-E829-F6BF-C76617B40FBF}"/>
              </a:ext>
            </a:extLst>
          </p:cNvPr>
          <p:cNvSpPr txBox="1"/>
          <p:nvPr/>
        </p:nvSpPr>
        <p:spPr>
          <a:xfrm>
            <a:off x="3217333" y="323789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847D797E-1787-764E-B2B5-D467B1183297}"/>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04DB5EAF-9265-F57A-A55F-05847D388982}"/>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34809147-7119-788B-A373-685E1BCEFBD2}"/>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61786CE9-7294-ABD8-B213-5F665C5CCF0A}"/>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1DDE8BE5-0D6D-BB70-D221-CB0DF6D70D84}"/>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DEE1D7AC-00B6-0D48-68DC-7D20CCCA3D16}"/>
              </a:ext>
            </a:extLst>
          </p:cNvPr>
          <p:cNvSpPr txBox="1"/>
          <p:nvPr/>
        </p:nvSpPr>
        <p:spPr>
          <a:xfrm>
            <a:off x="5715003"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043EB125-F7CE-D118-AD61-E7AB1AF0C8C1}"/>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86" name="TextBox 85">
            <a:extLst>
              <a:ext uri="{FF2B5EF4-FFF2-40B4-BE49-F238E27FC236}">
                <a16:creationId xmlns:a16="http://schemas.microsoft.com/office/drawing/2014/main" id="{6451013C-B805-5B8D-8DB7-548034BF68D3}"/>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87" name="TextBox 86">
            <a:extLst>
              <a:ext uri="{FF2B5EF4-FFF2-40B4-BE49-F238E27FC236}">
                <a16:creationId xmlns:a16="http://schemas.microsoft.com/office/drawing/2014/main" id="{7836973A-60D9-3810-FE4B-88F2E0FA5345}"/>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88" name="TextBox 87">
            <a:extLst>
              <a:ext uri="{FF2B5EF4-FFF2-40B4-BE49-F238E27FC236}">
                <a16:creationId xmlns:a16="http://schemas.microsoft.com/office/drawing/2014/main" id="{AAA274EE-AF0C-3C0A-93C8-D5A6C7CC155D}"/>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9" name="TextBox 88">
            <a:extLst>
              <a:ext uri="{FF2B5EF4-FFF2-40B4-BE49-F238E27FC236}">
                <a16:creationId xmlns:a16="http://schemas.microsoft.com/office/drawing/2014/main" id="{71E097C2-6A17-65AE-1894-4360AF4AFCDE}"/>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87AC1321-D373-8FF0-960F-F3BD5F867CC9}"/>
              </a:ext>
            </a:extLst>
          </p:cNvPr>
          <p:cNvSpPr txBox="1"/>
          <p:nvPr/>
        </p:nvSpPr>
        <p:spPr>
          <a:xfrm>
            <a:off x="3217333" y="4747898"/>
            <a:ext cx="462845" cy="584775"/>
          </a:xfrm>
          <a:prstGeom prst="rect">
            <a:avLst/>
          </a:prstGeom>
          <a:noFill/>
        </p:spPr>
        <p:txBody>
          <a:bodyPr wrap="square" rtlCol="0">
            <a:spAutoFit/>
          </a:bodyPr>
          <a:lstStyle/>
          <a:p>
            <a:pPr algn="ctr"/>
            <a:r>
              <a:rPr lang="en-US" sz="3200" dirty="0"/>
              <a:t>4</a:t>
            </a:r>
          </a:p>
        </p:txBody>
      </p:sp>
      <p:sp>
        <p:nvSpPr>
          <p:cNvPr id="91" name="TextBox 90">
            <a:extLst>
              <a:ext uri="{FF2B5EF4-FFF2-40B4-BE49-F238E27FC236}">
                <a16:creationId xmlns:a16="http://schemas.microsoft.com/office/drawing/2014/main" id="{B42274CE-C0A2-6188-1751-B717483EB3D5}"/>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DD0968EC-6951-F0A8-B2C2-A75A38F46DB6}"/>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93" name="TextBox 92">
            <a:extLst>
              <a:ext uri="{FF2B5EF4-FFF2-40B4-BE49-F238E27FC236}">
                <a16:creationId xmlns:a16="http://schemas.microsoft.com/office/drawing/2014/main" id="{1AD5B166-5899-0181-528E-A5A9F9D1919E}"/>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94" name="TextBox 93">
            <a:extLst>
              <a:ext uri="{FF2B5EF4-FFF2-40B4-BE49-F238E27FC236}">
                <a16:creationId xmlns:a16="http://schemas.microsoft.com/office/drawing/2014/main" id="{8D6343C8-9D4A-80DA-9456-87BDB8AB4C1C}"/>
              </a:ext>
            </a:extLst>
          </p:cNvPr>
          <p:cNvSpPr txBox="1"/>
          <p:nvPr/>
        </p:nvSpPr>
        <p:spPr>
          <a:xfrm>
            <a:off x="4715935"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8113111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C0EAA-D505-BDDE-72BE-D386B26C036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542F0F-5D45-0513-C913-D7F199A32CB9}"/>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D029445-8FA9-758E-734E-C8E9926DD2A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05A3BA-3886-16AD-A542-8A51DDD4D9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7E0E8EA-886A-98C3-287B-7FB7C651FA0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9353BDF-84C6-5296-48C3-6FFFF80929C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0FCF9A1-C8A9-38E6-F544-400B83F5BC3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DCF6480-8182-B348-7EBA-24BEE2468F5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2936686-E58D-282F-AC40-2017BD1A8448}"/>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D383CCD-4F85-ECBD-4147-46928CDD2F5F}"/>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866F0A6-195E-9E53-7A66-9390932519E0}"/>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7C6927D4-0D36-4A1D-8E01-13254568F634}"/>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FF94746B-AF8C-BE1E-D049-4513B9B2924D}"/>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D4E6035C-71F3-DE88-8E0E-16FEBA845097}"/>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F6AE2F2C-1E0B-E462-0272-621D0C86F00E}"/>
              </a:ext>
            </a:extLst>
          </p:cNvPr>
          <p:cNvSpPr txBox="1"/>
          <p:nvPr/>
        </p:nvSpPr>
        <p:spPr>
          <a:xfrm>
            <a:off x="5147734" y="3041177"/>
            <a:ext cx="570089" cy="230832"/>
          </a:xfrm>
          <a:prstGeom prst="rect">
            <a:avLst/>
          </a:prstGeom>
          <a:noFill/>
        </p:spPr>
        <p:txBody>
          <a:bodyPr wrap="square" rtlCol="0">
            <a:spAutoFit/>
          </a:bodyPr>
          <a:lstStyle/>
          <a:p>
            <a:pPr algn="ctr"/>
            <a:r>
              <a:rPr lang="en-US" sz="900" dirty="0"/>
              <a:t>59</a:t>
            </a:r>
          </a:p>
        </p:txBody>
      </p:sp>
      <p:sp>
        <p:nvSpPr>
          <p:cNvPr id="40" name="TextBox 39">
            <a:extLst>
              <a:ext uri="{FF2B5EF4-FFF2-40B4-BE49-F238E27FC236}">
                <a16:creationId xmlns:a16="http://schemas.microsoft.com/office/drawing/2014/main" id="{47467568-B451-FB5A-94B5-1F54A3A04FB6}"/>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D9DED53A-5511-E660-367D-F13968DDDFD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95B364F9-AF22-CDB7-3B03-01CE4FB31049}"/>
              </a:ext>
            </a:extLst>
          </p:cNvPr>
          <p:cNvSpPr txBox="1"/>
          <p:nvPr/>
        </p:nvSpPr>
        <p:spPr>
          <a:xfrm>
            <a:off x="5650090" y="4544009"/>
            <a:ext cx="570089" cy="230832"/>
          </a:xfrm>
          <a:prstGeom prst="rect">
            <a:avLst/>
          </a:prstGeom>
          <a:noFill/>
        </p:spPr>
        <p:txBody>
          <a:bodyPr wrap="square" rtlCol="0">
            <a:spAutoFit/>
          </a:bodyPr>
          <a:lstStyle/>
          <a:p>
            <a:pPr algn="ctr"/>
            <a:r>
              <a:rPr lang="en-US" sz="900" dirty="0"/>
              <a:t>93</a:t>
            </a:r>
          </a:p>
        </p:txBody>
      </p:sp>
      <p:sp>
        <p:nvSpPr>
          <p:cNvPr id="69" name="TextBox 68">
            <a:extLst>
              <a:ext uri="{FF2B5EF4-FFF2-40B4-BE49-F238E27FC236}">
                <a16:creationId xmlns:a16="http://schemas.microsoft.com/office/drawing/2014/main" id="{24F92AFA-B243-53B1-125A-F54FC056FF4B}"/>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279ADB58-4E41-C4F1-A758-B3514A0CA3F3}"/>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9D540845-2130-18EF-A49F-F2A7E531B2E5}"/>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460EDC1D-6698-3312-D75C-40C6D027E6CB}"/>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04E8898-C21F-59CD-1105-1579571E032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EA38295C-DBEE-7B52-3F6F-31685529B05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159B53E3-C5F9-07C3-6089-8BB6982F72A0}"/>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655FEA95-23E0-E842-7E39-85ED0DC39330}"/>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B804DDB9-1A73-C653-DFB6-A52DC7D950F7}"/>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491AF2F8-933F-E7B6-DC75-11CF79D858D5}"/>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FB8A676A-1BFD-39E3-F3F0-682A5007F85F}"/>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B1742EC4-C668-A680-D39F-1A2F627E7AB6}"/>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1D93C39A-1882-BBF0-909E-AD8E690A5F79}"/>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1B626D3B-8E33-9338-7E3B-1449829EFB19}"/>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74826965-9704-4BE4-0372-7ADB90C10B76}"/>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FF330EAE-63A1-E66D-92F5-734909FEACD5}"/>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F3F4AC9C-0092-475A-B5D9-F51F1ABFC415}"/>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740779CB-F088-68BE-A1B8-EBF1712CC54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7F3CF579-BCA8-519A-CFFE-96492510851D}"/>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0954451C-58B6-EA97-9D01-0AFF1B19D7AC}"/>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9154055C-87C7-C12D-B42C-1A077A8B671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504866BB-3892-67BF-E41B-2831606D9ABD}"/>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531F66AA-82B2-EED5-C93C-B06CE0D4517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73602750-6C89-63BB-AFEA-E8306CDEC228}"/>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0322369D-8D54-70B7-6EB6-88C4A0801138}"/>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3D9A06D8-B828-E5CF-7018-B80B7C67163B}"/>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482D37CE-CE73-3BC3-5964-1A2CB4E4B1B9}"/>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6391E01A-3290-C045-628A-C8CC87BC466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8A3E823A-BA0F-539A-A407-91F03F4F859D}"/>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DF772DA4-8B30-57B6-58D5-5A31A423BACB}"/>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1756CCCB-5939-5B6C-E776-B2CAFD53FBF9}"/>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A553B97A-CEC0-A28E-F119-A82988DCB485}"/>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12D988B9-6489-D0BF-B487-6C7A1F5AFA9B}"/>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706A943E-6C2E-7CA0-2DA1-0E04FBDBCA03}"/>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7330FDC5-4BEA-8D50-2C76-FA54C27648A1}"/>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095A767-4C50-DB0D-3397-3E5728CFCBE6}"/>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C41FFB1-DC75-FF3A-39D3-FF4FBF04450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503BC113-C290-762F-11D1-87F653EAED10}"/>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06E2B324-65A1-B3A9-26F4-BA59A0FF63DB}"/>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846366F6-065D-7E53-B1FE-775DE0B9CF7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E7C9C620-D3D4-34E6-1548-3450F5B94A5D}"/>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5AA90317-08D4-C6B6-6F38-15659D9D5E7F}"/>
              </a:ext>
            </a:extLst>
          </p:cNvPr>
          <p:cNvSpPr txBox="1"/>
          <p:nvPr/>
        </p:nvSpPr>
        <p:spPr>
          <a:xfrm>
            <a:off x="3217333" y="323789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04E2423F-6C33-8927-E1B3-B521203F4A3F}"/>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72CEBDCA-A2D5-A70B-DD28-18736F780913}"/>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5303CE25-2434-CEEA-3A6E-D96F9F25BADE}"/>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694E4B6D-D0C8-C766-CF0F-D5477E390B7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C01BA8E1-910E-4390-D993-213F71461D16}"/>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5661B1A8-C678-6D71-A2ED-6FB772DA71A3}"/>
              </a:ext>
            </a:extLst>
          </p:cNvPr>
          <p:cNvSpPr txBox="1"/>
          <p:nvPr/>
        </p:nvSpPr>
        <p:spPr>
          <a:xfrm>
            <a:off x="5715003"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8A51FC7A-E743-734F-29A5-67AFE39CB201}"/>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86" name="TextBox 85">
            <a:extLst>
              <a:ext uri="{FF2B5EF4-FFF2-40B4-BE49-F238E27FC236}">
                <a16:creationId xmlns:a16="http://schemas.microsoft.com/office/drawing/2014/main" id="{38E68556-B410-08C7-FDCB-AD5686F73CD8}"/>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87" name="TextBox 86">
            <a:extLst>
              <a:ext uri="{FF2B5EF4-FFF2-40B4-BE49-F238E27FC236}">
                <a16:creationId xmlns:a16="http://schemas.microsoft.com/office/drawing/2014/main" id="{CCB249FC-6EFB-161F-EC8D-751A40239001}"/>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88" name="TextBox 87">
            <a:extLst>
              <a:ext uri="{FF2B5EF4-FFF2-40B4-BE49-F238E27FC236}">
                <a16:creationId xmlns:a16="http://schemas.microsoft.com/office/drawing/2014/main" id="{C3043EAF-D453-D208-569F-7BA28DA380A3}"/>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9" name="TextBox 88">
            <a:extLst>
              <a:ext uri="{FF2B5EF4-FFF2-40B4-BE49-F238E27FC236}">
                <a16:creationId xmlns:a16="http://schemas.microsoft.com/office/drawing/2014/main" id="{89776BF0-10BF-B160-2C12-3768C72BCC95}"/>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2DC33649-23A9-BB14-8B1E-C99864BDBE56}"/>
              </a:ext>
            </a:extLst>
          </p:cNvPr>
          <p:cNvSpPr txBox="1"/>
          <p:nvPr/>
        </p:nvSpPr>
        <p:spPr>
          <a:xfrm>
            <a:off x="3217333" y="4747898"/>
            <a:ext cx="462845" cy="584775"/>
          </a:xfrm>
          <a:prstGeom prst="rect">
            <a:avLst/>
          </a:prstGeom>
          <a:noFill/>
        </p:spPr>
        <p:txBody>
          <a:bodyPr wrap="square" rtlCol="0">
            <a:spAutoFit/>
          </a:bodyPr>
          <a:lstStyle/>
          <a:p>
            <a:pPr algn="ctr"/>
            <a:r>
              <a:rPr lang="en-US" sz="3200" dirty="0"/>
              <a:t>4</a:t>
            </a:r>
          </a:p>
        </p:txBody>
      </p:sp>
      <p:sp>
        <p:nvSpPr>
          <p:cNvPr id="91" name="TextBox 90">
            <a:extLst>
              <a:ext uri="{FF2B5EF4-FFF2-40B4-BE49-F238E27FC236}">
                <a16:creationId xmlns:a16="http://schemas.microsoft.com/office/drawing/2014/main" id="{97DB8F45-4C79-DBFF-0B3D-A3AF7D48BD50}"/>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5F04B47B-B07B-B10E-DCAF-DDBAA3A42819}"/>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93" name="TextBox 92">
            <a:extLst>
              <a:ext uri="{FF2B5EF4-FFF2-40B4-BE49-F238E27FC236}">
                <a16:creationId xmlns:a16="http://schemas.microsoft.com/office/drawing/2014/main" id="{137BCFB1-3292-2FE9-5023-3B7C89F7151E}"/>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94" name="TextBox 93">
            <a:extLst>
              <a:ext uri="{FF2B5EF4-FFF2-40B4-BE49-F238E27FC236}">
                <a16:creationId xmlns:a16="http://schemas.microsoft.com/office/drawing/2014/main" id="{989B6ED0-D076-76A9-1293-3645230A4BED}"/>
              </a:ext>
            </a:extLst>
          </p:cNvPr>
          <p:cNvSpPr txBox="1"/>
          <p:nvPr/>
        </p:nvSpPr>
        <p:spPr>
          <a:xfrm>
            <a:off x="4715935" y="424456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01FE3A29-3377-1ED1-5901-39CB261AFA91}"/>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4" name="TextBox 23">
            <a:extLst>
              <a:ext uri="{FF2B5EF4-FFF2-40B4-BE49-F238E27FC236}">
                <a16:creationId xmlns:a16="http://schemas.microsoft.com/office/drawing/2014/main" id="{0D498526-0C46-0A7B-8533-3967DF26F8B4}"/>
              </a:ext>
            </a:extLst>
          </p:cNvPr>
          <p:cNvSpPr txBox="1"/>
          <p:nvPr/>
        </p:nvSpPr>
        <p:spPr>
          <a:xfrm>
            <a:off x="5715003" y="273455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B663EB9-BD3C-2025-D551-415695835FC7}"/>
              </a:ext>
            </a:extLst>
          </p:cNvPr>
          <p:cNvSpPr txBox="1"/>
          <p:nvPr/>
        </p:nvSpPr>
        <p:spPr>
          <a:xfrm>
            <a:off x="4715935"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9993958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9F765-5378-B60C-665E-A3A603388B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6951BB-008B-8F64-BBCE-B91812041BF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B06454A-8F40-9013-7B2E-7E92132227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4073626-3313-8220-A450-E3C94C09716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CF7F4A6-F0ED-351B-0866-7506B167F5B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F7D2148-1CC8-CE4F-1A6A-5CA4CC96992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441696-04F0-10C9-ECEA-296D670C7DD3}"/>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24A7E5DF-9F76-7084-ABB6-BC2733AE4FE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21D43C7-440A-868C-95C7-12112654CE9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61BB063-32BD-31C0-0FD2-AC9EAC2E819A}"/>
              </a:ext>
            </a:extLst>
          </p:cNvPr>
          <p:cNvSpPr txBox="1"/>
          <p:nvPr/>
        </p:nvSpPr>
        <p:spPr>
          <a:xfrm>
            <a:off x="5715003" y="4747898"/>
            <a:ext cx="462845" cy="584775"/>
          </a:xfrm>
          <a:prstGeom prst="rect">
            <a:avLst/>
          </a:prstGeom>
          <a:noFill/>
        </p:spPr>
        <p:txBody>
          <a:bodyPr wrap="square" rtlCol="0">
            <a:spAutoFit/>
          </a:bodyPr>
          <a:lstStyle/>
          <a:p>
            <a:pPr algn="ctr"/>
            <a:r>
              <a:rPr lang="en-US" sz="3200" dirty="0"/>
              <a:t>1</a:t>
            </a:r>
          </a:p>
        </p:txBody>
      </p:sp>
      <p:sp>
        <p:nvSpPr>
          <p:cNvPr id="17" name="TextBox 16">
            <a:extLst>
              <a:ext uri="{FF2B5EF4-FFF2-40B4-BE49-F238E27FC236}">
                <a16:creationId xmlns:a16="http://schemas.microsoft.com/office/drawing/2014/main" id="{8ED42BF8-349C-809D-1E41-BEA06CE6B109}"/>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12" name="TextBox 11">
            <a:extLst>
              <a:ext uri="{FF2B5EF4-FFF2-40B4-BE49-F238E27FC236}">
                <a16:creationId xmlns:a16="http://schemas.microsoft.com/office/drawing/2014/main" id="{328CA39E-06BC-96B0-A74A-301323F104CB}"/>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F2202B4A-FE02-F5AC-7613-8C187F51C9DC}"/>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28" name="TextBox 27">
            <a:extLst>
              <a:ext uri="{FF2B5EF4-FFF2-40B4-BE49-F238E27FC236}">
                <a16:creationId xmlns:a16="http://schemas.microsoft.com/office/drawing/2014/main" id="{3EDA0808-E468-7699-A2F1-6388D7BBA314}"/>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5ABCC310-D5DC-DC2C-1E65-1943A7D12518}"/>
              </a:ext>
            </a:extLst>
          </p:cNvPr>
          <p:cNvSpPr txBox="1"/>
          <p:nvPr/>
        </p:nvSpPr>
        <p:spPr>
          <a:xfrm>
            <a:off x="3716867" y="122455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199085F4-3D3B-28A2-F6B9-07D7A287798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D6D3C1A3-47D6-201C-35F3-DA38A6162E6B}"/>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CE7FE4F-8504-C91B-D98B-583A7A0B5DC3}"/>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EF28EF61-5C2A-9AEF-F21E-11D244A7EADE}"/>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C8270B16-B27A-F264-3582-3675BD94A1DE}"/>
              </a:ext>
            </a:extLst>
          </p:cNvPr>
          <p:cNvSpPr txBox="1"/>
          <p:nvPr/>
        </p:nvSpPr>
        <p:spPr>
          <a:xfrm>
            <a:off x="3716867" y="721216"/>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DBA2E3A-DCA8-A443-7765-B715EF1B618F}"/>
              </a:ext>
            </a:extLst>
          </p:cNvPr>
          <p:cNvSpPr txBox="1"/>
          <p:nvPr/>
        </p:nvSpPr>
        <p:spPr>
          <a:xfrm>
            <a:off x="5715003"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893D94F5-DC34-C56D-097D-6CDE42EC53E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126CBB76-6AF4-26EF-B9E3-0967F80970B9}"/>
              </a:ext>
            </a:extLst>
          </p:cNvPr>
          <p:cNvSpPr txBox="1"/>
          <p:nvPr/>
        </p:nvSpPr>
        <p:spPr>
          <a:xfrm>
            <a:off x="6214537" y="1224551"/>
            <a:ext cx="462845" cy="584775"/>
          </a:xfrm>
          <a:prstGeom prst="rect">
            <a:avLst/>
          </a:prstGeom>
          <a:noFill/>
        </p:spPr>
        <p:txBody>
          <a:bodyPr wrap="square" rtlCol="0">
            <a:spAutoFit/>
          </a:bodyPr>
          <a:lstStyle/>
          <a:p>
            <a:pPr algn="ctr"/>
            <a:r>
              <a:rPr lang="en-US" sz="3200" dirty="0"/>
              <a:t>4</a:t>
            </a:r>
          </a:p>
        </p:txBody>
      </p:sp>
      <p:sp>
        <p:nvSpPr>
          <p:cNvPr id="41" name="TextBox 40">
            <a:extLst>
              <a:ext uri="{FF2B5EF4-FFF2-40B4-BE49-F238E27FC236}">
                <a16:creationId xmlns:a16="http://schemas.microsoft.com/office/drawing/2014/main" id="{E1E3C8AD-C6F1-0FF4-66D8-CD9CDA0A6A1D}"/>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23DDC884-5017-B0EC-CEA0-FD608C06C308}"/>
              </a:ext>
            </a:extLst>
          </p:cNvPr>
          <p:cNvSpPr txBox="1"/>
          <p:nvPr/>
        </p:nvSpPr>
        <p:spPr>
          <a:xfrm>
            <a:off x="6214537" y="4747898"/>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AC60B7A2-7557-6CA2-0FDB-64A17CB62023}"/>
              </a:ext>
            </a:extLst>
          </p:cNvPr>
          <p:cNvSpPr txBox="1"/>
          <p:nvPr/>
        </p:nvSpPr>
        <p:spPr>
          <a:xfrm>
            <a:off x="6714071" y="4747898"/>
            <a:ext cx="462845" cy="584775"/>
          </a:xfrm>
          <a:prstGeom prst="rect">
            <a:avLst/>
          </a:prstGeom>
          <a:noFill/>
        </p:spPr>
        <p:txBody>
          <a:bodyPr wrap="square" rtlCol="0">
            <a:spAutoFit/>
          </a:bodyPr>
          <a:lstStyle/>
          <a:p>
            <a:pPr algn="ctr"/>
            <a:r>
              <a:rPr lang="en-US" sz="3200" dirty="0"/>
              <a:t>9</a:t>
            </a:r>
          </a:p>
        </p:txBody>
      </p:sp>
      <p:sp>
        <p:nvSpPr>
          <p:cNvPr id="25" name="TextBox 24">
            <a:extLst>
              <a:ext uri="{FF2B5EF4-FFF2-40B4-BE49-F238E27FC236}">
                <a16:creationId xmlns:a16="http://schemas.microsoft.com/office/drawing/2014/main" id="{29552A8B-DE79-59F0-001C-0DB950AD4E72}"/>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F2B2338A-AF6C-9DB1-8658-700495B3A3DF}"/>
              </a:ext>
            </a:extLst>
          </p:cNvPr>
          <p:cNvSpPr txBox="1"/>
          <p:nvPr/>
        </p:nvSpPr>
        <p:spPr>
          <a:xfrm>
            <a:off x="6714071" y="721216"/>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FBB53D29-6A64-AC52-720A-75D31CA6DF7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895159C4-440D-26F3-FA3D-BC42907AEF4B}"/>
              </a:ext>
            </a:extLst>
          </p:cNvPr>
          <p:cNvSpPr txBox="1"/>
          <p:nvPr/>
        </p:nvSpPr>
        <p:spPr>
          <a:xfrm>
            <a:off x="6214537"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BBA614C6-5D8E-D25D-4562-4CD67DFD975F}"/>
              </a:ext>
            </a:extLst>
          </p:cNvPr>
          <p:cNvSpPr txBox="1"/>
          <p:nvPr/>
        </p:nvSpPr>
        <p:spPr>
          <a:xfrm>
            <a:off x="3716867" y="2734556"/>
            <a:ext cx="462845" cy="584775"/>
          </a:xfrm>
          <a:prstGeom prst="rect">
            <a:avLst/>
          </a:prstGeom>
          <a:noFill/>
        </p:spPr>
        <p:txBody>
          <a:bodyPr wrap="square" rtlCol="0">
            <a:spAutoFit/>
          </a:bodyPr>
          <a:lstStyle/>
          <a:p>
            <a:pPr algn="ctr"/>
            <a:r>
              <a:rPr lang="en-US" sz="3200" dirty="0"/>
              <a:t>1</a:t>
            </a:r>
          </a:p>
        </p:txBody>
      </p:sp>
      <p:sp>
        <p:nvSpPr>
          <p:cNvPr id="80" name="TextBox 79">
            <a:extLst>
              <a:ext uri="{FF2B5EF4-FFF2-40B4-BE49-F238E27FC236}">
                <a16:creationId xmlns:a16="http://schemas.microsoft.com/office/drawing/2014/main" id="{5B441217-1E68-6206-617B-4BE23B76F177}"/>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9" name="TextBox 8">
            <a:extLst>
              <a:ext uri="{FF2B5EF4-FFF2-40B4-BE49-F238E27FC236}">
                <a16:creationId xmlns:a16="http://schemas.microsoft.com/office/drawing/2014/main" id="{C42BC856-F6C0-D269-8117-C7D0E74E1B96}"/>
              </a:ext>
            </a:extLst>
          </p:cNvPr>
          <p:cNvSpPr txBox="1"/>
          <p:nvPr/>
        </p:nvSpPr>
        <p:spPr>
          <a:xfrm>
            <a:off x="7213604"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BEADA2C9-31FB-660B-99EF-F457E5B4431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2" name="TextBox 51">
            <a:extLst>
              <a:ext uri="{FF2B5EF4-FFF2-40B4-BE49-F238E27FC236}">
                <a16:creationId xmlns:a16="http://schemas.microsoft.com/office/drawing/2014/main" id="{48B974A9-946C-DD1C-BF9E-BD4EA18B29BB}"/>
              </a:ext>
            </a:extLst>
          </p:cNvPr>
          <p:cNvSpPr txBox="1"/>
          <p:nvPr/>
        </p:nvSpPr>
        <p:spPr>
          <a:xfrm>
            <a:off x="6714071" y="424456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E82804D3-6833-80E6-71A3-EBBD47543D16}"/>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28F8978-D325-2332-EE2F-68845C7A179D}"/>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9E69B493-9A75-408D-F2C6-A9108524876C}"/>
              </a:ext>
            </a:extLst>
          </p:cNvPr>
          <p:cNvSpPr txBox="1"/>
          <p:nvPr/>
        </p:nvSpPr>
        <p:spPr>
          <a:xfrm>
            <a:off x="6214537" y="1727886"/>
            <a:ext cx="462845" cy="584775"/>
          </a:xfrm>
          <a:prstGeom prst="rect">
            <a:avLst/>
          </a:prstGeom>
          <a:noFill/>
        </p:spPr>
        <p:txBody>
          <a:bodyPr wrap="square" rtlCol="0">
            <a:spAutoFit/>
          </a:bodyPr>
          <a:lstStyle/>
          <a:p>
            <a:pPr algn="ctr"/>
            <a:r>
              <a:rPr lang="en-US" sz="3200" dirty="0"/>
              <a:t>2</a:t>
            </a:r>
          </a:p>
        </p:txBody>
      </p:sp>
      <p:sp>
        <p:nvSpPr>
          <p:cNvPr id="82" name="TextBox 81">
            <a:extLst>
              <a:ext uri="{FF2B5EF4-FFF2-40B4-BE49-F238E27FC236}">
                <a16:creationId xmlns:a16="http://schemas.microsoft.com/office/drawing/2014/main" id="{4909E5DD-7D8F-5B06-4816-44EF84B0D6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83" name="TextBox 82">
            <a:extLst>
              <a:ext uri="{FF2B5EF4-FFF2-40B4-BE49-F238E27FC236}">
                <a16:creationId xmlns:a16="http://schemas.microsoft.com/office/drawing/2014/main" id="{A4C036AD-1E9F-0DE0-9096-51F02DE3CFC0}"/>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20D8AA2F-361C-6CE1-40D4-29DE38B653F3}"/>
              </a:ext>
            </a:extLst>
          </p:cNvPr>
          <p:cNvSpPr txBox="1"/>
          <p:nvPr/>
        </p:nvSpPr>
        <p:spPr>
          <a:xfrm>
            <a:off x="7213604" y="2734556"/>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A3C2FDF9-328E-1CBE-3ED8-26F3BF16F869}"/>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6DADB3A-C9C0-FD41-1D26-B0252027D6DD}"/>
              </a:ext>
            </a:extLst>
          </p:cNvPr>
          <p:cNvSpPr txBox="1"/>
          <p:nvPr/>
        </p:nvSpPr>
        <p:spPr>
          <a:xfrm>
            <a:off x="7213604" y="223122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62CEC72E-5EBF-83E7-AD72-2F4DD0B45AC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5D380955-E8DB-14D8-7C13-0C14387F67ED}"/>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60" name="TextBox 59">
            <a:extLst>
              <a:ext uri="{FF2B5EF4-FFF2-40B4-BE49-F238E27FC236}">
                <a16:creationId xmlns:a16="http://schemas.microsoft.com/office/drawing/2014/main" id="{F7EC70B5-1706-96C5-67F1-51022F119DAB}"/>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AD3D3256-FE7A-B957-7E51-AA2B2D3B452B}"/>
              </a:ext>
            </a:extLst>
          </p:cNvPr>
          <p:cNvSpPr txBox="1"/>
          <p:nvPr/>
        </p:nvSpPr>
        <p:spPr>
          <a:xfrm>
            <a:off x="6714071" y="2231221"/>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D7230411-BFF5-B81A-BCF3-EFE3465F2108}"/>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95FB921F-3A7B-2CA6-E78E-FCF416C56A5E}"/>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66" name="TextBox 65">
            <a:extLst>
              <a:ext uri="{FF2B5EF4-FFF2-40B4-BE49-F238E27FC236}">
                <a16:creationId xmlns:a16="http://schemas.microsoft.com/office/drawing/2014/main" id="{E6732C77-FC55-B115-1A47-50FA752219D7}"/>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9DDEDEF5-0760-B9F9-61CD-2875C6D13384}"/>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1476B5C-5A46-4B1E-E634-B50CB6DBAD77}"/>
              </a:ext>
            </a:extLst>
          </p:cNvPr>
          <p:cNvSpPr txBox="1"/>
          <p:nvPr/>
        </p:nvSpPr>
        <p:spPr>
          <a:xfrm>
            <a:off x="5215469" y="172788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6962E04F-5A50-FAA5-308B-83EABC95A77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E38C4B42-5006-6204-0E18-FF82E761E10E}"/>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1E7FAFFC-4668-09D4-8832-A4E802FD19DC}"/>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54678124-6B91-621C-A32F-3EEE971D7F03}"/>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604E5DF4-45F3-2BC0-5242-994C610C6F97}"/>
              </a:ext>
            </a:extLst>
          </p:cNvPr>
          <p:cNvSpPr txBox="1"/>
          <p:nvPr/>
        </p:nvSpPr>
        <p:spPr>
          <a:xfrm>
            <a:off x="3716867" y="374122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0C54D1A6-A1DD-89C1-0357-44D951133BB5}"/>
              </a:ext>
            </a:extLst>
          </p:cNvPr>
          <p:cNvSpPr txBox="1"/>
          <p:nvPr/>
        </p:nvSpPr>
        <p:spPr>
          <a:xfrm>
            <a:off x="3217333" y="3237891"/>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8B56D3E0-6198-9F09-3717-18A5A9804F8E}"/>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6D09D94E-6DFF-7AE9-F6BF-A4D3E3A2E5DC}"/>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46" name="TextBox 45">
            <a:extLst>
              <a:ext uri="{FF2B5EF4-FFF2-40B4-BE49-F238E27FC236}">
                <a16:creationId xmlns:a16="http://schemas.microsoft.com/office/drawing/2014/main" id="{3A63269A-8666-0F89-ABAC-531D95159220}"/>
              </a:ext>
            </a:extLst>
          </p:cNvPr>
          <p:cNvSpPr txBox="1"/>
          <p:nvPr/>
        </p:nvSpPr>
        <p:spPr>
          <a:xfrm>
            <a:off x="4715935" y="3741226"/>
            <a:ext cx="462845" cy="584775"/>
          </a:xfrm>
          <a:prstGeom prst="rect">
            <a:avLst/>
          </a:prstGeom>
          <a:noFill/>
        </p:spPr>
        <p:txBody>
          <a:bodyPr wrap="square" rtlCol="0">
            <a:spAutoFit/>
          </a:bodyPr>
          <a:lstStyle/>
          <a:p>
            <a:pPr algn="ctr"/>
            <a:r>
              <a:rPr lang="en-US" sz="3200" dirty="0"/>
              <a:t>4</a:t>
            </a:r>
          </a:p>
        </p:txBody>
      </p:sp>
      <p:sp>
        <p:nvSpPr>
          <p:cNvPr id="58" name="TextBox 57">
            <a:extLst>
              <a:ext uri="{FF2B5EF4-FFF2-40B4-BE49-F238E27FC236}">
                <a16:creationId xmlns:a16="http://schemas.microsoft.com/office/drawing/2014/main" id="{CD0F7D03-A6DA-6090-4A74-FCB38E31FFB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69D78528-AE89-7F8F-D2D3-466686F7C554}"/>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C5996B05-E3A0-5152-846E-8E57FC3A276E}"/>
              </a:ext>
            </a:extLst>
          </p:cNvPr>
          <p:cNvSpPr txBox="1"/>
          <p:nvPr/>
        </p:nvSpPr>
        <p:spPr>
          <a:xfrm>
            <a:off x="5715003"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CB6217DA-1009-ABF8-1E26-11C490F67182}"/>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86" name="TextBox 85">
            <a:extLst>
              <a:ext uri="{FF2B5EF4-FFF2-40B4-BE49-F238E27FC236}">
                <a16:creationId xmlns:a16="http://schemas.microsoft.com/office/drawing/2014/main" id="{F4BDB895-B8C9-A9FB-A77D-10B7C36C8711}"/>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87" name="TextBox 86">
            <a:extLst>
              <a:ext uri="{FF2B5EF4-FFF2-40B4-BE49-F238E27FC236}">
                <a16:creationId xmlns:a16="http://schemas.microsoft.com/office/drawing/2014/main" id="{BF5BF252-7644-2F03-DC66-FD8B131EFA0A}"/>
              </a:ext>
            </a:extLst>
          </p:cNvPr>
          <p:cNvSpPr txBox="1"/>
          <p:nvPr/>
        </p:nvSpPr>
        <p:spPr>
          <a:xfrm>
            <a:off x="5215469" y="3237891"/>
            <a:ext cx="462845" cy="584775"/>
          </a:xfrm>
          <a:prstGeom prst="rect">
            <a:avLst/>
          </a:prstGeom>
          <a:noFill/>
        </p:spPr>
        <p:txBody>
          <a:bodyPr wrap="square" rtlCol="0">
            <a:spAutoFit/>
          </a:bodyPr>
          <a:lstStyle/>
          <a:p>
            <a:pPr algn="ctr"/>
            <a:r>
              <a:rPr lang="en-US" sz="3200" dirty="0"/>
              <a:t>4</a:t>
            </a:r>
          </a:p>
        </p:txBody>
      </p:sp>
      <p:sp>
        <p:nvSpPr>
          <p:cNvPr id="88" name="TextBox 87">
            <a:extLst>
              <a:ext uri="{FF2B5EF4-FFF2-40B4-BE49-F238E27FC236}">
                <a16:creationId xmlns:a16="http://schemas.microsoft.com/office/drawing/2014/main" id="{FCE9CCCB-6F10-5C9A-6BD6-79022259D6DE}"/>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9" name="TextBox 88">
            <a:extLst>
              <a:ext uri="{FF2B5EF4-FFF2-40B4-BE49-F238E27FC236}">
                <a16:creationId xmlns:a16="http://schemas.microsoft.com/office/drawing/2014/main" id="{50F17B93-689B-6F2F-4FBF-478A0C7A3109}"/>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90" name="TextBox 89">
            <a:extLst>
              <a:ext uri="{FF2B5EF4-FFF2-40B4-BE49-F238E27FC236}">
                <a16:creationId xmlns:a16="http://schemas.microsoft.com/office/drawing/2014/main" id="{2809ABD6-465D-6B62-4DB8-85DE0127FDD1}"/>
              </a:ext>
            </a:extLst>
          </p:cNvPr>
          <p:cNvSpPr txBox="1"/>
          <p:nvPr/>
        </p:nvSpPr>
        <p:spPr>
          <a:xfrm>
            <a:off x="3217333" y="4747898"/>
            <a:ext cx="462845" cy="584775"/>
          </a:xfrm>
          <a:prstGeom prst="rect">
            <a:avLst/>
          </a:prstGeom>
          <a:noFill/>
        </p:spPr>
        <p:txBody>
          <a:bodyPr wrap="square" rtlCol="0">
            <a:spAutoFit/>
          </a:bodyPr>
          <a:lstStyle/>
          <a:p>
            <a:pPr algn="ctr"/>
            <a:r>
              <a:rPr lang="en-US" sz="3200" dirty="0"/>
              <a:t>4</a:t>
            </a:r>
          </a:p>
        </p:txBody>
      </p:sp>
      <p:sp>
        <p:nvSpPr>
          <p:cNvPr id="91" name="TextBox 90">
            <a:extLst>
              <a:ext uri="{FF2B5EF4-FFF2-40B4-BE49-F238E27FC236}">
                <a16:creationId xmlns:a16="http://schemas.microsoft.com/office/drawing/2014/main" id="{E824253D-00FF-6C04-A928-C57A50EDA4DB}"/>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92" name="TextBox 91">
            <a:extLst>
              <a:ext uri="{FF2B5EF4-FFF2-40B4-BE49-F238E27FC236}">
                <a16:creationId xmlns:a16="http://schemas.microsoft.com/office/drawing/2014/main" id="{CDC93D0E-0D44-9029-46D1-760352B7BE96}"/>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93" name="TextBox 92">
            <a:extLst>
              <a:ext uri="{FF2B5EF4-FFF2-40B4-BE49-F238E27FC236}">
                <a16:creationId xmlns:a16="http://schemas.microsoft.com/office/drawing/2014/main" id="{182DBE36-978B-AA39-6CA4-89531D3AA707}"/>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94" name="TextBox 93">
            <a:extLst>
              <a:ext uri="{FF2B5EF4-FFF2-40B4-BE49-F238E27FC236}">
                <a16:creationId xmlns:a16="http://schemas.microsoft.com/office/drawing/2014/main" id="{BA2AC9F9-0845-5921-6022-2EA90DF9740F}"/>
              </a:ext>
            </a:extLst>
          </p:cNvPr>
          <p:cNvSpPr txBox="1"/>
          <p:nvPr/>
        </p:nvSpPr>
        <p:spPr>
          <a:xfrm>
            <a:off x="4715935" y="4244561"/>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7F575706-7698-CF26-B113-9BCC178B5E1C}"/>
              </a:ext>
            </a:extLst>
          </p:cNvPr>
          <p:cNvSpPr txBox="1"/>
          <p:nvPr/>
        </p:nvSpPr>
        <p:spPr>
          <a:xfrm>
            <a:off x="5215469" y="4244561"/>
            <a:ext cx="462845" cy="584775"/>
          </a:xfrm>
          <a:prstGeom prst="rect">
            <a:avLst/>
          </a:prstGeom>
          <a:noFill/>
        </p:spPr>
        <p:txBody>
          <a:bodyPr wrap="square" rtlCol="0">
            <a:spAutoFit/>
          </a:bodyPr>
          <a:lstStyle/>
          <a:p>
            <a:pPr algn="ctr"/>
            <a:r>
              <a:rPr lang="en-US" sz="3200" dirty="0"/>
              <a:t>9</a:t>
            </a:r>
          </a:p>
        </p:txBody>
      </p:sp>
      <p:sp>
        <p:nvSpPr>
          <p:cNvPr id="24" name="TextBox 23">
            <a:extLst>
              <a:ext uri="{FF2B5EF4-FFF2-40B4-BE49-F238E27FC236}">
                <a16:creationId xmlns:a16="http://schemas.microsoft.com/office/drawing/2014/main" id="{D57986D6-084A-5B07-C133-09400F1C3E8F}"/>
              </a:ext>
            </a:extLst>
          </p:cNvPr>
          <p:cNvSpPr txBox="1"/>
          <p:nvPr/>
        </p:nvSpPr>
        <p:spPr>
          <a:xfrm>
            <a:off x="5715003" y="273455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FA2BAF1C-E507-0C1C-EC72-1D7D53DE3BAB}"/>
              </a:ext>
            </a:extLst>
          </p:cNvPr>
          <p:cNvSpPr txBox="1"/>
          <p:nvPr/>
        </p:nvSpPr>
        <p:spPr>
          <a:xfrm>
            <a:off x="4715935" y="273455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D45A0021-8E32-26A0-2C53-888D3DEBA83D}"/>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C3B0E5A-C85D-D159-B1EA-D725CCDC9227}"/>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5396694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10310</TotalTime>
  <Words>3837</Words>
  <Application>Microsoft Macintosh PowerPoint</Application>
  <PresentationFormat>Widescreen</PresentationFormat>
  <Paragraphs>3332</Paragraphs>
  <Slides>53</Slides>
  <Notes>53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53</vt:i4>
      </vt:variant>
    </vt:vector>
  </HeadingPairs>
  <TitlesOfParts>
    <vt:vector size="5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425</cp:revision>
  <cp:lastPrinted>2025-12-02T00:08:17Z</cp:lastPrinted>
  <dcterms:created xsi:type="dcterms:W3CDTF">2024-03-19T02:13:08Z</dcterms:created>
  <dcterms:modified xsi:type="dcterms:W3CDTF">2026-05-15T14:47:25Z</dcterms:modified>
</cp:coreProperties>
</file>