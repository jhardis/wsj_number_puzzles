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2" r:id="rId13"/>
    <p:sldId id="541" r:id="rId14"/>
    <p:sldId id="543" r:id="rId15"/>
    <p:sldId id="544" r:id="rId16"/>
    <p:sldId id="545" r:id="rId17"/>
    <p:sldId id="546" r:id="rId18"/>
    <p:sldId id="547" r:id="rId19"/>
    <p:sldId id="548" r:id="rId20"/>
    <p:sldId id="549" r:id="rId21"/>
    <p:sldId id="550" r:id="rId22"/>
    <p:sldId id="551" r:id="rId23"/>
    <p:sldId id="552" r:id="rId24"/>
    <p:sldId id="553" r:id="rId25"/>
    <p:sldId id="554" r:id="rId26"/>
    <p:sldId id="555" r:id="rId27"/>
    <p:sldId id="556" r:id="rId28"/>
    <p:sldId id="557" r:id="rId29"/>
    <p:sldId id="558" r:id="rId30"/>
    <p:sldId id="559" r:id="rId31"/>
    <p:sldId id="560" r:id="rId32"/>
    <p:sldId id="561" r:id="rId33"/>
    <p:sldId id="562" r:id="rId34"/>
    <p:sldId id="530" r:id="rId35"/>
    <p:sldId id="257" r:id="rId36"/>
    <p:sldId id="25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02"/>
    <p:restoredTop sz="94631"/>
  </p:normalViewPr>
  <p:slideViewPr>
    <p:cSldViewPr snapToGrid="0">
      <p:cViewPr varScale="1">
        <p:scale>
          <a:sx n="140" d="100"/>
          <a:sy n="140" d="100"/>
        </p:scale>
        <p:origin x="208" y="1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26FF9-F703-E212-BAEC-B42731B9E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D8B98F-7EEA-9634-96DE-B2607AA34C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E64F3E-538A-2A84-F37D-D1004B71B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D8E68-DEDB-1CB8-0861-B9AF3E8E5F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06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13F34-4216-340E-6647-13063C169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2E2FAA-D86B-480F-B602-F26A83075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91BF61-550E-CD15-AB07-57D404C3D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C6FC9-C28A-0855-B9E9-62FAFD4600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811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5C64F-3E60-36A3-6CCB-945F55C06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C2EB76-C1B8-24DC-CD72-ABFD1E8F5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8F2BCC-63A5-E273-E304-0CAB12645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104EC-A731-CBE3-2D98-9F05ACE4D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610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33B6F-81F7-849A-71FF-060BB26BE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57CB22-EF06-4534-1DD6-74EA7CDA8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E8A5D8-ACF8-4A51-43A9-A704E1CF7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94D13-0BC8-E433-5276-DABC323E34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289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00FE3-C6C5-894E-C6B6-8F4934884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FF9324-77F2-2A23-274E-27C18F8B32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9FF932-957E-5F41-2050-F3E7BCF06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223C9-C661-6A5C-B79D-4F504D9EE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416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E9BED-988C-4A2B-9711-68CE4AF56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F03CDE-6360-F340-EEC0-10860A2AD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13ECC6-DA1B-ADB1-C77E-0610B8513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E9E5D-9800-F12B-C3CD-105AFD01F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76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73BC9-64B4-A71E-97F3-BB2F7D5E3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3649A-8E01-3BF5-CAD8-36BBE0DFD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14DC67-C35E-D775-C4F6-D037A662D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9AA2A-3ACC-C180-49EF-E6957B95A1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4736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EF927-9665-DA85-035F-C440E6964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C98DD3-30A7-A342-6492-9CE7CC584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06D33-AB6F-32F0-0232-437421AD9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3114E-7858-B404-4787-3EDCFF7F9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78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858D9-59C9-87F0-AD5D-BBCA6FEC6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C2E896-3737-DA13-8A49-DACC31E85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B80E10-086C-3DD0-0E95-52C6555A1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31499-7E54-09A8-4342-7F47354782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09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11F04-2DBD-1DD8-9ED8-8AB9CC717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9DAE3-53EF-8DA8-362E-833CC016D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9EE21-5056-99A6-A3CB-8CE597B4B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376C2-7C9C-E925-BBD2-B83A58644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5618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69053-8B96-1420-9627-FE01F8ADF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8CDF68-37C2-5D16-A692-E4675AE6D6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52654D-5919-3392-72C9-A7D74EF87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99F9A-A8C0-0939-09FC-385F38A66D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7601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97FE6-625E-AE15-8EEE-350534F70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D68DB-DFDB-8597-9DF9-9AC63DFC34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36686-A7F4-6001-1600-F97F26D4B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77018-6F01-51F9-DF14-13C24BB4F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242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813B0-4365-675F-04C1-28DB33301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43CFD-0F76-5B32-8E65-D8C5EE499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BDB2F1-60AE-2C58-97DF-E6157FB78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24FC5-5CE9-90C0-CD0D-A634C76A15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2898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A420D-B23F-085F-0FC2-15213AEA6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31345-F943-C1A1-2101-7D53AE803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99C7CC-28B3-08A9-C64D-00634696F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E2AC6-2C1A-04AC-3855-ABDC12ECB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44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CBEEC-10CC-9C4D-B7D3-AECB9B1D5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77CF85-A3BA-D3C9-AAF9-E57F11ED8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3E0018-FCD8-DE2E-07D8-A3B93265F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48C93-AFEB-DD4F-ABAB-61E47CC10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1705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F2039-4422-4256-6BF7-E1ABF02F6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B408A2-4D26-326A-2747-A6812CF00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684B4F-165A-E55F-8928-1F69F3ABC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F8DC7-542F-7EF6-E770-4F5B824FAC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7035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6BC59-5F57-77D5-A2B3-CFDB29E58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6B858F-ECA8-E28D-5FD0-6A42D7E59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2A318-A6AA-9187-F154-2E5139FF2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6A73F-7A07-AED8-4FF2-2E09727BC3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9612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32A11-9601-12DF-0100-931A95503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94B29A-476D-6E33-3628-1DD073135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B12AE7-2103-317D-B6C3-19F9D98AA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7E61D-B779-36F4-0655-8C9DDAE71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817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36043-7D2C-32D8-9B06-AB8A3FF84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2E8291-24F0-E840-40A6-C4FD503D1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3E7B16-2D13-494A-7570-6A380A5C2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1479C-90D4-8FB1-6E0A-075F0C7015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0807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CF5C0-6894-0245-138E-EEAE83537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8D117-3C52-F977-B186-D2B9AA0263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2AFE3F-33A6-58C5-9A59-B130FD218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C65B0-7918-1C75-5C54-F20D5BAD5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1584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AEC18-031C-9559-65E4-070A38C56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1F2E4C-6A81-3A53-5FF2-2E7982C47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83D5C8-1CC8-B7E1-ECF2-2D23F03A4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86F85-0B70-E4CB-E354-EA2F73201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1283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31C1D-100A-829B-CD2E-758CC9D4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26C6E0-158C-83AC-972D-C35983FD9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428E8-A165-5479-92B1-48B8EA6C2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9B49B-1FE0-C9F1-3764-5258522C5A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5300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24513-82A6-9834-6321-C6275119B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E3BCEB-9D21-41AA-89FF-FACF746E1F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8C03F9-5D6D-E22A-A4F9-EC89BF38D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76321-A1EE-53EA-6956-002956EAC8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0606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218E8-0876-DB6E-DBF9-58B9E8D59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35E12-42C1-B5D5-CD91-03BDC02C9E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7F6746-F33D-AAE5-64F1-186895627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8ED10-E1FF-DD95-15EA-02A12010C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349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AC64D-C781-7A55-09BC-5D1C29C71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87003-3D4E-4027-D064-DF633C699A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028853-7244-C3A9-E37E-DE8F405BA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57889-1A2C-2BBE-A2C6-C1497F852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475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E4A60-2363-E0F7-330F-AD7A4F04C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8BE69-A17F-3505-5FB6-2A76336FF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4FC959-13FB-EC73-F2AA-CF4DC1323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AA480-1BEE-81EC-571E-8162B1F184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6562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1A507-3AA2-A8D1-0A80-984F14E8E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E70BE-A508-A806-022F-838A2F86F1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7F2F1C-D95D-23A0-80F2-395061DD3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CA7BF-302F-1612-62F9-4FDB16CC8B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113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F2555-1990-1F41-9784-D4246B2E8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EFE898-545E-F1D5-3D6A-C8A0395F6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5CA7DD-1EE0-A7AF-A98A-16EE67343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00D3D-1A55-7407-8D05-0FD29409E1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669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5DEF2-609D-0A81-A3A3-00821CD28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F1EC6B-6511-2C6A-2F99-6418F15E0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C0CD83-A504-F90B-B87B-923A057F0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53325-1F86-B9CB-DC82-CCEECE087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9687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20120-9E84-7F74-5A49-78FAF9449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FF6A82-1646-A4D7-AA4E-86DF70D2E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0C8C91-2255-7834-210A-8F07DD0A6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BA88D-0277-B593-EF14-22FD5EB59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785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10396-5F8B-9E3D-4625-6ED0BAFA9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0E94C8-8AAA-7294-D4A5-43AF2526E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628712-4123-F505-D3BF-CC33EDBA3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E7359-E7AD-CF0C-8942-B4A65A5C28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810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D8F37-01A4-1618-8D42-6394CFD44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D6D26-A5F3-732A-46FB-545360E16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6396F9-5A04-1308-91AF-F27A590DF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FF810-4FCE-DBCA-DDDB-AB52936C37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914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954A55-ABED-EB82-E3B7-956BEF3151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3735" y="272593"/>
            <a:ext cx="4544049" cy="502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82DA1-5B9B-F5C5-48DE-8AF4DB12E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0E1D0C-D664-6E42-91D7-985DE68FED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last remaining place for 4 on the downward diagonal.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B05C77A-5561-34BB-692B-0292EA422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C97DCBC-DC33-9772-A62B-EFFC3A501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2DA7449-3853-A5B1-8704-4455D22D5A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96DEE72-846F-4D5F-7352-B2689A927B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14E461-A9B9-863B-2490-C58567B975E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39400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0646F-923F-A17F-FE0B-85C04C286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485B5C-5B6D-9DA1-AA78-EB10F05625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last remaining place for 4 on the upward diagonal.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C3F9D9C-B220-2014-0972-4449292C1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7A7FCF9-5CB7-7E48-3E26-75153AC06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20C22B8-9526-1578-0369-E76B55C5AF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5D3E53D-0636-D453-CA1C-B7C1987651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753D11-E310-8262-708B-042738405B1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06E68D-196B-89D5-4C12-1530FC26BBE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092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94CC1-817F-7343-690D-DC6BD23EF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BA2252-97B6-AD36-CA9B-4A19140D3F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last remaining place for 4 in the upper left and bottom right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41225C7-9FFC-DED6-4F1E-6B13330CF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4FAEA8F-D71F-DA3B-1097-24DAD6814F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BCBCEA6-0869-808F-1310-F59F2CD288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A8E9D70-3ED7-068C-662D-01CDA30B06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FFAFCA-B4B7-7C4F-82E0-69E09947761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A3E8F9-025F-9C8E-F866-85598894EA8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AF77C5-8869-9291-95E6-61E67F9FC6B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395E0C-7FA8-4390-5A75-68E61CCA04D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94784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EBC8F-F2B9-6BFA-651B-3E3A4119F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73E5E4-B1C2-48F0-E1E3-EAE1582532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last remaining place for 5 on the downward diagonal.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0BEB60D-E0B8-A706-8D8A-1F9F5A459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0C92766-A60C-1814-4ABA-179E1C316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421D5FF-82D6-6FF1-DC2C-888AA957E3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8B0070E-2693-264B-44EB-9ABB18DEBC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770CD0-CA47-7C49-7D11-C5DFE04FDD5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4431B4-D5C9-BB98-F279-ED1A9537EB7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6B80CC-A774-4F1C-E961-E0C9633EAF7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831F14-CADD-380A-BF19-86AD3928638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B45643-7DFB-9D7B-618D-A3DBAA15061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81433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F00AC-32FE-0AD5-E09E-DCCD95B30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0DAE58-8A73-3782-4D47-B1F9A4D696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last remaining place for 5 in the upper left and bottom right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6123AC1-CB06-DBC4-2459-94099CD4D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4A706AA-0389-ACCE-C9CE-C00FCB153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26875D2-590B-F797-5858-37D43DCDF0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8DEF58B-AE9C-5C11-7C15-4EEC793737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98B851-9CC7-C6DD-0BD7-23CA7208D7D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3309D-7B79-D937-1A4A-92A64B789F9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8A8C51-5316-AEE1-809C-2132BC249CD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B4DC87-0E42-22ED-F2BE-B55C2B79AFE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41F597-ED0E-045A-8C4D-A84D7AF6B2A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607F20-07FD-DE17-D8AE-2EC6976CC72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0C8CB5-6FD2-2935-241C-5F80FFAA836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011579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812F5-773B-2002-9EB0-9940267D0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2CAAFE-605F-42C2-1FCC-02B0B45997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last remaining place for 5 on the upward diagonal.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154C1D9-1C2D-B0DC-845D-26F5CE51F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A701CE5-07CB-1E14-50EE-FCB88D85A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DE55398-D987-A2C8-2046-FB534919C0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340EF60-B202-F0D0-FA11-156CA2A820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30C38E-DA07-4814-3446-10543261AC3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4B2CD6-8858-4DE3-42C3-0A5D14E63B1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B6AB22-A25C-4F3A-F822-49AA4E5D8C3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DB5AB3-31AE-0437-DCDB-401DC97BF46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3B12BA-085E-908D-EAC9-E57CCE2EE09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004F94-AE1B-8F1B-E603-99370B6490A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F7BC61-67EF-B8B1-E4DB-434741C7CC1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B09CE8-2D45-C125-3ABB-35D46B02885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94161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AA4D5-F2AC-0E3F-FB19-94D19F1D6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DA4AA2-813E-3514-940B-7EC8E4B496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last remaining place for 1 on the upward diagonal.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2DCE2DA-5142-B34B-8FE4-AFD6B2F18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40617CD-7BDE-EA0D-E63D-A7AE4A5CF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125AAAF-3F92-02D6-3CBA-BB2F5E8D14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84314FC-4108-342E-8C87-8B82DA6818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3F1F1D-D085-BAA9-95D4-F9801242CA5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9CCA08-E1BE-541C-99D1-2D120EF7ED1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930095-F5AE-2685-DDAB-6DBED2607C2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DE5566-CE7A-6DFF-566A-C9A0C82E4D5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96E2DF-C9FA-9414-9474-885368EB5FD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8B861E-8F38-BCF9-C623-B51CB391CE7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A733B2-6EAB-EFA9-158A-A6D241AD5D2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B4F7D9-D53E-4E96-492C-9360CA787DF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189DA0-C9A0-5CA0-1B27-DD6F21FD7CB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14491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25716-64EC-B87A-9880-AC2707149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C487D9-DE4C-B43C-ADBA-FE76E02444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last remaining place for 7 in Row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4E99489-999A-6008-0B86-1918764AB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E5E10A7-A011-81CF-1521-53CBEBE47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D0F7362-2346-8AC2-6445-026DAAF092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95AE104-B02B-8780-61AA-F7BF35474E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1E1428-4349-B7D8-4F72-55E41EC07AC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90E928-9FC5-6BFE-3D92-8191D8436D0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19E22A-F3B8-E3B4-4AFB-21B6E1F99AD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C3B626-4500-BF6B-E544-4C6BB1921F5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26C3F2-C8D6-5DF0-06F0-8B2153BF646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1B309B-1572-7B45-C763-9970FB4ED06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B735A7-43F3-D8A1-E94D-6EEB67BAAF2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9CEC12-E216-5582-2228-5B08BBDD33C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EA1CD0-A5E5-E5F4-11A7-6DC452B9795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467C1D-7F8A-708E-ED8C-16FAAEBBE58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78315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BACB3-3998-0592-F9DC-EC68A6A24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E4500E-1BDA-AEB3-B3F4-121DC69C4D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last remaining place for 3 in Row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56B680D-CABC-F236-91DF-E76980A07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3484D68-A9A4-7B3D-B4F0-8F07998F9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E95900C-AD84-A269-DBB9-4499EE8CB8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D9A96C1-E81B-4682-9E1C-F32B5DA707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FC12FE-BA35-C0E3-F1AA-2F560AB43A6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D0D7A7-8FFE-9882-80BC-A200A906100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610129-44B2-EC37-DC09-4DB9F96DA08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9EFD4E-7098-6AEF-C31F-28BEA249319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DB8258-11CE-4C6E-1100-695CD85C6C2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F702E3-09C1-0FE7-1ECD-D1B8AC68684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05747F-83DA-B302-A77F-89A12C70816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EED579-2622-B823-83A5-7EFCE822DCE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632C53-2BD6-F7E7-8D9A-01439F27925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87A212-FEEA-0DFD-CE50-A165B71D2ED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8750FD-1EF2-8AF3-D1BD-5717069103C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84824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57669-C10C-A442-057D-B0D9C371C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A61CC2-BA8B-A8B4-438D-CC0918A730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Since the center cell is on both lines, its value cannot appear elsewhere on either line. That’s only true of 8 and 9. But 9 is precluded by Sudoku rules.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3F7B16D-9232-D3B7-342C-0D8C0E932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8C1FC41-4BF5-FAD3-45DA-F1BEC1DE3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E0E3008-436A-AF48-FE06-A88FB44D09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181D02A-5F67-915F-2889-B1CEB4DBA0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5B3D7E-FD8E-D655-796F-B74BD9C6863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401FB6-245B-E37E-70F8-40A428081AF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64EED8-79FE-4085-CE7A-82CB795A19D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AB303D-5E71-3F44-8CEB-4664B15E2FF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E5C7E5-E6EC-4F0E-E153-6CFAF2508E3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BA595D-08BB-8FC2-D540-B9ED0A94900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A50212-68FB-B11B-88C5-EBB29576CC7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8D7628-C171-103F-054D-A5D5DE18A40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50AC9A-A2FD-94BF-8EA3-76CC0B42B9C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C8D143-5886-2AB5-5F64-A06671B87F4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3EDF73-633B-6B4F-27E6-0849C395024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18C5A3-844A-6432-BB6C-7C9157536EF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82685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DA759-58D7-AF85-6BB7-C923C6A73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54D6DA-15C4-1D5E-CC7A-45F18300ED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value for this cell.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58B68DB-BDAF-83B5-8623-2A2254AF2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77A9CF5-F6D5-07D1-55E5-88FC8E6E8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4350EDC-D62C-3572-B12F-89A3CDC37A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84E36DC-7A57-4758-1FD1-616901910A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64C21F-5772-D5AC-62A9-836E81767E8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F6D99E-38CB-E56A-8A80-BB51E8D4DF3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8CEA1D-6CAE-C4D8-3356-BF508E5823C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C03672-3A01-CA28-BB68-61CDD181329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5CB867-E217-F31E-E4E9-D34E2A14EBC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978960-6E6D-46D5-D611-A27D87169E5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DB06DD-AB7C-94F6-5406-925AC09F0A0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E95B5F-2EA0-3964-F846-2E0B14DD55B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7BB68-9C79-CE36-F8C0-BA1A967D547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A6C1AE-ADCC-8A11-B8EC-9EF827CC9FE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BF680A-CF7A-8585-70C4-E4BCF49DAE5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2BCC68-AF5F-F287-628E-2937A930FFD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FFF893-29F6-117E-12C4-A593E937285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58616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8C4F0-D9EE-91ED-6A3E-7C2D78312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83E8A7-3ABF-6D98-A65F-782A9F448F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Pencil marks.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E64A530-503C-733E-E165-9C7906787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AEB720C-D12D-C467-E2A2-D0DC257BF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F8D7E1F-D256-FE12-D7A7-C8BCDC378B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AFF1D65-72AD-ED55-72B6-9C27B3E4AD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9452CA-BFD3-29C3-1264-60284118662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4D13C9-801A-AE76-6921-E53698CA3CF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3C76F2-5B17-77EB-C954-C44D62E3B4F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92B3ED-DD25-75DA-45EC-AA7068361A7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3221C7-94B6-B0A1-88B0-22F87DA7C18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65CEAA-7BE8-717E-BE6B-10A3195AB02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BE73BA-DFB2-393C-8DDC-5791D958A3F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4C3E04-D37B-93A4-3396-9631675C15E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5D2FA0-5696-59E0-AF35-3823684D3D3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05968B-0934-F747-C91F-E2AE5AC6F2B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CF8B0F-583B-7F29-C77B-451DD0F0EF8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1C5EA1-CCAB-708B-EE3B-1CDFA12646E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F1A4F5-BBB6-E0A1-9C8A-F0C0030895A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3BFEF3-9482-2A34-9F62-38D5639659A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79629A-73EB-980F-4B0B-7C0B3585EC7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84A0C2-80B9-F8E3-669B-6428B559034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0B6384-1AC5-9D7F-5A31-9CCC128FA6C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6704E8-AC14-4FD2-CAFF-5D47684BE5A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99642D-42DC-74F0-3CEA-24ADF79ED25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CB99B9-EEE2-3523-12CD-FF1964C8E01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DF2316-9ECD-8746-054D-13FFFD917DC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891408-F69C-1DD6-265D-31D7C1C8EC8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CCDAB4-2337-3C13-A840-AC39D4BF265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968F6C-7839-67B9-A318-B1F7F35D634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C2D3F2-5466-01B1-A4A0-9412D5A3425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5B919C-25DC-F4B1-A2AF-2745D5E08C6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888F7D-EE00-E12F-8598-F17344FCAB4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9D300CE-4D9D-911A-5D31-E674AF42C09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6013EC-1DF5-B9E9-50FD-7E75E3306D9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94D057-698C-A103-D415-DCCB8F79FA9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7D2D52-9BD6-CFE3-9FC5-2F229432200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B7CB48-C689-1F35-737E-16477508B69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69B64FC-D3C0-E3D5-E0DC-962246A71D3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B0CCF6-DD51-4E29-DC6C-6EBB30EA6C6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FA2BE0E-ABA8-D6E1-0125-F3FC985CE14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E9A178-821E-6D3B-DBDF-107581A2837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66E78F6-6C7C-8276-C78D-0CE11CD33B9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F92E90-FEB8-AC37-74E1-5685E7AD791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603729-CF0A-328B-F0F1-302F88EF2E8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03678E-0678-3560-9B52-6A1AAE696F2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03DB375-141F-0B1A-41CB-52A15621440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9DE2B0-056C-EB36-1843-231E884BCBD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4871DC-BB93-E3D3-E274-99F122C6999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DCFCA46-69C6-CCEA-5B40-0264B97CA1D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DEE7911-D3A2-3569-EB3A-B9FEE41B666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3E10E8D-308B-F766-DF71-6B78EB2ECC3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2BE596-599C-75F1-05CA-83E75FA0FBA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48B7F5-EF3F-444D-80D2-A6920903012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B624A0-A0B7-60A0-6B13-ED3D4A53920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14B8BBA-F41B-5629-B527-8877309EE73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C69391B-4946-3CC3-D1DE-47AA014787D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757EEEF-9DDB-6505-07D5-22380082797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E5F8897-BA84-8081-C345-B9C2634CE39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5EBD3CA-E307-0499-7D65-65162CBD599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B3BC11E-2786-0AAC-7061-E643C1FFF80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D1E94E7-DF88-6C96-EA6F-92AB766EB80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0722DB6-4E0B-1A45-1E78-46F95C6B554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448F7A1-6D95-B38A-BF5F-F942690E11B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D0C50D7-23E2-800B-9861-87A449FB55F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0B4CAE0-5D55-031C-330F-9E22FF5A96E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A472EB4-5A10-906B-BC0F-1EAD3DE6888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</p:spTree>
    <p:extLst>
      <p:ext uri="{BB962C8B-B14F-4D97-AF65-F5344CB8AC3E}">
        <p14:creationId xmlns:p14="http://schemas.microsoft.com/office/powerpoint/2010/main" val="3057378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6F888-4B83-E822-F4CD-9C15F9859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CE6FC5-A212-5E6E-2281-DA0082143D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Note 69 pair in Column 4.</a:t>
            </a:r>
          </a:p>
          <a:p>
            <a:r>
              <a:rPr lang="en-US" dirty="0"/>
              <a:t>Note that in the upper left block, 2 is in Row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F25B29F-EE16-7C0B-B0F4-E44CBBAD0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1B9614A-117B-CDF9-5904-79222B9A2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067BDB4-F992-D976-75BD-94BA54D59D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DA8C812-ABD6-CF8A-6884-722AE29550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C03BA3-45C5-F489-F794-9474A755630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4AD119-3D7A-7461-8258-DF9EFCB90FF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0FA39D-758E-70E0-8B3C-1D911FD7B85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D3F727-AB23-2367-1A7A-D16162AC41B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1893C0-16ED-3FB2-83A8-FC7C0488D50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72EFC2-B8B8-B56C-148D-EE737589C63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8A501D-71A3-9A88-DD9F-BF4E991060F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0BB15E-07D5-8DE5-FDD9-05805548F9B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F97D92-3AA7-1EB0-F9E6-FB864166136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FEF9DD-E980-D49E-CE5E-7988FFEC265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6F9BD2-3654-CABF-A84A-84E1985948D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02A7FE-18D1-B53F-5CA6-6F687EB23D6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31A5AE-E277-F1E7-AC21-1816F800EAF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4E99F4-84B1-2475-4687-1B38282969F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AAC6C3-A64D-6B6B-1C03-94E461F233E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736E79-8D3C-AC85-99E6-596FFFF0A9F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A132FA-91A6-3494-6C74-43117EA86D2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AFD93E-0249-4835-944B-DA5BB1D5515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5F77BB-1D25-0267-CB9D-510E5892B64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E99BB7-52D1-4816-F387-BE444EC0CFF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483037-C6B5-1F3F-0AEC-1BC8C4F09CA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AA1F51-7DB8-59A3-8027-849127A2EE9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8C7BEE-7607-1E8B-E97C-BBF4BA1A92E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C4D942-A052-D128-7A70-17E0658F4C4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34D1DF-3AA3-9897-C949-7C0DBB605EB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2D389E-6EAE-D76B-606C-39E1529F714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C5B517-BD15-7213-7574-08D4C413574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16C9B5-6812-909F-69B6-69BA2882762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231AF9-4EE7-1070-D09B-D2ECED4AE40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1E604F-CDAC-1601-78F8-6A246F045EB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995E90-93B0-4CFA-CB46-06684BEE05E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26B2A7-0C55-ED45-0EAD-2865B748CC5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3B5D52-277F-639F-C800-53A4A64067F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690E30-58D0-8C30-219F-95622F88ECF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1FE4CE3-A14D-513C-D7B4-90D4513F5E7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5DEDD4-E035-4691-8736-5D63214FFCC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4C087C-DF73-6C27-F674-81EF2855E35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74E54C1-FC41-63E0-9D86-F8B942BB946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9DEC97-336B-20D5-C16C-698D7FDF106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9E3752-E20C-95CD-95DE-D456313BD00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DA4083D-2E46-CFA2-C0FF-9A7BF8DBA8F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6BB653C-2E9D-5E66-6DE9-E55C33126AD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DD66D0-4C1F-D26E-80F2-B9954D3AEF0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159B1B-5FD2-29B0-DA9F-87881A09C86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3577E6D-7AB7-AEED-9E57-1EC764DFAEF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37603C-88DC-C832-7D17-5F0D966D876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2BC43F3-F853-50AF-C973-682F85ED7D0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99C65A9-D14E-2DE2-0526-5388B488155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0F01FB-044A-C890-CE2A-D4C5277897E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820E810-CAEB-CE12-6216-A1B88389632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5A54A1-B261-6D6C-0A1E-6FE6F3C01DC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2199BD-F732-C76C-2170-7DE836215A8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7E017E1-D599-A705-764F-F17611AB597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A414D48-FEC7-3E83-31C4-0DE9AC31D30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E7F4F50-3053-952E-07E3-656614B0CB0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733A56D-0EAB-74F9-7FC1-BF1CE64C528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11F201D-C23A-BB31-444A-AFEF85275FC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2317CDD-8A88-B650-7E02-639772B8B60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B30B11A-59A1-8D07-8A2B-1578784A770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505AD38-55E3-2FD0-0392-4BD48433F86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A995C8-4280-A8DA-BC6E-650C87ABB41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3640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B520E-982E-7804-B190-54B74C590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E4A780-8C83-BB54-0014-8E307394D1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1F1C7A3-90CD-6138-8BC2-5B5F009C5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740FD98-1825-AB47-029A-050C8CDE5E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D294809-ECA4-043F-DF0D-11438864E3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B5C5FE2-9AD1-9587-1EB2-C1413A48AD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26B962-60F5-F918-25F0-DEFFCC95AB5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0EAF53-B92C-AADE-FD57-9C2E7BD574E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037830-6498-AF6A-2B5D-66833134C80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044C13-25D1-D211-5A67-2C685F93B41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69E877-9C42-1AF2-A97E-50297A860F9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1B7386-5FD2-91EA-6B12-2C820178900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C05613-879F-63C0-9F80-29A21CA1964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A15BA2-E2E5-B0B1-4285-CE7595F9C62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DE4631-3D67-8CF4-D4A9-8B971E327C5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314580-362B-97A8-6787-8B4C490A6F0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85E0E5-0756-9B75-0521-4F0BD9F3C96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D6B2F4-0DAD-D0F5-D954-8CF6C76846F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FF954E-E041-6FBD-286D-E55D6DA16B2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A3E38A-E61B-725A-F457-C436BC7B55C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346B5A-4EFB-3E10-4AD7-8D502861E73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38EB9E-3F95-8D7B-AD5B-E28B52503B5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1EA283-C20F-10AD-5A2E-0DABDF84159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57120A-391C-B51D-5847-85EB58F22EC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9709D9-E729-CA24-4E93-3F3EB2B1948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B37E54-3881-DB8F-E5D2-A29AA097FD9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B11D8C-DDEF-E411-9235-502C74772E6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98279D-8F63-556E-1EAE-C6C1143FD4D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DA2E7B-FA29-6CB2-7076-EF5C35EEF10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D5E391-2E59-BA82-23E2-8F2CF61CFE0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9BDF5D-98A6-E679-638E-8A5208A3DDF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A79FB9-708A-BF87-5D61-CB2DA425961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47C776-8405-6CE8-AD35-36968559EE6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F4849F-2889-FC3E-2609-9FC6E032D8A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E31963-CCC1-A686-328A-206BB86B518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D625D3-B800-D245-4441-24EB4441759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186417-A8D2-3A49-477B-C4CB1A07BEA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FBFCD03-6DB8-065D-B16E-81A5246E456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373448-29B9-5B38-1F15-C19CB2D1612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E86B4E-2B05-AFEA-31B2-942A70E6C16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509CA7F-9DDF-34AB-BD32-108329CD359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30EBBFE-B029-D1B6-A628-FCE368CA202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0442170-E9EB-D40A-282E-EDFBBC23B8F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CD0478D-6146-1B98-E6FD-31D394736A7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B4673F4-744D-12B9-3EE8-40874E1AC8B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EDBF35-1E6B-A6B7-7D68-38E2019AAD7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77E5B0A-EB87-F772-F7EC-4642DF59088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1E722F1-54C3-FBDF-FC7D-06C1F695C57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E3C2D2-94E3-559A-A4A4-367D51A3730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1D79FB-A4A7-983D-65F0-83F2297A600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55714F1-FF4D-AFBF-B6BC-B1814C8E10F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349996-BFFC-0D81-591C-5871E8DDB6B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7E3C0F5-ED99-6921-2CDC-12D0400B7B8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08475AF-158F-E421-2F81-8C3FAB72E3E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A376D7C-FDDD-4D92-701F-133C5B6D97D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33C958-9B20-AF79-A13D-EC3160949D6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984D0F0-4D2A-F4D3-BE2A-9A100F401C3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539B7FA-5866-B3D3-3112-1CF5F81617D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3DC44A8-6072-054F-EBBC-68365407E57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944136-D83D-5C2E-CED8-A9134C0E669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69B8653-3481-55CC-F609-74E81F46F06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2889427-15FB-0EDF-2315-60E4A4D61A1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2DE002E-FC3F-46D4-1159-F6B51DD6792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6C31662-01C9-5CB9-572B-91EED8503CC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13C724-98DC-7CD6-2434-4B905F45B3C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8BCB48-8FDD-1CC7-9D04-AF0F5B4269F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46A7FE-080B-093A-F0EE-6BE619B84D4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0567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BC5ED-FA5B-4808-6DF8-65F8071AA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FD6F26-9B5D-CCD6-8ACB-DEE1D1DD73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2B12741-CCE8-2AB2-F512-7E204FFB8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0BA646A-EC09-F38B-6865-733C02C97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A75CDAF-C432-93AB-7738-30AC3D9B87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3521014-BBC7-1F85-70D2-D14F9ED7F3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6772F6-3819-97A5-DC1A-CF79C7866F3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FD48A1-D53F-5B44-92F1-3C6B8E47167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57DBCF-4D7F-53C3-497C-13EF6688E53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E48A0A-E1DF-A418-9D62-59E34A92830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090A96-C05A-D3A3-C7FF-EEB0768964D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5EA4D6-1CD2-5EC1-05AD-71867DBCC17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363D0E-A046-29AC-7DCF-4C85330B011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96C75B-4357-6174-06F9-D9ADEC0D838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7AC8F4-EEF3-6600-F5F8-9CD2027EF04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9C61E6-6C6B-3086-61CF-64D7316C26C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88F06D-7604-BF8E-256E-14FCDF4DB9D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794107-280A-7A24-F944-E7AE8944637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0634DB-01A5-1BFC-3436-64FE3962A31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C039E2-66C9-61E9-032C-7FDD00C8D93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640F9E-B660-3CB2-28C9-EEBE96A3C41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23E033-2BE4-3060-8CE6-51F1DACEE25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D42CC6-FFA1-0FCF-F05C-C22F7D4FB05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09B1A8-733D-C24D-1935-EC7BF30144A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534511-C177-BAFF-743B-2260FE24A2F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AAC893-8263-B26B-9B8E-3358FC759A0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498134-B9C9-0FA7-3DB0-EA615E8005E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77E652-986C-B6EB-30B1-DDDA2B99DBF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EF704-C4C3-7CDC-D532-17BEA05A098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68BB2D-D0B0-299A-88AC-D79DCE06227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F4C07CE-540B-57B0-70B6-8253DD3B6B6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8E8C7B-3A32-4A95-3ECB-0C99024207F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2AD969-DAD0-375E-BA64-11AA93C8638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232ED3-FC52-C98E-A296-5367CF90FDF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B3D5F4-2A59-0B5B-0D2B-A5C971CD960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0911FC-344E-D357-AE54-91A372A67B8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07433B0-3E4C-7067-EE73-F8FFDB90E08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A7F0066-80E5-DD7B-2C79-758A2092416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6450EC9-1CE8-5E12-AFE6-C1DCC90918E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6F2A2E-42FF-08DA-C6D1-5D6943CE70D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0D86A85-F0C1-486C-3385-4CE38E1E676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AFC851-DFFC-EA8D-65D7-44D048591F1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BBEDCA9-E517-B691-4ADB-4FF101254F0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AB5D6CB-DB21-11DC-B505-0C7EFA3DF38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234831-6866-1C75-5AA8-D9E4683481F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4567B36-6C2B-1253-7FAC-622D2FF90D9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3851E17-9F5C-0368-A820-350C0A0C8D1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8A59407-BF8B-0327-CE25-81FD75C82C0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24D10EA-7332-7540-8D82-55DD2481871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1207B8E-B869-C89E-77AC-466B203CF1D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3A27969-BC88-C623-BD6E-BBE5285DE32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95FDD13-80B1-4690-C31E-AAC08C165A2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13FA585-9B54-CDBA-84B5-DD45FCA3861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1574D87-6E05-6D38-48DB-342395C893B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FDD02EF-09EB-BC22-07CB-771691EF939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EA3A921-6CD2-0217-F472-65D3536B677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EA40AFA-610B-45E0-7F66-6D6EE6C7A77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A9FFE5-8C2A-FD1A-86E6-1FD086DD7DD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A2131D7-B5E4-1B08-6F92-83077E88D39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01FCBA4-0079-4E0A-7A29-65F4E3B66BE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79E4FCD-62C4-5488-E174-3C74CDEF23C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EEB3AE3-A233-EBAB-8D3B-AB78C7D8DB5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2C12D1-46D7-D658-0CDC-7FC29DA6A9C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613C12-00C8-EBBB-4499-B1368783C25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9A3564-1E59-363A-1FB5-FBDD2C5A616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EE85F0-B928-3693-BB22-60BC049E2D5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13D960-18AC-9905-C285-C114B3E4D8B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92148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DC6AA-71F8-AD08-C041-B77F75453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C1818F-4398-5985-24FA-9801EE8F60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Note the 26 pairs in both the bottom center block and Row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E5FEBC5-A6B8-A994-4DAF-D24C6ABEB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547551B-C577-E557-D58C-6D60DD227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61F2E55-B5E9-3BD3-FB4B-9F4A8E5538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2FDC6FF-8114-A0CC-7C76-5B14157914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49DD3F-01EC-6117-E236-A0C1353C844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9EED0-DCB2-6401-8537-E16CED024B3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8F881D-8B73-952F-7E8A-E49C5A96E43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F93B40-7D40-3D71-3712-23FD6AA9346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300780-B2C8-1609-8493-4DACD816FB7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CC7A6E-6A74-50AC-66E3-FE3C0411EAB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F14E50-B22A-DE56-3F81-AE285B58D77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78677B-CF26-1817-BFCE-9414E9C6345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77D7A8-E684-6CE4-FDA5-9E24420944A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CF7582-C290-FBB1-9281-1DA0E268BCA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FF809E-05C6-8D9A-53D8-B225FBCFF0F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035046-4144-E9F0-AA11-38CC44768DB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CA02F0-E347-2C9D-2EDC-A3FEE58C07E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A2AF9F-2F98-262B-B227-057B8C4BE00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6FCF18-945C-78A6-7ADB-72E9FB835A0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E23BB7-95BB-13F1-CDFF-8EA176D2CBD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00B393-7F56-E03F-746A-50E621165D7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AEF46A-4ED8-D221-6178-50768AB19C9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538B46-5139-97B6-A936-0E199643110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626EF4-B5BE-6323-37B7-2C6DB8A8855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F2FEA1-75C1-EEB6-7CD0-29D52A5CAD1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05A06F-C693-9CD3-FB84-70CB480CBB5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CF660A-8ED7-E890-EE7E-6EBC7AD82A8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1C3116-0711-26F2-E2E9-1E5EAA66594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825D68-D3BA-DFF9-8C11-6CB8737FC4E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99663C-F147-1A48-3829-883EF11568B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8C20F5-2A47-DA47-BD3E-E1A6C06D7F7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067375-2D04-C252-598F-230F5E2333B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B16B34-6F2A-F2C7-76BF-2397908F571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F82E83A-EFCA-175C-32F8-CD99AA99915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8DD3C6-C1F5-39AB-ED68-9B5CFAD1EE1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7DF155A-89FE-F4FE-B75D-A6AF8349195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1898C7-C9AF-686B-6C74-6CBF347EF79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170748-CAD6-D57D-0347-3826ED23077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D868E11-92E7-48EE-4A13-3C2F7471242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DFDE5F3-F675-578C-EE33-EBFFDEE5A25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63F761-36CE-EDF5-BB96-F6507667B44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085CC8-C5DC-F9CD-1578-483EF7F7A00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B76F58-B434-549D-943A-D9F05123200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A3BC6CE-49FA-AF73-6B0A-4DDEA81E031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899A11-0694-1C08-D760-7B08086208C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F27807-1884-AAB9-59BA-2269621534E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E77541-7D72-B262-6D25-58AE8157B5B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01B9A40-F1C9-4C12-2099-3830506F96B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056211-E0BA-6B65-AFE8-AE774D3FCA3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399A098-9628-E342-EBA5-6FBC823397F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4F451AC-DCD6-863C-D08B-D096643AE72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9C3E63D-048E-E4B6-DE37-ADD5B39F62F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5AAE391-2DCA-D20A-6F4C-56F7086004C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D01DB60-349D-B9ED-C967-02F7F9540F9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A0C87DC-398F-9E67-0A02-C5E94A034FF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3CECA5E-B45C-27C1-6A08-92A9D8F40B6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3EF1E08-08FC-D3CD-D8A2-D6B2FBCCE0C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475F9C-B83A-B768-760A-6D8C9F9FC6A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871FA4A-3C56-C02C-5047-0F2988383C9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029616-B47C-3D9E-66C8-487A7CB9E57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6E3C35-F8B4-D717-98CF-B315B9FBAB9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15C9D8-154A-EBE5-CAA6-47E35D87180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2FDB51-5F90-5438-DD26-437400CA79B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2DA3F83-F772-DA27-3B5F-EB89BC45034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0F5ACCB-1B94-9B9C-7A29-B503B1C572E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38388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D2A38-9C80-60DA-5695-4BE1FEF9D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2E35E7-9D0B-E9F0-D98B-3ED29F0AA4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A98841C-68D6-B063-5CEA-3EBF77BF7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3148DB9-C27A-B489-E79C-494CD791B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6FB590A-0150-2AFA-7A5A-64CD228D3F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DEB0DED-18D8-87AE-6EE0-4FCC7F5872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AD8807-650B-E8DC-69E2-BB6F1E6659D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D71AB2-EAD8-8F02-B601-DA3BBF3AAC8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5E1C28-6330-DDE5-3B75-9B1823FB661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C69259-3BF9-EF97-E794-A58B61E1031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932450-C1D8-08E5-5CE5-7D216532D22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1E29A0-8719-DA98-D597-34C5D11D7E0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6CF5EB-1575-0E7C-0AB3-66111C0BA00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3712BF-BD65-8399-090F-CF382AE5804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549548-5C1F-97C4-8309-787DE012A6E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0F557A-A941-BC03-329B-18B1D6E0F84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2773D1-2EDB-C946-CC29-FD027134DA8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B8AE42-70B6-F8CD-F082-6EDDF93DFD8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268388-633C-22ED-640F-570E9302F1E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2D3F0A-EFF4-C689-F634-0D79A64FE38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C18FB3-DECD-3E2F-DC57-18900CC7ACD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313CFC-83C1-8B99-FCEF-A9F0F2DA6F6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E85BC7-1F93-3A1C-8466-64A1A426AFC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3D47CD-3B4A-0E54-91F7-72921C070AB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5F469-D264-F1C0-9464-AD9FA978219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672384-EA44-2A50-8B83-AE9796B3A29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74520D-79A0-4D11-9BDD-BF13F9E3558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69DC8A-4774-F5C6-293A-C012DA320E4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BFCF3B-154A-8ED7-3225-6A38D2110C0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DFD69A-470C-788C-D6E6-EED96FC3DF9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FEC9D4-D986-28B6-2F2F-B0AB056A7C1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17D993-CA12-5DFF-14F4-E04F6A7ACB4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E91069-9C52-8F5A-1D75-00D8583FD57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F606F4-0A1D-5A04-0B8D-19E43DDE10A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133DCE-F1C1-3CFD-D51C-640991E2243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32E67D-6C5D-434F-D837-1F3E895527D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DB831C-9AE0-0A7D-C1FF-5A8F2D0C5BB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E57C1BD-F001-A3E8-A008-C6E6509CE01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F3250E4-8869-BD4E-A7E6-73BD2A71F62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426AB6-BAEF-621A-F510-754AA5D38C7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3F0B00D-3C73-F2F5-1AE7-0974EF26ED5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51544E-E30F-25D9-CF64-05ED2E10B8F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E9670AF-388A-56A5-61F5-BA7FBB1EBB0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4065CEF-56DD-FCD0-0924-860FA17879C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D7BD77-9C0A-7803-32A5-E88E24A065B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8CD8823-9447-6217-4075-BA04C694549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98538AA-CB96-AB5C-F010-E1DBC2501F3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165CFB7-6793-80F1-18D2-70E96EBBE16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62058EE-8E45-43BF-9F2F-C59FC6E52BD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6F4F744-0F10-D6AD-4AFF-43BC482F700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4FD243-5315-1A34-9D32-BF51260B578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BA6F8D1-61A4-11D1-013E-CC43F045C4B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908EB1B-C624-9CC3-5B51-9D4DB79F17E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68AF6CA-9658-F3A7-0407-CDCE5AFBD6E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7772444-B725-52F6-EE2A-7BA9F7643D6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5295257-1C28-5936-2266-87232A99C8F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C3D4E5E-221F-C39F-21AE-A43B0DACC6A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B37C34F-7595-44DC-189C-459B924DF8F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D9793F5-0E3E-F980-B759-3B1B36384B9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3D02438-656B-96BB-A9DD-F36B09F6B97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E3B010-08E4-EA6C-56EC-28CA3E0F6C6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C218C3-C4D9-40E6-E3DD-467222D475A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744B79-5E5C-6CA2-F458-9FC5CA81457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9348C3-E348-067C-2166-7D5AAFFC84D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900799-CE7B-0859-9579-2C79A90CD5C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D42038-9BE6-CB1B-9F9A-D4B4C9FE97C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B7C1055-5F4F-CA59-71D0-EC1BB33038C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37054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3D4F6-1A4C-B4C1-9E2D-93B194C47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4E50C6-0D27-7622-7F35-0C15FF506E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Note 279/29/279 triplet in Row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E46930A-C1FC-6842-15B1-18AA59F1D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40F6BAE-ED0A-62A3-D56D-3A00E825F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249C0B6-4523-2FAE-65C2-F09927A496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594DD4A-71AB-3B49-BBE5-FBA57D911D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316669-DC4B-7EE7-3756-37277F798E8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7D218C-766B-101E-0647-FCC9652EE20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98A0D9-1B87-E8A1-D11D-AC4DA002B38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1F3A18-F936-D60A-239A-BE45CA521AE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601238-73B8-1355-A392-B3C049A1593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E3C90A-E12B-FE2A-B666-3EBC84DE138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04B540-C765-08D4-92E9-16FE0A88913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50F168-F30C-1617-A1BF-45D90EA807A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642A7F-2F40-55C9-136A-660957A04AA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F6C3DB-0C7F-C175-B1A4-9A84FE0BB42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7AE93D-C908-ACE5-C02C-D2C20B5F06C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C4890A-E898-BD2B-60C2-942156E73F0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C0727E-AE6B-8C2F-6CD8-E025FD31BE3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8D7F41-B1EC-79F6-4ED5-6940B969B59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C888E5-DD6F-97E9-74DB-BA9EC1E105D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5D5611-3487-C623-12C2-1C49C38D1EC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A62F34-DE9A-4FFC-3167-C19EED13B87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BDFED3-D2F4-6C0D-1897-78EDA6A2382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D6C192-1FE7-AA4C-EF45-21819ABE715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9DEC42-F128-2A67-6985-34DE8E06B31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F7E36C-5C89-F0E0-1F9C-6CDCE67430B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6D47C4-04E9-68C0-C3AA-1901A162AF3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A7DDFD-1641-D546-D671-07F638A824B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CBC58C-8598-ED26-D5C5-9AF18619422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C8324E-7B2E-9981-D7B6-012D0E2A0D5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3BEBCE-7FEE-1C23-7FD1-B4CF8628C64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32CF03-ED63-7342-1B2C-FB4FD22FF31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0CDDA1-23FB-C21F-68D8-D93C1C6BC87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F1AF49-0D8A-3C73-CEB1-34C76B3C7E1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5901747-304F-E376-4A24-366E33D95BE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E6A3ED-E7DA-307F-D5B4-07F66519B51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FC88CB-D51A-E577-3290-3FDD989D41F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BAA5451-C41F-1B8B-FE3A-989B7987CDA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5DC10C7-C1AD-903B-859C-4B4E8B77E85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326C82-B7B3-330F-5C77-FFA34ED3A98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CBA2A44-951D-D241-9506-74782C38896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9F8375-9CFF-129E-4700-A85D0420403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3FDE6B4-9F76-66DF-E76D-57680B11770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A0B695B-13D5-18B9-8190-FDE7503F00C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ACA885-C3B8-BABC-9623-1000960068D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A9B9C89-666D-A299-40A9-6555BDEB372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15A701-B5F0-452B-FF4E-B46C50E3907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57DA9ED-C938-8706-3DB8-6E1BFF72EE0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8016FE5-EBF4-7ED5-76E9-71235B9A31F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A9628F9-E0E7-729A-B0A0-39FAA1C9247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BD8BA92-C422-E7A0-EB15-1475012C552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6BC8A5B-AF29-4507-AF5C-3591B44ED6E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4DF803B-250C-9097-CCE0-5CC732EF5F2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19B6277-EEF9-C54C-C3F3-049EB3C0960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ABDAAB6-FD80-8230-0689-9188130D79B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74BB246-1C8B-8CD3-6AFA-9E863E4C7FB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5B322E-4DD6-E8BE-EB10-61F2AC7D24F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3B67AB-3B30-881A-9F9F-84B4BDF2DA1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994F38-9F2A-2694-506B-4457615280C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3CD11F-CCAA-61EF-BA2A-4402C076378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B2D647-F9F7-6EEE-5201-4B20E142E32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A0D09F-2B99-5113-2591-21EEEB32E37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777391-C84A-B67B-B8E6-FDEE459B43A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0F5DE0-56D0-5F05-F9F5-1962CBF8DAE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D7FB75-5089-9A94-F8C4-2A3E4508773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3F7EE8F-F249-30B6-CB81-1E6D84206C8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587881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838F6-3D84-BE51-F78B-B97EB11AC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B9C40C-70DA-99ED-32D6-7E77C16AB4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A96310D-1887-8851-9C96-F5D277541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AD8CBFF-E80A-2E68-01FF-1BA5EBF57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6546A7A-D201-F610-C4D5-DA3F53655A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4D82563-7F61-6194-1189-ABCE894A34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31B9F4-CB00-5AD9-E6A1-838DB593ABE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456E8E-A990-7B6F-7676-8B011C6F276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B38FBF-046C-5FB3-7161-E38AE102568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EB4C36-9A17-E64A-B371-0A489B8E0D7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539FDF-1DDC-AC46-99E5-56A78A47821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B164BB-8E9B-88D0-B4F3-1BBEA35B9A3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3E9812-9034-4D86-08A9-8343CFEDD46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FAF9F9-A450-19D6-4941-7232778F7FB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653C68-CF73-0DE6-24D4-3D861E7E063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F6F3D2-A1F8-BCA8-B937-B951FE6ACED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9147E8-48CA-A88A-0211-28A4115EFBE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7E9D8C-D5B8-E3D2-F50B-B13B9738322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8106CE-E5C3-2EF7-372B-82788A0B5C0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6516DC-91B8-F2EF-5A6F-C52A68F50B3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8643F6-7D74-565B-B269-E9483C394B3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9D52DA-8124-4B22-F2E5-0271E619844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514F90-3D77-F5E8-75FD-BD6C071C544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DD2837-8988-7EA1-7AF8-C60A4827124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CAD533-DAD2-B3F8-01B3-1033AD3D6B5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DCF7D6-EA82-507F-AB8A-993FAE3C6C6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BF39958-629E-3E0E-BB16-29E3D221921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487639-B172-1F77-9263-05DEBFD5864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3646A3-D71A-3807-E167-AF69BA18887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09DE199-E430-33DD-D44D-8EBE7D66AB0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FA3469-1AEE-805D-2083-8A1D439295C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B4836D-FAE5-4424-1372-933360865C5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D6F1C1-F834-6BB6-8FD9-5E9FCF73F43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06CA0A-C39A-E761-E0DD-D157AD6C913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C0E79E-5E11-C817-3381-9E0D53EDEE3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456AA08-BBBC-7AFC-19C9-11C75269195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FA74BB-A604-3710-A450-E780AAAA9E2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4B2608-785A-0354-FF8D-9195FD8C578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D0F67B4-ADA5-48F9-FF83-538376AE3A1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9993B6-B0F4-2026-72D1-E461978CC36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6485CC-059B-2B1F-E344-F39F3C00BEA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3037181-D377-C1D7-A750-F31E8F03069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A188989-B219-3488-A843-2D019B98960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C5A53A2-D443-BAB7-049F-B9579B89780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A7E74DE-8CCA-3786-55A6-C6AF6D9AB11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852D759-0330-6304-803A-BB21C23F4AE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09EF264-7DFE-72D9-45F1-EA4112B6AE1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272773-80DB-FB06-AB3E-B321D1D3DB1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2673F60-45FE-B0E5-C005-97DEE6AA2D8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1F5F4CA-8CAE-9E50-0546-6AD21B082CE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F2B7E06-F7EF-79B9-A017-E35590BF943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C4037B-D36C-7B6D-70B2-692FF02E322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99A2E11-742E-0F1C-973A-8D783DC959E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E16615B-4389-281A-CEA9-D629CCF38FD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7F85D6A-07FF-D887-E622-06C5841F56C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C13A386-2575-A719-6356-BD489EE6CE1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9870B75-ED57-441B-6431-07C33022CE6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4B4A06E-3086-5055-BBD7-73C2559D565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4AC9E3-BE19-9BB4-9739-98FCF2E5620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A4B9B1-EDE4-38CB-46BC-F3CF89E3199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CB1B2F-D4F1-4082-D2C7-76B4C01127A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0704FA-926E-AC7C-A08B-89A433088AF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F714CC-B8F0-1317-7ACE-E4A76E9D92A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A5F110B-55FF-EA78-A97C-7EC7F968866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9E3BFE-3AA9-7B0D-6AC5-91343A7425D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FAFE8B-734B-8483-1586-57BFA3F4A89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65C76E7-4F8F-99B2-9722-510D84255BC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10518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7A705-9C54-9F88-2947-44D091BB6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1767DE-E424-2252-792A-EEBA373BFA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F0A14BE-A140-23C8-919B-45068E558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313A82B-2868-A687-A522-8C9511DAF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52C9F46-29F9-28E2-9AFC-4128B83DFD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1D3FBA1-524E-B525-C2C8-ADF0ABE690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3D7CA6-556F-1690-FE50-27FC4C814A7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225586-0CF9-C171-5897-85CE22B53EB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07749C-65E8-62D3-8D79-8EE24835C50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898405-5B43-6443-8E9F-99DF4FE7A37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6A7E06-BD78-1F45-06FB-3E314B6AB92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A48E18-1049-C39F-859C-DD41C9CB144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995758-7A7C-E401-0EC5-53AA2B610BD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D9E3AF-4239-4746-4A05-7799D361560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56EC36-D2E4-F861-84C4-A3B68DD97C0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DE25C9-E959-EEE3-053B-12AAEF35B1D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3BB717-88B1-280F-00B6-6DB70D8BCD8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637F7F-9D98-3F88-BFF2-09C3B50FC3B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35DD04-A7D0-D9A6-D86E-C6292BEAC12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8D7D27-2C7E-3257-9A0A-1A23DAC51CC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B917FE-027C-D270-B0DA-7F423433863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1785B7-4BDF-EFF0-5A7C-E1B6740EE96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59851F-1701-5C47-27D9-B55EABDA3BD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F0721D-441B-CA21-4CFD-5EAADF77B43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FC01-E52C-A736-363D-4FB5FC49F02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884D04-D745-A789-F4D0-BC5A103480E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885A37-8B45-C8D2-0857-603ADDA785D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D27E0B-2D70-960F-4DF8-E29A166BF1B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1BEF36-7665-6AD7-74F3-DA9E90A786F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470B7C-8FA3-BE66-A69D-783C93FB5A4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EB228F-984C-7762-B907-2DABD790BA9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37EE87-99F7-F4C8-A080-9F4F7DD8E00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01D4E4-B167-94DB-BAB8-559E5CD207B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23F465-F934-2283-5DEE-D4FB84C1765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BE5F07-32BE-88EC-769D-DCCC4B538E3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AADE24-F3F9-0791-DEA1-3D77C81D481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0674AA7-3A7D-CD6D-2A2F-196857D8EB2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6267B3-2589-643E-D553-2C86ACCC1F2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06E7C7E-26AD-AB4C-013E-E55B5C3073B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2F4FDB-C33B-1D39-BE74-7F541FD6DBE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6191B2-CDB8-23C6-3338-971386C525C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E83F440-ACFA-7308-DF9F-C74CC3609CE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E14614-CB42-F836-930F-EC87DBA1A77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FD208F-AE65-A17A-0517-B79A4C5B582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9DF987-4630-4305-B4D8-896F6915965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34D9F80-A692-9273-6256-6B61A21BF0A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66FE53-CCCE-1DC8-8D96-E585DE7DCDB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892F6EC-10C4-0E66-4FB1-5273F5946C3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4EBF899-4CC1-8069-7874-FDACBF2FF3A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678893F-2411-7805-0243-EA4CC537479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0AA7706-34ED-1A46-2CD0-9A93E1A91C5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AB1D6BE-F9D4-3F7B-A37A-56FCA37FDF2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0054346-589F-3B4B-9C16-8E774AE3D77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D7A3071-DAB1-90F6-E367-2137844ED06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AF04FB7-80BB-0C1D-00FA-532BE965DB5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42F6814-33DB-449E-1DC6-242432B86DA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994A10-AA46-9AAA-EBF8-00384E41C7B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9C0C649-E6A7-5CDF-1DA7-47722316E61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1A0677-7D6A-DC5B-FD83-0E228970C5E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E2A3C9-7E80-B57D-2453-E2C7FFD5D67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A78FAA-74BA-BA5C-5BA2-BCAC898B5AA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204CBC-4309-560B-EDC4-893877BE189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A61C21-06B7-DC62-EBC1-AE0DFB3B923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D965014-98E7-3F76-1DA3-CE43297C329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7ED158D-2098-D212-1BF0-A760D78AA67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09CEC3-B208-51D0-EE5A-B172126D079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71339B-BD01-8E09-92DD-B6BF63B4254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47844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2C6C9-22EF-A173-2518-8D304BA61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40C9C3-B6CE-39EE-4263-808C1E2085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3 on upward diagonal.</a:t>
            </a:r>
          </a:p>
          <a:p>
            <a:r>
              <a:rPr lang="en-US" dirty="0"/>
              <a:t>Last possible 6 on downward diagonal.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8EDF1DA-9AE6-2533-4A84-DAA6C2D62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ABA1D99-9F9C-DBFE-C9AA-EF1B0147C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46E62F6-D2D6-5937-32B3-82A1D99E1D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CE6E9B4-1F43-4121-52F6-AED66C5AFF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BF1693-5399-5A81-49DE-8320DDB39BA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B30E89-D657-5913-D6F6-E8A777CDBD2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A200D0-5640-2BA5-5CBB-22F4BFDA6B5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DF9611-6C82-2E73-99CB-7019E7AAB32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9A3B76-D9A3-7556-A252-B7DBBEA6CF4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9C90C-6D69-B631-9D1F-C965C40E006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8B84DD-5FCC-0023-D574-A776899969A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EBAB08-DE4D-765B-C72F-1DB1486DEC3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101713-3FF3-4A3A-E3B3-E554D8FA3EA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6219A9-AA38-79DE-F13F-C99A1096D98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ED3579-A85A-304A-27E0-8B08FEB3E02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3AD7AD-CC0E-AE14-C5DC-5ABBEA1499F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EA7010-AF9D-7A36-9E00-F45BAA2C601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33D601-3FC4-D645-F86B-292F3EC8D48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6AF7FC-99FB-A8BC-3797-4E9B201D58F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7421D1-A726-4C8B-BF88-716A774B760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14DB35-8431-B4D4-14A7-9B8C761A316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730741-29FF-A2EC-041B-D76626F2CEA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29E9A4-B614-DF37-52C9-7E24B41048C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C97AB9-9F81-2C98-C57C-AC8E87812A5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FC47DB-DA34-BBA9-BB84-4176B6D9D26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8195FA-7862-DDD8-A32D-4F5313B4C89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F5B5D9-2F51-8146-E0F6-7FB9699A0D4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B60998-4263-AB00-C85F-FC64D7F8B1E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47841D-57CA-0096-FBD8-97B7DECCD7B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288B06-4D4C-4EBA-CFE4-9D6E4FAE334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96E0F5-1A4C-6D04-1953-EF842EE0BBB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BCDCF8-939A-693C-8B35-1EDD895AE28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5FBA514-F8F5-0B01-188A-23AF3D7F373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CD060D-769F-BD3E-DEF6-2F3417CE7F5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5CB689-014C-402D-FBE5-C01843969CA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56869CC-D062-EF6D-F074-EFF1F8DA105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68DB211-5CCB-2336-5135-8C791EBBA5B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FCF8588-C857-A81D-9630-5EA329314F1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03F1AE4-6AA9-1FFD-A83D-8980CFE52B4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14ACEA5-253C-FA2C-1254-F0C1F19E311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B5DDD4-9447-C1DA-0124-58A6F7EBA20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C27FCF4-2107-7809-B3D5-F074D1EB98F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4832C8A-05DA-19B1-AC33-D8683DC4975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D97E36A-64EB-46FB-A148-0EB4EC3C6CC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B73091-1A89-138B-7B01-F53B3A6D498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3BCFD56-B3E6-766D-4D2B-D0ED7CB963B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F6824B5-05E4-AEF7-C33B-09C7302424C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5755D90-989C-6B60-D099-8EC83D8BCCE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02DB314-40D8-EE32-DFF0-40DE0E6127D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1964FD1-0E38-F617-B7E6-DDDCFF715F8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FA331A6-3CAD-436F-E732-7E5D461C24C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A65627B-0956-AB28-F978-7650A9CE604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F058768-5D28-1051-4BEB-B1FDEB084A5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F1EFC34-0E47-DF62-035F-23FCC124CDB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56863-407A-CEA2-F55B-073A17830EE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B7A264-3E32-6402-D6DE-9CCCCC97CBB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952AFD-BFE1-D458-8565-60363410077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5C75E1-7D8C-DD23-F1F7-2CF72EAE2DD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B7C522-9D50-CDE6-F0FC-018D273D5A4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3CD809-AA2B-61A5-15CE-7D24267F5EE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9D99D0-126F-85D1-D160-435C0D13C88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D3204B-97FA-4087-F6E2-F0D727A9376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A8BC3E-A681-ADC1-1D66-88AFB581B3F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E30E36-69F2-5C57-4C8E-DD8210C34C3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98CDC3A-AD97-DBBC-A287-831C2219ABA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2038745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7ED2F-3BCA-E8E4-8333-CA0EEFE16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F6632E-A9E9-00CC-E967-4F5147D202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276AAE5-6B63-1976-A60C-054539FA1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1D0CDEA-3265-DE62-882D-D9CE9D70B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8E4CC50-F9DF-26FF-6681-6EB4CBAAE3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EBB5639-7BC0-FA0C-82B7-C7CCEAB349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0FC6E4-DE28-82D0-6839-E0B25B41E9D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C3E43E-AEF1-D56B-3DF0-09E4CEFB8B7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26E84C-9265-B01C-9758-4DC7F3A41B6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0C028C-8314-54E1-7A44-67FB7C40EFB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B44F9F-DF6C-3B53-5361-A207DB7084B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87E155-0D67-2BAE-5784-80ADE1F3D74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0AAC94-21A7-0B8F-17C1-5810238A10B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F9C2B5-8621-A703-0484-20645371FBC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C5BB79-C495-5B22-4DEF-3378DDB11CC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98C9A2-5627-691E-DF01-0D894CB4E33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5A2E22-7489-016E-8BDE-C78D020366C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4EDE4D-5D6E-3570-BB4D-CDB5DB511EA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C118F2-C5DF-E038-3C3E-816CD59DCE9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EC7D0E-9C69-F4CD-D5D8-DABD2EE3938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1952FD-2B4C-08E9-5405-48A11B358FD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8F98E9-8339-F992-16A0-A30BCFC54BD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13D689-080F-796B-CA93-1BD697C7CC5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277FC5-232A-4764-A71E-1E5F3B5A576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1C1377-22AF-5218-EA27-27D3EDD7847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7921D1-3471-B14A-26FF-D57807CFE5C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272156-2975-9225-3013-54343A1961B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6ACA17-C931-E04D-248D-87A3EFE0236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11D954-46CB-E5EA-D8F4-26F330A9962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B590D7-3985-CB61-FBBB-D5FD50B352C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283E81-977E-81C3-1566-2F568F40580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396343-865E-3971-06FA-77E86EAB479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794E34-AE26-1F49-F5C9-223FDDFDC25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009E8EE-44CB-5548-0461-C894A0F2670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D8E612-1C30-60D5-14E7-6AB2934E861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9E5EEC-9B8A-84C2-13F5-142066C4C07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9CA8EC-0CB6-4D67-6B4D-8289D56B59C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A33E65-42B4-10DF-C766-90DEBA9E890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51F9117-1BDB-83B9-EFBB-7FF3147D36E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35C97C2-8F22-AB53-6E9F-973D34E545E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1CC6466-B2CE-444F-A839-2DB49428871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54C7ADD-641A-7656-1991-AB07BD19BCA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4D88637-9DFB-3791-BD75-DF64BB6D19D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10DF3F2-C1BB-E960-9FD4-6C165DD3369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F2BE079-7F1C-D9BC-80B7-2111E4F3FDF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282CCD3-CB04-157E-4EB9-6EBACE9BCD2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E2F2D13-66BF-EEEB-B715-7E7EEB2681A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E49D07-BB22-F2EF-6106-3D6F81FB1B7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DD9748E-73C1-CC0C-DF10-0B9A5889DD1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6BB5DCF-8E50-6BAB-D5FC-9CE9F6CD8B5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F15F48B-C8EE-0E92-7608-3BC851533F5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EBDFF5F-3AA0-633F-9609-A18C76037F2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723366E-9201-1DCC-1B26-4513AC7C73C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9E22F3A-F29A-784E-5C46-3598A219B46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D2AD299-02D5-B745-4260-D0899C4EE87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8F7F12-10F1-DA63-D327-FCBC6B8A15F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C6548A-2526-9BFF-1D49-FF401A3540A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FF77B7-9E38-DE79-5A2D-CA6EA14CC9C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942385-E98A-8917-05D2-ECAB4492434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382C5A-6294-6E7F-11B0-9D7269F387F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A10301-D0E7-D6F4-D843-A450F3842C2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FD0CAD-60BF-C027-CE4B-83F2FB821C0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F7CFEC-B59D-D638-2D0F-74A492EADAC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3D57FF-2C4F-97F6-46B6-A6046F6DE80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7A43D2-F090-C792-95AD-FE55405821A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6B8A748-ED1B-D4A3-6E2D-652AC3DF8DA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8DA8BE-5006-6F3E-F5B1-FCFD18D0A53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290817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9368B-F472-20BC-B28A-9146EF923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B5BB23-EE7F-8760-FADA-11B4521E95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0E05E3D-D5A8-D13E-B00E-2E5674727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569F212-B704-3A23-684F-773C25774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54AFDB3-F2F7-1B0A-8501-78C4AB1FA3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889A0E7-A7F0-56A3-6090-CFFBF4B272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3EFF49-49E0-DDD6-45A5-85C27D399F5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0D7CFD-E7B9-39F6-44E0-1054EE4DDB6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B69C7C-E5DB-C319-0450-561C703501C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58402F-4EC2-8D0A-56D2-13D951D304C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FEDFEC-5890-342B-DDF8-90C40684EC0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600C0E-CC46-7780-2BF4-A04A276F987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0CC354-A616-6244-08C6-F4FE016C1D8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52BC2E-A6F2-B674-EB10-4BBF5C0A677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7B0118-A00C-094B-D43E-97C895F8776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3FDACD-D101-4524-A037-B39F309FDD2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D64F08-38E1-34D8-74E5-5ACEFD0389F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A84A1B-CDA9-E842-D8E4-FB78706870D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095F1F-64C9-F3EC-2F52-6E5FF5C334B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37276D-FBE1-A45A-148D-FBBDF03FABF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0311B4-29FA-37A9-C969-1600307D0AE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DE486A-F139-0E40-4168-DEA454788F1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FC56D7-A5B3-C925-505A-709DDCFE66F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795FDC4-9C19-CC44-B24A-D8F2327928D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1EFFDD-F28E-1EDA-22FB-47366B72AFE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CC33D4-B11A-FE4C-6E62-2EA7E2A713D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9A1D55-4B7E-51B4-3335-BB57F479088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7D7BA5-8484-8799-471E-A1087B68411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46C6C9-B4B6-A8FD-4054-EDC7086878E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21DEACF-0369-8C49-48A0-81F4505D4E1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88E27F-63D1-E961-DBFC-6AF0CEC7ABD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388358-5D4A-9DCB-186C-65BE5819EDF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48279BE-D84F-1FC7-EB8C-C5B2B3315DC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467CCD8-9493-9F55-3CD8-91722686A25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873029D-F76C-C909-C258-B262A030B52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05F71E4-DD5B-34F7-D5A9-3A3DFFDB257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9281FFF-6CBD-409A-C564-D3F765789CA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6FC9668-1C78-33CB-E534-CFD8DB3FA8B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8B3AE7E-259D-51D1-F12B-32E97FC9835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51726C8-D65D-4F13-61C9-491266B9782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AE078E-3624-F456-4D6E-88C85A4A874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68C33CC-0FBF-E05B-C85D-129E2E43D91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3F1561E-9DFA-80D3-40B5-C97485188A0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C247D3A-1CBE-4AB1-6CCF-64102E6038F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4CE6E0-641B-9551-7AE4-D54636DF34A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7E5C31B-679A-2779-AF48-15BA060C95E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EC4B833-58FB-FC65-FC24-5534B25D9E7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CD30134-CA44-C592-174D-FD16977DE98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E3C389F-1DDF-1FC8-42F0-B1BD9F28346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3040AA-454D-2B44-9799-B1FF5D4D978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3BAEDA-550C-4443-21EB-FE95F2914E0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AAECB1-3BF4-9C13-D1A4-51273C69274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FCC499-6782-2C4A-2E54-FC211D31363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DDD8E8A-875B-9305-11D6-8E20458E2B5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DDF3A8-FC6B-743E-0541-90E22930C59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BE8D65-B714-17AD-46EA-11AB1CFF00D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96675A-9C74-E66C-09A9-FF27EB2E3C9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A7C24F-77B6-9598-0556-690F4C28983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4D323AE-C006-3F43-01A4-5B8F204F5F1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5C58F2E-E93F-63C2-8F06-7957420204C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EE0D9D-BDE5-B3A4-DA12-C55C4BB545D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30712A-6C31-C7D8-2F3D-08694173EF5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8061CD-A2CF-C40D-695E-979CCC0C733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58386FC-6BA6-09C6-4279-04CA8608DB8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FA09C53-6BD2-7F47-9F1F-E86EBC6434D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697BEA1-EDE8-ED65-4D70-7587707C8DB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152926C-8A3E-EDF9-2F6A-D5E9635ED39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804385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79475-499C-9D01-A488-A966B8CEE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BF528B-A308-5A01-9367-B5B26ED018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9D04BDB-F0EA-D50B-440D-4CDBA0F1A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D565446-CED0-6B3A-BF9E-D5E310CAE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C0E2CB6-FE1B-4879-E33A-D5AEC6D545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0932D6A-2664-62F9-A89F-E64DE118CF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B86A61-F950-187F-A4CA-489B34CFB00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C528A6-99A9-E546-5A8C-B9B6D554A9F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2EA57D-D4A7-E411-2D3F-363DF812BFE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8F57A-F9E8-1762-93D8-AB421B0021C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17DD69-E9F9-F43D-BF72-A39432AADA0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A843AE-D11A-0C31-BFC3-D0E13370E4C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FB2AF3-FAC7-3E08-BD6A-9E892CC913E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965FCF-A1C9-3EC5-E001-3BA50A3A2A1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B76806-8229-3254-10C0-9C1626820CF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023622-1D9D-9C20-E2C1-FCA1F791E7F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832D51-E093-60EC-AA81-34EA455F411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AE54C3-A26C-EF08-BF7A-9C307E3B756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026D0E-1F35-166D-6861-516D14C8687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96CB8B-796A-78D7-04A0-606E805B178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98C658-1362-EFB3-96AE-2A7EC69ECE4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442B38-450B-82B4-9641-6080797C3C9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4FD5B0-BD72-0FC7-D074-48AC903E5D7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B5DAA6-3083-3A92-992D-15674C9ECF9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65F295-603B-9EFA-B434-29BCEE68F79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35C6AA-F6DD-E9B8-C1F7-22FE12DF54B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A6881E-D3B9-9DDE-D93A-C3EAED8A112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B744D5-C74F-474A-2476-EE39D70B048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6DF55B5-3BA1-7176-D6AB-98173D66732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7E0F67-AA62-ADCE-EBCB-57B68B1B575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3AFFD44-5A9F-C6F7-A5F2-0EFA009606D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F0C124-009B-1CE4-2F2B-983D41398F1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9C537B8-202C-E9EC-8D0D-44FE180D2CA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1F9CF12-7D7C-A7C4-412C-1160DDFF8EF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21A104-D80E-B9DB-E560-9E139ACD1AA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84B8C37-6ABB-5BDA-FB52-8AF3F546672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7D95842-CFCA-B270-DE62-E91FC3520D2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3B26E1E-6EEE-30A3-4CD2-B53A101F7A4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89E0943-ADEF-6E6B-2DE2-16A161FD772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358B60E-F8E8-F84D-E199-39539B07EE1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4E09A43-C5B3-7099-8013-49FCB26743E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24486A-FA7B-1DA9-5265-B6B1212FC3E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27E1F64-FB28-80F2-86A7-55305A70AB3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B5C039A-BF99-16ED-2EBE-608E5265C56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7C109A-4CF0-ED3C-49E6-F54A3217C67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C68077-E13F-6AE4-9FF1-DDEFB17FFA5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B239C9-1E08-60DF-4C7B-5090ADEA80D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091C5B-1084-CE41-5A38-3C203620416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FAB18A-42DB-46C5-3FAE-47858677F5D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EACD97-25E3-B4FB-4095-9569B1F095E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26251A-FF01-5279-B7BD-BB8DA2F946C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63F4FF-347C-829C-71ED-6D6B63C9633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F2C27A1-424B-D507-1F6B-1E58A1124F4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AEC0C0-1F63-ADDB-4809-3BEEA7A57CA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422D313-385B-8822-3E38-08AE5D46EDB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2FB92C-3F5F-0D2A-C3B6-5AFCCA1959F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03EC79-58C1-575B-7A44-EAD890171C4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ABFD0C2-2F4E-9DD6-2FFF-EA24E61AD6A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7B31BA8-7266-AE2F-4289-1E1B3672E7B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E5752B-37A8-AA3E-437E-FAB950E5081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348F30-B362-5FC8-F378-4FED0E174F9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882F89-31F8-9204-60D0-C4D4C1EBCEC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8A556C5-1EA6-BE1F-63B0-F71F24348F8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F177984-62D5-0C37-7FD2-8090274E012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E07F234-4247-AE9D-5D22-AB99EB06ABF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5A2B5CE-32C6-08F1-3CA9-DD598A96842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531BF47-98F7-2098-96EE-E4F79542F41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881762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30490-D74B-7728-3773-10CD84643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0F200B-2CD8-C646-3521-7B56744CD3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AEEBAD6-5739-B22E-C0E1-91984928D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434F84E-3268-2CED-8475-37FEE882C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9A8EE1D-9213-8EF2-5B76-6A39806853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263B12E-D467-E066-DC11-6A2BB9CA8A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818A9C-88BD-3E8A-86BA-261EAF7DC0F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E3D513-9FC3-6DE1-64BC-261389F1361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8003AC-453D-8866-5936-3339D2FA2B2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39EE8E-615A-8121-3332-AE4F89903A8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5D431B-9A28-EE35-D91F-0126ED0C7D9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77B916-E2F3-E488-BB44-161595C24DD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983983-EDA8-5E27-9D7D-D1A4BC54042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3A8F4C-4B63-3EDF-3177-1640D175B98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BD2575-43BE-DB77-ADDD-E405B8A74E2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66426D-0CB1-66C4-763D-20828FC3BF8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CB27D4-8469-F18A-7956-8C206D9410C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D33518-E06F-2DD1-F867-9C26B2A2CA5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621ADE-2F08-873D-6256-5BDEB273DA3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B01D0D-4312-6A7F-6CD3-4EF1F1CDCDB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093AE7-CD09-174F-EE83-A4A2AD02133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3F1DE9-ECC9-97C0-ADFB-F2DDE53D541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B76CD5-FB74-4E0E-F98A-1C6A6D621CF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604962-67AF-DD01-B836-260A54FAE27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365DE1-58F8-F90A-B082-CB4C8F50380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853265-8734-53E2-B5AC-97E6A2EE90B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FBDD01-F370-0C58-5D0C-36F3DD5A811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3DA11-F397-71D3-84C3-8A0280E9429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9F3D32E-B074-81A6-828F-EAE1FA3C845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71A8DBB-E57B-6717-1D3F-25B6B21EB71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2E2204-7422-AF7A-9727-2383CF65AC0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EBDE7B6-44DC-EEC0-159D-557BE9AF4F4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EADB8A8-BCBF-563B-FF06-5ED5A9044E8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AB954E9-508B-0274-D485-EE4782840BA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80689B9-A26A-7984-67F1-9DAFC7D84C8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67ED445-AF8D-1C46-302A-79D07C3DB46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158B5D4-20A6-84C0-95A0-956F64D5829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A225BEE-3D42-04E4-85B0-0DF67E74074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C6E7949-559D-0744-410E-94212EAF7D8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6387F60-15C0-74AB-EDF6-ECA6CB26928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1A5FE6-59C2-0038-4CB0-8C3DC0C7BEF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CDB379-8F45-6BBA-8AFE-BBA1AB4C144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4014A6-4547-0FFF-9E60-EE6C4FCAF87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FD0CBF-579D-9360-0F88-E0DAF18FA41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CC91FE3-5F61-E545-A624-0C2E9668A9C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027FBF-2C57-A1DD-CE61-9F57B3EC769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CE8B71-9A40-F006-7031-4C557519A66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7192F9-5FB1-A53C-5840-43BB9D0C0B0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9CC4170-E460-6F96-5A0A-ACF1FB5C90F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CE2EFC-2D51-CB99-BCD0-47E841C2B55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CA5185F-F4FC-D15A-40F8-D56D5C7C3C4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23B0E2-1D37-0A83-96C4-F6C925F87AC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09BAC4-7C2E-E432-A360-FF3A6EB934F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65FB94-A303-FECF-86E9-D9FB4F37F1C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776A8D1-699A-F681-448B-4128583400E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18F048-BD60-FA4B-DEA0-D300A0766EC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1BC454-61B8-3191-3B85-83DE69CE6CD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0FE13A-ECFD-10E1-D8F4-594157CD928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BA4A98-8E4D-C628-840D-DB4067E9806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B472AC-2E4B-3B38-82A5-597C1BCAEA6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BC0E6AB-4C23-AD58-F3F1-61E31246E3A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1746C26-65F4-3650-5E86-65BFF461EFC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7D52CF0-1755-F812-CB01-8524A462396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72F8A3F-4052-E75E-8D3E-0E4FDEC1168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5ECB2BD-0CA1-4080-E04B-099750E5F97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DBE1D83-4166-C954-CD9E-5A0E6EACCC6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3368451-0292-3A06-912E-DA730FC7233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827680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AFB26-2A22-69A7-9B04-AA482EEB8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F9D330-40AC-E080-2E06-D511D76914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41F5F03-A24E-7AE5-E754-A6CE4F281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802566A-5A3B-14BE-D274-47B90097F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045E3DE-2F98-490E-F051-4F7815626D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90A5178-4109-3C7C-4ABF-BC25468F19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E65AD9-7FB6-F7DF-6E51-0F039DC6A2F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39830B-2216-89EE-25CD-F5506745FAB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C2129F-49B0-354D-0179-21064D3CA4A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DC86A6-7864-9A20-316D-B18B906A414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3E5FBF-D122-104E-2CA2-D7041A1BB2F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7DE572-AEBA-5079-AEFA-D55226E4389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C27471-3B83-DCE2-0500-7DEC74F0EF9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FAFF1E-7E5E-9FBD-80B6-4B92B77059D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EFC8B3-E267-F9CF-88EE-C9364860BE1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45207F-487D-A51B-4BB0-8EC49E13992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ACF718-C8E3-FA6C-D9D3-EE2DC47291E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BF45F3-3C5A-B512-B35D-F1B39DFAD9B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797DE7-BF4E-BD19-6867-8C6BEB2681A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70F883-9DD9-8226-098C-52E069E9C3D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8EA4FD-339D-65EF-B578-6CB3B2C0B11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935993-C71B-97A9-33E2-F9ECFD7DD1A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2FB128E-7BAB-A398-68DD-BD6431F868D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0DE85EB-DE9B-0F55-2533-26984359CC8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9D0938-6ABF-FFDF-ADC1-4F1744F4A88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FFE1BEF-67A7-4496-DBDD-FAA3D26F128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EB4F9D-1F5D-A85C-EFC6-848FF2CD01A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0E30BD-35E3-1D8C-4209-75CC2D0F635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AD70B4-3B00-93E6-6280-F568FF039E0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7952D20-AE6A-FD08-9D54-881AD7EFBB1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B25468A-E61F-5DA2-0AF0-F8EE5509486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B589E6A-465B-A449-8FA7-5C9D5F38EF7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94D5F61-9DA9-9B23-D124-20905896727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B379443-78F2-9F26-432C-C5D8A7ECB93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24E346C-9206-284E-BF16-B6884FF3934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93955D3-1579-5C69-6648-F3BC9281F36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F34181-F356-32C5-3AC8-393551968E1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36979B-A979-782D-48BF-CC19EC9BE11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E252DC-BFF3-5EB8-95F1-88518EA7A43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11CB63-ADA8-7995-FEF4-CB11DA9117F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86DD37D-156B-09FC-5759-94262BAB502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66CB763-C925-7461-9B4F-526A65C289C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2BFE109-F705-6969-4469-335772A51B7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EE539B-7162-8BF4-7CC7-25EA80894AF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F5BCE5-9A94-27E5-C2E8-1DA14C96918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9EE316-7218-8827-A987-D4D43658223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FB51CA2-1FB3-94B9-F5E2-1F8BADA676A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D6413D-AB84-3742-3397-A92896C7633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4E7E1B-9338-57A2-AF58-65DB779AD5E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610F34-A2B4-8989-3DA1-96D7525CEC0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9F00573-0E8C-8826-2909-DD0BB4FD4C5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0FE845-D133-BDE0-527D-B63F738FB8A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705FE8-0C8D-BA24-842D-9AEF593BFA9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04ECDB-2F41-7124-B43B-A6929C8145E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AA3FED-4408-DEB8-46FF-3DD1663ABE6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9C9F1C-6C5C-9F2F-00A5-6DD87E74523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72B453-C6C8-DD31-9902-3AB28A34951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D4999BD-4324-A9A0-3E0A-A6871180883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BDD5C75-42FB-5712-8B97-D9980685259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EA500C-F7C8-D43B-7C35-B2EA1C6128C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402C3F9-737C-C7D8-A105-F5928D8AFEE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A250BC0-83E3-4670-6EAD-F386DF36D66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E6A2109-6829-0CA3-9F68-41B8F792E95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3482BD9-96A2-D7CA-1965-FBAD16CE46A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7FC2555-D9BD-9649-94C4-05DC6CB1A6E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CE66DD0-FFD2-0C41-0E3B-6F79E528578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D19A0DE-73CF-2787-7F06-4494F8A1F72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64369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EC77B-CFFD-B64B-136A-4399A4FB5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19E804-F84B-CA79-3C2B-DACC0B0CA3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F9A23B4-F5C2-07E5-D5AD-FF7523D67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0845128-AC98-5F3A-042C-84EF48BD6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7FAD9C5-5EA9-1702-14AD-7DE5ABBFB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6DF6C47-1377-55EC-89C7-B45CF0771D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F9E913-17C4-39C1-873C-5AE1055B1AF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6187C9-63A8-65AB-D20C-A604EF5F509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0637F5-2F97-3C46-1338-DDDA983D8C5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6DBD7B-205F-2266-04D1-8F2A3DACE92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B3BE37-CBC3-7764-9AE5-1AD05497843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4EBBA4-2EF5-ECA6-9DD2-8BFED35E443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BBFC14-05B3-F552-FB47-A1DC96923DA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E30975-8291-C3AE-7CE3-52973CFD935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2159AD-0BAF-1CA5-878D-BE6E64AD3F5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923187-A075-4EDD-2F09-942A9AB0FE6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E793B4-44ED-A335-1FF3-9AB28698E01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137ADD-9FC3-767F-6B2D-C85E6C48CF0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797BD1-02E5-EF50-CF60-9AFEAB82AB9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E46709A-B70D-68FF-29E6-8AA81295B88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7F1CFD-5420-8FCC-B75B-6CBB4F34D92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EA7CB0-0455-8741-D127-465960C5841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CCDD68D-B9C1-5EE5-8F71-A2E9F89763C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6504907-1E24-B7D3-DC06-A585D8A0920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C2DCC4C-9620-B10D-1653-C6AA60953C6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7AA9B93-EF50-8CD7-3843-106F14ADBF0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619E68B-5A03-7849-4A0D-700B96743E4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018C7EA-2532-1738-5672-8F093753B15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B3C20D8-715A-1892-F2AE-B246F85FD18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7642EA5-9B51-71F2-BCC3-EF5EAC479C8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FB03D34-69C0-A3AE-92D7-22C049F1D74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1A92E46-6D39-16A8-8364-BA882685266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52029B-1F64-1E54-48BE-0EC71B12A63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963FC4-DAC6-123F-69EA-54B6520C000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3EC8A0-218A-44AD-8826-3E9FB81B02C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DF28F4-3BAB-3FC2-C370-D340BD367A3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55E9DF-B6FA-567F-D19F-66CC230EF2B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6E659A-10BB-7D0F-C55A-F39DA42CED1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B2C5A6C-85DA-E9BB-714B-9D955F6855C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0C42CD-6D9B-9B72-880F-558893F78A9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A187788-91CB-4FE4-B08B-0C674ACA700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05EFA7-145B-7D9A-CFB4-43AF810AC71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499FCCA-1B17-7C43-EDA7-773DCA99538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BDFB11-9378-1F35-A04F-608D8E57C03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F65C8E-1E63-FE87-0427-909338B4B48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D0029B-C026-E81B-F87A-0578F9531B2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79A1EFD-1917-ABEF-7212-708B2CB4853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B004FD-FB22-81DD-96B3-F6EEC89010E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0F0A21-1B3B-9BC2-86F9-5180B9E5A18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98A902-2465-5DC9-7DE4-42F54B8F4E6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65DCDB-317D-C19F-325F-626A59805DA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14218A-9139-3B61-BADD-74E4E0A1A16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E52117-4102-4E9E-100B-11EF5787FFA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DA4258-7DC3-873A-2925-1D45C752A6F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AC310DE-EF13-75BD-0CC6-9D07D985753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7E15AAB-C604-2082-8154-EE2A17B4C3B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6</a:t>
            </a:r>
            <a:endParaRPr lang="en-US" sz="3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5F4FFF-FD7F-742D-6DFE-F9A0D0FFE04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7055ED-D1C7-2191-17EA-63612BB1ACC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BF370F-E910-59EE-4510-51480CBBF10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56F710E-00C6-6C0E-0D1A-A3F0C324125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A96BAFB-B971-3A7F-00C2-79F3F9E65E5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39A7185-C20F-02B8-0932-847490CEDDD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9904979-B5AB-8E5A-E56D-FD6F7E07154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55CECD0-E197-BEA8-3E8A-AFA561267A7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AB5D8E9-089D-1306-66F1-3EE160A936D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4E3F3BC-8170-FE4B-C966-224EFE83C40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E1A7776-7D3F-486A-677B-DD8D0704977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9015506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3ACFF-E402-4E6B-A788-0B306D170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F26F0E-0869-C5A7-6FBD-312E8E9D90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7F169DE-9DB0-F4F4-373E-5BAE50A33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88FBBFC-47AA-8DFD-DB7B-DE1B08CBA5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CCC1E1A-D865-9E22-3D42-304431D158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B724739-900D-9D2C-A205-703A6E5596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FB80A3-10A8-0B2E-8FB5-0F2111917C7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3E8767-BBD6-E5DD-2F37-9297EF6BC23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93DD96-0D98-4EC6-86B1-80E36F3AEF1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6E9A38-D6A9-853E-D2E9-647E8D4136B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9D4128-EC73-E5BC-546F-152BDBCEF08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A64B2F-DFD9-E057-10D4-49F6A9DC248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FD9137-D7C5-7CEF-DDC5-E4F451931B5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EC39B1-684B-3F91-8FE7-E73A20BF50C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F826F6-D818-ED14-9E33-F811618FB5C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FB7033-594A-2049-31BC-BED3A3A0996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FF29AF-A365-6679-C35D-DF0665852CB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29868C-1F81-2585-E429-434E9C14756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DAD545-D445-E663-2F39-08665478726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D6AB13-BB79-F752-0700-F6FD9D0D00A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50548A4-D4CD-C6D9-ACCD-C7BFCB718B9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6D1D7B4-29F8-8592-0A67-1A87CC04580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FD178E-1D01-BCC5-6112-6FB680F6FE1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B1F8E7F-D941-FE76-A86B-ADD2A0995F6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383E058-C48A-9BD6-A736-E8EB53B516A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8B34E34-BA28-EA4A-AB48-1834C742379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D8BC7A1-9854-33F8-3FE6-E90144102A2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185B1F3-1551-406B-3D8B-4313A069F31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7964EED-40A5-4DF9-C8F6-A8E56A8DAE7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763FB81-C350-FAE4-5248-C8015FEFD57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5299FB-76A5-AD37-3C2A-00323691DEF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FF3C71-0EE6-4A1E-12E7-F1A676E383C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C6CD9F-FED5-940A-E27F-666158F841E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700B8E-E470-1779-E88C-C0007192F09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F5B34E-CD15-E2F8-6BA4-D1B233E00B5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CA6FCC-19B0-61F4-D84C-39631CB0BCA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D6A0C1-033E-64E5-F745-6AE8123A794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B87C121-AC4E-5A38-0033-FD68556FA17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4535AC-3985-6A19-CF48-643C714D040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825B90-D87B-7FCB-3837-8B8C85C9A62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1787376-56EA-996E-BCEF-D367EDB8823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C6C14E-0B3E-2F01-11F9-F55AEC882D4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69EC69-2BE3-4CFB-46D3-8106FBFE63B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B1E526-1D23-D377-EB47-5BB0994B8E5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3A91CB7-5FA2-3569-39FE-701812CE524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F7C30E-ADD9-1987-32E8-01ACABA0813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1E0B6A-2AB4-7932-29C1-3882F187676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AFB0C4-750D-CF7D-A9B7-AEB6779BD4F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804F69-5AC3-E95B-7B9A-79D86C26096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52A655-7462-3E13-F62E-38EBF232BFB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95D23A4-1293-3E4B-FFD0-F8F6320124E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66CA396-AAEF-494E-94F0-D4B44E6FE6F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253225-E9B1-7101-5D0A-3E326772CCE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9275110-583F-E118-FC3B-63C85644725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6</a:t>
            </a:r>
            <a:endParaRPr lang="en-US" sz="3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DC2264-DA3B-B386-051D-5A5CF6E9ED2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1C7AE3-FEDA-0A76-AC9E-5DB35E27651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35E034-3AB1-AD9A-6820-55AAB608D7B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4A40289-339C-6DC6-D8FC-0C0DAEEDEE1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B8AA73-2890-CBFD-81ED-CD2D9859734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B5984BF-CCF4-F093-39E9-E591E0B2420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2D52ACE-7D2B-1D35-8FC7-1217A5B502F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51DC869-692E-5F06-19DC-8408FB75B2B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960EE14-F437-232E-D013-0C990075386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4FB71D2-7619-1FA6-C56B-EAA1A8C0219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59C7A41-6484-C67E-256D-5DF6B57D694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5B5D02-B711-FE72-B866-968163022A3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9E4B67-9317-68F8-5920-B7DF281F260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181341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B3FD8-05C4-49A3-EB03-8F6630EF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C7F954-9DE3-27AC-ED65-BF0B6A7F63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F72D109-2C69-4713-A8FD-0C2662C11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F7F964E-8590-8734-E55A-BEB4050109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91EF99E-74AC-25D6-19CD-6D16B21815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DE6EE83-E4FA-A791-49F1-2AC2AE03C7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6B7B39-D7C2-CE2E-251F-624E8D822D5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669B04-4FD3-6FC9-576A-5E0C65E6AC4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9AE2CE-A785-1F0F-F4BF-F9E93234EA9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CFEDFC-0A7E-3F0A-74C7-D1C881441A4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8703F5-CB86-3187-B0D3-92C330779B2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AC7A20-2F05-9EDC-29B0-D81AB69FEB1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E769FA-235D-6DF8-071E-8DB307570BA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3CE441-F025-46BC-2BDC-42F66121A9D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2452A9-2236-130C-4EB9-431DAE9E1BB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FC143B-A140-42C6-A6B0-97D34F31F7F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60E9EC-5BFC-C976-213D-21A11BA0527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6DE233-F0C1-F1A2-901A-968C87C966E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0F6A47-E0B3-5408-F185-A24C3411D3C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BD7B6C-FECC-4436-1715-CD8B6523ED2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2613B0-C822-72C6-32C2-B19BD870393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118955-94FB-31B2-007F-D6E594DBB85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CBF8AE-D444-93A7-32AC-3D751E6000D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A9A34B9-D231-9EB5-EAAA-486375096E3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DB75657-D502-BF86-37D2-4E962137849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714D87E-4BD7-F2FB-F533-18D2056FB8E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EF1A48E-0FF6-D87B-E059-44733BAA71A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C1AD6A2-7A87-895D-4365-E92627D30E3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395036-7129-21CC-C8F8-F174FA8D237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39D5C1-058F-DE2F-B7C4-B39141AE2FB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708026-312D-ED57-88F4-28C63329D3E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0A3D0E-0117-1284-3027-DC5C6F01A23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31B8F9-D698-DB0C-53FB-A29FC2C7D37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3208C9-25FA-0CD1-07A3-CA70950D640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C1C9EAC-3C0B-3622-7EA2-601978A4EA7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FA7587-9770-C0E8-8768-ACEACF612B5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0238AF-6067-94F7-8BB2-0A7A3FA0180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945C0B-861A-106A-18F4-576ADB11E37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89F0BC3-AE03-4742-F20E-B41D3251D39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CD18FF-FDA2-3E53-C888-A1B23D10DEC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8FEFD0-C611-B758-9BEE-447112E92F8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C44467-28F4-FA21-31F2-C75E2FDEFDB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CABCC7C-760B-E4AD-0D2D-797F5238FEA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F9FB30-A12D-26B7-50E2-54783B94E2F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FD92F0-39A6-D9B6-C8AB-3C736726CC9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96E148-9FDA-C551-79FE-955C92DB0CC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629FAC-0B95-1C6A-A193-9122E365F70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C47C82-ACB2-95FB-0B72-ED98444FAAE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A55C775-BDD7-79E4-459B-CD61F39E27F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A041BF3-7A8B-15CE-C93F-646F1907DCB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7D114EB-E090-3E0E-2E99-AA07EF75865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BBA998D-9161-7244-3D7C-2875E843E48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6</a:t>
            </a:r>
            <a:endParaRPr lang="en-US" sz="3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D03729-F780-AD9F-D115-C79AABDDA7D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0A68AA2-D4B1-1072-55BC-DE39C8027EF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AA686D4-0970-B3DB-2D00-3E0B1FF0526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C60131C-88D7-4CA4-FD56-64818310702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B5A90CF-DF1F-F1AF-28EB-FD652DD38EA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74E3295-3361-95E1-6696-36D57893970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426FC61-F504-3088-7023-C8C84FD4CB9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DCC6A7E-4E99-83FD-6D24-24AD194BFE9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7B5B8BA-27F1-1016-C4FD-667834AC85B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87DA5B6-E51B-B9F6-994B-9814F30A84B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E1B915B-659B-A200-7F48-DC1A96600D7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A568AB-F5D3-B7AF-04FB-4591294C629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7924FC-1A28-341A-62C2-58EE8A2A793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4BDB26-AECC-D70F-3499-1FF14C41EFA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7AFBE1-C817-64C2-5BBC-7BDBF961EB2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629423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1A8C2-3679-4F29-9F1A-96E3AF5FE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51F9E2-858D-24C0-ED43-C504A49EC2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E86D80E-AFEE-ED82-1DB5-0272464FA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136A696-E050-39C0-5D8E-057139EEF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C46017C-78D4-3FBB-E082-D2CF9914C7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F28206B-087A-C57F-596A-01FDEF25C6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994C10-7F7B-02AF-6D2C-ACC95F771F4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8CCCAC-753B-A5D6-8A0F-E958DEE6EF6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279B8E-30FB-2E3D-E2E5-1877BCDD3B1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C7110B-23EA-8AC4-06F0-5F12302ED09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D8E065-9A15-F3C7-0D1A-63DB9CA5078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027E45-FA42-76B2-50E3-DB6CE534174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8D993C-1E21-5AAE-D221-EFB5AAAF621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9E07BC-29AB-71E8-5189-7C15B505F81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217D07-3540-0694-9617-284BE59F2FD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947985-323F-4158-C852-0DA506DC659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6D68E4-F0CB-B1F0-8352-A8BA854D914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23B78F-5438-3497-64AE-5763A6EA0FE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3699A7-9206-1AEF-17F8-48A4F6F5269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DAABFE-893B-8871-79F4-8D627F59A1E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737659-C782-3B89-67FC-C7174947381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0574593-3888-B11E-E209-A50F36CEB90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3BF412F-AE1D-ADA8-F442-2FFF5AD0431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977B50A-5BEF-C718-0654-E702DC18327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B437AE3-E769-2D13-EE32-08FDDE71190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E3D740-ED2F-1927-8619-1045246BF30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4B5715-7DA5-B3F5-5CF3-A6DC02A3957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2C324E-F9A2-C657-520D-275D9684134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46E430-EC22-88F2-8F7E-FC97C4D382E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87C3783-B786-BE0A-4538-F4CDE896B1D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309806-EAE2-715C-D560-4693E073227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0F570A7-6BE1-38F4-E3B4-804DA4CA407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294EF9-F89D-E55C-7B8F-090B9F6A830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2015E59-060A-B25E-8FCD-1818BDAD2D2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9EBC1B-BC30-8FCE-9FF3-FAF5ABC6461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2182DEA-FE32-0B46-87AF-C4EAE43D0D7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464A2E-88EE-465F-E8B4-019224438B2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BEC489-C052-DCEB-23C1-883625FFF41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56A735-C1D3-AE01-01B0-A5BCFB9887E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FBEE2F9-990A-5FE1-CAB0-56D341BD6F4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4A35DD-7BC7-9011-7DFC-85E76CAEC48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1D89E5-4148-9D35-4D0E-E391069480E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13F910-7B7F-6965-99F3-92C45E77DD0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391646-1E7F-FCD6-71FC-1D6EA8DD4DC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4BC5E2-8FC8-9874-024A-1F35B0A631B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DA42205-4D9A-DCD5-5C8B-F4344222D31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D603E78-5F7E-317A-7858-3034EDF171F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A5E0C2-3698-A2CE-B5A7-37F4F93518C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F5B72F7-0920-CD57-E664-36D17DE12B9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6</a:t>
            </a:r>
            <a:endParaRPr lang="en-US" sz="3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6CD029-6B43-C6BC-1C14-F19BF8847A2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C711AA-63E7-BA8F-7C2A-9A793C6E802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3463FB-69DC-8351-84D2-77B4014CED8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EF7566-4383-2507-21B0-16036A7EB45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B697EF0-7F21-5A94-6BEB-9F472A0F963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59C8334-059C-CA06-7C02-89151E44057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AAFD6A6-BD7B-E616-E123-68A8D28C521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9B99C30-F9A5-BF1F-DCFE-7CC309AC12A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CD8F98D-3702-F6E7-27FF-BA0A6B1B2C4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1398C35-CB0A-2350-D3A8-4FD17A9D3D8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0C8F104-0F80-9D8A-D523-215B53583B3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4262CC-8BD2-BD2B-C735-BC3D6B1D171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58BEBD-409C-B3A2-4D5C-29B1922B411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0E7C84-7CB8-C863-62F4-CAF76CF1CDF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1C3302-5232-7267-AB46-214E7D459F2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1BC012-AC6C-640C-0583-FCBD19A8277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C38B88-4585-5603-64CC-B1554C391E3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A802E46-B866-DB12-7380-9B4F2623A88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099719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173A4-99C6-D72B-1329-B9CE29B5A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FEC6DA-2F87-2D0B-77F2-7B9B376FD3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94807A2-40FD-122B-9F37-7F9BC719E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116C800-9493-E776-75F8-E49BEC8CE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8E69A95-EC86-8200-4166-3D8B1D8556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C9056AE-E392-BD0E-D296-8D1D58E6D2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B82968-61F1-202F-BD15-DEB4020CBB0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1B741B-A054-2CDC-2D7F-6DACF720B6E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0206A4-83AF-013D-6939-B621A4B935D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DFA966-0CE5-6BE2-6F92-672BFF36501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04E4DA-5B38-EFDB-A724-ED6804774E8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7C7D05-858D-CD6F-7034-9CFCBA1BE0B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AD120C-A00C-F07A-7EA5-AA75E9DDF8F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8EB949-E5E4-7AEC-EBF9-29618E5592D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DEB715-DCA0-85E5-5D74-8A11DA856BD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5C8C34-40B6-8FA5-EB4D-C43B86DAABB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EBCA02-9154-A459-C46B-1D49C2EB770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353977-D8B3-C416-4AD4-EE82749F28C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5EB1F1-0D6F-11E9-9765-E09ED48563F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211140-4AF2-AC6C-7A1F-D7846750DD5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074CB90-B76F-36F3-9151-B43AA62E89F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219DF9-E953-8F2A-0C8F-67523671124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E5F234-04FF-DDAA-EC12-E49D5D8E8A7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8C5AB9-6FDA-3C4A-7DB9-E24C84E9FE1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0E702E-26B5-A7A3-E2CB-B4405BAF889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1CA7C6-21AC-74C1-4488-AEC494D7E4A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3FAD740-7B21-55E5-3D43-F86CCE154E8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161172A-64EB-BB1B-EA62-0627D002CC9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998227-2FB8-DAD5-9AE1-ACFABC239BE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B4ABB1-90E4-587E-EAB8-221D0E268F8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D136DB-41DA-6779-091B-91ED3C6F0E1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A14685-14F5-CECA-FFA1-AF1835493DD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1B6099-68B1-C998-21BD-E9A1429BE25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EDA3FA-654C-FAE1-2AE8-08EF6CCB4D8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45B1C8-5FDB-BE3C-5C78-58F291217FF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666664-66CF-1424-0A09-81A4FF9DC5A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2AA68C-1A56-6B9E-65A1-611B3504A84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63C163-6BD8-5CD2-B4BF-31B6BD93A3B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97DE34-C790-1230-EA9C-A2345CE19AE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8A7B90-621F-3ECD-2FAD-A6D0D71ECE4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05B0BA-5F7F-133B-F7A4-1D04B217250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53E5AB5-3A18-44E2-7A15-4DB258FDAB4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32497B1-B117-E4B4-25A8-440095175C4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55A5AEE-5C23-45C9-C2E1-D82F9ADD32D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D4E781F-13BF-095C-E199-C213F287BCD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6</a:t>
            </a:r>
            <a:endParaRPr lang="en-US" sz="3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D39637-0B74-C04E-4FDF-27409A8D5BF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6CCE0E8-E487-9FD6-989F-37FACC77BC2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07668EE-66D1-9998-5EC5-9258E72FDBE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106F2C5-DA08-186B-6AA9-7A36864D224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FE10A74-0EE6-C30F-93EA-E7D9AD4F350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EDBC9BA-801E-6AFA-0A9B-32DDF383DD7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53AFF05-B8CB-BC42-9FBF-A24E41FDE01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F4EDF1E-1091-46F5-64C9-38415DADC51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74393B3-82DB-6F64-5651-D83FD349479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DB67A89-4198-1972-E8F9-EA13AA923B2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6D256B0-4250-94DE-53B4-7CA4854C460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81F154-53CB-AE60-3548-497051324C2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0F5B41-5024-6638-5D81-F55A7954A2C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A433EA-BEF0-384B-41D1-E127A47EC65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528B72-8278-2162-8675-CD840AA978C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9AEA79-1461-DD97-E7EB-C53485A555E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929917B-F339-74BD-7A6E-E995CD5ACAE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41FFFD-6C2A-BFED-0900-98E9108EA8C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0E49914-5B41-CF15-6F95-A87D81DDC04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A10C19C-34EA-DEB0-8A9A-B6321E05AC9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2491C2D-877E-C50C-57B4-06B5C25C8DC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0E77B1A-BA8C-4AFB-646C-692F16D431C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842004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D00A1-CAC3-BFE5-A3E8-C4F19E49F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759AD7-099D-E222-9DA0-D7F33F37BA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349E1F8-7238-FACC-0435-123AA8DEF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8AD0C96-9A5C-291D-705C-4EBED59B7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71ECA0A-6428-8817-C362-73E706FAD0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0C2B921-3EA8-E63A-9E2B-26475F3B5B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B396E7-B105-DEEA-4DDD-CFCBB975FAF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719DB4-CD6D-C629-87D1-C0447BABECE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801BC5-3598-747E-9FF6-1BBEABA8040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A83C5D-56C9-CBA2-4E5D-75B8C449BB8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3EE506-760E-6A3D-2475-68A89019149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47F80B-9406-8EBF-3942-50BA8AAE73E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DE1078-2A67-EED1-8530-E1C27970C7B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B87934-75D4-3C84-B8F6-73A9656D83A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BDD0FC-70DD-0EC8-1DEF-DC99B1D032E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B221FD-1350-B901-4BE8-1F7E50FC38D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2DF41B-10A9-6E44-6FFE-1F5FCEE7A5F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68BC05-A19F-8063-FB99-CE32C8255A7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40CD57-A598-8192-4589-48D9B152550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E3EA00-02DF-5B8D-5DEC-EC9E7A87610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031129-9C72-2924-BA51-A4C182949C3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80C7D8-5E95-B856-B893-EA9B4F92FD2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064049-5BCD-0EAF-E505-5F7CA0213E3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7FACF62-642F-5B23-3EA9-26AE5CB2D1A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F3467C-705F-3A8D-C728-BA58A69BCCD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D11A52B-ACF2-507B-CFC4-3B84594C6EA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56F4C6-2BC4-714B-3494-973E39E0B6D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ED3D5B-53AA-6EB8-2309-23669A9D2B7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E7F00B-83AF-C536-0F1C-BA368847D0C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9CE6C6C-E967-7391-08CB-14EE31EE706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13BAC1-B3EC-B2D8-492D-7DBD4B839A5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3643CB-DC54-D490-4371-5FA11F95CCD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8D359B-9331-8FB3-B7C7-46065569A88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5D2495F-EFF2-E16A-9F69-3A284839DF3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8D93F2-778E-C9CD-38B4-28525DD3A03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9B9C42-5443-F516-4F1F-32220128CE1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91622E-9C14-5349-851B-73387228933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A4D368-9E48-8535-33C7-F9FC86E4882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4154E6-4B3E-FB74-084B-D2824D19DCD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0265C2E-7710-DECA-4C6C-335B696248C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006C41-7671-CDED-3E62-0DD317C0B7A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D124667-4139-B9FA-038F-8175FDFDBF1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911293-719F-1A12-39A1-F872A062CA0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6</a:t>
            </a:r>
            <a:endParaRPr lang="en-US" sz="3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5CB46C-1E6C-9879-76F9-454B83DB2A2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09B067-1E89-4974-C8A4-3128A6AFD66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81C9A12-47C9-8ECE-05EB-D3179E86F6C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14DB7DE-129E-EA4C-13DB-8E43AA9917A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1620B37-A5EF-DEF7-2D71-4264A0B3A95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C470961-7027-9B9A-B3B8-0B676C9BCFA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728A4FB-289A-E0A6-EBBF-13ABF8FAFE5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A7FFE34-2207-25FF-144F-C9BF0EFBDCF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F86E59F-963A-FBB1-5AFE-4C3ED3479E0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C8AC4B3-68FA-C872-7198-E980BBD1DEA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1CB9165-2844-A1C8-C7A4-90C2DDD5C51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5B4FDB-64E3-94B4-97C8-B8278F015DD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B2ACE3-DCCA-9EAB-F90C-F14833B48BA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A1201B-EE89-D8A6-E00C-BFCD61356AD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855536-B0BD-AED2-FE6D-33C439B5A0A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76BA15-6AEB-8E06-053E-6DEF92B5182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3EA936-8032-B78B-9B63-7FCC567FFD0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06C6CD6-32BD-4B61-7490-3DCFE68A665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4724159-8ADD-A2CF-63FD-A4CC80933EC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F01C38F-DA21-28E8-42F8-E90D227BAF5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8BE63D-DEFD-11B6-A8C1-8B5EE65BB8B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9B583D3-E4A3-8ED9-0049-4224852EFE4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0B054B3-5AE2-798D-8C98-E9D308B8E58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DBF2FB4-6342-755A-D7B7-8D905FB3469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4182901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448996-5502-DB67-37C6-F5B23084B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2699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3D7EA2-9D0B-0F8A-5F8D-FAC88757C8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5F530-01C0-8F2D-2647-E7CDD2A7F8F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E0DB11-79AF-5889-2ACA-5ED711A7245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A6A9F2-023B-EE13-2AB7-67189BD912E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24E1A-E8BF-0C4E-2CD5-C07B794BAC6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586AF8-3B01-7D52-5D31-2C4E546D112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DD7D98-7B6F-F7EB-1963-2DD72923449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5A51F9-18BC-9695-9691-38716A5CEBD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1C0538-23C4-F643-E005-AF0FBFAC7CA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5B7721-00C4-F6F9-D2E5-1C1A1FFC7E0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E145A9-AC46-07E4-A6C0-59ED454080C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18098D-D15B-BB4F-20F9-FE49F18B4E0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39E079-7972-8424-05C9-E3BF920EA93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6C0B9F-0EF4-3087-4A92-A46D40330CF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8C3F92-9238-221D-AD0E-EFD5BAD062F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71BBF3-4EDB-428B-FEEE-11FDD9F7FEF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0D9B5B-E54C-776D-E032-6C06B9A8623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C6D261-0273-A3EC-962D-0CC15FBBB45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077096-8A83-D387-D695-B38D3EE3C67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0FA921-C9B8-9A3E-E302-4E73F4C2850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5E837A-EF8C-912D-CF33-DC322ACCDF7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6842E1-E53F-5E12-03DC-DD938863A20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ED3893-D236-1B53-BCB2-4356F7CB21C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6E1EE3-2AB9-1EE8-ABF2-45939F23CB2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C636C3-F4C1-7206-C902-91DA657474B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077B04-F90B-A0CC-9ACD-FC227BF4E86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42D92D-0411-86FD-FD42-E076D9EE110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74C64D-7C1A-926D-1DC1-6A6414FDBA2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45EE08-A98D-01FA-2171-AC26286AAED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750C40-5D09-BF2D-F68E-81566136605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EA972C-0DA0-4103-57DF-7C9A7F9B06F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CA2BF3-7C64-8FFC-493A-CD5FA047483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9DC838-6EA7-2D9B-C352-B2C84D16ED4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51584D-1439-EC66-CB5E-C86A2E97F44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A50FB8-CE35-4761-A6B0-BE16819394E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505374-5116-C2E6-9C18-87B5537E1B8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198AF0-1895-C0DD-EC92-CDAB9B09043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2803FD-DA48-9709-45DB-33484C41E74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1C0C67-CA29-B06E-396E-7A36969B8E7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FD75AC8-9E2D-D9CA-F432-E1EF5969261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BB1DFA-2C92-38A8-8D03-7A08226FBE0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F83141-CD08-5B31-4F44-5DE0A22A0EC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BD09B68-5DCD-1930-6026-8DEC57FB555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72594FE-277C-5973-94EE-AA3BE44A34F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2833383-2619-8AE1-E22E-EFFB76B969D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99D6A1-CC8E-6CC2-B3F7-4326B230021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900A5E-6D76-587C-2DFD-92EFA48157D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E234C15-D43D-7905-5E6D-8AB06EB3925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B2701EA-E576-BD64-46C7-6B254099F3E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41FDD4-FA46-9AC6-95A6-FDFC78139B7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4F08D5B-239E-1FF0-4FCC-7AC6DEF18DF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C510B19-3198-6775-4DB8-2969F74BB93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63EBB7-8DEA-A035-671B-095EFE94FBD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7A408D1-2795-2A51-8BEF-F3518493AC5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A778707-033E-7FA2-42DF-480BFEF412A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B1692B-0E77-4376-C7FF-6BEDD63BF2D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053752-9030-C29D-9833-883262A5168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37147F7-AE3B-012E-53BB-889E5E744C0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AD2CEC6-2C4F-D2FE-6FE4-CFE4011CB0B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80537B0-8323-1A64-DF09-39FB32AAC48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8D6592A-F37B-D23D-AD44-F04E1DAAF64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2C1DE1F-157A-4870-A897-AD5741D3D06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2B2FA07-D551-8692-E1B6-CE27DBF0E8C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DBF17E8-18BD-C042-E6F2-603E8EE78A3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9053E0A-1A09-D426-1081-D848E9FE376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BFA6531-FBE6-5D53-5C12-5684C04762A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53DA081-0DE0-137F-7136-8DADDE0F2CA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367410F-ADD1-8006-218E-1093B4ED303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71A5C86-5ECE-083E-5505-4004ED2BCCE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C34CEAD-D4FB-A94A-B119-4E470D0323A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18432DD-6D87-FFE3-332E-6C529044D63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034B78B-C7C1-C652-6232-B07315E13A3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AA7508F-BC5C-BD63-FE35-CF0C611C8C7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7441B13-F709-9820-92EB-A0AEF4B46CA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6CD92CE-63A8-D4B6-DDCC-0CA41368B0E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AF486AD-8C07-4391-8BC5-1CF73DB284C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0D8D130-CB07-06CB-9DF3-77ABEFBEB74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342847E-040E-264F-0ED3-75738365A16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DD8AEEE-6363-1C8A-6CDF-CD7FCF7D5FD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FA86441-FB97-7C14-B21D-EFB4F3D80E6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375B3B4-6CBC-7F70-1236-9F1B5FE11D8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7CBCBB2-88D7-BCE3-7916-11F0F236BF4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364193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B454D7-CEE4-838B-D109-D776E2EA1C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F60C56B-03A8-4A01-C370-4161AC79EB3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F9BFDB4-9AD7-FA30-A0F2-18859BAA297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640DD29-1195-EF1F-8B16-EF9A84420D3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E2A5CBA-3D0B-3A96-9C98-B514696923E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1FC491A-E2DD-10AD-68CE-6D3EEEB4EF9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0609A37-C41C-8535-9A55-84CA0EE83E4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5A078A7-AA12-A695-6E1C-F4ADCC0563A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E91BCC9-7513-6620-4D5A-3AF70159AAD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E04531A-D14B-3018-AA2E-66D8F2ECA70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A3750D2-4D6A-C174-AB75-74C97E3EEC1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D3B98C3-B2F4-A745-E9FE-7302EBAADA1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3D9B785-7EEC-3C3E-D9D3-00ADFA3FA1B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FB47043-5E04-FAB4-05BF-0CC87CA5EDF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938E445-20DD-4F66-5EA3-45A33BAAC00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6226C55-846A-2224-F06C-4C411BC8143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AAA4F56-A9E2-9990-B932-EE4C5C4BB33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DA1384E-A2DB-85D7-DAF7-C45E7EA0BC9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A36C789-DA72-4617-34D7-CC915BF2F28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20473C0-11CD-45EB-4B77-C4D593C934E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59BC938-D3FB-69C9-58B2-FBFF7673D16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3281FCE-CA0D-882E-1770-68B5DDD6277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4D09948-1B45-CE41-35EA-332C0AB89FD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ABA7E41-188E-7074-BD6B-4A804753155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2621310-1D87-C359-D210-913EB69A2EE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3098FE2-EA54-5D61-2C32-CBE3755DCF0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E14006A6-26D4-D65B-E5E2-AE741EE5E69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D6ACA82-4B0E-6FF8-BE11-0CF8C041C6B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98BE1F8-A8A1-B970-06DB-7B5C6C9890B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086882C-989E-3F24-421F-95B5067DE38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49099AA-E57F-1DF2-3785-1A001BB1C70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C6495DA-918C-4230-9D51-E7479351102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7E7D0D1-94B5-DEDF-0E2F-C3DD2654636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7324CDE-A25D-D9AB-9F51-93CD86EE075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6B144A0-6A62-2178-F93B-F1E912D7E91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1C64677-8826-3E39-7AF4-21CB0CCF578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588FC59-0908-97A5-21AB-5F6F09BAE72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86C48C3-3F20-4B17-FA41-C4741506D5B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36E54B7-6F97-FEF2-F03B-7AAAC01D3E2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7C25FD9-9D4C-557E-C6E5-AE3416E50F8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4BDD1AE-DB4B-3CA5-431D-DA60E23D2FD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06A23A5-E07D-6AD3-A25E-E208CD6EA38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2D20885-59F5-D5EF-192A-38A4DDB2A2F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0E2FA26F-0294-745E-AC34-3565C142AA5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B15544F-BE52-A2FE-4074-37906CE3AEB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0FDCC57-DE1D-E76B-839F-85D9E51752F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7E407FD-7F9A-2A98-FC1F-6A88834BE97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2B603FB-9593-8853-522A-B1FD932C7C5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9173C26-DABF-28BB-EBE2-D16BF5CA43E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75A6AEB-6650-CFA4-9CEA-2023F1ADBC5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6574ACB-29E9-A27A-5747-5085F358A12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E4C414D4-8A91-C39B-9BA6-73BB7F2CBE6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704EC94-AE00-8414-53CA-BCBBEF23DD5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CA0350D-563D-6630-7304-097E019173D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7336222-6EA2-349F-6352-AD6A1D55883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9829D046-E18D-DB3D-78CE-D4D546B417E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190BB7A-527D-5AC8-9CAD-4789CA2E551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0B4627CC-56EB-967A-C511-2FBE82171B6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F178DE4-AF7E-3303-A825-0C6D7E36391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010D4D1-FB85-E67C-79E4-FE89CFF4AD6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714B53DC-0572-2585-B837-63D13EA4143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CC99F2D-20FD-91BB-AFCF-1BDAA2C7CAC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681B4FA-13DF-E7EA-AEDD-539F1C5A686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F4E1726-459B-BA4F-257C-46D897E29F4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8CFC7CE-FA28-1A2E-31D2-BBAEDC468CC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E476A475-2835-A999-0397-DC5453A255A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1DFBA62-EDF5-5E66-D6C2-CEFB9B6EB6F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CDAE45F-FE33-B2CA-5F56-FB8074081DF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47E677D-6A96-11F9-1CC6-6869D0DB190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7B0AC8A-C41D-56EC-5EF0-754BBB160E7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90BEB1FD-B867-9020-CDAC-CA451823349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4FDCDC74-3BE5-350D-3561-28BD95A47BF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F11623A-5281-10E1-02C5-67D61644E2E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682B44B-DA2F-482D-8445-E24A812F6CA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A8894DEB-CF9E-546B-EB23-999174D037F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9256DDD0-CB71-FF08-1010-15DEE7B70F2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424EA77B-D2FD-45E3-204C-60FB3D79A46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1E16BB3C-AC1E-82D8-06AE-1D6C2284F52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C5623CD4-A44B-2A55-FCF5-2A5B925F2A8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1D89E19F-9755-F643-1830-EB37CAECB7C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14D70CDE-B490-E358-E7D2-A1A45E2D290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35508B5-6B0F-5193-AF19-4B3C12FA697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2598633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9868</TotalTime>
  <Words>1799</Words>
  <Application>Microsoft Macintosh PowerPoint</Application>
  <PresentationFormat>Widescreen</PresentationFormat>
  <Paragraphs>1593</Paragraphs>
  <Slides>36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396</cp:revision>
  <cp:lastPrinted>2025-12-02T00:08:17Z</cp:lastPrinted>
  <dcterms:created xsi:type="dcterms:W3CDTF">2024-03-19T02:13:08Z</dcterms:created>
  <dcterms:modified xsi:type="dcterms:W3CDTF">2026-08-27T20:36:11Z</dcterms:modified>
</cp:coreProperties>
</file>