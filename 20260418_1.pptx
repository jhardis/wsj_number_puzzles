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97" r:id="rId13"/>
    <p:sldId id="541" r:id="rId14"/>
    <p:sldId id="542" r:id="rId15"/>
    <p:sldId id="543" r:id="rId16"/>
    <p:sldId id="544" r:id="rId17"/>
    <p:sldId id="599" r:id="rId18"/>
    <p:sldId id="600" r:id="rId19"/>
    <p:sldId id="601" r:id="rId20"/>
    <p:sldId id="602" r:id="rId21"/>
    <p:sldId id="603" r:id="rId22"/>
    <p:sldId id="604" r:id="rId23"/>
    <p:sldId id="605" r:id="rId24"/>
    <p:sldId id="606" r:id="rId25"/>
    <p:sldId id="607" r:id="rId26"/>
    <p:sldId id="608" r:id="rId27"/>
    <p:sldId id="609" r:id="rId28"/>
    <p:sldId id="610" r:id="rId29"/>
    <p:sldId id="611" r:id="rId30"/>
    <p:sldId id="612" r:id="rId31"/>
    <p:sldId id="613" r:id="rId32"/>
    <p:sldId id="614" r:id="rId33"/>
    <p:sldId id="615" r:id="rId34"/>
    <p:sldId id="616" r:id="rId35"/>
    <p:sldId id="618" r:id="rId36"/>
    <p:sldId id="620" r:id="rId37"/>
    <p:sldId id="621" r:id="rId38"/>
    <p:sldId id="622" r:id="rId39"/>
    <p:sldId id="623" r:id="rId40"/>
    <p:sldId id="624" r:id="rId41"/>
    <p:sldId id="625" r:id="rId42"/>
    <p:sldId id="626" r:id="rId43"/>
    <p:sldId id="627" r:id="rId44"/>
    <p:sldId id="628" r:id="rId45"/>
    <p:sldId id="629" r:id="rId46"/>
    <p:sldId id="630" r:id="rId47"/>
    <p:sldId id="631" r:id="rId48"/>
    <p:sldId id="63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DC8F3-7906-2E5C-8379-CF0D59C2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921F9-295D-FFAB-0E16-77341909F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B26C0-5672-F2F4-B637-1E5D37E8A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80630-650B-F405-88CD-5BBBB57F0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1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0A0A-440E-23F5-CBA4-027F24B3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3E343-F115-F1EA-2ABB-E7DF8F1CE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9F0EA-E7B4-56AC-7F17-CF332726F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5B120-E6F4-DCF4-EA77-4596CD13A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82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14317-E89F-99D4-E59D-1329DA49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68EE9-0755-78A6-0D45-A7FA4F87A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845F7-5C5A-DB8D-D16B-1F5856F52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C83B8-1182-0EC2-6582-16BA536AC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93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6C250-3443-F75B-3089-88962EEB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5EFD7-AFB9-27FF-4F8D-E6182CCFF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1A3F0-BA99-ABFF-D795-870608E02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B4D88-83C0-F9AA-ECE6-B97AB6BAA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63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EB410-92FF-EC07-2E7E-9FBF1125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60327-6F6D-03AA-D248-083C993FE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1214E-02C1-D7B5-75C3-2D1FC7C6D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8CC41-20D3-2ED7-12AC-7CA5542D8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56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233CB-70E5-729C-7C81-726943C9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706FC-6B6A-83A4-923D-93C1C3154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55F17-0DA4-4679-7EA7-A91B69250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CBEE2-5D4D-92CA-57E5-E1D9754D7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12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5184-A827-954E-205B-64AB7D6FA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DAA97-D782-8E82-D753-7D6183969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DD096-DBA1-605E-4297-F90FC9EE1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237DD-2ED7-BEE6-8B47-CE6A52F60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34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460F4-E1C9-7DE8-5613-C66C4C35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FDE03-36C5-C80C-616B-97E8BCA53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268E4-E236-7880-1377-37C6B775C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2B92-9E33-E24F-1E09-2E3C9DD48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19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881E4-2A4A-190E-2C88-34D2FE03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BCB5F-060A-5B20-B920-C615E9AA3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697C0-DA95-7DDF-A5A1-54D9DD69F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BFE38-3D0C-23CE-FB6C-CBB9BEDEF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04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B310C-4541-681B-24D9-53A70FA89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BBD41-2D01-6D0A-BCE0-77414D3B0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9E364-D809-EC8E-DFCA-8D3A5F70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753BD-15FF-EC2E-E270-1818A55D1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12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9065-C235-3CDF-863D-0B732AFE1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F60CE-E738-7D39-37FD-2E830BC9C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3E6C5-D917-D23E-05F9-BA6D06DEE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9B090-7377-F8C3-3F10-015C6C569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44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BE3C9-A28F-CE7C-9AD3-10FB8779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19F69-AF9C-0517-B5A4-B96EE6847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0AE48-CF41-85E0-45AD-F0BF09CE2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57E5C-62A8-AB75-DEDA-EBE31A9C7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7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0CE1-5B00-3902-6616-808458E2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19A01-874C-B9E9-210E-1A3FF3AF8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ECD9F-42D3-09EB-4D79-47AB10154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1BED4-7856-C588-52CC-06CC0C47B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20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3801-9556-A232-C2B3-65D2455B1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C51F7-A58A-EC57-1685-F3EE9185C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7F135-04A6-6608-0909-2A7120CFF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420F7-55B9-FA4D-FA9C-289790D03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80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8A08-7A36-F917-7447-83811750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E9622-0ABF-6D21-211E-0CFBEE8E0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1F216-92F4-024D-A1FA-7CEA6D679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C0049-FB8A-CAC2-2347-6214B6783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16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C1B9-C2E1-3EF2-BD25-1DE52F158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10190-524F-3D36-4C2D-E3563092D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A5286-B4A9-868E-34DF-51D4E60C9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8B46A-251B-C791-57C6-9964C0CA5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72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0D395-623A-AD03-7112-E5938CD89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BD480-8074-DD37-5AC0-FA026FE78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0AFF7-4268-B5CD-C69B-270C86AC9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7546B-A66A-1C37-206D-383B36391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80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D89D-719A-CB74-63B4-1C10DB2F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14C34-52FF-E33E-2EBF-46A9CD238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EC4E1-CCE6-AD01-E8FC-61BC49DE6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1F561-B551-02C6-7CE7-41C123770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752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622B-E83E-2D89-25C3-ED8E5E96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603CE-B9A3-2403-5B74-72D2E7559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6D474-C8F8-3785-B56E-001130DEF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D83B3-2BD3-E2A5-308B-656EF8171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01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5FB1-0410-9378-DB61-C1F6B211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76312-8A4E-1B63-AA3D-9C67CF8F5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0FD12-9B62-861D-B044-ACBEC1D1C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1F9E7-0D23-2C5C-65A8-DAAC5237A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50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12E2-6D16-016D-FF83-D803575B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56674-968D-6B57-D1AC-D2E42B07B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3CD12-18FF-E772-8A08-85D52ADB3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0DBFD-7FAD-0C5D-E3B4-2DB885466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678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9236-3F20-5FC8-8D85-14BF7F9A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CB6C1-2405-3222-8C03-51975C733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D0C55-14F5-B18C-6168-D88A39303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D89C6-3F39-1D6E-36F7-FB4EEF182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72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38EA-013E-BB0B-48E0-AD3CB45D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E16B6-FD75-4B71-888A-A5FFD79FD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C6183-CE27-CDB6-896E-B697863E8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0CB57-447D-2A12-3A44-B8B3DCECD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951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307A9-312C-4CB2-E9C1-6A1DD494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F355F-E079-86F8-CB57-52E2CF6E0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02592-8A4C-A775-6250-EEA734A1C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47DDE-D928-0764-46BD-3203B0855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19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BDE1-B62F-1E2B-79D4-8F485A71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BC422-E6C6-074A-18F7-00041A9F8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FB963-1949-377E-8724-E1F131B7B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C791B-A4F0-E885-5D2C-AA6FE4253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333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400A-A0A6-0746-99AC-1B0DADF0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B005A-9890-82D4-B1C9-0E8F24BE0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AC539-0DDF-A381-78B5-6B2A7BC58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9F0EE-43DE-E4D3-0123-FCE20A66D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615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815B-6445-ACA8-7BD9-CF46843D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5B260-7165-74E5-7558-84E184298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01E23-9EB3-4C6E-C802-E752C44EC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79192-C61F-5818-32BC-FE1FCBE30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260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DC8E-03E6-76DF-92ED-A6EEE840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3BF32-DDF3-3BD9-7730-E6040C84B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01BE7-8130-FDA0-3D24-AF44AAF1B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DAD5B-6BEA-95F0-F0EC-793E8984A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446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8137-66D8-06BB-3115-C88B4083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4793F-520C-A132-CB66-A54F83329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E7B99-31FD-9376-F03F-F4DA39149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5EFFA-C4E9-5CC7-EA61-F73F65578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066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FC17-206F-BEAF-3171-1B158283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B89FD-7743-7D1F-F970-7A12C9F35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559FD-FF9A-094D-0939-DC4E7917E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534BC-B5AC-2EB8-79B9-046EE6DC5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701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4C0E-AC46-995D-9E6F-C864F66B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D26D3-33B5-5249-B270-C1E5A42E4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BE486-F66A-D0E0-E5DD-F8122F291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EA09A-A909-9C35-1A9A-9370911DE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390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F99F6-E794-2516-2E5A-DFF52B31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63E72-7D58-9D80-E4F1-19065F0C6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C795B-4A81-A365-D50F-FD42EB2BB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2D19A-3F8F-510E-FD62-517B0D69C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663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5230-E544-C227-3D90-C1C83D17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CA0A9-5490-4218-286F-10891B678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E06F4-DFE6-A2EC-B336-290455C38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E9CF7-3DDE-2008-855B-57B04E54E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317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B3409-8FB0-5D4B-EE02-EB2A4BC8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6EE90-7125-B55E-AF23-02C449EE6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C3643-E4DF-47B8-3400-C313240E2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CF640-0EBD-2AB2-A4F2-1E9C67251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973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D185-AFDE-07BB-D81F-1987EAEB4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452D2-ECFD-BDF2-098D-974433A04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FD797-B595-519A-C1F3-BEBC7F432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947BE-7654-0A04-E36C-CB1063588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328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39DA7-40BC-08E9-5BBE-0623CB41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63618-631F-4C9B-7B90-392876DDE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51860-CBAD-7012-D033-19F27114F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84328-F427-DBEE-FC3D-A3DC39D97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424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02D24-DDDB-34C8-4597-B67E35A1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23E8E-683C-A8DF-FA64-F1ECAC3E7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526BE-DF29-4D31-C8A7-54AEEC325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D7710-DA66-8CC3-CE0D-F826979CB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7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843D-0CBA-866E-65CF-FAE7F377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84CDD-C8FB-6BBD-CEA6-B68BA8532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AF6CB-118E-1B08-5EE1-6DBE4ED44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1EE58-40CD-5744-3F43-BD8E2D3F8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068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69B7E-73AD-47F2-1DC5-D8A15A03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0CF4D-6A8C-E17B-B0DB-2336BC000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C7BB6-681A-6E63-368C-D31C74BA6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584A6-917A-FB5E-1FB6-A5A14261D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204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DB02C-C66E-EC6E-DC31-C36829BE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D31AE-3654-4412-77CB-8A5270B2C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F8BC3-0D04-9532-F755-B0FE1D9F0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3F49D-26A3-8C00-4DD3-CEF8A5E9F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247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3474-8FEC-B8B8-16E4-6402C35D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C34A6-3AB3-6104-E4C9-889824F4B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47C8F-AC81-A829-6C45-21E809935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44596-0D65-6EEB-37C8-966023FC8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785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5506-12F1-2434-5F90-C3D30B8D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265BE-69D9-10BB-4DE0-0651D4F08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FD14E-B096-937B-BFFA-BDA43484E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6078A-949F-CA67-1CF7-FC79A2BE7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048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74B3A-65AA-4554-7A13-29E927EE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332E4-09EC-A7CB-A728-A6B845A27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6EEBF-2486-AB14-B07B-88B10357A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7C8FC-25A4-9941-EFDF-558160172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8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28709-3989-1E7E-DD91-4A5486AB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B2DF2-84CD-F0F3-0149-10A111FBC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54BD6-1F7F-09D6-F016-3484896E0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350C-FE5B-3E55-4AFF-A483D6F59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672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CFD8-385C-D83A-16F6-2D6C0305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31232-6BA7-54D6-F89D-33AD56F90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11459-5A26-D639-9303-EFA40540E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38C9D-6EC3-0ED7-58BE-C75F6A3F0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754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AFB8-8A17-EDCD-DB91-8F14EC28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61213-D2ED-B0BF-00B4-7E9DF1AD6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96640-F24C-81CC-FCA3-346CD593A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E45E7-8D04-F9EC-BA28-5D576F230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609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B14F-D98C-B629-285A-CD3E63A59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E647F-F721-292A-F28E-6083B77F7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0E02B-FE23-4CC9-3C00-A3CB6F2E8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ACBA3-76FD-EA88-9EC1-8BF02A41A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1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B2A0D-79BB-E6C6-92DA-124F8829D0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754780"/>
            <a:ext cx="4543224" cy="454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5AE1A-ACBD-1E29-68B6-9C723975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D4EA5-7C08-F68C-873D-097DE5D731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45–30 = 15,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E592D9-B8A7-CBA6-33FC-5ECFE673D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F564E6-8691-6118-D574-00E36D189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9A0B43-647F-E350-0697-9D8626C80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6842BC-112F-D89C-DD79-F5E380F3E6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21A7A1-F3E8-8D9C-868A-C68ACD19C72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F2E40-FEDC-E8BF-ED58-8C65C0C51CC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</p:spTree>
    <p:extLst>
      <p:ext uri="{BB962C8B-B14F-4D97-AF65-F5344CB8AC3E}">
        <p14:creationId xmlns:p14="http://schemas.microsoft.com/office/powerpoint/2010/main" val="308046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E2D9-F828-F0B4-96D4-D2A0604F8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853B27-A998-6FA0-A502-9FDC8BF29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[16 in 5] is 12346. [34 in 5] is 46789.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A00C4A-68BE-9F4F-66AE-857054A2D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C3AD69-1102-2FA9-DF69-4A8077972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3107F6-3E4A-2C28-E59C-BAEE3C96B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0F476E-0F8B-B2A8-81BF-1B27C70A5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01D6EE-907D-C157-40A8-CEBB0B152CA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DFF1F1-D7B1-98D8-C631-40A22B355D3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F179F-B91A-F613-B132-2B7913AE838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F739DF-BA93-4B7E-C66B-F696AC3CA07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8B1D3-980F-13B3-B5FD-76CDBB64BA5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8DE47-34C9-1911-1214-3D864AE68BB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3ACE4C-1DD8-DB79-26B5-07739B46CE7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7FCE1A-816F-D945-8CDB-0B2FB369FB2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4B385-F5BC-9509-0B0A-6127F3D9161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41020C-B7D7-F710-5E7B-110332C4621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64CF4-425C-A956-FC3B-DF59774D939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2D7CF-F4AC-853B-9F77-4E1B1E323CA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</p:spTree>
    <p:extLst>
      <p:ext uri="{BB962C8B-B14F-4D97-AF65-F5344CB8AC3E}">
        <p14:creationId xmlns:p14="http://schemas.microsoft.com/office/powerpoint/2010/main" val="393070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D548-6237-9585-65F1-6596C808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5B3E73-D80D-6E04-50CD-DC928A0331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 other cells in the upper and lower left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B719F3-65C7-C30D-5733-DDF72D058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0ED909-61DA-5926-62C2-600318C2A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555888-BAAA-56A8-479F-0BDC4058E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BCCDEF-9240-40D5-19F7-777076644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8AE74E-EB2F-3F3A-BF80-5F143B9CEF1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A8B5E-4DAA-2252-EA7B-474994A284A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912C2-E30A-11C3-258B-3C98A87B8C1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10AD91-EFF5-227E-4ACE-1167E4564F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68CD8-94BF-D86B-8C3B-03EB152A82A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054CC2-56EC-3931-FB1F-3ECC249F767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5F214-E361-6D92-0AB1-18EE8169D34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BDDE5-F5FA-8C5C-9AC3-B3EEB3DF33F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74A5AB-9669-D164-5515-A916CCEB09D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2D277C-709D-50F3-80B2-2E138F35FDB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BF7755-3AF4-7377-AB80-93FC1EC4444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6312E9-A5ED-2DEE-4168-8A1CD2B9DE5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F84444-48EE-C39C-4D38-76D9A19266B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5AC310-2F9C-6FAD-4869-8C3E83599B0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8A824A-D2A7-F1DF-FF94-E9602E25611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7F63FB-25C5-8691-54AA-4289C8F3FD6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64270D-DDCB-4FF0-69B5-00B637AA0DC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6672C8-C207-77D2-2AF2-9A360407B93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65CD86-2AB2-3695-7924-253214CFA3D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EEB373-3AF1-7C7A-B9F4-8A49F2FE1E6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</p:spTree>
    <p:extLst>
      <p:ext uri="{BB962C8B-B14F-4D97-AF65-F5344CB8AC3E}">
        <p14:creationId xmlns:p14="http://schemas.microsoft.com/office/powerpoint/2010/main" val="4021023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6BA4-5F8E-1901-C928-DE164140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BF64BC-3132-7534-740F-1EDDC65877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 2-cages in these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A80AEB-2194-6281-F349-E1D158205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61CF23-2157-FB84-0748-374B8DF98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93A80D-E6C5-7B9D-175B-284FF4D83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72C893-A474-080F-3C44-A439346F8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844B6C-B4C4-B8B5-E815-CD3F6818F08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C5385-58C7-427A-40B8-AD1AC43AEF5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367F63-09A5-B8EA-8BEC-AA781D4FC30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93E59-0FB3-5B22-830D-5FA1A58CA19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2CA1B1-CF8F-047B-2637-EA7E1BBF062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F57E4-8C1A-114B-39BA-5C4ACEAE5CA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4425E-6E8F-5F97-7DE3-6EE264A61B6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DAE477-7679-4A68-9570-FC9875B7767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CC565D-5E5C-EDF2-F3B5-70B8E162DAA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7DBA3D-F81C-D1BE-9D82-7623636D802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86E11-ED91-C14B-C98D-1B973145C3D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C78959-AED5-4C51-7636-AFBA53D250E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04A154-77E6-492B-06C3-9784B0D08C8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9B87F3-E21D-1B06-DC34-5B85AC964B0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4F1F85-8670-1DA7-6F9B-9D1B1AB5BEA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AB1265-566B-A482-FD08-BFDFBE13C26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763717-0564-430B-D194-D037ADB7910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BE9D9F-3B03-38F0-CD76-6FD8222524E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997239-FAE4-7E79-FA26-E0FD95D39C7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58A03E-2F9D-A074-198A-149F8E2F8DC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40C04E-831C-3DF7-A55E-9F302169BD0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EBFA78-57B5-1807-F233-AA6D9C74BAE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AEA605-F09A-BD42-1B1D-FB4E874EC3A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97542C-4E59-7ECC-EA04-9701C1EAE0F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</p:spTree>
    <p:extLst>
      <p:ext uri="{BB962C8B-B14F-4D97-AF65-F5344CB8AC3E}">
        <p14:creationId xmlns:p14="http://schemas.microsoft.com/office/powerpoint/2010/main" val="229266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791F0-E2E8-7C02-BC7A-2725DF28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0CB171-757A-F73C-06D3-E922FB1359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E9D1B6D-8B33-FB4C-9201-C96612F4A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D056E0-5D6E-D442-3C46-EE02EA13A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DBE34D-F6CF-77FB-A6EB-67081A71D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9041E8-D80A-6429-61FA-CBCD9490E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F1BF45-F0F5-D7E1-2127-1E4D9A43A29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FB91CF-F188-5D93-C080-4760ED5C740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47E85-486D-FBDD-4A3A-511E80ECE45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ABD30-5B0C-23BA-1EB6-86DC1730CBE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F8082-D0E7-4132-F3AA-A21D62FA6A8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08B6A7-C048-7654-1D37-886D2A6E299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CCBED5-F1AB-5D92-9762-EF44C16B7A9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7E53F-7E45-4665-364A-C174C731460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254DC6-3FAC-8300-CB50-FD1E649DCB6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3FDBE-C2FB-F1F8-E189-F75C2B333D9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23648A-E904-D95E-CE54-48636C17A39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6261A7-0FAF-7C89-07B8-9E8F66B91AD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E2973A-7A29-7E57-B8AE-DACE6BCB432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663D3C-F5A6-9B3A-54A5-CA8FA8ADCCD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D29D24-88C7-6DA7-0C12-A00D7F72EF4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3BC5D1-7C64-49E2-6044-D8BEED458AB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2C9248-BAAA-C806-6726-1AD245BFABE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3DC816-319D-A4BE-E86D-8A289275673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4D047F-ECD5-6829-24F9-422280C3459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AC1119-5347-0C45-9507-DD21DCCDA81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029403-2BBE-AAB6-EAAE-351CC4812E1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F09200-94FE-28F8-F605-1A46F570AD5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80020-0ED5-BA28-BB7E-69031DB3BBF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5FDF0C-BC5B-859A-B3C4-80D56A320A3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167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1ED76-4FBF-A3A9-ECBE-0C5EDC79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A2AD7-1622-62B6-6CEB-3722F4FC5C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C9E486-2C4F-9124-29FA-349960300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9BDF5A-2E0A-A4ED-DDB4-F4E4126D0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FDF42C-38F5-2A3D-3CE2-DF34496E7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D88ABE-7E98-FE92-23AD-5C8188570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F419AF-4EAE-999B-7F72-4256C98433E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10D85-B65F-C6F0-CB1C-04E32113910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27B62-8949-C704-30CE-4124FB3B31A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DEB632-BB98-AB83-55FA-BA4812B6473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309DFF-9C74-5CA1-B88C-3B9F2D937E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2A0B6D-16E5-861F-2AC4-38FA2DCD4F1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3639E-8873-68D4-0784-4FABAEF3C8C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5858C-C104-5A93-9828-F4A9249D851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15792-3952-4ADD-AFFE-41E70F06CF1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036950-FA89-6E0E-96E2-8DF4CD60DED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4216C-FEC7-C952-DD02-7C922BED793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795C85-A973-E644-E221-33517494EE9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102376-56BA-FB1C-2828-B2DB127401A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DD8184-5E6C-F7F7-3946-8E3B47C9800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5E0469-62B9-99B5-944D-18149BF850F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236CC0-F47F-2C7E-6709-F751078F27D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1335D2-35BE-77F8-148A-BB7FF636CA7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D7C726-C8CA-A3E0-35E0-FFE0258B801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F5010-B080-40E3-DA68-4A5B6D933FE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62E86A-4C32-EC66-48CA-5059A78E23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51337F-9A8D-CA75-9CDF-8E2ADB094FE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AEBCCD-CE4A-0383-CE91-C144C237F57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183012-C2B2-D840-1C98-47DC683104D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612FE3-1F65-B0DF-446C-F377A89465B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6548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3222-F2CA-DC6D-332A-4D147D6E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5F7AD8-F381-73E8-9D4E-F4743694B4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B29ACF-D6D8-735E-9292-8F68E794C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79C454-484A-BD10-E290-A40812A00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7C0D1A-6D62-9E46-576C-325D10FCF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818E4D-A9AC-7FEA-AE1D-9638323C4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778085-63D4-E673-0EDF-172FD994CA7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32A8CB-11C7-F992-1320-BBAB2D19173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64034-F061-27EB-17F4-DEAD9F71374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3B70A5-7C64-29F7-FF65-807236ED558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29973F-90D9-4BF0-FC10-A832A428C33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517789-989A-6EAA-CD7F-32BD8CB2E43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FA2AF-A48D-F354-53D1-5EAA85E19D0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7F330-6453-0A62-466B-3BD502205BF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6F5D46-2DCA-A773-ABCF-5EC61C9D231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C9E31C-6004-2B54-68D5-CA8A77EF50D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5FB1D4-AA9F-2B87-3661-98730B664FC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1A4253-BFB4-DB3B-E8CF-A87F6E5BFAD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C51C04-20F9-0756-955F-71A522A0D49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DC7F3C-AE6D-D555-19FC-141F9D3B852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EA0BF4-51E1-3E44-62DE-2DCA23BC6B6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4B91DB-FAA5-CCD3-ACE8-D6513035929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247E95-C87C-5953-BCC0-1DE352A453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11D953-6B73-109A-7F9E-0003AD183B9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F8350F-79BE-804F-E89C-D4E966303BE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62D8C3-980A-CE55-B148-7D69246DB06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B0B5F8-72C6-8FD6-74C8-BF00A38758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092B01-7DA9-1C9D-706B-1A1382E642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F9F8FB-51D2-2373-BEAD-BFD50E2B87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53D41F-70BB-127F-4569-E537DA9D783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66550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3AD34-3CEF-0AAC-4B8F-BF0C7A9C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96432B-799C-A8BE-766F-B4C52EDF38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261064-AB4B-2663-BB17-EFF5776E4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E1E05E-2771-B433-CBB1-AF241CBCA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601954-60BB-5D0C-7EDF-284568772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EF1421-501F-FF80-8F99-44B99D613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58D2C6-056F-4750-77CE-47808D8020A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CF5A7-6B18-9CE0-F114-E965AD13EFF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FB019-00B6-16DA-DFDA-A1C7A6A262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69367-9CF2-14C5-B548-D9795F93A9F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F88CB9-858C-1E01-01FA-0B1889A6AF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EDD15-3110-9603-CC46-DB637A300E4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DF5559-CD5D-89CD-32AA-CB5DBC8BD2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CA2D4-C5F1-8F1A-FA42-410932709A4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232409-A5AF-5263-6F3C-6EF2E2AD98C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22C142-07C5-C7CA-1B55-C590D4E00C2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CD3DB9-08FB-C8F4-7EE9-8730E08040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DA6249-88F9-8C3F-082E-57CC9498D06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214F4A-02BD-3118-4BFC-073E8D8E66E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55B6B1-650B-DEDE-F5D1-C94EE7B087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FF7E7A-78C5-C975-33B0-F43A5F702A7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B8CF2F-9CED-2851-9027-DA2AFD06B39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663639-EAF4-6601-5228-2476A4F782F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88D2EA-D5A2-A991-ED95-AC63A9EB46D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FC9565-10AA-D93E-D544-8EBB93A5C93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41A8E4-3618-54C8-0315-2A472CC81C1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D423C9-B781-0B6C-B013-722F4A1623F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99C6A-EB6C-15F1-5745-FFB899C8FA1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E5C6F1-43DB-8C72-7558-4B7F4742704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1BC999-0A92-DB68-CBB1-B6D261CACE8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1317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EF69-4D39-DDA0-66CE-1765377A4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60B1C3-7727-E7B5-6A05-AB969D0A7D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A72A89-1DEE-8C71-0234-C4CF44659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2DBE05-C43B-4673-0277-9F6FCEE00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AF2390-7E79-BC21-E1B3-2F139204B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8BD8DDB-DD3E-711F-5246-1B54EE09D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46F77A-07B3-D9AC-6E9E-7A4CD30D643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C6A17-B7ED-129D-7770-E46A5015E4F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C84AA5-B962-22DC-5EAF-6C9BE3CB40B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F9C22-5A31-46D0-8205-1DCA20F7EA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E703D1-70EA-22DE-CB0A-0C35553ADFA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286A79-E538-8F98-1FCD-CAE847BA9FE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68693-CA7C-F9E3-A82D-3A98FC5594A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FB482-302C-74C0-DC63-CC2FCFECFD0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A6571-B6E1-E42F-C7CF-5DB950EC079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EE0C31-8D5A-C7E8-7341-43DC7E5BD77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286176-78CF-0C3F-79E5-C997E5EAF88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8D58C-D31C-4B23-DF1A-236CDF03062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057019-244C-E3B4-0AD0-860427ABE52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5E18A6-1FEB-C03F-3141-84E39A3BFA0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40F9E0-4820-93F6-2E24-6EE021498E6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218355-53CA-8229-BE40-5A0A7E96416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78A9FC-C4E6-6253-A96D-C3FDA3AEB26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54DCCD-D758-A779-B808-2277E00E7E3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D5F71C-6068-F436-A0A7-B6C7A0F3497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71BB7E-38FD-7717-8339-5D326DDF16C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46F8DC-9486-BEDF-0A66-A321F1A528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826715-8580-CBF9-D4D9-5077FEB14D1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6A72E1-C938-D58B-B98B-90961A529B5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9397CF-F6A8-248E-6860-53227C88A35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3893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97700-2790-64A8-C10C-B8016C91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CCFCBD-70C7-B9E3-BE1C-385E1914F1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[6 in 2, no 1].</a:t>
            </a:r>
          </a:p>
          <a:p>
            <a:r>
              <a:rPr lang="en-US" dirty="0"/>
              <a:t>Then, complete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105483-DD0D-C039-6687-2E2EAE88C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EF490E-9E5F-0AED-84B4-85626A31D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A721B4-F4C4-21A5-660E-E02C4339A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CC7A55-60F1-902E-8421-A129B1442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A8F83F-057D-53BB-2B97-B526122C882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ED765F-3451-E89B-4BFE-3DA5B6200E5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67CD2-F15A-3B07-8D15-AB5AF5C6D52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CB999-CE0F-7427-858D-6CD020C8B3D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6B895-8D8B-41B0-6B84-997C37B4CF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2B199-74C9-934B-FEB2-BFF68FB6067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30670-A832-CCDE-C9C8-18297C0728B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B505C-74EF-F808-FAD2-FD1B50DF884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1B6255-5970-B9C3-A824-A485B782FF2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26560F-5777-F433-7470-FA416170FEB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946B51-567D-915A-23A4-E3DF6E6628D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BC0B03-6766-CFF2-FD44-6F962A208AE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4751E8-2F73-93BE-9A8E-C987E75E96F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CB28B8-335D-FA1D-2685-79D6F56F4FD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940207-15BC-F556-392B-ECA498DD89F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2EE8AB-A235-B369-D689-02E14045BCF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534A9D-69A7-873F-D602-A6CF570D3D3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FBFA63-0266-B4A5-D3F8-BAFA88B0C39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5F9B57-0216-25DC-A4E9-840DD93C127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2BDDA1-7B5C-D926-7C06-8A97DF66FC5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544E08-FC3B-BB0F-F227-7101B1CF662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B33A12-C067-9CBF-715C-A3E175C398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B1E28E-7644-47D2-3EC5-5F333D2C019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784BE0-4709-890B-97FF-0F840A6B3DD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C4296-309B-5469-EF99-2A5C9447A2D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5D97C5-1C1C-0402-7C73-313E4748787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D90837-304A-AFB7-6A33-943E8535C7D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19215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8D90D-FF50-EE95-3274-E5B030BFE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F471DA-0161-03B9-12CB-3CFC662F15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38CF02-0AB6-6A2A-1744-A9A635A1C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2FCD9D-08C0-D561-00F1-D68F5BC00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8FF72E-44BA-AA06-D2A6-35F9729FE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2D5E5A-DAEF-7B42-842C-46B79B6CDD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99FE59-8A2C-FB1C-9325-1FB793B642E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E94714-9279-8F42-AB70-58BAF6C386D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80034C-C17C-ACEE-DA7C-AD87A25D782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7BC19A-B6AF-0B96-CC57-C76BDD8CECC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F03679-1F79-8DBE-EA64-43358DDC922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92E84-EF6D-2003-4A35-48D6E7110AA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53DB79-E729-A876-D8F0-1A036623D46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5F290-48B3-D7AB-E237-B33EAB3C689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0852C1-D99E-5A60-3079-826B77ECBEA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4F3987-5D66-5B8D-72EC-CF1649426AA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94FDAD-C8BC-F229-AE5D-72B5BD53A9B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EBB4FC-07DC-6B4D-F28F-5179B52F96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F14344-5D09-F476-0F57-944F19CABD0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E66C4B-54F4-A58D-1AC6-7E73F08A456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0AB87B-DA1C-4D32-FB7A-890A05769EA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B08837-2B01-AB42-F763-31729396261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54138B-99FF-EBBF-6A9C-C8434432296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1106A8-88AF-7C5A-EA1E-84C81BEEBB8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52F382-981F-D881-54AC-56637D2001D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940B8-650B-0D40-61E3-8E555AA902C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126F1A-46BE-731D-2240-7217D771AC9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8A4288-478B-6FFB-68E3-8ECD54BA69D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58EF01-A96B-489B-F6F3-9FA706BA95D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3CFCFC-3EA8-9082-169C-4D30405F8FD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26118A-8372-7B85-4E96-A6436F2CE51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6F5DC5-49ED-5C53-D5A4-4428E8AAD56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6C323B-8525-C426-7FC8-465A9C352D8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445696-204A-C7FD-59F8-3431C43DBD7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0420C5-5338-34DC-0F0E-B909AD4E051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2DED0F-5F48-09CC-0025-0519ED0C366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083A18-15F7-F218-D3D1-36E2DE20960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</p:spTree>
    <p:extLst>
      <p:ext uri="{BB962C8B-B14F-4D97-AF65-F5344CB8AC3E}">
        <p14:creationId xmlns:p14="http://schemas.microsoft.com/office/powerpoint/2010/main" val="2957898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D8C2-A84C-A527-43C0-16CD2102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303132-2AFA-FBD9-A67D-11B26B9847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EC1416-A08F-5D02-2ACB-4B4CB70C8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4C4981-0BA0-62E2-12EE-9F3577771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10D7BF-B973-8085-C4FB-0B44816AB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FDF735-89ED-DCBE-2BE9-DCFFAE82C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2527F8-9CF5-3AF2-B13E-48A4F4A29E1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F463C-9B10-4DE9-A057-7EE89CB2ED4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19FB2-D024-A0DD-C674-A0A629BD73A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74BCD7-529D-C170-879B-4F807659083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0B0DB-D66F-7D6E-A77A-04BA1E03FE0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5542AE-C071-F8E8-816A-1129CA64C61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E46989-3EB7-B736-F8D8-FF2DB8EC8BF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A480CF-91CE-B6FC-8A7A-39FD77F3AF6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3BC820-BE2D-3E06-49B5-4CF59236F7C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56DA2-3E81-7BFF-3341-8D438125CDC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DE277D-4CB8-3657-C4E3-85D59EEE5DB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1FB71-9D75-F9E5-B861-1D6235265DE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207306-D026-F0FF-9767-9E2F8960C04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16D2C3-C3C1-B91D-F16F-99551DA2B7F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346F3-FFFB-4013-5EDB-5DA87DEB677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FED2E7-174C-FA0F-D551-F10884452F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98E282-CA11-266E-378F-2FF54612E6E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D0E93C-2E47-C335-FF23-A2CE17A3A1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9E8C96-6344-4133-BE5D-CC3B162C91C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73136-1B74-E46C-FEF9-DF948A1A74F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66AF03-ABC1-1669-499A-26E1097ECA1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F669EA-15A2-5E8B-4279-E4AB90329A2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352CCE-4D7F-1AE7-F733-163708F162D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7F98E5-F13E-D5CC-FFD0-4D9B7E5A01E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F4E679-F1E6-3DA0-378B-9730A4B9D33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F4791-2884-24A1-21A6-58C823EF73B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4A84C6-999C-5512-E74F-7BA0A4841D5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737D20-469A-52D0-90B0-E188CF3B508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855C8F-D3A0-F4DD-6A20-50D5AB3663D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AF6649-0972-5F06-DE9E-BA520372ECA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C290D5-24A2-1AF1-2605-286AEDA32D4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</p:spTree>
    <p:extLst>
      <p:ext uri="{BB962C8B-B14F-4D97-AF65-F5344CB8AC3E}">
        <p14:creationId xmlns:p14="http://schemas.microsoft.com/office/powerpoint/2010/main" val="37637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1F58E-184E-2569-021A-AA7C5340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56B525-BF4C-E366-5779-604D7AC2B3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remainder of 2-cages (reduced 9s and 10, to keep at six or fewer digits).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C64316-9D35-3F6C-0A8B-BB568ED3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EAA18B-3A9D-9DA0-655C-F02050932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3596D8-D27C-A8A7-53E2-8AF6632E8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EA820F-7203-500F-4D19-A8619559D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151005-6DCF-1779-8160-76248FE0BFC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E6C42B-5A61-CDC8-764F-23FFD78EF43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BD726-B63D-17DA-4105-964CE47B480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530C04-C651-DAC4-840E-5D1EADE9AB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DF4E5-28F0-32D3-4753-4C87D1081F9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CDE966-49C0-CBEE-7E68-44DC3DEF3AC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9A721-2BB1-AB76-800E-D89E0DBFB8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7FCFF-777A-DDA7-F92D-1A1E639F41B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4C022D-E361-EF2B-97CE-72E7BBAE36C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3B68EA-BD81-BBC1-35CC-FCF9B8273E3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3FDE2B-9FAE-5A31-A75D-5C4C8F7D300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BB618-E978-4572-7317-F143C78E3AD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AEF736-17BD-94B0-DFDF-12DD615AAC2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1411E7-A6DC-53F3-4717-03EFE85D0F9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1FC94B-65D0-86B8-4208-81601AC93C0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3FA39C-5E2C-1629-2791-064255C1E1E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410AB0-B816-DF79-E3C4-1AC32D6992A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2C35E3-5B87-045D-B6D7-BF63EC24C51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EED7B0-87A7-35BC-D207-D200A27DEC5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56A76E-9CD4-6AE0-46B7-BB2FF8A4EB5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0E73A1-2AB3-58F5-F514-5668706C9D9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A3D56F-0B6E-7370-7D93-53A9BC4496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93FF8E-8495-F092-F964-853E5571AEF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3CFFDA-55FB-25F3-3474-14DC513E83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D46C60-38EF-B9D7-DB00-F7403E01311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07AB71-DC17-4B9D-6C12-DCF142F4125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5AECA3-1DA1-3A66-97BE-F864AD11347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79FA76-02DD-D922-0309-52A8CBD50F0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F74F1-8CB5-19DE-E05C-5C4754F501C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C478DF-6F76-4055-6FBF-8E397C0F0CF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B5E50C-83F4-645F-FEB0-9BD2ADD7A02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1B9957-AF20-35DC-520B-536AF848E52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19D963-AE3B-F858-FF02-37EADFE8B0F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07181F-9CC3-2D02-9851-CA618CE19F4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707419-6263-05E1-745C-82935E54BF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765432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3C6CF3-6EAB-0E02-0F59-F2436773D6F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4C7F4E-3881-C112-8980-2A54FC472D2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9C6F5C-C767-5DBD-D753-60F658CF57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37DDFC-CE0D-7E2C-69E5-B7A75F3BF2B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1F2159-EA53-0E40-AFCF-2F527766686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027CC6-BBA7-A388-9D6C-75AD671DBA1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5F8DD6-0810-962F-4EE1-596E4DCB5C9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A91A15-0A68-2430-5716-04564EA2BF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BD8EA8-EED9-1D4D-2C14-54EDC180701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F6162A-90E7-87FA-3455-DA086F38CB0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</p:spTree>
    <p:extLst>
      <p:ext uri="{BB962C8B-B14F-4D97-AF65-F5344CB8AC3E}">
        <p14:creationId xmlns:p14="http://schemas.microsoft.com/office/powerpoint/2010/main" val="2447235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830C-B42D-0F0B-3948-EA500D9B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0C07A9-E37C-41A2-FDBC-E3C68B17A4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E6C8E5-D6E1-93BC-4872-4120EE866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CDA0C2-9E52-F5AC-E747-EBC07382A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D69DCF-5770-70B1-45AE-CD156ADC8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EA49BF-0FBF-BB89-E2E7-3B3573BD1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12DC8-9449-989F-C61C-41AC80F07E1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DBC7C-2FF1-061A-E717-331003E8A9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56185-57CC-10CF-4A6D-8A343332C46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7D3F7-B511-4ECC-495A-F3BB1C7680D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E9F04-AB8B-C5AF-5C6A-659B36B542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B57759-EC6C-D515-FDF8-F9CA38C5308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2A375-4964-F1B6-4CE2-BDE44C0C780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507FC9-E259-3349-7A5B-8B44FCA18A9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7989A0-3B87-E54A-F1BC-90375897585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5A2D8-D311-F397-FA7F-B28FB5B3AD7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E29A7B-95D6-5E25-C160-2BF6635C525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6311A3-BBFD-9A2D-9203-247A787CE5B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107633-75E6-BDD1-899B-4CD177C512B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CEF862-677C-C27A-9FD6-D5E9C3B6E6E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0F81D-1863-1840-2DCD-8E7615655B1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EBBFBD-BDA6-FADF-09AB-25A8C2BFA6A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0EA120-4B8C-D106-FE0E-3D8FF2290E8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49D99C-ABDD-741E-8B54-D88FDC52E5E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1DCDA7-2FC4-3413-2EDC-ED12D315B55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EDD946-9163-5A3D-41CE-24B1CABBAE9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9020C5-76A7-0E7B-D4BA-CB62DC38E7B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A36214-02B0-25C6-FA1E-CA54FD5A4F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603B95-53F4-CD94-F22A-5D458F8D68B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76DC60-F8DE-4388-CBCA-9268AACAC01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ADAB38-13AB-6322-9B3C-E01893CFC62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766DF1-EF55-AF5A-0F85-031A13BC35D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322C37-C089-F16D-D2F2-0B6474EB220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ECD89-22DB-5A68-0BCE-AB73CDD7AD5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69CBD2-A9ED-F22F-3E49-AC9B519F425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13FF40-753D-DBA8-A1D7-FB3CCFDC3FF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9EF5EC-A785-A0B3-20ED-EDD8892DD18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9387C9-B3B5-DA1D-860C-BA3408B3AF2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EB72DA-EB6A-EBEA-D5DF-1957B092E28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388FED-1B68-91B9-B97E-DDC036A54A7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550855-696A-A113-2FFD-3EF63AB6F5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923B26-8642-53E5-70B2-26359B6BF38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AA6AD7-6FCF-0004-DF28-BA6F9A255D3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CF5024-2BAE-FBC1-6E76-C30E35D6DA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40A24A-C572-4329-13D8-B69621D11C4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FC694C-DE70-D0D8-9B4F-085C6AD12A1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377465-4FC7-75C0-164E-AACF30B7BE6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1F71BC-DD60-C7DB-8454-FAAEC675073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AEC65D-0944-E9BB-C5EF-F84D8ABBF1B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3F2F9F-0D74-4BF5-9E35-D3C4D58937F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595D98-44E3-C849-D06F-7FD44180D01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974407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ABC84-3DF8-D48C-51F1-1A10E2F0B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83B35-BD6F-5C38-58A6-98D40EC952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14E74F-BB59-59EF-CF35-AD7443734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F6A651-CE09-4FAA-2585-BC78B9F67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3DBCA3-1B1E-7EDC-F358-AFC506CD3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8E7F14-5C90-C7C3-02EB-DFEC9161E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2B2C99-119B-49C8-1FBF-8A7A947CCC4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1F594-B534-BF16-BE89-A713B3D4816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99D36C-2832-82C0-1BF2-5B2F05420F8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DE9D3-0CDF-E602-9B07-FFC0598FBE4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926FE1-F5B9-70E1-B9DA-A5B68275609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3AE089-0D27-3EA0-026A-562D015472E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3AD817-4F57-36DB-6A23-6477C96837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39C3A1-A1DC-CC3D-31C2-1962FBC429B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F46F4A-66CF-2247-88DA-FDD3ED87598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5ECD42-F935-D46B-1C67-FDC5D9FC3A5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D25F7F-8BE2-C910-58E8-CC37F804B66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B9BD6C-CD0E-5BEE-5762-1AC84A45EA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D383E1-729F-80E4-A182-0D95E04382F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F3471E-2C9F-2A70-6FC5-328AB885020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AAD543-DD83-C38F-D3B7-06392AAE371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F7FA80-D4BC-15F5-5B38-91B70741547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E6ACE3-6965-4316-055C-8C861939346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BBD10E-3E83-CCA3-7C2C-314CDB430C2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254E3-2E14-9433-0D27-2B06948C174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0528F4-17C1-570F-6B7B-5E795501E09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514985-83D6-0708-30E5-0C0CB996165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94EE2D-9928-EAF8-DEB7-45FC9861A9D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8CB51D-29E9-B5CC-775E-FDCF5E6D792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00834D-45FE-D898-F996-C5CC1BCBD98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59E8D4-CEBE-2481-B4DB-724C54E010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EBFB87-8667-2E05-12AB-A55020E333A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7EC5C-26C9-69C7-FFD8-7D0CFD4AA10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5FAF1D-94F5-0B70-3091-7A90191ABC3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9725D3-312E-CB23-1241-FE10747F042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949697-1837-FB67-C46B-B15C6FD8998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8D9DEA-EEB2-4D21-833C-AB0E46B7F9E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917B5E-C3BC-11FD-F7DD-1AAC400272F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375C03-54D9-DDDD-BD30-3B567A4B2CC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80A1C-7AF7-EEA0-BD99-9255737D4EE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BE200C-8BBC-C394-8768-B05F1D4419E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3149C1-C8BE-F397-E696-CE224C683F8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8EED24-3DE9-4BB8-4C04-6D933D5FFFD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7549D9-D0C6-F9E4-7317-E5B9F772C4D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4A7E2A-E8F9-4CEF-8EAD-15D6BA77E73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7B7C24-00BC-1420-CDAB-089A64A00F4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C819FA-2C75-68A2-9B44-E9E49C014B2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E4E77D-1E38-83F6-842A-F6B167406E4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92E8EC-E6F0-A33A-589C-56BACD129EE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2CA87E-8797-5B89-EA6E-E8CFA90177A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9EDCB3-7FAD-5D0B-C242-8D80D20574B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479819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2AA4-7954-7C13-D296-C1F70C6B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E02226-58E3-50DD-C5A4-EB3C66B644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[32 in 5] must contain 9, because 45678=30 &lt; 32. It also must contain 8 because 45679=31 &lt; 32. This sets the orientation of the 59/95 pair.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4E53FA-573C-A99E-8556-26F9B254A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C2318E-2923-80F8-27BA-9165FF556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CD2A8A-E30D-900D-C781-C358ABDB7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9DAB87-C01C-4F9F-3E3C-690EE9B7E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12CBDB-B122-7681-CBDF-2D86693E396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DA826-20E0-6E05-B39A-D29F2949717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8956D-985C-531A-8925-B2412134346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9D79C-1E3E-CFFA-5C2E-EB71DE8A1FE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5E047-31E2-DAF4-0786-B993A4E8784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968353-08D6-89D5-95CB-A607A2D3F74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E2293D-A91D-824F-79D0-04DA7159CAA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C9F8E-B6EF-BA6D-CF72-7E6ACCDA754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F136F5-701C-B49D-BE7C-53769E9BB35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6EDC0F-D02C-F4DE-1B1D-7604C3C5FC4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C37AAA-1C11-CFD9-5BAE-6BF43B04D80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F4C75-4491-B6DE-78C4-5C90255D3B2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93E259-F256-7662-09F8-4B695CD97B7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7959CB-9360-8F31-E405-F71DD8BF6B0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9B9083-584B-B570-01EB-CDC91CFBFE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61499D-1998-6CF6-E63C-559C05DAFC2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CDAC6D-726D-57C3-E764-D6ECB34379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460B34-A132-992D-FDCC-115189372D8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AFD92-D727-EDC3-B8FD-81463972E6D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043CF-C443-4A32-4CD2-008ECEA759D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A6C63A-5AED-32D2-38F5-CE887509571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B8E34-4512-9595-2307-3CA146C83FB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48C7E-E051-AFE7-357A-FE0EBB7EDD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E5557B-91EC-60B7-985D-70650F910DE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DCE7A4-2C06-6090-1261-D152E474A10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3BBE4-7E8D-F9F6-0056-0CE567FF1B1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1F6955-480B-EA6A-883A-D8DC91EE078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297716-B86A-9381-A89D-54B5B2E163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9E288F-B914-DE0C-3C8E-F2488B51941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04C683-EA95-3875-1302-75314226E80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9B26FB-EA51-67A7-EBF9-8DF417F75BD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FCF810-C189-2262-7297-53E1CFD5EA4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037925-CB25-C4CE-0F18-CE0EEDA17C1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F7AAC7-CCC3-355D-FE2B-8B7996FAF83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0678AE-29CE-D3DE-9AFD-D8A72C3B9F4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CEC3B4-6766-14EC-819C-4981B7D6321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CE3E52-24EE-EC9C-DCB4-DD105039130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5A31FC-9739-66CC-9326-A57301791A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96827C-0819-0BD0-3FBB-6559CD20BC9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8719B0-5AA3-BB8D-5961-34047C1457E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AA4078-F855-C78E-CB23-C1E3666A75E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1A2B51-3688-2161-31D0-24B9277A33F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3D3CC7-EC52-7B85-62F5-877942F5E39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AB5E25-72CE-3A27-87C1-DF078126C78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4F8FF0-B830-26A4-4329-6E654C1C687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18587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1605-5171-1C02-4E40-2E38F25A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BF256B-74CC-D808-302E-5C6272B0D0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[32 in 5, no 5] must contain 7, because 34689=30 &lt; 32. It also must contain 6, because 34789=31 &lt; 32. Therefore, [32 in 5, no 5] is 26789. The cells outside are 1345.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906A2C-D97A-184B-4B26-BBB12DD01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2C004C-A229-DA86-3005-BFF18E3EC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077F8D-66CA-5571-2894-299696A58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B9F7E8E-AC0D-96CF-0A30-CAAA4A3C7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4A4ACB-7571-8E2F-CACE-EE06BD375E2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BE9B57-66DC-62DE-8EDF-16009535B47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0D89E-2606-3FAE-5AEF-0D2E8797BF9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59697E-6DE8-A591-AC6F-73EEF854CF4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A8F8B-F2B8-4AFF-F46D-0790409EA58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7574B-403B-ACF1-5C15-7CBA77AB183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6F278-43B2-6029-077C-CEAF428ED83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79FB1E-4C08-8AA4-B57A-797B2C6105C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DB627-D45E-FC1D-B690-12817093A30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0161A3-FB38-ED49-6901-53F173B4947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D173D-5F47-447D-47F7-433F478651D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C9783-0B8A-2AC5-642B-35E6B468FB4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5BCFCC-76D6-05A7-A688-A16CB47D537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D2D774-2DA4-2E5A-DB27-99A3A51CE0D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81B81E-16EC-4879-1D83-6A7769EF167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A98752-129E-9EAA-434B-5C936C35282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249C2E-9C0A-6D38-D347-D198EE8D627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4D8445-A3FB-3997-3C21-E54C5036341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64D796-8A89-6CE8-E48C-51BCF7F86C8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88BA6D-DFE5-4F94-6FFC-05B3BD1F6E5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F21442-3AA1-FE17-246B-14F612F6112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A1359A-242D-B192-1646-4904FF396CC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58290F-0A1F-44D0-7FAE-F6F7853CBC0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520F71-6242-C732-90E5-912F8B69F6B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88FCB-71FC-9C58-4AB4-8C1B5F7E18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F63C10-6501-2ED8-0668-5E1FD0C27EB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FA3BB4-055E-8039-B84A-DB270B2C097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320BC0-CD80-4F5A-D557-6E4E434417E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6567E-B289-568F-D1C5-F5DAEE64063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06F9C3-08D0-1D38-0711-115884F1213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668213-5CDE-4B82-F8CC-9B7F14AB9BE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6AC525-B1FD-4263-738E-B66D5E8A96D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B6D227-9644-4ED7-BC9B-543D5B2F780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B5C6A2-28A4-B28C-32EB-C7A660C568E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32E3FB-422C-B1DF-EBA4-9A1A46CF9DB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BBDFE2-B86E-BBD3-C4F5-CC9FF793375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2DEE07-C7E2-63A2-4B40-56ECC21C03C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B33821-D0EF-0128-7A0C-E71FA32FC31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515644-A440-B114-04EB-02C0192C5C9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DE388-131C-6B7E-D95A-FE0638D09D1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F28442-DD9A-9AFE-4032-70B74AC0490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954B94-298D-FE32-33B9-4D161AC23F4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1B8563-1298-4418-0D90-6D36A492078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5FF1FF-DAFC-A6E4-CC54-CBA3A2CA838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89EE7C-5408-CD8B-5FAC-B74F5E08211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8331E1-56C4-19DA-6F63-538E19CA475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8D8168-65B4-67C2-2D5A-FE07BD2C545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13DD7D-CDA6-5C58-A626-2576833F252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F41095-B3F7-12D5-026E-CB15E90898D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EEB5AD-8FD1-9DF8-52E3-246256D654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042AD3-F84C-C059-A1ED-946BE0F4718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C2B37C-3F36-C60D-97A5-E06B544A3CF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537857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5765F-DF38-8E40-0B4A-0A74704B4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629827-82AB-F9F5-1182-3DB04512A3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33CFF5-4584-4140-8A55-7EB33B62A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F86B10-005D-34A2-D34C-9F84720F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0477FE-B02A-F297-50FF-262058DC0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E12199-A25E-C242-342A-1DC6E452F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C79DAE-A589-7D83-B4B7-18CC0F77961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3D5BD-4547-2B7C-9623-6A0E7023DDC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C8D271-89EA-3D86-0D98-8D6AD182994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2FC26-57D9-006A-EF3D-65ACB96D72C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02446-17F6-FC34-6F7F-A4F88E70DA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3FF38-F976-5346-115D-7CF3BF8874E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0C7EE-2568-6117-8544-FEA4DF55805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168560-F945-4580-BEF2-9320CD5AEAA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7F59BF-0BDA-2047-72DF-A21139C5800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3BD302-E5FB-EF8E-7232-BDEB1EB792B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C4CB3-178A-34FD-3CE0-0D84BE1A4F0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C2558A-51E9-9FE3-F9C1-7602B141ACD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66655B-31C7-1572-CDA3-016213C9D1A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C46E0D-E28B-C9E5-B704-7FE3B84EF2E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3B87B4-3FA9-0B10-B085-B9383328C9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0FE94E-26D1-F156-7A6A-2AB7B2226C6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24906B-4812-7FDA-CC23-46EDB1FAE49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DFF678-2E58-88A5-66C9-5AD7C93F1F6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C8B65A-EFC6-859C-3CFF-4328FADDDF0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A10265-9559-8424-2B04-66FF24081B0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9E2283-75FA-8CE4-7533-FB2D16C72A9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CDDCB3-5227-AD46-FC85-372E46D0E38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68EFD4-A0E8-88CF-7390-2A76027F09D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4454C-936A-E461-67B6-2F2C97DE92B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E4F828-5654-8FA1-4552-71FB66A0F5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76424E-E4D4-5B24-53A8-BA2E73B8193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E6A27A-C35A-13B0-3A2C-AC2B5955931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7E19E3-A69E-BD03-4EA4-44D29BE40F1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122F93-D535-8EAA-D734-FA02B362EAC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4747D5-15A1-CE59-8E49-8607EB9EA6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4D470E-8565-714D-93EE-A03A73ACCBB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CA96D4-DBD8-E5A0-ED56-A38C3383872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50DACF-3734-7CA1-FCC3-28E187F6E92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5B6964-F761-0258-842D-D7381751FB1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7E746A-B874-AB76-2267-3C8B8483895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5B1345-57FC-9B7F-3792-9AFB14B154C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230CB3-99C7-415D-B008-1C7EEB93171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3767E8-A3EB-7790-3AEB-B05CB1577E1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4F7A86-A72B-152F-29BC-088925E7004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485FE8-BB35-2362-75EF-7C5C2596B43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CD7917-03F4-D0D9-91B0-5975D08C883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5CE1F7-1E18-1512-C065-5EB150A6551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F23F10-A217-7BD4-CB8F-6650D69C0D6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6B90A8-8FF9-840B-A139-4B02FB081D0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AE60F6-12FC-3762-9C38-F803F42EADA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0F1A8B-1024-2CB4-280A-24799DD0FC0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F4CF2F-84FB-A3E5-862B-2A3EDF4E211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2092C0-D43F-7825-DF16-C1AA78CE738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F859EA-61A8-0E52-63F5-50068B73E59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47362E-A1AB-6209-54EF-DD7328829CD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CBDAEA-6BDA-F944-110C-F405AC7D833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E43120-7A56-0AB0-AB1C-7CD632A4165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1082233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934E-03DB-62C3-501B-B39ACDF3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200D59-2CD1-4914-076A-5F0A5ED6FF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[17 in 5] must contain 1, because 23456=20 &gt; 17. It must contain 2 because 13456=19 &gt; 17. It must contain 3 because 12456=18 &gt; 17. This determines the orientation of the 34/43 pair.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DB3C7A-516A-FD04-4721-D63643885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E9D866-9E7B-6570-2D78-16BA6867C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31747F-1F7D-285E-DAE1-73F95574A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481930-E84B-FB88-7F1D-D2E53C15C4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66F931-E0A0-ADBB-64D5-63FF2234FEE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8D9DC-65C4-1EF3-F6F8-7BA35094644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CCB47C-95DD-FC72-DA38-07A56BFD276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AEE09-989E-3984-547A-EDF3C0BEA53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AA368-ED7C-8804-22A0-FBDF6C72369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85387F-78AD-E497-4348-E38BB5D22E4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7E26F-1495-AD6C-F012-AA5340A735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1D25C1-DB21-20F5-AF26-6F95822825F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2B0F29-7DA3-4F44-C579-28BFC10C05D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BCE34-689D-29D5-7342-31107409289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432B8B-5AE9-12F9-0A5F-0C553DF9BD3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338708-48D5-283A-CDF9-D7DED43FA3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2B7176-1225-7DF0-31F3-47B2260CA0E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D43A7F-428E-9349-5CB8-8B87BCAB5CB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ED6360-8E6B-6589-4208-7229E343238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6F2959-9DB0-9E49-3D19-B02E5190E42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6E67DD-BE6A-62AE-71D8-42C5C9B4AB5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334900-3233-0AC8-5F29-E77B68B472E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22AC00-B0F3-3F3C-991F-8DE006A93D5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2219CE-C2E1-95F8-AF83-9C4025E7D75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0E0E7C-512E-4854-F09E-6FDE74A81BE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C1D674-7F8D-5F7E-C825-9D87A30DD04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543ACA-D545-0CA3-900E-5CE2A56D313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BEB292-0249-B348-890B-E3765154253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EB1EB6-1C32-1CC3-3182-7A3C0D4BD8D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B12E39-1D2C-8E91-3D69-A09FB132811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F1E61A-11BD-8726-9A20-1B47CCE4278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070FE4-6CD4-EA6E-E971-5CCC806DB78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CF261-BD05-01C2-1B84-AA484DBD0B2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59C16E-D7D9-661F-F7F8-11A0FC4901E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17A3A9-91F5-47AF-7960-40B60EED33B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2FD85A-BD79-8A6D-B69B-6DA2673252D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8690BF-B070-DBE3-BC9D-3CF02E59293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386E61-B5A5-7ACA-CD79-6EB226BCF19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A83354-5815-7AA0-D22E-5E84ED824DB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16AE49-AC41-6CDF-B1B5-1F7E2D93B88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2DD04E-CDD9-BEA7-D2D7-A4BBECC1911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91EDF5-6B28-3946-02D5-A194C28475F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AB949C-EDD8-4852-6A68-829CA3616A3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F639D4-4779-73C9-9A6A-9C749D0705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77311E-7F06-E64D-B44F-7A4951AF6FB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361090-0686-0A62-8F1E-C4FA42954ED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650142-B7F9-7B05-BA95-71EC3317C84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808CD3-C098-9956-F972-97E79E72261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F86A27-661B-57EB-DB65-27427BC038C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A24A49-C89B-B1AD-58F7-0B786014AC1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9EB31A-BD54-C55F-DAE6-4C8BFA4E8CB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55E0DD-6659-203D-158A-4D06831945F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8645C1-CD37-6CC2-DFBB-5A900953F9F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CB7233-1FCA-EF88-1CEC-207F15C2E77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E05623-1B71-DB28-E1F5-3DF704B7DA5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0F2631-909F-47F0-79EF-EDD59B497D1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68507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BE30-8AC6-ECF3-CC11-6F149287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4AC5B0-83CA-879C-0C5B-9961AC9C69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2E9567-DB40-D681-3FDB-364D013EA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6A03F2-B9BC-4889-A45C-912A60369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CDB2FA-A4FE-C93E-8DD9-BD6D1B253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67FEDC-8ECA-EA83-7A40-620974155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0A3EF5-ABA9-C2F9-D2F4-8EE62B0550F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62E62-F7AD-8FE8-448B-46E01AAE6C4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B67626-1221-84CC-0770-790742D15C4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1EA76-00B0-E03C-FF6F-D50EB104F69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C4A648-10DB-FD1A-17AF-08BA944824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C9DC04-2886-C8B4-E092-6E198A7D761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2E185-8799-7CD9-F2FF-F4B663CCCDD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63F69-D10E-5373-E535-80FB8B6E2E8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59351B-B7D0-161A-B242-76944767FFE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4FC72B-A5FA-D6A5-1E91-5F5FFC7CC3E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92CCA7-51F9-BB06-F30F-1AF7BE848EF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F0A20-5FF0-DBA6-5E16-A7B3643D89C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1CE7E8-AB47-FEB6-B119-A196F57086A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A31546-5C65-1466-6928-56CE6E77A5E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B1C8A-5844-E77F-BC56-B9BBBB16AE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8202EF-7DF9-9574-78B9-462EF6379E9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6FDB1B-B38F-853D-36BC-0B4047FF1C3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8CCBFD-EEE3-B378-EBE2-F11E59F5771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3043D-24EE-55BB-9311-1B0830BC06C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F1E12B-D573-8ACD-ED61-666AE71018B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8252F4-2F68-F3FE-62F8-9F167013255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A48785-53A7-4F29-4D9F-414BC6297AF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0255A2-C753-8E16-4A84-24F0DD6AADF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289BF6-355B-A243-D931-CF00FE20D49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1DBDF-4018-521F-7C4A-D590F44AC2F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B111E1-50F6-4DA5-102B-2EB36C86556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EF84C-07E8-500E-E8FF-157019137E1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B5CDFA-516E-A2C6-0D94-C9B7025CD86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859406-C00D-2D27-A7C4-468C3322DC7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2AD2F0-35A2-41DF-1935-32F22E58C9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3086B9-E653-01F1-B795-EA9B3790CC1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0464BC-828B-47D2-915D-17191A55D31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2FC289-F3E4-0267-E210-1AAEEEDD3C1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6CF68-0D59-0FA0-BC1E-FA0D352D641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172E79-EB5C-1489-52E3-DA3C119A433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1654BA-5805-5A30-72F9-64D57FAE8FA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D46522-4977-3A09-FE65-20ABCC2C1F2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3D1227-35B5-A2CE-2D36-DBCA178050F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2E2DB3-02ED-8571-1232-3D619F0F8CE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608463-D1E3-1B1E-4082-5E3AC4FA8BF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695E35-1BB4-39D9-8F09-A4887B20D4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725ACC-E633-C72C-F50A-D60C5162377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E19C7-6A74-B22D-8FCE-614E5F5AE7B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68B371-1C96-3847-AC2D-F5ECECE2DE2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660A70-A33E-E07A-B21B-429096D3AC1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966616-CF2A-E907-127D-43E07D0F3B2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5B9C63-CC0D-5611-AED9-8605CF4ABA7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B1EB3-BD06-D99E-B588-01E692158E6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DAAA49-923E-88F5-9AD4-253639FEB5C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192651-46C3-C662-7D84-690F87C4488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916A2A-1F57-FED4-AD8E-11E45EC42AE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663232-5104-0230-1A55-340E49C4D44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76783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2C65-3FDF-3FA3-9EBD-E3480594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E6A765-4D00-51AB-E6AD-9AE41851CA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65E275-1B53-F020-8590-82824B580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C11CE8-DCB0-8350-42FC-17EF8A07E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3FEF90-EA68-BEA8-F99D-DF8982C1E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796874-18B4-8125-7EB7-761D8DE5E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7AB671-2B1B-0E40-3F8B-B45BD274923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93AD4-EAA6-ADF2-719C-21130C02410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A7387-23B6-2079-616A-C97A5785A1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769DD-2839-C13A-2B17-08FAF470F65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D1E3B4-10BD-CF3E-7290-E8605E99F4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22575F-61DA-2042-9C42-6CAF592DEFC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9FE65-6FEF-E83F-AFB2-F0014A6A221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1018F-26F7-1F68-B260-A999095F27D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5B3A0-5CB3-BEE5-41F2-D11A4F7C9EF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E136EF-7EA7-6FB2-1118-BA55CB23D9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60882C-9484-C2F9-110F-89959758234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CAC508-76D3-C184-145A-16024696BBD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F4D80B-3F3C-88BB-8584-136532BC9B1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86BF9B-61D9-B0C8-9CA9-21456818BE7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324651-C0DE-F930-4B35-924BA2B1F03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DEFAAD-4EC9-B4E5-9959-14158F53488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B5A324-54F9-4025-BA37-C28186EAB7F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EB846E-5315-B4D2-58F3-A20D30DE735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F2E97B-1A61-4C8E-0146-E55E22B6644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947236-24CA-A59B-7610-60E9DC0A43B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82D13D-9D91-50EA-515F-D1977E388F7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6D6C7-8B8B-DBFE-741E-6B332C1C330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FD4017-656D-858C-2378-A01764C6394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8D1AA-C520-2183-2086-B1E1CE9A03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52B94-6519-FA1F-9AB9-E4CDD2F59B4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74F643-1393-D4D5-DE8D-8517AF23201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33B063-9B05-F7B0-7563-8CC7E206898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B246AE-9565-C2E0-C337-46B61FD36E7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7A9B31-A594-C178-6FF1-9E0028B928B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A86A9D-1051-CCA7-2B9E-884EBD46B35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3927F9-F5ED-FCC0-41F5-BD3A72574FF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3D500A-148F-AD2A-0BE8-01EE13FE245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6A292D-2828-AB1C-1FE5-873D142ED4A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820BE9-339F-AEA6-923E-D77627FD858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56DC2C-AAAA-5D45-8B54-A33172621AC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D91777-E625-5AA2-8BC0-663E7B0D4C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DD25DD-E6CC-34E7-C28A-038161D3834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89CD56-6D00-293F-9541-A438EE9D6FA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8C1D24-59AD-8C0E-5374-74E8EC7B74E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A257AF-C994-B114-ED7E-A7E90BDA777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845AC0-6798-7082-2A41-592E8E8ADC5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A04FEF-A2E3-665D-C7A3-B1BF4F56E24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5FEAA8-66C7-7F70-A225-06F724213EB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C010E2-F98E-B47E-78A6-6A8EFB020B7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A4A66E-5876-FFF1-C3C3-6E3E013866F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0FDAAA-AD30-64D9-4DDD-F3E5CAC868B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B81F7A-4A62-EA87-6630-529ED71B43F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E24745-6FA6-15DB-5B6C-E64EDB3363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C3D802-F1B5-7776-843D-AC98EC8EB2D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59AC01-4BC6-AB1D-881E-2B23975F687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C44133-18FB-37FF-1548-2B2E6EA8776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34D662-6FD8-A041-EFFA-A2EDC5F6A63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08603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F8F4-2B25-1039-6E4A-4CA717981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A6061C-C398-FF0C-D335-C881425D21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558EC7-535D-FFC5-F782-42CDCED5F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39205D-20F9-B2D8-C799-1834EBDAA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1BB8C8-74E8-2040-BE84-49EBE46AE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501676-D586-D775-0416-90AB19E69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626B69-743B-027C-8A6F-D1FC77A8B53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4D3747-6247-8792-C812-F52479AFCD3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226D2-B050-AEE9-016B-38F4BABF8AD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578EB0-2D27-9415-A7F1-F61D218781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E4B41D-2394-09C7-5D17-206632D8524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877F68-4DA8-A215-EC73-267B2DF60D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D52055-F953-9934-5291-2A925FF9FBF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51E45-128F-6DC9-367D-084E2447DA5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4902EB-62FE-2E97-A93E-315C767F90A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7EBE5-DC76-984B-E016-48CDD36C00B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716DF6-5C95-AA11-8D02-4F3FDCFE891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A1CCA-513A-3718-0E55-07BB83E2E3C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34E982-10B6-A308-485D-429198E98D1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8CF7DE-23FA-6286-AD7F-055B3AD0AAF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2E09D7-6D38-10AF-384D-20425EE34D6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4E641E-0E44-1822-3BCE-FAFDC08AAC8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F5DC57-5E8D-9979-7ED8-226710675BA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C4CC43-1D48-24D0-ECA6-F201743E228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38D0BF-FF28-3988-9063-49AA1B6712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FE9677-2704-4F5F-4F95-266E2C8E0FE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FD97CA-701D-733F-182F-A196CB1F8B9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CEC24A-9B3B-4F0C-15F4-C7CCE3ED441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41F934-F055-C451-2DB1-52231FF2472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36D738-6792-C7C6-61AB-563391D59F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0EF487-DA67-4345-A63A-130BB80EAEC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824149-85AF-E745-6B79-5A0C825213D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328AC6-D095-AF9F-EDE8-466972F224D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A65C27-870D-7C04-3FAC-DCC04305E3E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CE98FF-4A01-23C5-B252-055CEB18409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106E7A-6CCE-7C0D-09D6-23E190D9A76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11AB96-B25C-88E4-B25D-A7D7B5A3678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CD1374-EAA4-3EF6-426F-05A7D13047A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68FB25-3437-FE22-7140-025A27B7495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CBF541-60A5-0C3D-0C86-9E4A8633737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1CE86-E827-EE27-40EF-751BE4B16A4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4981C8-5FDE-7303-EB09-146A1D8DE28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9E0EC6-8584-0CAD-E72A-B25D9DCD372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8418B7-6931-9B29-65C5-85395DE283A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A5945B-181A-CBF9-C25E-44EC2C234B9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F7EF6E-9BDB-BAA9-C96B-2BDDA9035D0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87696C-DAD3-DF72-92A6-557E1E25383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3A4875-632F-6A24-B0B4-FE1D7F57E35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13C3EE-5A5C-1DA3-7087-CCC4CE48D15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99546A-DBA4-B8E9-5189-2D0F019ECA2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58F3D9-9534-688A-A4C0-298912673E1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976537-E172-E96B-4D00-47022A15006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CE25A5-7725-D088-3570-FDA6D6547E7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5AD91B-0CB9-16D5-55A3-A82D791C9A3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DA1453-3574-08DB-3B65-32A03F1F59C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881BFA-F799-CA06-A4B6-EE4DC811F40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2A9077-EFC3-2047-729B-BB5974105B4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873C94-E5A6-2442-436F-E26ADC150A7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69128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9490-BE2E-C996-2A83-0C007AE3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784BF2-0793-B3FF-FBD7-76BA478FD0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previously established that [17 in 5] must contain 123. [17 in 5, no 4] must be 12356. The remaining four cells in the block must be 4789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944299-127F-0509-4090-BC198928F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1AE11C-C853-41A1-A091-BE3C2D3A5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29575F-2FE4-4CC5-E6B8-F9D91B29B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AD9B78-7685-58DB-50C8-A1D1B9100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A9810B-9204-5DA0-BA62-6F331134C58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F7D53-BDA0-8968-7B42-C9FDBDC4F1E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459D2-1290-CD02-9295-2CB27999A8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443D5-308A-A0DA-4559-B30E278FB54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FCD2A2-D986-3EB6-4B63-2C1DB5DD9A1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CB993D-E1F1-54DA-877B-DC64872E00F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D19C5E-DF8E-5E3E-4B36-ADBD7B57C4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FE583C-15B2-B9E6-2CFB-EAFA17856C6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64C981-77E2-E34E-4443-0EB0516A3DE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4912B1-1CEC-5DD4-8DA9-EB8417DF41B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8C2F47-D2A1-F562-0AAE-6F66A3986D6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006D36-2FBA-8EF2-C335-E263525F18B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91C5CE-5B19-4F76-C85A-7923B17680D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EF2EBE-01FB-8663-BC8F-050BD6319D8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0B3271-CC51-819E-AF27-FC1A135CA37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A49B7B-7F64-16C2-FA14-3605C3C8292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CDE724-6D33-3C62-4416-EB60C788801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E2CB46-9C93-082E-C993-02EFC75B13E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E86850-BE5A-C0D4-2B18-D33010842C5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E014F4-ECF9-65AC-75BE-6A1307145F1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CAFB98-3028-15CD-01A9-B9A9EC5B9E0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F4F251-E935-57F0-BCC4-207C32EBDA7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EECAD2-3103-5955-DAC1-C782B8FA027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24835-C839-95CC-B1C8-872C1C1E991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570C84-D51F-811A-6522-4D2E7706358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A0752-41A2-EDC8-7FE9-E360C17A7B3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5F8284-1A01-0C61-3D78-910E41FB59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0C20AB-5B58-A772-7E44-3F106054835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21E83B-D064-BCDD-7C97-CA3DE09843E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2EF72E-8562-A157-FD4C-F5ADC2C2EDA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15C492-9ECD-6AB4-0CE0-967919C7E2A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8C6DB-21B0-23E4-3920-03E253828B5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09632A-DF4E-624C-9EF2-7B7764CA424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491AB6-8402-0F09-1E29-690E039B95E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6AD52E-7A39-996E-9FBC-8260F676BD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9731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EB0A5A-7F58-A578-C730-1C1C951BF64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12D7D9-150B-69E9-6573-65EF9D67530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91E2DC-FEEB-0350-1F02-F0E17AD6DB1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D9AB59-9F3E-AE4D-63FF-A789A0C7C98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55A934-6EC7-4C9A-A3E0-D57682DE5BF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069B5B-1E7A-4A75-2F77-4E40B60A159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3091C1-1CB9-D985-CBC5-13D43E6728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7C325F-02F3-692A-5A7B-739CE779D67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D3402E-2085-487B-4E42-DA41F2A81A1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34158B-BAC6-33FC-5A91-7D38F726968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50F150-A512-48B8-D93A-E7711115AA1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C64978-B1E3-056A-43EB-67884CA901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2DA285-42A3-B2D8-6ED2-47915543241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4B9B63-8B83-135D-0126-E6389620446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09A93C-0746-7AF2-107D-7FC36290CB7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5B99C3-BDD2-8CB7-6C79-862977C9677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0A5528-4E4B-9B9C-0664-89236DF017A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E47622-A493-3E9D-8965-277209BAAF8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1DAAE6-2024-5A92-8F50-AA08E633BA0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6BD3C3-4AD3-0515-8F3A-6B41E1B71F3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9D93E6-7674-98B8-23A7-2D59E3CA71B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79C939-6ACF-E60E-9FED-F0664575072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C01462-B3BD-62EC-64FC-BAAB9E86FB8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ECE5F0-FADD-DEAB-4F58-2A35D7AFEBB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16180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ACCB-96E1-075C-DE5D-E737C09E7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D2F254-D7E3-3E42-D7D3-BFF87586B1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5F9B625-58BA-6969-1CE1-AE3589623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435554-CB79-F4F8-8196-C6843D4A4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E5FA28-3A51-7218-0E7B-2C40B7667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A657A2-C03E-10A5-79C9-247132B56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CDECFF-6799-DD13-594E-69FD27ACFD8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BBF78-3B20-7778-E5AF-DE5901463DA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0E9BB-29E7-F06D-73FA-55BDD224BAB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20ACC-3B39-5595-4251-F2CA24E380F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8D61D-B593-1B1D-F925-F694737F8D1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745EF-8E1B-DD97-0BB2-E07185CE74F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485514-0153-3EEC-B946-786E957DFC6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0FE6A0-C11F-9202-B9E7-900F770A6E6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0AFCC-A8AE-8398-E710-077E4A85FC3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467984-6299-C409-0571-A72372FBADF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7FC70-C654-9AD9-027A-DC5D407D3DB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16BC6-9613-7C0A-54AB-A7F395A6F35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10B6B5-D8AD-5A58-B8C5-28251DA6270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5F5D95-8538-2CE0-2819-8830F2FBA76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08799F-E900-D227-609B-3DC942FA367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C863DD-EA9B-5A31-BBD0-45DD513B769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EE1B73-8541-29CC-FC49-1CEAF16B500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DB0F5A-C9A5-37EB-9C1B-78DFDEC56CD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6960D6-8102-735B-E601-F8BB9298E74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69FD69-37CA-A1FE-6B8A-15B5588048A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98E6D9-E1F5-3F01-CBC3-F63BCFC7FD9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89C511-D871-B5E0-7530-9F981DC9F7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16D52A-20F2-C56B-2B63-7237F9BD01E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66A8F6-DB42-E276-0D0E-D098BE47ECA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A5F8C7-FA9A-019B-9940-88F67179748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518669-B49F-A540-FF0F-67B1F5F531E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073C86-964E-8B5A-5FAE-85FF75CDBC3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3972C2-2062-8E0F-7477-9B7178119CC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D783E1-ECB3-ACDD-A11E-DAFD1E5799C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FDEDD9-EB8B-6537-7DB8-1B29D14D066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7B6976-8DCD-4A3B-D72D-53DAD034AAD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7EF9B3-1978-04A7-2959-E2A80D2A3A5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E2A6B7-D0AA-006D-8A13-F05831B2A6D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AD71E7-5A50-CE71-2827-0205C029A1F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C28A66-F46B-34EE-C2DC-00385AA7ED1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971E86-535F-B642-F5A1-0D8B18260A3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4ABA8A-F3E4-7C93-FAD6-7DBE48996A9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30F4C9-6F80-A21D-A9B6-9272D748AA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D621FD-324D-4B85-CD80-0F94163337A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336163-81F5-8EBF-FA3B-24DC38008A9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B9E2F9-D03C-9942-C593-6707F3E0E3F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BB2878-045E-F018-575C-25C79EF6B0C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911475-F1C1-463D-9D8D-9C6BDEC4DCD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ED97FF-92A3-F6D0-7F06-517F69C412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F59123-2B72-646D-E333-8E41B54D2DE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4E1DFD-6CF0-4C42-6721-87D3E82B78B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857B2C-FAC6-C790-F46F-2E4EF68A673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0CD98C-1C79-2CF7-8DE7-1D8009D1A83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EF3774-AA18-ED73-3641-5BB9639BB3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27144D-2808-CAA9-F80E-D441E85AB91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06AE74-B02D-B4B1-5CD5-E3D8DD78FC7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360040-C4B3-7DB1-CE69-902B3B1863B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91DCF8-ACB9-332B-06EA-417B9DC015F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3BA33A-61CC-8891-DEFA-D45BA3165A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5982CA-1733-6D62-E790-5590DB2A4F0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011895-95D4-AE4E-6D49-7E25400D296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9E55A4-880F-73B8-F3FC-335DAA1F473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EC281E-D98C-739F-7BCB-BE0D514C87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E545B0-7438-4E75-44AD-923E13D45A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54783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7D0E-1FAC-94D2-8B8C-6DAAF799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AF5C6A-97FB-7055-B5E1-784E91D4AC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229DEA-9924-5938-4C68-5CE247D75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F188B6-81B7-6BD0-A05A-5AEDC767B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397BF2-BD2B-1961-A68C-6466ECF00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E15DE8-A421-710A-F01E-C6FEDBC911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E297AD-56A1-2AE1-1952-5E081C83760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E69D3-DCCD-1DEE-380F-3D9A263096D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EBD2B-4186-3E64-1240-D510BCAE57B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FD50E-5D8B-DFB0-7F9E-B5039860E0E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508E28-9498-67F9-F383-B8F8DF97985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5E6A79-4EF6-6710-B8ED-D0E1B3419C4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CF0BE-6A1D-A905-5208-3794A3968C5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4FCEA9-8DE7-6D7D-CDF3-D95EE7C62D0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1B5B18-0A80-ABD5-2070-441318162D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6E9A0C-D1C3-D1B3-9B6D-95AC61CBF6D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984BAC-C40F-F013-47DA-921C0845A62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8C26F0-45BB-5402-8242-37E7C71C154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38DBD0-FCC5-A801-D65A-06FDC68AE0E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906E57-FD9D-4A6C-0750-817EDEA9590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E9645E-EC96-2672-FB90-D28932FFC0D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D3A6BD-9BDA-A468-0B06-7DECEAF4DD6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1DACFC-7E6C-887A-8265-D1DC8DA335E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86DC57-E5C3-29E5-7200-24D89374157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9A3102-596D-6AD0-9EC1-FC3368A07E3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AF646E-BB84-F22F-1921-BEF8C84488E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36BBD8-3E96-069B-DF36-6CC07BB011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1E6E68-DB7B-954C-E793-0E08461E036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C059E1-E284-4C88-7978-879E5B73ED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503A9B-D64A-0707-08A0-E999463A535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24C045-A760-61DA-3EDF-9E78CD6F6AE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2C7FF8-C728-9E2B-94B4-6EA212875A3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417D08-D318-D00B-D488-A121D4F8075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67AC15-1EED-F2B4-1A72-450ABDE790F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947627-8CA1-D10E-B289-48AFD765332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093DF7-8429-34FA-785C-0F7E90C45A0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C0768D-C9CB-D4F1-9975-9CDF460D3A0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0E88C6-DBBD-13A3-CBB6-4D5E7ACB150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E7BB60-CB7E-D312-C91B-A57D9E5BFB1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7ABD49-4569-53EB-137F-07CDC3BA85D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994470-021F-2551-603F-77620440534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C5EC8D-06C5-2B33-4F63-6B9D4A5CC2D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CBDD8-2B51-5020-BF59-8CC9BC0D311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6153FA-BB3F-1399-45A7-99F73ED8304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318829-DA74-EDEC-B390-1BCF2257010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2B6C42-7389-4F90-74B1-F90C6DD8CD1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ED3904-817D-002C-A226-61032FD28D7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46A377-26C7-9C3F-D999-63881E3271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AF1975-736D-86F3-E5C9-4F172043029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4DE4B6-F44D-4FBE-8DA8-67F3D65744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AE98B1-5B62-41DB-5E77-02F8E12F5C7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5DA844-1CD6-62BB-03E1-32376AA20DB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555643-9E9C-C0A4-4686-C4469BE9005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4A2B091-BFA4-ED53-A851-C06F1921F24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4FACB8-1863-BA04-2796-F243AB7C541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A75F1B-CB25-CC90-AF60-A5F203FFA3B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59C2B1-613F-27BF-899A-B8E7E569D5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8E3DC5-9F13-9DCA-74A9-6D9A178BC51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86A05C-CE93-311B-13E5-DAD867FC6A5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FA2BE5-068C-D537-8EA5-C4C14B1D793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8EE511-B6F4-8667-A466-F20F0A61765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87A496-4AA2-C5A5-6F4D-F542C4C76D9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CF69B0-7A20-B080-AB2C-55896CFC5AB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89CEB0-6767-5865-F7C3-5DAE15E7DA9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8A3C39-44EE-8364-EADE-EE9C1E50E1A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60329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0F7B-546C-F923-A4A5-8F24E82F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B62019-8A55-92D8-4D72-EC57D994A5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3B9CBF-58D5-61D1-6A2B-798ADC2AC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1CE9A3-383B-5E7A-2458-0985C1924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B8EC0F-27BC-E09C-6CED-4F4EDF31D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2E3270-8001-3322-1D9B-4232FCCA8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1120D0-7C2E-7C3A-9FC5-E97CAB92070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2E1C4D-6A32-8A53-D8DB-E816DD1B62A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37597-E572-ACE6-0CB8-34D82544FEE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2DC95-6222-8D41-2A35-AB3D7690543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CC484-EF5A-95A0-C826-2248CC1FF85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8268A9-9B01-D92B-7983-CE392AE9657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F181EA-CAD7-5259-DA20-473E3C003B9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0B2235-275A-166C-A7D4-14A5A308F50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570CC0-4F46-FCF4-FFFD-92237C69B99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AA8C8A-8F45-A3ED-C9D0-F2B3C29840B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D6E236-89AC-677B-5D4E-624B55576E1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4BE413-8E67-22C7-4708-7C4E16F55E1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AC5E1-4A5C-C9E7-6CEC-EE016849C13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390A0D-D52F-75AC-9A98-E97BF8C725B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AE58B4-B77E-E0E3-A51D-7F8CC7D016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728DD6-0E34-91F1-5652-808A9E7EFDA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29D529-4950-4A52-DB0E-30E72C4A824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2ED29-B869-E382-3DC2-718FF776695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C48343-A52B-F373-94A4-0F12C7F7A9B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58CD70-5C5B-7182-3B4D-EF8FE61F78F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143FB5-C46D-60E9-DEAE-C5C91C01F56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6C687A-4E01-D2FE-B0CC-1A7DD7F59CC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BD1285-C4C7-6D7F-A9F8-5040DBF4FCC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4468CD-F5AD-4AFD-DFC1-0D210E1184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6C7A3F-A6D7-5C7D-7141-C20E37C967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45DA2A-8AA4-FC40-8A26-7D58B27F616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0233C4-4203-9B07-25F6-3179FEDBF03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11441E-EA42-B236-BFAA-0B02E2C8918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13D4E0-3EED-A112-7AEF-D0AAB431C82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913D99-0B45-B6AF-6D77-768F0900EC3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A4CA48-6C69-888B-37DD-92CDA8509E9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13D131-7295-C8DB-3A67-4C362BA6A70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B6A3B0-EFD7-9AB9-4432-C86F7CB86B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E186C1-B6B4-8404-C948-DE011B4D5EC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EC9827-56B1-DF42-365F-B0B4B79C165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C2FB04-959D-60E1-8B04-BDC7BB19AE0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13152B-CDA1-4C4C-3C8C-3460EC85720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663B49-9D5B-3DB4-C2DB-9E34E9F6154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31F2E4-EADC-21C8-F1BE-E3870B545BF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8C290B-8985-9525-5983-01222C649B4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C61403-2FE1-55D7-FC64-0FFAE32D8AA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802958-9153-2F92-4885-DDD7FE36135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298D05-7BC0-6828-A897-F9DE92C6EBD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83F96D-6FE5-3DC8-5238-8EFCA73074E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69E084-E97F-E19F-1364-7CB2A173555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608F72-F8AF-EC36-1AFD-6BBE86714FA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7EB1CC-B57B-6942-251B-A9B1AC81236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04E339-D246-145F-EC40-CBDEE09185E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FAEFE0-C7B5-CF36-7EAE-0DD47CC748E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9919AD-45BA-3D36-88EF-ED175D3442A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E52380-F890-6D79-171B-D8EA9F70B00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046A6F-CE18-8798-C03C-6E1578D4FAE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587813-7A91-BFCF-5DA6-C96358BCEE1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78EB9A-1F7F-24EA-BDED-46721F13C5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BADDBE-30B3-EDDE-A3C6-795219D156A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467AB1-D53D-7BC7-FFD1-696082E4C86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CD0034-FE19-28B5-751C-6EBF7829635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2B6CDA-035C-1DDB-475F-75F3DC63386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9B96C7-0A55-3082-FF13-27E8F621AC6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3833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70050-4B43-5993-0781-63CC9467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75A4C8-5254-0790-D600-5A144FCDEF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6F843D5-2F66-8E3C-1C7F-909343BA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C3BEE8-1B92-6317-11FC-B09F37608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19F0541-20FE-0981-9376-8106D3D9E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A22752-626E-48A3-2ACC-0857455ED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D11F7D-6D69-40D2-D5FF-476BFFFB26A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080C2C-9E03-AC10-3235-97D6C1958F3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7A8D1-14AF-3B03-CBEF-9C2FE5B696C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4B6CAA-85A3-6D76-FB37-C6F068302B2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9585A-CC0D-EFF9-7FF4-29F26D59BA6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A081E3-0878-0BDD-14DD-7EF0C4DA631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D9E20-C43A-200B-7FBA-E9226591B87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D7CFE5-44B0-EC10-1DB0-6758FE09E02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431DF1-CC2F-9014-ABDD-F3835B92B43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893DEE-51F0-5932-D9E7-17D0998BE96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B28D15-68E0-89E4-C8EA-FC9E9EC7B5F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1B513B-AD72-9186-EC4D-E2FE7511653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B07B86-9EED-53D7-5C12-40D9D9B45C3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E94E92-BBDE-4FD8-1AC7-7B4DCC8E760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A40F2E-DB46-F2A4-EDAC-9EA97ECA519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79E6A7-EBE0-AE3E-2C2F-6E06BE680E9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3AB3EF-4448-5B17-B1F0-7808B40C2FF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EDB3EA-DCC9-7843-8924-7ADC9A951BC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779980-424D-B2C4-F545-904A67D288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9F352C-B52A-A8E7-1A92-498D3BE5C88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73C986-AA27-9374-0D91-57C3845B114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2E6BA-E68B-E8E3-30B0-3C194214920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B1103-A255-F53A-2001-A8EC9C38569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E271E9-2AB6-7A87-2A13-4490DF016EC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6ADCD0-9A40-161A-AC08-B4420E70C2B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DF75CE-899A-1461-1F2B-3D0F27C38E8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67F4CC-4AD1-A281-1641-13DF63AF8C6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B95A18-D43B-0F62-973E-A82CEA00C2B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7C7A04-FCCF-C2D0-A673-756206B8183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47FC86-C017-CCF4-BE01-A87EDA4B755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588638-75AD-1176-BC19-52AD976B5EC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340E67-F7A2-4785-A0AA-F4109056AC4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0697BC-952A-A398-1631-C087AA8309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47B982-DC27-24DD-11BE-F92A2214609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5F1098-D0BF-7D33-5D90-69B682B0A33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FE226D-8656-0396-76D5-03223D4350C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8DC6EA-4D9B-6DEC-9E99-EAA11169A9F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D74EE5-9C08-CC02-1B93-46C8C631164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10CFB4-90E7-B12A-EDEB-7C849F1AFCF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9BFFE3-F060-86A1-8C83-69485A281F4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56F011-3CC8-1253-60AB-622A24F30D4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3BA022-5743-AACE-5CBB-5E445C15C5A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ADF0E0-A1F0-EF63-B57A-8F0E774614A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136623-F9E5-4956-7C64-64A5140FD19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EF0245-76F3-172D-6FA6-324F4877256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F5280E-04EA-BFDD-31B0-95AFB489D0D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005685-3586-97AA-6948-5282F25CBEF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BA9C93-88B1-EE7B-713C-37A0E3921D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EB5467-D838-F7B0-3BCF-E42EFC3B2CA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3836CA-45B2-D1E0-7D82-5E5153D260E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3C8721-30B7-4507-8647-9131B2F5734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9F9668-06AB-ED83-83D2-57E077503DC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E3A963-56B6-478A-B43D-2C3B7035F29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90B9CD-0429-1CE8-0E0F-2A6C4B06563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476F09-A76A-18FD-53B1-8F89C54AA1A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D09ED4-516E-6971-D6F1-A46642D9B1C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FB474D-A9AF-5010-E4C4-158149E72E9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46F6B4-282A-85A6-65AA-787F51C9EE1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56F667-FA79-13EA-06BD-16A66F1B24D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8216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BCFD-7D99-797F-3487-53C38D4DE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C534F-9E9B-A4D8-89C5-FE318EF384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7996CB-B2B0-A4F3-8132-593FBFCB0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551DD5-21C5-6554-5786-6517521FE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C04CCD-1739-D46E-D863-A6B16BA9C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308F8D-FD34-2E4C-7355-061CDFC42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FC315D-38CF-C32F-1D49-A1AEF294562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5CA7CB-CEDC-B6B3-684B-D18A5AFEBC1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96DD3E-4A18-42E9-81D2-D92A7963AE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637229-3B7E-B660-AFFE-A4FC8C9289A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00C1EC-7872-52C0-18DE-74BB091DB25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89DCC8-DDC0-CC3A-1D82-5F3ADB4BF54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4138A9-5B7C-7629-B823-F6801D46AED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0869D7-C0F3-014F-84EE-90D37D1BDAF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799F9D-AD6C-5C87-C869-354C8D42623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9E5C07-79FC-D5E0-F439-7A87389C316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214FFD-5A35-EA24-7B81-401ABA171D6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453353-D796-D154-5569-9A62DDAA38A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DE37AB-D80D-C516-EF7C-3F6AC9D9C8D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DEB791-03F5-8DA9-61A3-49BC90E3F07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9B5426-63CE-7E7C-260C-5E6A1DD4E44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AE992B-F607-5573-62BA-0C29DB95975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FFAEFB-78E3-D7BE-8D35-02BDC1D3EAB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907C64-55E5-C673-4F7C-EDD566762F6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A72BAD-EC06-1A97-3998-E519A24A82E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F90DC-6C9F-DBBB-5245-56E185A9A21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08F4DB-C3BC-F28F-9044-313B921317F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C59C53-C59A-6861-C4D9-8C481C14B2D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ED6290-123B-B1A2-6144-FAFABCFCED9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385721-1DF4-F42B-5CB3-FCE947838D2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42498F-473C-6DD3-0E6B-5E5E255B5DC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11856E-813E-CE2A-6AA0-C30F2AB3F21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0A15C2-88AF-885A-3926-C57BAB979C6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246B3C-1716-088E-75D7-389AD82B914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C5E7BD-50F3-75F9-A9D9-7077722A646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9AA7FD-47FB-982D-923A-581B1F5D9C0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6E0A59-3E4B-4FE2-47A7-110B01389C1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DEC209-B656-FD77-60F3-4CADFFEBF3F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F1D7C1-11A0-207D-BA63-C8A57369D87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6D63D4-7E2A-6C7F-160F-AF1431E3649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DEE5C2-025B-B491-A40E-431AF90041F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4001D6-8AEA-32A7-3C9D-88872EAF31F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46A427-C564-B86F-6F73-4C71E986A48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514567-42EB-7F98-7A9C-0C2602B603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091398-426F-928F-CC3E-245439D4DA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D211C9-E73C-C851-0410-143068DAA1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F664EC-B0D4-554B-EC98-70E21AA8E87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C152CB-E2B5-9657-2AA4-DB56F550B2F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670CBB-6E71-D0B7-105B-2B4734A1F04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786F90-68C5-1EA1-CF0F-8343B765C12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EE570D7-E448-1139-CE01-2B4A921BEDF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06F0D4-8C74-C4DF-EF98-B1B00584495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C8C732-DE19-B4C7-5263-C2FA9977308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A85B6F-8F67-10D0-ABD5-5DAD809CF19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8F26D5-7C3D-8334-B94F-A579D04AC59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4714F6-96B1-D79A-638E-8A28B200780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420F2C-8205-D6E8-F2B0-5A6CAC6D092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4C7315-9B55-B2BC-D3A4-3C4FB5EC7D2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C704D5-ACA5-EB3B-B5A9-4BD9491C22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EAFE6B-7903-5BA0-22C6-B111AAE3B7C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A7DC74-0650-1BCD-6BE6-21BAA11A924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E2384A-7ED0-713A-7CF2-C5AFFE49720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D160D6-9881-4509-A220-A399352AF8B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FA5D31-9746-A146-010A-537F2DA783C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B2B16D-EEF7-0164-1D33-1ED34BECFB6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1193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824B-4597-0EA8-1363-4341E998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360817-6FA1-73AE-AB8E-9C4DCC89E2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1 in the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B74E8BF-16D2-DF9F-A979-534E14F4E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8B10AD-27DE-F6C0-8E35-77AD9E111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43853C-CCED-466E-513B-FA0552438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A5661D-514A-5A44-C10F-5D755224F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B0436B-4D2A-1B41-7546-A19919E16A0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AC98B-9B64-BFD8-BCA7-5EBEB31F964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3B3B0C-8ABD-F470-6A12-7B862FF8524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D1B34D-ACAB-7837-85EA-D080CA16273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7920D9-B4E3-B790-460B-439DF019C72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9558F-FD98-5FED-A5C2-C4A3AC9679B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A8031A-15E2-281D-102B-033F5E5BF01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729D8-D66D-E771-DAAA-D9E8F757AC0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A76C8D-FB75-6AFB-84AC-7BA07589124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7DF247-0B3A-FC97-3754-C025E153258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105C74-2A0D-A8E1-9F64-F33D2E2539B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2F0322-047D-7031-E796-902ACF6074D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C7AF5D-4654-12C6-2A10-592D6B31622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E89BC2-843A-9243-66E2-767B7BEEC5A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6B1092-042D-8010-C452-06FD4D8A21E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A8EF0C-8429-00AB-DBBC-684F6F75919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6E4484-2D74-694B-E5F4-4D178512202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F8B345-6650-86A6-4BB7-940E6F0618B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A3AF86-0D9C-A77E-9447-EEF777F7211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86A059-825C-7A4E-D98E-110666AB6C5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D5DB99-2AFB-2168-2299-713AEBDD117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6320B2-555B-CDFA-E004-78864941398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0177B2-388A-AD02-B633-5C3D453ABCA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513305-F07C-4172-1A90-B6E8D70C8A4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11351F-78E8-250A-3CB9-D6F198AC0BB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290751-6B82-EF60-373C-2859935627D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E3DB55-A4B1-522D-EA13-91C71B76E25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EC5448-8374-F942-093F-075D8B5A572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18CA89-8854-E815-8CB1-9E148ED665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E21B35-43E5-9B8E-8A10-9B13CA7FC06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C3CFC7-4FE4-7FAA-9FF8-DE490886146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44555A-729E-CB73-1832-20E7E7AF7B1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ECF21E-C73D-3BC2-58DE-80D6E1BE33D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37D35C-88A1-4AD3-DF6B-080615A4FCD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F4BB1F-8F9D-4262-10E7-C3734771929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BF63D-145E-C010-23E2-B42D1CEEADD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14A659-34AA-854E-946D-31BC01984E4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CB6532-A09B-214A-9E18-D89DE746481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2BFB94-C829-FDB1-F2AC-1F39E46311E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3984AB-EDDC-C0DB-2D65-43532545406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3D71BE-A9A3-F045-BB0C-D441D8E33B5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419853-959B-64F2-0E80-786308D24D8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BC635C-9521-6391-4193-4AD3C6B3010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04F232-F32A-5D9E-CA92-CEF1CB8B97E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72BC0F-5A07-E0B6-2560-2D0FE7375CC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2D44D0-08FC-39F3-5D61-7E88171DAF7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B85C1E-74CA-8D73-D997-7FCB4C74675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A2D4A4-6693-710A-F8D4-56FDFF6CA0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E4A3DA-BE1D-AB2E-836F-58CA75EFE2A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609D21-FBD4-EE89-C852-809E1E23E42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FCEB9F-634A-9DCE-3A11-AB253AC1351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654351-DF29-990D-2BDE-BE393D7053C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FCE8A0-A3B1-4B78-36CC-DEF2C11B4D8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97DB9B-B069-FAD2-B093-DCE0FED0EFD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A5328A-265F-FF81-8D96-A5CD4D2DABA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FD2254-12BE-985D-DC6A-0ED6DF2850D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A6067-B28E-4958-866B-5EA2DDC87F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2DF02A-FE28-AE26-4F20-2C416C42323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4030B3-3165-3FCA-A2AC-5D5E3D72B3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5FA303-1E48-1FDD-92E0-0089A3C9BC8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6139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8E88D-ECB7-08B8-76C8-0C09C02E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D243A8-52F1-57EF-CF38-6B396A0C22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1, 5,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853F7C-6CAB-79D6-6444-BE96A999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2DC909-57D9-051C-2ED9-C6CDEC1A2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CCD5B7-63FA-7EF3-363D-D967ED0C0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73A40A-DA36-B059-632E-7917A12595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D67BB9-E95B-A95D-B89F-114236983A0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1CBD3-E5D4-1C51-8380-7054EB58FA9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E56DE-2A79-3B07-3896-9AAA14F486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C42BEB-EDC4-1990-000B-74A5568D25F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EFC742-0082-046A-BE4A-D12A67757DF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CECAC-6CAE-63A6-36A5-6D6E395CE88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D4C83D-B47B-C28A-288C-ED2BA1984BE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1A6D34-8F7A-9969-8A2F-FC906503E75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986EDC-404D-26CB-E021-A7C4EFDF66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ECA342-D37F-5DD3-D6D2-FD7E1E09128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978E3A-18DD-F880-C3D6-E4D68551CB3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8C98DF-80A2-D234-81D3-E8C7A5AECA3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006AE0-9A5C-081E-D49B-5701676DBA8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332ADB-A2F6-4B03-D6C3-B18B02D51E7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211E4-094E-84D0-012C-7A614E400C3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9DF487-831A-AB83-4FD8-F839EC06BF6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EBE5AF-4BCB-4E90-856B-557E07B42C7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F35A62-6B66-2855-CC1A-C732D317CED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0AC6DC-C390-1EAD-6EE5-58C6725B2CA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F486D1-34E9-892B-33FC-189C429451D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73561E-7DFF-314A-FEB8-350EE55EF04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847807-31D7-550A-B33B-B82941454B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F511C8-C1B5-D917-2113-30766A80C4B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E2444E-1961-776D-A77D-1E3ED455E2E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04AF21-DB01-166F-0D51-01C1EE02F99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6FE98D-FAB4-E82D-D587-141B099E104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782589-4E18-B373-BB2B-1D821CCCECF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E73C0E-C9EC-49F2-61DB-D260C45F191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FEAEF4-8F08-7119-AC03-91BFC84A2BE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9C743A-81C5-24E2-67ED-ACC923C6920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931A0E-C1A3-6527-1E72-F62164A53F3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870EA2-15BA-919D-D977-0E8FB5C4539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5481B2-2D89-DA00-DAEC-B5254F8E596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762907-DE27-2BEB-00E7-B6829FBD164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FA325F-0482-0C0B-33E5-1A82D10DFE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AE1DD7-4FB2-5793-924D-B48F26EB97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16444F-3636-A11D-1FF8-E6984B49490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801D16-CE51-DE66-3ED6-67FEB03914F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9BD0D0-01E0-B412-3B56-3D53D4D98C7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3B7DA7-990C-8773-A8F0-B927BC45393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F87CF4-2C4E-59FC-0A20-0E295F4F657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10AEC0-B7B5-06DC-03C3-85B649ECD5E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BE02FA-16BA-F99B-9477-18F2F951F15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4A9241-64F2-DCCE-3C8E-7058D5FAF55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C9AD23-94B5-392C-2664-83AB19ECCD4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2F6221-9214-4FA6-9F85-C46A4A04E46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3ED128-4007-41C1-4516-6345C4D0EE8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1C1858-21CD-635F-35D5-EE57B16200F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0DDFFB-DF6D-308A-EF5B-6AF5FE7D9C0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060EF4-096A-FEB3-B637-1CA4FAAE581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2AF538-0957-93B8-C000-BDA238D8F25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3F9B10-5430-3688-3F31-77741148BF5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E3EC9B-A87D-C833-F550-71E60595F4B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B29CE5-6B05-F9AB-8A82-6CDB3A6AF72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F9647A-E362-2B07-8D04-1A18D9D3D97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6A648-288F-B923-1FD4-33DEEAFB216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D562DA-BA53-490A-DB6F-4A2E0F6683E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65E35F-A4B4-E6A4-26A1-91D23768198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7C0B47-49F0-AB77-CEFD-EF4364FA495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995409-2B10-2BCC-BA49-CBCB6618C58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B02950-8D64-D6F1-1109-B8BB0094553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3BB17B-0045-DD8D-09B0-6BD0F7AFC07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C98206-BED8-506E-C9B2-EC5F0E6C79C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94BC3C8-59CB-7C17-48E9-8CA2E75E0C4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4877F5-181B-14D3-B5D0-097F41333D4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74231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F8C3-13F9-5FB4-AB56-643BFBA2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DC8BD-97C5-506B-8C08-428AF1DFE5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FCFFF5-D9A6-681C-F5EC-3A0A5CDAD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162C52-208E-8287-A350-0BC9845AF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6FC397-1407-795C-2044-7C1BCCC0A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396DCB-88A9-A1EE-3DD9-AF41A8977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B3B773-A753-490F-5D1C-604CFDDEF08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8A814A-069C-AA80-1763-DF2758A1EB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88207A-325F-2AE3-FFCE-AB2DFC65D5F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9DCBFD-45C4-8C7C-0784-0060B4C4AEA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6BF950-F19D-6827-FE25-7FBFDC0ED85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A3D234-87E1-4E44-5179-D235CAAF58A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0EEFD7-FB8E-E04C-A4B3-B7EE6B7DE20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DD4857-61CD-3EB0-1A7B-797B184A28A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60BB1E-AFD6-12A4-7925-C1A8A8FFB77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EF7ABD-F975-D911-9127-F1E23A8EB3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22EEB9-9004-3C67-E330-BC427042974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9AAFFC-18F4-88F0-8ED1-C9D27B39073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DC6C68-185F-4F03-7127-06A93B61ED1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7B3642-5448-8D00-B560-791EA36C431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546AF6-8B8B-19B3-E68C-F3320F409AA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8F1BF5-72BD-B756-3B90-7CD8DDD5C47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62120E-54E5-6FE7-4F19-C0D722F647A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B6F50C-F6A4-F64A-1ED1-61499FBB230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8C50C3-6B6A-58E3-D84D-41B175A1AFE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2D5AE9-AA55-8553-CC75-C00A6198E6D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C97603-1D9A-321B-F358-B24A78580AD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0C97F1-B733-9061-FB7C-11C7CD3595D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9BF580-5B21-7A6A-E500-187E5448557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B37576-591D-3AF5-1BF1-CB6F5ED96DB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880B8D-BC8B-820F-9C82-D9E1B38798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7A9782-B116-3C43-BD14-98623EBB595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78A16E-C21E-2EA6-825B-269247D7B83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EE7D07-C329-7A27-8FB2-29A4CEAA105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8552BB-43FA-3D28-FE7A-936A7F37424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621866-A33B-D55E-0146-BA88E67420E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F92310-16EF-9A62-00FE-35311935C0A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681AF9-1B1A-020D-F6C4-57A2559FA13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2EC316-16AF-4736-F7E3-C44CE33319C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7D81E3-A02E-9A7C-9C6C-7B349AA994A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A10C11-F1E2-B6BE-C105-93390886E9B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284CCE-DD7E-8ABC-7CB8-25C95606BD4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13D149-E63D-6D49-447E-89D1C298C49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7CBA56-D855-983E-6CF5-3BE43DE4DB8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E29823-866E-DC3E-589E-5CB0258F522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BB5A04-E76E-5E69-40B3-BA483FA17C6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64548D-E1AD-2BDD-359D-DC950788758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F43935-8D65-DF97-500E-BFC5C019969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4B99CB-9A77-3D05-1A9A-4A7D644E657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77D308-1010-4F85-7704-C24B84C3FA7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8833CF-7E67-D0C4-824A-C291B6E07C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83403D-D94C-069A-AA64-9458CC47EE6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35B7D4-143F-9739-E2C8-6AC523D8E72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0CB13-7D66-B820-71F2-A18CA40938F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5B3A32-C2D0-5379-45E5-C0CEB78E2DC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976AAE-BD36-4BEA-9D67-F23FAB6E82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F2AD75-71D4-AD66-C810-B054F868D5F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F2A6C5-2D66-1A7F-B9E8-F5093082AB7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B46A4C-14AE-61E4-CC20-1A9E6194F10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50BB26-D74A-590B-D17A-DD26E8B9BDF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AACA0-7F28-67F3-C853-4EA80D1D1F1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BF7AB6-373B-8BFC-C999-49936BAE2E5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660F95-030D-DA67-CD62-4B865D239CD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B4023A-6546-C220-911D-58D9775FF3C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D00A0A-C17E-BA33-B52A-355A48E11E0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8D813B-C39B-687C-F49D-B2ED6BB1EA1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6E4772-86D9-A831-7FCC-E10B420D709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940319-A124-57F5-A614-C8D773B092D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1FA74AD-B6DF-D43C-746D-F09F59B3E6F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62C32FD-CEF2-E2B5-3160-2E37811201F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BA520A-8C03-B3EC-955E-20250E3FF55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42681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A04C5-14B8-D457-8C97-149D430D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C9CB21-20A2-7AA2-9D71-ED55ECBBE9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080DB2-488C-0FC3-90EF-531AB16D0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3E2A39-783D-C22B-B7E8-54660AE88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FFD2AC-5EB5-FB43-7EC6-E3646BD42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87CA9B-1FB1-BC5E-D27C-AC9D8F4BE9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0641A6-28A5-FDFE-E4F4-560A4FC9CE7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4C54C-1672-8300-457B-14D26B28149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B3951-E95E-904A-C3A5-8491410F3CC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9E6C09-7AAE-E232-4FB2-1FD98AA5ECB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51595E-C5C5-9E5A-2BDE-238A4675ED4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22A1F1-6E17-E7E2-30F0-AE5B27E5557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018BF9-98A1-772D-46BD-3256EBBF575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DF9997-1F21-9DA3-C88D-A37E8A39E0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D6DEF6-55E4-BB36-41E6-F1D8F4A53D7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EAA7F6-503C-C6A3-C39A-F461581FFE0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81661C-6A60-3CF0-C0B4-9CE50498245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8011F-BF8D-A86E-C106-D441BB0CE8F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3E80BC-2C82-5437-CB94-2923722BF11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B624F2-6066-7123-D894-4986A6B76DA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B87873-1FF5-C674-BBA0-2C637FBA1E1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507673-EAE3-5458-FAB1-75381C7328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491B0E-B65D-9A05-0E2B-B4B9B016DA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6746B0-6F8F-BB81-0318-9CA77CF7831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95EE27-0ECE-7F75-21BA-01929286DF6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449ABB-AE6D-086A-20A8-70A9CF48EE0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06595B-CF57-7B6E-F15C-9AC08600A4A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647B07-2587-1BE8-AF67-FAE513B7951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DB13EB-15D3-EBF6-8110-8401EB93803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24C48C-190A-01D0-16E1-25296BE3A6F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14C959-DF57-E408-BE97-165676E382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ED4636-ADDB-61A3-5C8E-CCE899F8390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C3BF49-039F-FEB2-063C-6E6D37B7747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71EC92-8AF5-93C8-ABEA-524853D92F2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5C7485-B1FE-3CC8-3ACA-A9D7F24C5A9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AB95CA-9AA7-A34E-D5E9-DBB64B07BA8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9BC09A-518B-111A-D9A9-07932276772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16E57C-BADC-3114-2809-5C79FDCE1BB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ACC7D5-3F6F-CB12-0E9E-370CB3EAB3E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3D18E3-ECAA-06C0-A0B5-2913F142314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6C64AF-AF55-C809-8167-3BB3FB19A74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2198A9-75C2-4F59-CA09-0DEAD9ECA74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3AEB8C-A507-8CED-F38A-059D875BDA8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69782A-3034-44B8-AB2B-6C84E340FBB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5D8F85-5750-A226-687C-5371746C968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5F0680-C10E-CA65-3825-B52EFDEC3A4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4B2509-9CAF-1991-1B1E-4CC6C47DE1C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B0B75F-5C36-A632-A847-4C9A1ABFD3F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DAAED6-FF84-6036-5E99-DB79D4F9EE0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4BDC7D-E7CE-483C-7093-8BF73557D4C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06E321-D234-E934-1CF9-280C372EE23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16FF98-3E0A-1B98-92BC-A1A277670C5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D67AF6-001E-8F12-CEEC-1F29E1F0F36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9491EF-29AA-43D5-6749-3634A988598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BEA416-5B90-C033-81EC-75B79C3C36E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762271-82EB-281D-26EE-B258078E5EF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C23EEB-0427-E83B-B989-9FD7EEEF9DF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CF476E-9683-3342-F301-1A1B9F260C0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C9F81B-0980-1AD8-9D88-C6E5E6C3D78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D0A67F-8255-1E34-E14C-FCB0E8A3BEE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0E9D43-1677-F557-5FD0-31D68480ED0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E130D5-FE61-185A-60B2-4D4C505F724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5BD49E-A674-4E82-B387-E23FE921BD5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34AB05-57AE-FC8D-196F-291C6D18C02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FAB022-0120-753D-D755-6FE027239B5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881A5B-6D68-E4C3-039C-690BC48F47F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5E21B6A-E557-C3FA-5589-147B4868196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4E2126-0D31-DD82-4070-F73154FE43C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6F174-F556-AA0F-71A3-E915F5B3DC0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4B4F842-1BAF-EB75-C41A-204AA333A6B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BF0F03-A495-8C9C-68B6-F3285A957E7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16180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5399-FB4D-8C08-8863-A839192F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1E4293-2836-FEA2-1615-1B56FF5A0A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7 in center block.</a:t>
            </a:r>
          </a:p>
          <a:p>
            <a:r>
              <a:rPr lang="en-US" dirty="0"/>
              <a:t>Then, 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6C9FE9-ADF5-F267-7BA4-D92A4C426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7EF206-4677-424E-2D83-BBFD2E39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32C17A-FE33-BFB5-5392-F4A1DDD87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CB588C-E249-C547-B51C-8BFAC182AF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6500EC-65F9-3C00-E982-25D9D3352E7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B60AE-7325-278A-A7D3-17E78288DE3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F0A31D-4318-A7BA-B3FC-E99E35565EC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C322C8-B45F-0B6C-833B-95AD555CFD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195BE-9F14-80B9-8A8E-06D019FFF89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A2064B-BFDB-672A-AF78-C2D542FAD4E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75A4CD-2CE3-ED54-3FBD-9B3F87FB192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596268-1BC9-7C34-58B5-13382EDE9FF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E7472F-0BB4-4736-9C57-76F07ECFA06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C64967-2342-DF71-58ED-EB14821698F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E7DD21-ADD4-5EAC-0662-260617ABD6E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9D4E6F-26DF-C7B6-90DC-06A11117977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BFD6AE-6912-F93E-D5E0-EE4CF4AF706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EA2964-C487-06E4-05F3-4967061CE8D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27B3FB-4D84-7F95-A92D-2AE4B1D7E9B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1A6A79-33DF-DB94-F2C3-BCF9D6795F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5B6C59-EEFE-B59E-1094-D0CF1C2F26F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F8A82F-0B8C-2598-E46C-41EB633F252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77AB5C-D9A5-58BC-E6D8-5F737D3C96A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24CF14-A166-5464-E4EE-194D0883B59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2A7BA9-5DE5-26DF-FD31-B55AB47D26A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52C593-B001-B7FD-96CA-1F833D7BB45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91B8BE-552D-4815-1EE3-C8DF6F757DA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59E002-4D36-13B5-29F1-933E10734C6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6D7F78-7AE3-7BCD-D101-ACF9DA3C58E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C2CFC6-6026-B1FB-5174-04299C49FA9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139505-3656-2EE3-E91A-CA9E70755C6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4BE4EC-89B2-6246-6F81-2F1A84D4A0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7B63D4-FA00-E747-6C1C-0FCBE414F56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5AEF7B-CBC0-B606-D93D-4D90A69F62A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178F06-B5EF-F869-798C-FF30D8008B6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906184-BB32-4E78-2676-DDF1B773E07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6764E6-C0FC-E47E-10B0-8267A1E1324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36D361-1450-294D-87BE-DB7FDFA917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3FCE2-6A6C-89B7-3263-924FE2E4115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D8773A-9A4A-5270-9439-EEEBD971CF8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B6CFF0-5991-3D00-A4B5-44DCDE312BD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13C778-8CD8-E48C-3128-A0C02BDB28D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9BE847-5683-C66C-7220-9C8D56AB874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0D86D6-3BFB-CFDA-E05D-1E645681CD6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31AE3E-BC6A-EF47-30F5-6DC6C4254A2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A1AA9C-1209-8B40-894E-AC3AB946A15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DDC8A8-AD62-2999-9EAC-5B79C3B3EDA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0A0AB4-0981-E394-00EC-8381A3F98E3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9D9EE4-A3D6-A307-B9E8-89EAF33C197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3915FF-7D9B-3855-C84A-91A0BFC0415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422EE9-6616-5948-C658-5B99CA7D294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4B012E-611F-9266-8B50-FE669AC86AC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765D9C-8953-483E-FD4E-390F455A93D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A65C14-5205-DC40-B9F3-98632293D18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F8D624-A2CE-11B6-CF44-1F2E5CEF88E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FBAA00-965B-0AE8-7DF0-6C741E94982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3B0DAF-04B0-75A3-94A2-CEC9EE067F2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9F786-F1C4-A4DB-BA74-E46A03362C8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107876-FF4B-5C84-2E05-8D04D261320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0E4F9A-E908-2D36-BC1C-4971390411D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BBE258-CD1D-6973-1E8A-A01377DF749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2A58E8-8E81-735E-3ECA-7F303253692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D85CC5-95BC-0DF0-7CCA-6BDF9416466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6A1245-9C2E-23A9-55C3-BB9BC40C22D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EF7627-029F-9E20-0BF9-2E6AEEA7C66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11111-897E-C6CE-863E-5CCE00984C3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C71471-6DFC-43FD-E52E-23742B23412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1E6318-FB5F-BF23-DD70-78F56E6FDA9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9BBE3A-E1F4-62F6-5023-DED48A19498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C151C-C183-0CD7-647C-7390279F874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7D2C92-6339-FD28-AC2F-42E168ABEB5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D79EA0-2C94-4D76-BD47-302357DD5E5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F00C1A-A5FA-832B-7746-E932A45743C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3260183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50663-5D56-4662-7B44-9A172618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272142-9DF0-1C40-5B5D-D662489D04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9 in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4689BE-A585-E324-049D-05620C814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3C85B1-EC33-5DC6-5731-B10EFE24D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6375BF-F502-B8E8-805D-A06EFC93E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FC3B91-A7DB-AB3C-C82C-386D4C8D1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70CB56-9FE5-C740-BE04-7EDFA6570A0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C5B21-6A0D-7925-C3F8-13B4548D426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510029-C5A3-C69A-7D7A-B0C3C55909B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5374EC-4712-BADF-0D4E-AE44953DF8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7B8D95-A30D-8762-6043-80D11C502D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1129A6-8010-54AA-6B9A-76F53E8BA4A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F00D56-F26B-2433-908E-CBD0C79D219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5E4A25-6661-5575-801C-10FBBCECC64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96CEA6-5308-8B30-EDE1-71F17AC48CF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80C05D-B736-5BD1-034C-9123599DF4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F14EBC-BC64-2FD6-99A4-B48D0BBDF50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6EE790-E6A0-93E4-BF80-3D4045CCA4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7B99DC-190C-D4D1-D388-2431642543C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EAAE0E-7A06-94FE-0AE3-33D1E689905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174209-2816-9CA5-65D6-16378CFF9E6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2572B8-083D-9F79-06C1-26996963CB4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6E1932-9668-4A7A-BD7F-1564AAB94DD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7C3839-920A-233A-7D4E-6F01DB50330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D0103A-101B-E01D-70EE-9C9AADC2C49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C09788-F24E-5425-3BA1-E1AAC4984D0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055AE8-9852-589B-9DB4-73A391B5F62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A2C5FC-64A8-E8E5-A1B1-E0A69D9C935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A3773A-7310-1D9B-F79C-57045117236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E451BF-47D0-63A3-EC38-8D2C1AC41DA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FCCD00-2698-A88E-3B35-A0AF6437C49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3E148A-30B1-3557-0949-D5C8C0FBCFE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F5C437-0085-1F90-8891-7AFB0806E62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076696-36AC-E27D-B571-0A98FC624C2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24C697-FABD-E681-8920-97ACB397583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0CA82F-5520-FD98-5BAB-557B96B22A1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EF1550-CA00-E447-1D88-8D023EE0412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EA6501-EE18-4084-9940-8E90DBE7530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247577-0B10-019E-CF45-052601A109C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C60116-395C-A702-B103-E902696E5B2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4D7C34-9BAE-AED7-1D59-BA542F7CC5E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62B63F-2FDD-7578-5D51-B6B86254E72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08BF29-4A02-1D7B-B707-61268768CD6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441554-7172-8BF4-6F5E-EBB5F71F6A3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D35EC7-3B47-5BDF-FB3D-345DF7598BB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353D3C-F0C1-EE0B-27C7-F8A32974F80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DBCA81-43DA-148C-B285-C1A0B03591D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77586C-6CE7-36B3-C5AF-E96183F4E81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D6EBE4-31ED-3087-3F0A-70152EDBB33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384C85-9792-589A-3B2D-70DE28AA3FB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289800-26EE-BEBD-727F-995BD5C65C7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CA6A6-7480-3DA9-A249-3D761BE9B0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1DB0B9-A3A4-8C9C-4BC6-A8D621DB256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08D713-B529-7390-94CD-CC7118A736E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8DC4AE-7A92-58FA-05BC-1855F09780E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A16EA7-B3FF-94C1-B105-FB71998B823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FC8D22-AD1D-882C-2970-BA344A0F0A6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174289-CD63-E4A3-1098-E2D7DD8620A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B08F28-DBA7-6CB9-685C-A9C1A96BE6A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D96B16-ED37-0031-1810-22088C4AEBC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3E5953-A194-0305-A67A-ADBAC70C66B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3C3DCA-4520-97A4-634E-09E292C391B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F8EFC7-5B56-2F53-9662-85B4D92C63A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542B60-A569-62DA-FFC8-093FF509E72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32B95-FEA4-CE6E-5003-F0B75DF533F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80A30E-1861-429D-CA85-5A21FEF04C8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AC33E1C-16A7-58DA-692B-7DA2D6604FD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24956B-F910-7CEE-9D75-395C3002655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EB3C9-1E03-B832-EFA2-9A32E9739D5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0CF89F-C962-9A19-51D5-D391EF7380E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6E872E-51F6-1D54-B167-F1F13690ABF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7BD130-6816-BFCC-0649-C5B47BC876C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19784C-34D4-08D8-1A12-F24A985AA6F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C88A74-3C2D-9255-A113-BB092531754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0E4BC28-E724-C9AE-4D70-17BB4C41ABF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076160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BA0CE-F3D6-127E-D0C6-770795537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C84037-A9DE-334C-D2D8-088A359B07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 in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D1DC02-1542-3AEB-1C1B-7DAB31E61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B82020-79B1-9157-4FF7-B0CA914B7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4571DA-215A-6189-5D43-BF3A7F905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8AFB46-CD26-B164-311B-D55E33D83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C18918-3695-DFA2-4F30-FD31CC7C8A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546573-4E6E-8232-ECD1-1AB8DCFD955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88AAC-66FE-93B8-83DC-D763A0A6FF6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8281C-D578-DF39-D02F-0D9B89FF195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DC6ABF-9BC6-4432-9673-D657C35D98F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7BF7DC-75C7-6EF6-4FF7-8A42FF7E36B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15B828-7394-A689-9620-619FE22A350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42E1F2-D4D3-9270-5253-1FEC0F67A4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1CDD6-F338-CADB-7784-0739952F7AC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ABBB20-E956-E6F7-025A-DFD21999187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370F14-6F26-99DE-5EB2-108DD66137B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0D6CE2-E72F-0B1C-E78F-D411A1F5352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5F3A31-51FC-9261-3506-4EF9CB7E654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5B12B6-0CFF-6251-02F2-F22C199D0C4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747B7A-9F81-483B-2B89-6240F456FEE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ABA7AE-BFCB-B1EA-BBD6-5EF3FBD231B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33E42-05B9-61DC-99E9-B8097691960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08441F-8265-C9ED-3F5C-DDDB073E043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5CE54B-19E3-0059-FA2F-216D19D4393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AA3311-AF66-7038-831B-9E3FBD7F3D6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AA190-7065-1DDD-3999-529BD487235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902D8E-E3AD-65FB-32AE-33B88392683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D38F33-B7CE-B67C-B649-7C1BB9F87F0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57537F-6C30-4A1C-E938-C37E40D15E9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4DA711-C6E4-13F7-B1A3-15F0D5428A2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B7BFC8-0D13-8867-26D9-E5F0551234E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ABBCA6-D8F3-260D-F405-A55DA77EF89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7457E4-A726-EF2E-F3DC-247E8B83A1E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2A58C-2D82-FE6D-4288-D7FEFABF9AC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3CD602-0749-2CB3-4278-987DA78D451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90C2C1-8616-52AA-6DCE-B961F8DB086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0C9B06-C46B-5A13-FD68-A24AB49B9CE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027A4D-8C27-0E4D-DFDA-A52E2AFC158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445019-7004-A5A4-E215-FB14152F00C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CD5C3B-75ED-BC7D-3514-8333D10B292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7431C7-B14D-A2BB-6A52-724CC3DD99E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5C7003-F233-4D0D-04F9-8C2B4C78650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C6A374-C603-3940-1B0A-4E348A60035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248339-8E39-3A60-32E5-F14E184F979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126FBB-0F67-5B11-A60F-1E0BDAE4B44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E8DE8-FB82-72E1-22A7-01D332C4595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F38D96-29D5-DCE7-6AAD-83748FD9CC6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405013-1384-D4CF-3721-D233AB4E429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804FB1-8C2A-A349-958B-B9170EDEA23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23C12A-9D7C-6370-0425-0F729B69CDE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0EF215-8E5A-05E8-8129-10D48F0541C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8FB8CD-FAE1-1A07-D003-3B2522D1561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984A8D-C5F3-2D08-6D07-E45A32B07DD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52F1E3-F5F1-A701-6EC4-3587EAA48B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93052-19B9-9FA5-671A-1818B31572C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F15FDD-E8C6-C47E-132B-39B802712E5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86DBC8-08AF-29A3-C282-24F437F43B8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91047C-968F-0DCB-72B1-8858C153E84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57C9AB-8AB2-68A7-C226-3E40E2AC997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D7D26E-9734-C688-CD8A-03259BE1A66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B2B85B-2BCB-2A82-C1A3-6F18504DDF9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2C6B6-EB51-C735-508C-931B7CBCD49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1CEE4-B3E6-6D8F-D245-4E4DB4E2DC0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7A6FD8-EB58-2816-9D2D-25771A9A86D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10FB58-BD2A-15F5-278C-36388828D3F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6EF180-5997-20EB-3ED4-53AD69395AB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D56FEB-BB5C-6EBF-67FC-80302538414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9D4D1B-EB58-1225-9198-40D6BF8B69D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682D19-3D35-95A9-CE48-F2898706B68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072EFF-49D1-82DE-E945-A1DF33DF827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EBB2773-A018-07EE-A03B-1EBDB255346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C7B5CF6-2569-451F-4326-93F67002D1B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A526A3-1D95-F6DE-590F-E4AF641C3E0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483714-F800-5C40-8339-06D1D4AED2B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53251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CF1F-6B69-0BD7-1F47-8974082AD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DF5A43-2153-710E-34B8-B704102E3E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center block, the 3 is in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68E694-1905-5EFA-CCBB-D979E6008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98F127-6DC2-392C-F90C-8C07E5058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0E700B-177B-E480-CEF2-003159CAF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6FEBC1-E0BE-A1AF-65ED-69780F837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68464-0013-76BB-55A9-DA9622C4A0D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2F348-0D59-51E7-D82B-64BF4AE364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780B88-96E9-4989-3D3C-B70F54597C8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9FDBCC-DA25-4694-718F-7C93C156158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6B75E8-7915-C18C-48E9-37986992B3E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07F4E0-AE89-C0F7-7EED-20798A5CCAE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20693C-DF88-D405-61BC-D8B253AE222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AE30CC-BBF0-D0DA-CB0A-AC7F1823DC0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BBCE30-82C4-6227-67C9-B1EBB31CA4B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CF03A4-5E4D-2939-E6A8-DA0B4AAAD2E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DC794B-35E5-FB69-AF48-B67EC6F5C47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4E2EEA-8EE1-BBAD-8D0B-F81DCB1493E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DE3C2A-545D-704A-0978-6459B25228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01F44B-8769-5487-56EE-B73787BA623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EB55FF-9084-E97A-77B9-8CA3F2E59D5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CEE6F3-5CEB-AE28-0BF7-6E3BD4388CC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65451-76D7-5AE4-8234-08B8AD0E67A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B9E1C-9B1C-66D1-D219-027366D7BFC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64622-4F71-A941-4D7F-AE4BB6BFC58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AA3354-8D07-9964-D5C3-E52A30F6EA9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37E3F3-0D27-8A83-34E2-7F479073A5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94BEA6-62E3-BB6A-8685-824CACAC136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A4C4AE-02C8-9427-50CC-3AAD406180A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FA67F3-2563-3372-CD6E-27577E2DFF3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15F5DC-8DBB-1B54-15F2-82A48B5AFDE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BABCAC-70FD-0631-207E-E10E24B43AA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FD83F0-367B-46FF-DADA-4F837CB39F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8918D6-5998-60F6-D211-6C3AFDA88A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89CBAC-25FE-B84D-7C61-8A1490830C6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5413AC-7B76-EE0A-6C25-5EFC4CB2399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7B1DD8-1913-43B6-D953-E1A8E45AD5C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5A1C15-B563-56C9-0F2F-A3CA342D2CA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C0A720-9881-F29E-163A-A0144D08576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D16497-8B22-B809-4112-B3DB968C201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09A946-2D55-6ACC-DD08-41C3341EC56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6307AB-3F90-930F-041D-50E6ACE48FF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8BBEE5-B5C3-008E-359A-5A4875A7B66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BAE376-2CAA-5CFB-3895-571B5EBCA6F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8F591F-9527-9E1D-B8C8-2D2C250A85B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F89189-05F5-66EB-6C7D-41D86B6C220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E886E0-10BE-93EE-4D89-367BAC684A2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20AFBA-0CF7-6915-3C78-37470349B84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5CB6B7-B070-6A19-8E44-F3CC86A60F3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96F0AA-6F5E-525D-F1A4-BA06741AEEB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02340D-9D8D-AE93-FF7D-A5153DD8FE4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20B28B-1962-B0B1-A35F-F72DD7B0A6F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D0EF7F-F039-E510-69EC-312479A62ED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21107E-E8DF-1534-6021-4E4959B98E7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4B09DE-3562-0902-2DCF-80430F0CAEA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223DED-2F19-65FD-C93B-2D045791004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0D2093-EF98-5742-435F-2C748E3C6BA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5EFACF3-7A95-4693-35F0-F1879305874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AA417E-B320-8996-603E-16B2673DA52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420BE3-FC2F-4DB5-901F-38DAAE63D14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C842E-126A-3D67-A0A3-9895D586537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997B0-CB08-3296-D54F-CE17B78C057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2A2228-E765-723A-E1C5-7FD6EFB3A26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DEF88B-8560-8750-4B14-E6805C87EA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AA235-199E-1A56-F2A7-E27E07F0FF1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782780-C3D1-DA60-F156-74B49C57052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78B205-7FDF-2216-ECE6-64FD612A3FD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76E995-8F41-F467-CE92-60B88F6AD95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5472ED-F09E-103D-D491-5F68781157A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4B674D-6A3C-D22C-3A75-B6B0232AB13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AF4CCA-1F90-B8DE-B9AB-901A2791A58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A0846-A437-213D-03F4-FF9506D7642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CDE5BA-2CAE-5C61-6638-C44A6B3E3E6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37A8A-2810-B4D5-B6EB-D7B69500A3A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4781A2-B760-2DFD-125B-A3413A44E85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46130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14AE-BA83-2388-9884-EF17263E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D2A7C-74C6-CDA0-D840-84EF5A0475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6A87FB-9F7B-33D8-DCF7-8EC972AAA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BE1D6F6-15E9-1A8D-AC07-2DD22CBC8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F8D8B10-87CA-E43F-B651-33A0D526F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1B2D94-003A-89E8-F1F0-37AA412AA5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B37871-3E3F-FBD2-8F54-A342AB241A8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E38ED-C076-0F3A-C8B8-D041F80F7D8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027BF-5D6C-3A6F-387F-A8384C43236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6F8039-FC40-8780-4217-7D22CFF0920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B73038-97A5-D5EF-E039-ACDEC08A49B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9EF618-6D4F-BF44-F262-84B3185B67B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CFAE4F-8E6F-A62F-ACB3-F7507E219C2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837529-5392-74EB-E38F-F5D2D8A5B92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7E07B7-2D15-0CF5-F22B-FFE1DF6106A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AAB646-DEC3-C66D-6A6E-37D125F8894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F4F62-62EE-CB6F-7056-A3784483463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27FF4E-C8B8-FD28-652F-9AF041DADE8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31ECDD-77E9-B3AD-16BB-C58B7CDD4B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13627A-629D-7631-A8C5-2EA28B8D4BD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A62F93-56CA-8A3C-A96E-44171A126F1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D4C32-192F-A2ED-C426-1E617A09C18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DF7CDF-08E2-2CAF-BF7F-4B65E32EA69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28C8A5-28D4-2152-B078-F54EB6B1F2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639BC2-8C73-4377-0A0D-A94517B955E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6FAA00-8C7B-08A1-5CCC-2263318CCCE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0BCD2D-1AF7-E610-61ED-39ED2BC21A8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B43F6C-F5A3-48E1-8CA4-387B1AAFA99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C1E45E-E3E9-D751-0CF8-3BCA651C5EC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BAF2A4-3B5A-D226-07C7-AFABA5DFA51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D2611B-3DCB-AD78-1E8B-C8AADB3B3D1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F6D165-1C6E-286E-CA75-5BF56913CDB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8DF37A-FC99-5412-BB3B-9D7C9C0E683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F540E5-A65A-BBB3-5F1B-A7EACE19082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0B78560-6FF2-2FE4-11FF-58A11B65786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4A10E2-B8D9-3CD1-66D7-0EF6047CF16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02AFDC-DC79-63CE-64E3-94A9D2B9903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D303D5-2A7B-1373-92D7-8F1975BE02A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C2092E-EEC9-062E-F77C-1FD9226444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3DC0A6-E703-AD7B-6CAD-E546AF9C203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2A8258-41B5-E013-B8CC-0AA12786B68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6062D1-800F-1797-8F2A-87A8A64FEC6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13662C-2AF2-C23B-5AD3-CCA3D212134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519533-26C1-3222-5D9C-CF28A3DE487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FF278A-810E-7B51-54C8-51337ED995E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F0FA5D-A843-30C9-A5CF-B2BC3FA7FAF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9B1C7D-A474-37C5-9955-87AD506237E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7A755B-8809-3778-7B45-2954F02D8F2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B00087-587C-DEFA-CF62-FBFD8F7C69D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D05E70-474E-D2D8-B79A-0D06A1239C6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07DD01-28F5-E7AC-5E26-3D4870C372C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CE1A8E-248B-EB4B-798A-281EC42933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5A45DC-EB40-C564-A8A6-9060BCA4A64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8188E0-DAC6-3288-F99D-1AAA4FFB5CF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F72010-A71F-D69C-11EA-DD8FB600EFD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803277-9A52-397B-3F5A-1E4A0F986BA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505C9B-CCCB-16F8-F862-67149C7F02D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234BDE-DA63-5A33-9CB7-917973CF047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7EE894A-F72E-43A8-EA87-42CABAC78C9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52357D-BBB8-3181-0BCF-73B880A5A80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4B3F1-84F2-F469-4DDA-479D6826089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F6DEC-C12D-77BA-BC79-D332D9CC046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F013EF3-4BA2-661D-5291-2A271CD3434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607F4E-F5DB-4428-28CC-E8A8361E701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A4590-6738-6FB4-A1BF-DBAE05C0517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FDA614-878F-F0F1-9675-79BD3510A6D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8CFCAA-DDC8-2E4C-6338-63A46390A0C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9941AF-FC52-A3FF-16F0-714DA792B15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99984C-E37C-6BDE-DA72-940C98D22B8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53D128-0637-F8E7-382A-5D1856F039D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31D54C-3124-1F8A-028B-F7E435538BB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2DC5BB-9812-4A5C-51C0-B69F60C0B21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3F2106-C490-C9ED-71AE-7CBFF414B4D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AA63D01-4606-6AA0-78A5-DE431C66F78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C1985D-1C49-F3CD-8BE6-7CEC3E7A7E8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11574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04D4B-3A71-1234-547B-7EE1D1D90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653008-F933-4132-FEBB-CFFFF3A0F7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F3A6FD-42B1-854E-A380-E593E8829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BE2B9D-1E88-AFA0-84F5-50F5AB284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A61E39-7B6D-8840-96A7-1575FB341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9E51F4-C785-F962-BB04-3DD243DB0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F817647-25DE-A113-E8D6-AEBA10D110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EBA601-C951-7529-AE57-113D9D83574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B8A69-DBDD-645A-4684-F65302AB5B6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A6DD98-1382-8DB3-9D7F-3B33A718AB2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65B876-A70F-7E43-60F4-6803115C12D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FD39B4-ED6E-F5B3-E8C1-23BCE5256FE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2CB9F8-2D3D-F719-3A2B-7408588A1F6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2B66FF-C8F1-1303-374C-10692239265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75C569-8195-ED49-CC21-720B026CFB8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98802D-EEC3-56F9-F3C8-EEA0BE69B7D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8581F2-BA5F-3B72-304F-3A60D29CB67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907A72-8C18-D3C3-3059-FC35247BF6C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EA7A38-9DB0-EEE0-F2A7-2D3EE6F8C7C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C21603-E790-CA0A-E763-484F52896C0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651A48-D976-16EB-F506-C39381816B5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9A6F3D-2471-F6E6-3162-0BCD6392BE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50A4FD-02F2-D5E7-CDCB-489F65FABFB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7C3E17-0915-CEF4-7467-E29C62111ED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6CEABB-1F4B-100E-3780-6DAF5448AC6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C427EB-EE24-4E33-54EA-3E677740EF4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3A35C2-424A-CD92-907F-FD45360F52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0B7CEE-0E9B-749D-B611-5D89A78EC34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5B28C7-40ED-CE1E-958B-379B3059AC0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AD3572-E04D-CF84-4C22-898A60A028E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5F042D-EF78-9A6A-0399-AB0208D83A8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6A4649-47A1-096A-5D64-BA8F74AF7C7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8E0E5C-54EC-86C3-7CA2-D13CD251E78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F132B0-C3A5-1CA3-887A-412A56A056E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70B463-7F99-58F3-641A-5D8FD6708CF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8E2531-8786-9F95-632E-74F6A113E84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534A7E-5072-E2E6-54CA-357BC34639E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B0D23E-A60F-0240-E0B0-4840B31CFE0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27ED29-178D-F684-E3C9-40FFDFF4E4A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69C4C6-5E9F-27EC-CF50-EA78709F85F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E3EAF6-0E37-31F8-7F81-8336F27A4EB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B84FBA-FD24-B377-7C82-8869BA512E0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C7ADAF-C7F2-BC2B-D2A8-2C96EE48F09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0F9742-3985-DE92-4611-04EE29EE514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9C3EE-1679-635B-C81F-5445931DFF3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7D3B5-4C0A-1CBF-334B-CA5622F5794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9A404-FB9B-28CD-FC52-B6AEE34EA0F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FA124F-AD22-4096-3A74-CE5D365CCC8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0843F4-D998-7AF2-9C8A-FC289ECC6CE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37837E-A1D6-9428-4CE9-DA8C286E017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45AFF-9F88-C7C3-08DF-5DF8CAD9E6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44669-CB68-9507-08AB-E89A025E861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1289A1-759B-95CF-1667-8906F457BFD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D432EC-3F48-4009-433F-B85217095EF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59C7C-0038-FFF9-DE68-1538A810382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065761-A784-E5D9-D591-8273D23BD50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9AE472-C2CB-27A0-6DD4-FA80E48668B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5CDB38A-2A24-DA96-3F2E-42778386537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E0352A-7DE3-4F98-226F-210A272B8A5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CC4561-D31B-00D7-E0B0-74158E6E411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3FFB5D-AAC3-76B3-B5EE-1C07E157B32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98855F-6EE0-B20F-C971-31C2943EFD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029BA6-7022-6E62-3CA0-5358D503331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1923679-9D30-481B-B42F-916FD8BD7D9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88E14E-DA5C-73EB-A114-5CAB7ECF295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147F88-F460-BDCC-6ACD-2FFD5721F91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E6D2933-1298-F39A-10BC-8B266792C6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6A44EEB-7936-B05E-CB52-9ADB213FBC9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F020E0-2900-7831-8BD1-41E6C1BB7B8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59EAD47-5642-B231-9E56-4582542BFC3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276215-72C6-0D76-04F7-14A0D72BBB9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2C29E0-B6E6-3137-9181-09A49DCB8F5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F849DC-7B2E-B085-B59A-68B4ED31C42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0F4019C-405B-D5C9-90A2-AA164ED6BF9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989050-CBC6-37C4-7FB2-42EE17E40AB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66819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62DE4-6EFA-C976-AB38-F2C9B1672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BBC67-6ABB-5783-7FEB-2A16B27277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421A5C-57EC-6F43-3904-657DBA85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A00A44-D107-9D48-D8B8-C619D9D1A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A151A5-DE32-FD88-656E-B9F4B0F98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FD811D-6A50-B81C-F39C-21D2DA8F7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E96E349-C090-EAF5-A84E-96E470ACDAE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317FF0-7307-E546-F262-4CC9CF2F35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7B66E6-A105-492C-4912-51C91E8E3BC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CA6041-0EE9-E80E-73CA-DD96D09B816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2D1E5-FA82-6D43-B07C-E554346824D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BCDD2F-6954-5630-1330-87879E76E6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2F8EE9-A20D-BE2C-E9A1-FE618FB3140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A9D504-46E3-C89E-7DAD-75EE38AA062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B3FEBA-AA4D-6931-1F8B-9D8C1B5148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3AA7F-D06C-35CD-9ECB-5662178A43B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E2F3C6-2C98-426D-7071-9B7A5FA8E36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C22F1-F3E7-4716-DFE8-EF1508D3228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93FCE1-0699-877F-FBEF-78DDE15D56E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45ACFF-510D-3DD6-4BDC-5885A741CE1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965B6B-96F1-12C9-0890-DC261DF68B6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AC7C0E-41FE-7771-6690-FA254EE55FF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DFE7C8-BDF3-ADC7-F474-E6B7069BB5A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E86D81-68C0-5620-C3BE-F6E76A3FBF9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235E72-EC73-CB9C-307B-EFC6A782089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FE97D3-A5CF-1922-3F80-9B2E05DFA13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24359D-AA11-BCD5-67BA-CEC7C95EE7F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8DE41D-735C-6D48-9026-F7D434B606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95386E-C2B2-48A9-1776-CFC101EB5EC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C2D6A8-49BE-8EDE-E378-FFDDD77D26A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AE995B-9CFE-0824-2B37-4EB307417EB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6D36D5-BD02-E7ED-4011-3B7BFB41717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4830B0-5C05-44F7-3520-A9B04860644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A7B15A-C4C4-22D7-999B-8F8B47A6870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BB64F4-FA31-25F9-3911-B587C6B72D4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E2441F-ADD8-DC55-2E49-1DF1D4BF6F9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BF3F83-9C8D-3491-56EA-6B526894AE9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C1AE08-A695-4A69-EBE5-8B4DB98AEE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167BE3-E09D-9177-301F-87DF59AA9C4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B543A4-13F2-4EFF-2C4D-8837FF19E0F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97A63-B4F1-2E8D-0762-10A0FD5B3DB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7E4856-F37E-B16D-9D01-5F60A4A9F0F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D5A885-D436-BD54-443C-9DB01AB1FB0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3E7DA-9997-578A-8186-959E5E5DCBF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40A441-F748-FFC0-A758-6B1BA5C6CD0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2C73BB-3538-35A6-BB90-5205F28EE30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92FEE1-9C68-3C80-CBFB-B8AAA11179E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BB07F0-3B5A-583F-1C07-F3707794E6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2E9A6C-9CDB-9916-45B6-A8DF49467D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C8CD1-84C3-1F54-361B-AC53C4DD020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6247A-E30C-F0D5-27FB-ED6E2722752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8BE141-AAFA-35FC-6ADC-FB1F7E8FF22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2B155C-1231-BB0F-F8E6-4EB9E4EE850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A7C58-C4DB-6E12-1B9F-16D982B2D6A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FCE39F-2262-312C-95A0-E4DDD21DF32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FD2DC9-783C-ED7B-86DA-A459C4D1045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4658C0-678A-0C0B-613F-D10CB31CCD2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074426-5298-D3C8-8477-407E4264B51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4DA302-C8BB-055A-2D32-1C558B093DE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5C88E-ACF6-E536-D8F7-3C59EFC2DB0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6D113-F27A-80A4-EC88-F4DE34F4F6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3EE66D-C790-FBB5-239C-E3C9220DE5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7BCC0B-582E-A644-D3C5-AF03C21C172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CB6A44-0220-5EFC-DAA0-B203D814295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22782A-9B88-9C11-D68D-845E2B0D1EA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BDF526-B52B-5D0F-6D95-9F5851D1165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1E931C-7703-28A1-1746-F768324EDF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E7FDA44-3D31-7281-D948-E9F9C643A15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E13AC85-EFB0-A83B-F6B9-CF6D202F157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F9FB5D6-493F-C68F-6FB7-38614A0C50C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219C6F8-11C4-2C3E-B31C-DC3850BA16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59F58DA-7FC5-FF96-27AC-F6BA78A2E43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8A36075-8D6D-A22E-4B48-4F07A8AE65F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624A10-492E-798A-ED95-25200AF732D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E8A27-31E9-86B2-92D6-624EBFEEEDC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30733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ED30B-4AC8-C3A4-7C4D-49D29036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DA86F-0FF6-5369-86EB-8E565637A7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4EE613-2408-4CB5-175E-4B19A1B8F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07BC1F-6E78-0E04-A5EC-967ACF3A9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526C24-AD84-F7A0-569F-E23D03852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DD0D01-91B9-6DD6-493B-1595A3AB0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B98A1FD-0EA7-6011-E06A-3E6F78F29CB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87AB6-478F-4510-C3FC-21F4BCFBD06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EA8921-7BB9-80EA-52B4-7D9A3BB32E0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F646DA-47C3-C206-CE0C-10814EF1C26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E7CB55-B5C6-1938-96AE-3133520D7B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5EAF38-0D61-A44D-0C8F-488E0403D82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A9F6CC-1E95-3089-D306-7CFACA83E0A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7DDEC6-E983-DC45-EE20-88F72C083A3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305FBB-57D3-4373-F764-FD795F37E54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75E505-46AE-B06A-242F-C14EFA1A43F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6EA8EE-FB13-1FA5-A9A6-56664D94D0A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C28BA5-A1D5-1B7B-AD60-40FCC00A5F4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A910C0-4D77-CB6D-2F2E-36AEB04009F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A0CCC6-3F09-8AD2-D904-B1E18787CD0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EA826B-B03B-FF68-9EAF-1D86F6EC24B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9145E0-9F14-57F5-3E70-287AB2E0A6A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B250DC-3D0C-363E-7C90-F2470C9F967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D4133A-B1FF-7291-EBB7-7BDA9D95594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7AFEFD-085D-B80B-184C-836174B1276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0A7B2D-451B-5319-0DF0-F79011753BA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2A4FD6-2EC2-922B-A1C6-BAF2F6E846F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37323F-B74A-52CF-B8C4-9A35A8D71D3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4B751-C246-D344-95C8-FC7EA2BE237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F0532C-A1BD-4A8B-28D7-2C3647AD35C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DA3F3A-4976-BF02-2846-8F010135BE4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88E073-58BB-6B53-4B01-7A05D669C86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D90AFA-9382-1643-D60E-3F31CBD53CE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24DADA-371A-C825-411E-7E33E8BF96E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F838DDA-AD17-8F1E-D13B-9EDEFCEBC13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FC828E-72DC-DA49-3CCE-BC6CDBBBB5B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767578-54F2-030F-9832-38C28AB645E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E49B12-9279-98F3-2A1F-15C4144260E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ADDD54-A5E0-7F29-8322-7D13AB8F1CC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C01CBC-E9DD-DDBE-438E-F08AE2C00DD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BAE339-1184-C197-50ED-A3E317678E2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757C68-F9FB-DA86-6B3E-3194DB3855E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E3C1DE-F0DD-F724-BBE1-ECA7F412709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368FE1-3B7B-07CD-15F0-0F78E757CD7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98D72A-84BB-5C2E-2A98-61E86E0AFAE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9E266DE-B7BF-E414-49B8-FCE88894AA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5159F-2A50-6C54-27DC-5C8DBC93DD1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EB00CD-DCD3-B7F9-BCE2-571C8D3CD0F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C847A0-10E5-D983-0990-EB5527BD91C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324462-6DE8-478D-6D7D-0CBFA9FE23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D327D3-6CDE-1AAE-5179-54E09A5C3A1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3813A7-8D32-D1FE-0DE5-D366C3BF520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4CEE0A-E2EE-5594-28D4-4E2CA085042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917DA9-6080-D2A6-950F-519D1887BF4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2C0784-EF0F-7FA0-8DE0-9511D77E3E0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532F10-CB2F-EC35-4C6B-F79E63D9174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92EDDD-8A40-C395-35DD-DFB0643EEA8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D68B67-C31F-4AC2-92D5-E3C11D2861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F8FA488-4F18-8370-2949-A898BDC5347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C9598B-3CE3-303B-4DFD-0E6A9D9FDF1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DD7578-84B4-6E01-862D-816ECBF08B8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DDA18E-5C53-2F02-D00F-836C5124FDF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C10051-F092-2320-8A7B-AD2A7AA9C23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24F0B4-92CF-56DB-D2D5-F0FCFD6868A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422172-BBFA-8856-D498-183BAF0C256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6ECBB6-4C7D-8858-458A-86BB01ECE1E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1E8225F-CA6D-080B-7D17-A0A4F0E1E5C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1DB3EA6-6E13-E93B-9153-7C1A214B773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055CC4-4F11-3F44-A165-1A13B583FE7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1FF1DE-5537-4A9C-098E-2C2885A7CA3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FEF6F79-9EE5-E25E-C9E7-F562439153F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7CD6F2-0872-9DEE-EFE3-5C9FB3826E8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48E6F-8A05-6530-0FFF-F356697739A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66D7D-7C80-4BAC-862F-A67205A0555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4ADA87-7194-5B14-4539-7C02E393A7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147628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EF3B-FEE2-DA50-8D14-72638A8A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B0CE70-3859-66CE-6386-B385BBCE55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2D78C8-D38A-DC96-8ED0-4C658D70D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AB0489-C1C3-BD9E-089E-C46E2F372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C53000-356D-F0DD-FD81-6999BBD03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CB2B91-A6E5-8390-3B7C-A512F99BA2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CCB308B-1A4A-F097-0A9D-3BFA654AFC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8BC078-F7A3-3DB9-4D3F-BF83D264C24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0ECDFB-C916-E5EE-65A0-8AC4666FD35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68C9A2-4778-E131-6C16-3C9F53D52CA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0AC8CC-8D48-1AED-A240-5471830F7A9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5B8E51-AE21-BD8B-0BD8-A5961E3711C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35AD5D-417A-9F1B-30A4-BAFC0F22B3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F8DC2D-236A-33BE-ACA4-6F159681D25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8B19B6-9983-99D5-E4CF-F057E37A5D4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A73889-D08F-B068-E86D-7FCCA66080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3D3057-952D-7A26-6404-8787410D92D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943636-8394-76EA-E26E-69650C553F7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C06232-B214-B164-32A2-C0824FB5ADD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79CC16-45F0-BA77-DB44-B1E1124A113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7CEE0D-7559-3609-AF0A-E2166595566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C4D5E8-23B8-9AB0-95E7-51CA27A8BF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0E499D-90B9-9CCB-4884-8C586EF4420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744FB8-A75C-0A0C-6933-4E5184D8EA2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448DA5-3178-5A4B-5D5D-332310B5D93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7789BE-0D9F-A3C3-07BD-BDE57026640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E37231-AE9D-9A4E-C359-AA032A56AC2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BF2799-1551-0B94-E371-14E806535FD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41DEC4-B7C3-BB92-E2E5-2B86B41CFAB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3876A3-CC5F-063A-F5A3-7CE926BDBD9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CECADE-DF57-6A41-6759-345DDE9E6BE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21A863-FE02-D617-B083-7EDB77D9F7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A62FC0-16E9-8BE3-9404-4561C8F1650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385F68-4D66-D73C-FB6D-1B1622F41F5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899C8E-58DD-AB39-E701-D61FB7016C6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C7F99B-59BF-0AD5-69A8-ABB4F7D0A1E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6C9409-4EA3-1418-E910-CCFB878BC36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E495FC-BD3A-A3AA-0918-99F9E2C9E31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38B2C8-7316-6513-B9DC-B9FC4A49D9A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C73EF-ADE0-B5FE-D1AB-66F90426C01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461720-F9E3-BD6E-C6DA-485E21FF783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E9F0F1-0E15-931D-D75C-139C9F58204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48E9AC-C0A4-F954-6E59-71255244EEE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478C3-4704-4264-A39B-75D88E7AC31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00294-3EB4-17FB-DD64-FC85ABE28D8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0DE834-7E6D-0DF7-8DC6-E2B98AF24D0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748C2E-4472-5262-E1D9-C0C0D9E3CA2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C2D968-366B-E776-8BBA-3E00D25BBA8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51BD24-3EEA-2B99-A678-A3BB49D6E35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BF6B8A-3E88-9A8B-312A-806715C45C4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4BCC66-ABC6-2024-0FE1-7C5358C4FC8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D846AA-CADC-89A4-28B2-9EBB7AC888B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94976DB-957A-B017-7003-7F60B552BE3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DF9D9-AA52-B4A7-8060-217D1CB898D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CC2F87-94C1-F35D-3CBE-3E0C3636B02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83E3BB-A8BE-9FA2-41CB-D657B78E06E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374273-5385-FBED-3157-C26E8FDD656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2D9D61-CA75-BCEA-7F04-13813B15AB6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45F7D9-FAB2-B4F1-C3E9-00D78AE61D5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11DC90-5FF8-2F66-9EA8-59FEEB08C0B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763B76-C502-64E1-96C0-1940C22B0FE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D97644-0E28-F684-CBA4-02265FF3969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2508EB-E7EB-0431-D8FD-2B05F10E6C8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E21412-DAAC-F776-5C78-FE18968374C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ED81FCC-4671-3491-F6E4-A495FB92C58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15E4081-63D2-0F5B-F4A0-0D8350FB4AC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F26A53-9029-1545-497C-0C32CF8D111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4D140C-9A93-F106-3E9C-8415DAF3395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856CF-4B9A-2C74-EDB4-4D072DE608A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66B71-720A-09AB-927A-E9E09477FA5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9D669F-F6D2-F8E2-99DE-7E67001F91C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ACA637-C44A-7F6D-546F-794E1D1ACB1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B398EC-FA5A-E42D-4227-51EA0A9F674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95F538-3E71-F664-0DD7-B4FCDFD588F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8CAD5C-C643-1DD9-FDA1-199EA839B5E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46546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63424-F877-1146-C23B-71F3E942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FF7272-4F24-BFC2-B817-6540DB225A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2. 37 fits in only one way.</a:t>
            </a:r>
          </a:p>
          <a:p>
            <a:r>
              <a:rPr lang="en-US" dirty="0"/>
              <a:t>Complete Row 8. 48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F9DC1E-3DE7-79F9-54BF-A8244B146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995E7A3-88EA-B0A7-AE4F-25411CE35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576A1F-6065-52E0-C107-9A4568A1B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4467D2-65E5-1289-666F-93BC36D4BE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492CAA1-F13B-D9E8-FF3D-1F97E72545F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7C0A3D-9396-0FD8-FD60-EE7FC120474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7FE1CC-AAD9-46C9-D389-27AF5AD2959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4DB2AA-ED4E-C106-2E09-846EED6DE13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F1BE61-90D9-D842-65B0-9137792865B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1B419E-027B-C955-5776-C756FA256A9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E7D930-F0D6-F7A7-4E31-28E4BEA5793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60D41D-B4CE-A574-16E6-DFB709C165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A16A6E-1B3C-37F8-0F42-8B9D121303F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5A8F24-AE06-D4B2-5C27-BF604E95D2A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C76FC5-92FF-09CF-8347-95D08D29139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9A3D9-26D3-3BF6-2E06-3F3B1C2DDBF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E56613-827F-AE26-58B4-93E541EE12C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826622-9494-F919-9BEB-CAE0478EBFB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89A5BE-BFA7-E6F3-2C53-CFD8F924D04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E50270-3049-FC58-7643-14B528EAE76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E190BE-5B1F-6E10-17FF-C5635F6839A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FBA947-DF47-198C-740E-2694D36689B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4B0FD6-4D52-3F5B-41BE-6AFE18A9E97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E24B9A-7A39-12B6-33FD-CB6BBFDD5B8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AC9611-E882-A3E1-890A-158823549AA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29F895-5C76-75D8-01A3-631CD2895C6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C16C0C-C8DC-CCE9-4760-04CCF9A476E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80C40C-8738-D7A5-4C68-9680C46546A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432780-8725-072F-E4C7-C17E2F1FCB1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8E97FE-F9EC-7BFB-C41B-7529DA936D1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4FB11D-BA02-1A2E-E9A2-4B2620DEF4D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9B475-C24D-30FA-F18E-2B9054932FF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603A0B-0591-CF84-6A92-A1A20CD1ECD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EA15CB-048C-326B-7107-4AE1D1B4BEE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C617C0-9DF3-2002-AE6B-4E53E8A483F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CB3F2-1CB0-4376-9DEE-E3AEF4CC3A1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9EAF1B-16FC-6CCF-F281-7A17B521988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AF8AE-209F-0768-102B-441CD75424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7EDFB4C-F306-C0C3-63C3-02BF703DCCD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CEC22F-E51C-C12A-B14B-B4F2D3A9EAE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C1719B-2EDF-D75D-7FFB-5C65DB9CD6B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4DB03-FA1E-B532-E049-AD7A2D576C1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34080-2885-7DD9-A7EF-560CB1FE50E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A5009C-5BD2-B871-96BC-4E48D5CBDB1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1DA788-7FD2-1647-CDEC-EF6BFA8CC36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860966-38BE-CB10-AA8E-731DCCAF8A9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7EB250-8F6E-5A60-3524-66832602523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28AB56-B569-6321-AD0A-633CE340391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D1A28F-148F-39C5-B39B-9FD74A4A0F8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0592B1-C09B-FC09-9509-6922AB06DFD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561690-AAB4-6F94-30DA-8C26DCF72FA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3DE032-756F-F3F6-4740-B4B82F15BB0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818A1E-97D1-FDB9-3BA7-FD889199510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A2A4D7-CFBC-49E1-4E69-17217222F25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2349CE-6B3E-0D3A-F601-823FD4BA5AF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EBD1CF-B2A5-F714-9565-97863AB3FCC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4714D7-1579-1FE4-0F74-92E26A70CAB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06D9E8-D55E-61CE-EF4E-7E480240D21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E4A24F3-3D31-A553-285F-D1A18A380DD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3ECA5C-DA88-CA67-54E6-E38DC078D9E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EF9D02-DDC1-F1ED-13B4-48E2B8504E0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92202C7-7847-01AB-E50A-C417F7819C8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6C54E42-D5B1-3964-7365-4A3D6C3A90A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C2F935-7000-8DD7-9299-9FE1631A9EC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DA64D1-7474-8876-C6BB-137384F79C8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5354A3F-CA32-B063-7300-89B406B70B9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07745-D355-1E23-3532-67DC9FA0B66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DC54C6-4A05-0ACF-F2D6-2FECDF39396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78338D-977E-968E-C0E9-4BAAFD4358C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280FD-B9BE-91D0-5C68-F759C27F3CB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BA7228-EEF5-1E63-7C5F-626AF28F9ED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5B8B2-D21A-3D82-0E16-37A16E35B12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BD8275-B1E5-8EB7-EB8A-9F05A467CE1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0CD42C-B5FA-8420-4327-5B4AFD63C74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AE7070-E0B2-6571-B15E-113C38779EA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91BB83-A23B-219B-AF3E-B1520A6DF61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BFD97F-01A9-634F-EB0B-695047BB051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80824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4BCA-F7E8-BC1B-74E7-79EFB965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310879-1085-D22B-A335-C4FA5C05DE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3. 28 fits in only one way.</a:t>
            </a:r>
          </a:p>
          <a:p>
            <a:r>
              <a:rPr lang="en-US" dirty="0"/>
              <a:t>Complete Row 7. 25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535EF16-2528-1B2A-3F47-AC7452A9D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6F80B9-D1F0-3E7E-3F63-594DFFE80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B47EF8-5BD0-23B5-0CCC-E52CA978D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7F9459-0926-2FA5-D38B-77D553A97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D0B34FA-BAE6-6D54-9FD2-D9208F9BAAC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28439B-39C6-D003-3A36-60D9BD0C4B6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785F4D-BE05-A133-0B78-D0195FC7DF1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13674A-986B-676B-2019-296C63B7C65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244E65-742E-2810-A534-F7DE9CA6F1A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19C6D-BB13-F1C8-770F-2D9F4BF98D3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8E1B9-F9F3-CF46-8ADA-C049BB7FEE8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BD7870-4122-1805-5A32-6B4D3271EA6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8AACE6-6BCF-65E7-6E1A-1B707AE5994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18B5CF-BF67-8186-4C68-DCC460AC8A0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6A4731-2CA2-445E-19CC-ADA055D1C8D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607403-0415-DEEC-9D1E-E0D06137347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FAFBCE-AC2A-B0FF-977F-1062426E255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E18FD7-61D2-DE8F-C52B-96F939A8B4B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39E8E0-B6E9-27D8-8D22-80F106C9E34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03F687-4EB9-B903-8816-AB9496BC085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4DEF0F-BD85-90EE-A344-F5F177865B1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DBD094-87D7-3CAD-A956-B7C39CDC9DA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543B1D-0A01-BCD4-0259-AC888459F3B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7786EC-F7CE-435A-1641-F812EA189DA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7EBC25-F47A-0350-99F7-30EC00FFB3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B0B20F-2547-BA5B-0FB3-13A1D6AFF72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1342F9-4468-2721-7851-3DA3BC91599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6E34E9-3CD9-A151-2127-C09FCDF1D21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C0556A-5074-9694-5432-6CB31A4A9AE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0844B6-8102-D1C2-2C97-E299F3346A0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5F2295-7D1D-A03F-77EC-C237789FB31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E6791C-E29F-826B-96C1-0D553912AAC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3DED85-2242-1D25-CBD3-E65FE7D17A9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6DC6C2-6D2E-A4BF-5F95-1C3F4DF9452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F58AA7-6814-652A-8408-6742B3B7B67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2625C-EF29-CE6B-E5B3-76C34418A3F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C5A0F1-27AB-BE74-1D9B-441E7644442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53389-25BB-1146-53FA-6B31586F54F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D94DDC6-6BC0-A7CC-1E03-8DDDDFBFB8D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21CBCB-2FC7-B893-2C65-71578C4989F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960FB6-7834-236D-F251-5D00A6BFED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05F60-FC98-BFA2-D604-92DC582261E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06FDA-E1A0-FEA6-2A3E-3D4BE6E2550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A03445-14C9-F7E0-136F-76FD483ED8E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13BCEEA-327A-A761-D327-AD5FA6EFF50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89B04-E682-44CF-B3AD-E21C36CB643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DA5522-ED15-9285-FDEF-1D954774754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85BC48-B5D9-F00F-5E62-67C6C212054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138549-D1BE-7CC3-8365-249394580EE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791868-7081-0A18-C677-DC2169C3351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24ADF93-1B7E-4450-C004-C318BFC319B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805240-2A08-4037-C4D6-58BFE8A1DB4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5AE297-C557-21D1-8C62-64B84CB4B0D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D67E65-62FF-1E70-5B0A-4C0C32FD0F7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570E58-C740-0ADD-7D8A-4D83767B2B9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7758E7-14BE-C5F7-6D0D-2407217F3F4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B17C54-92D3-F344-A73C-27785D0D3D6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BE7114-811D-E23E-A2A0-0FA87DB1067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E08EFE4-1557-855B-8A44-BE3A2A61290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22BBB8-7281-33F1-A42C-E5807A74772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76DE720-9D0A-4295-0934-80EC5770614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12794E-5E5C-5BBD-12E9-B8B52BB47D1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EBB416B-7811-A95E-8198-39D343B0BE2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669B107-F14C-7389-80A4-E6282692804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735C928-D982-BDC2-0504-CA80AA6C9C5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CB50C38-0611-9F21-CB75-6F334873C0E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5EF82-A808-6F61-4FF7-AFA58B9FE20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FE9C55-840D-298B-F42D-E6D71AFF971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CF38FD-FBC6-DEFC-31A6-6F9E9BC9A67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D2168A-9869-CCC6-D58D-23555C5A49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CF0B24-AB19-5961-5081-224B39A2A52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570054-4A49-5CFA-E0EF-BD9E0285BB5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0EC988-B60C-DCA0-1DDE-7818F6F2B0E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8D5C74-6B35-05EC-A19C-60D6BECFAC0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F0C773-D50C-6B37-3046-2E7805CDF73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637366-42A7-471A-6367-C00D031F608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159C0E-8063-686F-0F79-2715E7ED976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B4CEC4-3893-E510-BA4F-97FF6AD9199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8D2BF8-8344-FBDD-4A05-57E9CAABFE1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E7E0D5-0528-C1BA-45C6-78290716297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3C6C4C-531A-4FF1-5744-0D7D5779E6A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298745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3EB2-EB1C-A678-5609-32EA276D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B9B827-F450-94C6-90A6-06A843E146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8. 48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BBCC07-EDEA-FF56-E928-1825CEA42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22F663-CFD2-E2AB-EC4F-8B1C516AA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23F21E-7741-B9D0-3863-865088AF8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982A0D-9232-09A2-3E76-45BB87528A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6DE02E-37E3-0C4D-962E-3DABEBD736B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7CB9C1-EF24-AC08-C290-15CE149145F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617163-407E-A828-B221-BE54A46A173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2D8E60-EEF2-34B9-5B9F-981F2A92E96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A6793C-1ED3-747A-E3C8-B32AAB62640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6F069E-C6C1-CFFB-DAEA-3E1CEC6CC9F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8DEFD5-AB48-2D8E-22FA-44DC5F46495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A39F09-FA49-F310-C87B-D801BBA1800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01DE08-23A1-1B82-1BA8-D0F13345D5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5BC37E-FAF0-D68B-8C2C-0038F4834B9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A4568D-FE49-864B-707E-657E734DACB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081B04-9545-4794-8FDF-05CE01659C6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6AA248-9BA4-E22B-AB3F-68C1D4EF895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E63D0C-94DA-D7E7-DDB3-6E0FDA24B48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95E544-1FFE-9D14-6703-9FF374C757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08034F-4006-B806-CF55-BDFC214AB11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F04B5E-F6D7-A532-CDEB-E8D4243419E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312D2C-7C28-7E3B-8BF9-C18E07D4C59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3C3E24-9FA4-4214-3049-6354B252674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5FB5C3-35A9-6F5A-D0BA-4377CFDD9DD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4EDA85-5C7E-585E-72ED-3AE794FF093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A061C1-6F2F-5B25-143A-02DB859262D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9E7D51-A926-5C25-8A3B-BFBAA96279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BF1D54-B33B-E6B8-30B0-C794B116421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6CAD40-1C2F-8C84-3772-7BE1DBA51A0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90B151-AF84-C8D4-E792-EF6A7080E7B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9C325F-E01A-FBA0-CC56-9A1DB06F8EA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8D1AAA-4037-00B3-E623-E231A53E772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3C739A-6152-D47C-EB39-9EE29F7B179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36C1E1-C6F8-CFA4-A8E6-7C334E83E08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3CE272-7382-6079-3375-F5F3F73FB52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856085-D167-F3B9-125C-4635739B788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C226B1-9EEF-679D-9E2C-4487F0DB87B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F77BE-EA94-2643-CFC3-B441AFB0382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B184D1-20A2-49C2-BBBC-E0568A67BBC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155BF6-00ED-9CAA-AD60-6A0B85856C7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7162C4-ABA2-4D3A-B149-0F7DA31AF10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65695-103F-8561-75F1-5B1B93AE188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1CD9C-3AA1-0006-FC7F-B4C0B9DCE2F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BB9350-AC3C-D0EB-7988-3BB74246BB5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2632E5-E92E-057F-0F5B-0F26E33856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30532-0388-DEE0-3F7A-5B4C8F31C6E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AF4B94-065B-340B-2BD1-83FAA630BF3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22751D-0080-F1A1-77C3-4FBE7F1CAD0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0008BC-9ABB-28AD-C372-3B65D328D8D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BBFBA7-937E-9886-5706-4007D6AC507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41941A-302F-D898-A49E-CB6120461C0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3E1FE-4FA4-6D03-EE04-B54BCAE7424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6ADCC-4CAE-E5F4-84EC-28273978C6B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B5280A-8642-CCF1-43BA-0B49FF142B4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8E2F87-3C82-7D33-8E8B-AAD1C61F527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917DDB-18E9-30B7-204A-42F791729A8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D1AC20-E9EA-68AD-4880-F6C04D8E1D0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79D351-2A70-98EA-D11B-5902655F66E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D9EAC2-FE7B-D08E-F82E-3E9ABCB731B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99B4807-483E-911D-8279-7B28336431B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8C9AD5A-CC5B-31A2-560D-2797E0EAF8F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A5232F9-FB2C-F544-BC64-2D30DA5F56C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8633A98-B570-82C3-2EA3-F890CE7AD70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85CE25-4E26-7855-F842-AADF37CAEAE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846C6D1-C08D-6866-2D8D-5877F7FE067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00807CA-8415-3B9E-EA6B-C320F73223A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E8D08-526E-94F0-DDAC-E751562891B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FAA171-6482-8B78-7571-324AF04ADCC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9D36F3-630F-F7FF-B0F9-47EDE9DBD3A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604910-4586-3BC4-9F08-119846814D6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5CE442-F05E-8DEA-0AA7-00019189F00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D0C1C-1294-C5F1-41AF-CA34955B4D7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C7CB0-927F-C757-8EC5-B381A51921A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0C6353-B91B-A55C-5578-3766A20AC13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38B73C-AE29-C472-46A9-4DC55F40F96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0965D7-9207-F045-14FE-CF4495101B0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640C47-DA4D-E3A6-E9A6-FF7D0C2EF73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0D85B1-004F-1525-4B43-648241E2E6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304534-24DB-29D6-892E-5ABD27693D1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696E4D-E300-1ED7-55A3-1915BB9F04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BB42F2-D1D9-E60B-1C8B-E66569B458B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267A05-F1C6-8C66-9292-880CD98DE00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837061-B83B-6BF9-323F-AD83ADDB4E4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96115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717CD-4C00-A36A-2364-39FCC534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0DE8E9-78AC-C5DE-93B6-DFCA958D30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B9681B-421F-7032-E716-A664A611E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45E9AA-DCC1-E2C1-81D3-A45F1E491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37D4CA-469F-F989-1698-B11BBB610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AD2DED-7E69-CDD5-B361-BD9235F68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296CE0B-599A-6899-A690-4F6A3DDA2A2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976708-938E-F123-C99D-BF72D52EFF1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DD67CC-46A6-5767-F1A6-0A0C801CF51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6CA354-D542-0901-FAD4-A6B454718DA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2C55EA-E722-3C36-4590-B1EF329878A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F59547-AA41-03CF-670E-274C6D1FB3D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B2C4C5-421A-2685-2703-35596BD12A5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3FC8C2-83AA-7855-605D-6CE0F823CBB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8BB4BF-D05F-0AE0-BDC1-A7ED7351023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74CCA1-D56E-DC6B-5634-EC7B43EC5B1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C23543-21E1-0DC0-7EF3-3BB9E0BFC68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CEDF79-FC24-E2F5-2EE3-FF4D59F33CA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2C0BCD-D08B-0E2F-B764-D03B5FC576D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0E94F7-BA7C-392B-3EA6-A7847EE678E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E95CD7-060C-EBF2-A991-32F8ED05E94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E36F53-D5AC-79AE-9454-78B1E60EEE1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CE3466-01CD-F14B-7601-9FB0C73FEA7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FADA44-9D1B-480C-83CA-92FD6B2B4CA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C5A6E1-24C9-8D56-0A85-9F8A48CD9EE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87D94C-D4B3-C552-A2A2-9A44F348419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A2EFA53-2794-F9FD-CEFD-6CEA06C84A4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8B67E2-06C2-AE0C-0FBE-7922711AC0D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EF043C-E186-9A2C-5C68-7E42F1539D9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47BA73-B1E7-4B24-67F4-18BC39243C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69D797-968A-8690-C37D-5D4ABF62E1E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A77CC9-E844-47BE-2706-3D4DF6EC972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825757-BC95-6661-B91E-AEC1CD0A68C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0A8E35-6B6E-C2FC-A68F-0BF39F6741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EFAF42-9121-4CCD-4D96-7C2CA314D81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2E907-A983-19FA-C037-18ED8AF6FAB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A72E47-C89C-621F-B8CD-9096E99E0E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46217E-BF26-9E16-CBA9-C1E8B139639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C502ED-4A60-C9CC-FFCF-9C44B7DBF9D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CA5802-A814-2967-AB0A-3F0B5881F63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47D227-307F-93A3-AEA4-4712938DF10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E1C89-D869-AF22-6881-9FF041BCA83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B25B8-633F-97C0-E9EC-3C46874266F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6BC6DDD-72B4-7B63-D4C5-7DE7C264273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291A170-5C94-B727-1CAB-32A2A6D88B2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212BE-5FB5-D97A-3C44-2EB37838381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25CE7A-708F-8B5D-B933-9E972253B6D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2F9DED-3E41-7A8F-9C9B-831F6421E1C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6F6ADB-8E23-16BF-50C2-8A63024F7AF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424F3CC-FC4B-7398-6511-2BB346E3788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9597508-6548-50CF-CF26-94C31D14E77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69BEB6-E925-421C-7611-83EC311014E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0BD47-2FE0-40A0-31C6-EFB36D97767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70B4D5-8060-0344-98A5-658755E269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E3DE99-A4F8-1AF3-AB91-6A46995A4B9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F344AA-F19D-1BC0-BB58-B04C809CDC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A1485D-34DF-0719-E08F-F6814438D6F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B91C50-8417-839E-2F7C-960AFDEC98B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DDF4CF-BEB2-B6EB-3EDA-8821CD9AD31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ACE5A53-8E8B-530F-E854-F1CDD427737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4D0A41-A0CF-3976-618B-2EC4FCE9D0A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E23085F-F3D2-C3EE-29CD-8A4918FE610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FC5D8F5-9F83-DB8A-E6EB-2D2A57D1FC3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6E67FE-7EAD-370C-5135-61F48113CCA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F63933-5A73-583D-0F40-A6EACBC5A2B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EAC6DE-ADEA-164B-9C8E-3973B2C4604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A9D976-B2F0-339E-01B0-CD0C6971B3F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D1C1A-F4B1-72F7-3ABF-6951A5B028D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FE0155-79CD-6B53-0270-45AEBF7450F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02B1B-D004-9D49-54F4-CF7EF5F8828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51D0FC-105B-B214-53B5-E9B4E9616E9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04EE20-9E92-25AB-80AE-EB4733B49A6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7E4DE0-0A06-3B3B-4F7C-A2CC791BC68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DF971E-3A0D-65A7-0595-42C35B7EB7B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9D759E-145D-CD8E-5C41-4121C8C2AFE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D7246B-96D8-6A5A-5D2A-2CFB3F2E07A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447178-C2F1-75ED-B3B0-831401DD55C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D6BC7E-5266-93F6-8979-02606148BC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F12D68-F243-3988-8B15-EBE039307CE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65A8B7-E67E-63D3-965F-B8BDA6D2381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FB97D5-4A27-A23F-5EC6-97594EAFBB9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A67FDE-07BD-2D0F-F149-99928CDAE7F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519CD2-70BE-85B8-01CF-3C501AA6FC3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C85240-849E-1854-FFFB-0D5B1BD2183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49A932-BBA1-2BFE-5972-EB4DD13FF6B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033194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21453-4723-EB13-D9E4-A9D8705D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E811D8-E802-227B-640A-E7B24C16AC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1FFCAD-EABA-D0E8-D1D7-2C9745B01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9D59E8-66ED-2C51-77FF-D706D0CFD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B67E3E-0AC2-2A54-F4CD-66D3DB26D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821D6B-051B-F8F1-10DD-BB11C7A905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C55AA2E-E0D2-43BD-C950-11911FDEF08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991A6A-BD52-3387-4509-0FCB0856F9A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8A64E6-11B9-F401-77D3-D6418F93456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87D16D-148D-113A-1F26-EA835BEB2A5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9ED5B6-E874-3A81-BBFD-BE9835F35AB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CB1917-6823-1C35-12F9-59C03553464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14452-97F7-4B6F-F606-469E8B2087F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B09494-1B82-C8C9-A4A4-87540D53F51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4456FC-1617-2270-472F-1DFEA1CD9E9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E5AAEE-E397-6FD2-78DD-CEC30B5CC70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AB7490-7AA2-0AB3-7877-0957DD7F74B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88DB3-719C-7F8E-88A0-83FCDF13504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B2A8D4-FA0A-1509-7C8E-5173E55D909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AD2BCA-3F6D-E9A6-2A1C-1F9EE430180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201C4C-C4CD-D6F0-FCE8-E98BE3B103C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7E78B5-ABB9-6784-A4CC-74FC4CCC0A0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C3FA8F-1329-DACA-ED61-DC02CDD2C22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F7ABAE-3EF5-4C7F-0CEB-846859133FA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1363C7-E400-31B2-9549-ED6C6FF11A6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42EB46-9205-E07C-386C-50B1C5EC4F2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2E8542-7B54-336B-F47F-E3844DC1DDD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B8B329-F23F-44CC-2957-96A3040ADB6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AECDE0-37F2-8333-8657-E8D636394A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0A0ECC-92EA-B61C-13C8-0CD4B30E983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2F8E0F-9726-01BF-473F-7E0E44009DF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FF624D-CBE7-8BA7-EF09-1A7C3E54291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8CDC1F-B15A-132D-7D76-FE1213F0CB5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6ADC02-E6CB-323B-5FDD-0638286B79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D3B178-FD8C-84CF-493E-7FFDDFC9729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B04979-E59A-347C-54D0-A994F8B1185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66B28A-0E98-7F81-7015-843D32609EE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2C3DE-0639-DB19-F4CD-D86FC0E4A19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039AF3-D4A3-E840-0D7F-9829234AD9A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16D7AA-C27D-86B3-CD60-487205C5682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F5B5EE-DD57-A479-BA85-2EA7BB769D4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ECD98-F26F-631A-FBE9-C8403E7CE78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DE7368-4434-17F9-2C9C-FE8821EDFC8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3AD69D-2A36-BE0E-6A6D-348EEBE425D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C9952A-D590-8ECE-3CC3-149AF84FDC9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E7BD3-791C-A95D-467A-06494DAD7B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134D9C-690A-124A-FBAA-8FB3BE116A6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C39928-47C8-B873-1CB4-36472E8E5F2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192F11F-1678-E43C-F820-C3E12022BC6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52D600-C27F-1097-477F-09DAC825D87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9B3108-0D19-640D-63B6-16264BF812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28DF67-3B10-4026-F8BB-F918C1477BD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5D1C40-C3F5-9B95-CF25-66E5EBAB452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1F5A1C-6DE3-C3B8-5A92-72AAD82FA7E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942F24-E8F7-700E-99D8-2A274D3002E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1F45B9-345E-7CA0-2757-2E09532195B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FED71CC-79B6-C4FF-37A6-8780A5C1EC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51BAE4B-59DD-2386-7560-1CF3759303E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C7F410-ED68-E004-EF71-58BC9C61B08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6AF425-DA4A-7052-FA8A-D2C6F50178B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B3C8FE8-3C79-009B-F787-F2EAC8B4553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EF2EAE-DA5B-2B14-81C4-7954633811E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45FBAD-2DA2-4ACE-4C77-F919B9B8A3D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158E0D-A868-A300-481F-042105E44BC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CBEECF-9823-A7C7-D8D7-3AF728ACBD3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F239F6-5290-9EA5-1971-83CF20221F3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961E0-6890-165B-C3B3-0E749516483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1230B0-191A-A22A-4F87-EF8DAE4BDEB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8EBB1-9CF8-E920-D6FA-440A3663D07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A079E9-52A8-3015-52CE-50A8F1418C1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9D9E3F-7E70-E26D-8532-8E6A6371A72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323463-FDBC-DF68-4C51-2E05BF24ED0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03EE22-76AB-D443-8EE9-571B51F858B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E4A1BD-60F1-60EF-5226-8A7A69D1948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D638F3-9F69-05D9-07B3-B7746CD264F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E8524C-F654-4ED4-CDA4-76EFECDC6D7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42FB34-6725-5FDC-6738-897BFBEA601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BDFACE-ABB3-8714-1B67-CDFB91101B0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E00C4D-4D61-8B79-A0CE-03C25E73304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9468AA-4082-F686-154D-8980205A1D4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B5D7B7-0E36-39BA-AE9A-00CB806B571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9E6AD7-1E8D-42C6-8C2C-9AABB7FEAF7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0BC683A-4401-BCB8-4DAD-FD906DC6941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22422C-E6E5-4AF2-C7DC-B37447BBB8F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4F8E95-81A3-C32C-0B30-449E64355F5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526132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B37BA-F471-A3CD-BE88-2F5868817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34490C-1CD2-F1FC-3918-87234B7B39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5A6A11-C686-242E-F7B6-DC67B1C4B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7B96B2-4E6F-2401-EEBB-56963A33B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814674-8807-F80E-8353-962DA117F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C60038-56B4-4107-A638-58766E497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D20A55A-BCEB-2055-4D17-96B820C0B6B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F4A53B-A1A5-35F3-A074-56A845FE5AA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3C4F13-EB5F-FA84-E04C-4E886C81456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0DC347-B14E-3411-081C-F6DC4F4106F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0F0AB2-A194-7BA0-9302-77DF761A2D1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B7CCA7-855D-AB39-AB6E-1B18B5E63E2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F35DED-2714-06D6-A713-A00933CB0CC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29636-B366-02FE-7E7C-3AFA2B6F93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CD5DE1-C420-1570-FAB3-D92BC6955F9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ED9A00-AF8A-0E64-21C8-54A816DE7FB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945E50-CBD4-54AB-F9EC-DEB20AAF107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F5467D-902F-25B2-629B-D8B4F1FD71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CA465D-3669-C630-AB8E-09D3A247D73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374FD0-2548-4CF2-6318-E03A0F80C47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8AAD63-3A04-64C2-8D87-2D89694BDEB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03B541-71B0-3AC5-2862-DFD9439FC26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77A036-182B-3A4B-D9B1-DCB2FF06B11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C89464-2650-E6C9-A33C-8E399B7F86C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39E621-8CAC-6602-6A60-8FDF66F98FB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3DCEC9-C1A7-C6FB-F8BA-1C6A67F4F4A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B6B84D-38C0-FB18-A9F0-BE4D0E9F056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3B1E1A-8627-CC45-82AC-AC5186ED92C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0B71D4-9CA4-8C9D-35AF-6F2DCD1CC4D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B8C6F3-FB69-F8C3-3E58-FA05E05ACA3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C609F6-CCF9-E011-010B-1AAF5ECEF5E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FEBFC4-A596-10D7-C24D-314D669D189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A2DDD2-14F4-7D44-760C-20245F154A3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8F54BD-EE52-4859-853F-0804413E477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A9ABBE-D8CA-F196-EF0D-FB9DD3C4B43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D9E02-5B50-4F8F-B945-5D390EDD04F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C41EF9-D88A-86E4-E686-329E3892C36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6A55B-6DEF-CB3B-321F-FEE248D2EA7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CBC7F2-5ECA-6480-6EC5-D297FB3E510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5B11DE-5ECB-D2A5-3A18-D498190024D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59FFE4-4392-8767-E7AA-64F8CF77605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EFC8A-07EC-DA9F-1B6D-A35541F5A79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F8AEC-F25C-7DE3-529F-79C137AE45E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C0D731-8183-21CA-EB2D-C337917B23C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4B9E6E-F43C-03AA-C737-8444ECA046B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1337B-5D93-A33A-CB52-72ADAE5FA1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380679-D1F5-6EBF-6A09-C092B043ACA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8F0782-59D4-7163-EF67-C792F770B7F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7AF2A2-9CB3-37F8-BBA7-6AE64733969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6C7F6F-920D-AC03-36A0-40629DEEAAE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C705E8-19FF-1AB6-5B4A-7B66CE1A80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D20800-4ECE-E879-E17A-89E3692A15F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311138-B6D5-A62E-3632-C674B180B26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1F15CE-247A-30A6-FB4A-A597912D82A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3FE2F1-4DC5-C4C7-6BF3-9D08269E454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0626F9-CCBB-93BA-B914-B1F75D3E95E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1F6B81-D104-AEA7-88D4-F90451645DB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51E357E-D3B4-704B-FC2B-B0DA75A382F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8BEABD-F6C7-64AD-5BA2-2F92D56A765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7DBE424-83C7-9037-54C9-900B9E27021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91097C-E15F-3974-B771-0AD7AB9156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640B13-A1B2-748E-B640-B2049C12EC3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32FBE40-0AB0-9B73-9B2D-42DDC21883F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271E078-9DE9-DD75-1514-CEB896C51F4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6101B-701F-EFE0-C0AD-A6A0AC6A1E2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B6903-DDBA-E402-A793-5C62D74103A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79E9CB-4460-EA70-1191-532E0DFD8AC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3B2DB-27D8-F6AA-55E2-21CDB9BF494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8B7519-82A7-069D-1D8F-9CCCE3B4A6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14FD22-F37F-5604-6AB7-DCD79EA5D2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8B2325-49AC-66A8-790E-FD3955F57F5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9192DF-97C2-6D7A-92B2-A34D27045FB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4F1362-FEF4-6C28-AEF5-1E39B0222E7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86993F-93B0-AE12-C5E4-1B469668B94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173D80-B0E6-72BA-E4B9-A6E190BF944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E2614F-9E44-DFDB-1ED4-12F2F3F2CD2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FE9377-D246-BC73-EE6F-D82F0A27C7A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3007BB-B370-F0D8-729A-523435F4EFC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80465D-3259-9F22-AC33-BA3BDAC5DD3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0E796C-8228-AED8-250A-0E66F20CD7F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D6EAFB-01F3-7826-6141-67EE9A415FE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92F7E3-9593-7A2F-B57E-F27BC03128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78A390B-7BC6-3105-430C-5D4F133FDB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635F92-4A90-BDA3-A3D4-B64F28FCD6B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72687A-DD99-81FE-A347-39B11EE201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7D9DF4-BB0D-C5A1-6E46-6CE5D0D5761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8B59EB-A22F-C2F8-03D6-BE90406FA84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335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10300</TotalTime>
  <Words>2913</Words>
  <Application>Microsoft Macintosh PowerPoint</Application>
  <PresentationFormat>Widescreen</PresentationFormat>
  <Paragraphs>2557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419</cp:revision>
  <cp:lastPrinted>2026-04-17T01:54:52Z</cp:lastPrinted>
  <dcterms:created xsi:type="dcterms:W3CDTF">2024-03-19T02:13:08Z</dcterms:created>
  <dcterms:modified xsi:type="dcterms:W3CDTF">2026-04-17T02:02:35Z</dcterms:modified>
</cp:coreProperties>
</file>