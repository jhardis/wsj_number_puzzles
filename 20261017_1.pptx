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457" r:id="rId2"/>
    <p:sldId id="531" r:id="rId3"/>
    <p:sldId id="532" r:id="rId4"/>
    <p:sldId id="533" r:id="rId5"/>
    <p:sldId id="534" r:id="rId6"/>
    <p:sldId id="535" r:id="rId7"/>
    <p:sldId id="536" r:id="rId8"/>
    <p:sldId id="537" r:id="rId9"/>
    <p:sldId id="538" r:id="rId10"/>
    <p:sldId id="539" r:id="rId11"/>
    <p:sldId id="540" r:id="rId12"/>
    <p:sldId id="541" r:id="rId13"/>
    <p:sldId id="560" r:id="rId14"/>
    <p:sldId id="561" r:id="rId15"/>
    <p:sldId id="542" r:id="rId16"/>
    <p:sldId id="543" r:id="rId17"/>
    <p:sldId id="544" r:id="rId18"/>
    <p:sldId id="545" r:id="rId19"/>
    <p:sldId id="547" r:id="rId20"/>
    <p:sldId id="597" r:id="rId21"/>
    <p:sldId id="598" r:id="rId22"/>
    <p:sldId id="601" r:id="rId23"/>
    <p:sldId id="599" r:id="rId24"/>
    <p:sldId id="602" r:id="rId25"/>
    <p:sldId id="603" r:id="rId26"/>
    <p:sldId id="604" r:id="rId27"/>
    <p:sldId id="605" r:id="rId28"/>
    <p:sldId id="606" r:id="rId29"/>
    <p:sldId id="557" r:id="rId30"/>
    <p:sldId id="558" r:id="rId31"/>
    <p:sldId id="563" r:id="rId32"/>
    <p:sldId id="559" r:id="rId33"/>
    <p:sldId id="562" r:id="rId34"/>
    <p:sldId id="564" r:id="rId35"/>
    <p:sldId id="565" r:id="rId36"/>
    <p:sldId id="566" r:id="rId37"/>
    <p:sldId id="568" r:id="rId38"/>
    <p:sldId id="569" r:id="rId39"/>
    <p:sldId id="570" r:id="rId40"/>
    <p:sldId id="571" r:id="rId41"/>
    <p:sldId id="573" r:id="rId42"/>
    <p:sldId id="574" r:id="rId43"/>
    <p:sldId id="578" r:id="rId44"/>
    <p:sldId id="575" r:id="rId45"/>
    <p:sldId id="576" r:id="rId46"/>
    <p:sldId id="607" r:id="rId47"/>
    <p:sldId id="608" r:id="rId48"/>
    <p:sldId id="609" r:id="rId49"/>
    <p:sldId id="610" r:id="rId50"/>
    <p:sldId id="611" r:id="rId51"/>
    <p:sldId id="613" r:id="rId52"/>
    <p:sldId id="612" r:id="rId53"/>
    <p:sldId id="614" r:id="rId54"/>
    <p:sldId id="615" r:id="rId55"/>
    <p:sldId id="616" r:id="rId56"/>
    <p:sldId id="617" r:id="rId57"/>
    <p:sldId id="618" r:id="rId58"/>
    <p:sldId id="619"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B900FF"/>
    <a:srgbClr val="62FF00"/>
    <a:srgbClr val="00FF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88"/>
    <p:restoredTop sz="94618"/>
  </p:normalViewPr>
  <p:slideViewPr>
    <p:cSldViewPr snapToGrid="0">
      <p:cViewPr varScale="1">
        <p:scale>
          <a:sx n="111" d="100"/>
          <a:sy n="111" d="100"/>
        </p:scale>
        <p:origin x="156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10/17/26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F0653-908C-3CC2-075C-19573274ED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B0F49-5C6C-27F3-22E7-06D419A92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EA17F-A67A-CA61-90D8-1567182C52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791893-23C4-35E5-AF2A-85C618EA1646}"/>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262582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EAFDE-9C41-BD5D-6C14-B2ED2F9BC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2734F-0E37-D76D-303D-D32D7A0281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8C5D57-0AE0-2EBC-38CB-8302E466D8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6EBEA0-6CFA-B6A3-E2C5-606FA03940FD}"/>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4116697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47699-1BE9-86F4-C56D-3F84DB10B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EA474-6CD5-4E10-96DC-9BA587CCAB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7F297-40D0-8A4D-0E7C-4D096DDD8E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C98BD4-73A5-697C-7FC4-9DE95A180A4D}"/>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3265071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1F4B4-3041-0B8B-92C6-ABE529AF7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1A135-1DBB-E5D2-A96D-2585363881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A61DBD-2191-1947-DDD0-C40C275AB0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C9E4F5-FED4-81A7-85C1-F3BB8C4EF7A7}"/>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3299297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96FB7-BC1E-0290-D3F9-E60D3FEBF1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AD6BC-2DCA-8C2B-D256-31725C5DED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5A0F3-31DF-72B7-39A3-3436183353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CBE365-EBD0-03CC-369D-08F215AFF255}"/>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3626221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E23E9-198F-53F2-713D-9DA5881715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4DBCE-011E-E087-ADC6-AE94A9DEF5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55D1F-ACB5-10F8-4AD9-0C3E2BF50C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231CB0-C65F-0322-260F-3F7F45D84EBC}"/>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3880213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94C2-4875-8AD9-E67A-D6EDF223E9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972E3-812F-F3F9-3772-62BBC90D51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385F73-A632-B097-B799-00352B63F8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AE6398-F52C-19B7-C13C-A8B84F1FCB79}"/>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1565868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79DB6-4EAA-5056-4B1E-2DF51F6AF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14C5C-5714-9608-BB70-D0C0F9B0C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4CD504-A136-A325-A991-0AAD5A0399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BBA75B-AC39-5F35-574B-586DCE4934B8}"/>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925460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E1909-31B6-51E5-37FF-51CA4BD2B8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B4451-23F5-413B-B117-31F6B08CA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25599-AB3C-1A49-EA86-BB28A9488B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B73E45-B905-E1A9-E092-D552AAAB967A}"/>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1816223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C766C-3FF1-ED91-4F6A-AD8990E56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C46AC-63CB-ACCE-14B0-5C8447685C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DC58BC-90A0-C96E-6E7D-930AD6C083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BE66A2-BFD0-1E6C-4418-FAD04366C924}"/>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1911890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6FB8E-6C73-F888-D684-1020EF7400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57893-C08B-8F37-949D-4BBB9A268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63127D-A23A-3A45-6C5E-426E68D17A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BD4DD8-5458-C5D4-21EC-FDF2E77B75F8}"/>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470150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6B842-2CBA-40C6-E492-63A2FF14A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53D340-BEBB-4DC8-62E5-CBED675CAB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FF3C7B-A179-5430-98DD-E2C1A2B546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89333E-3D2E-E4D1-CB44-002813674DFC}"/>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12387459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9E5CE-01F1-4A68-C3B9-337EE0DBFB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37EAD-0EEF-608B-CE0A-A999B950B0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DA2DB-5F5C-F966-68AE-43CB413978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12C31A-EA34-770C-D379-3CD71BC55689}"/>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2041554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649E5-DC82-E43D-D166-D7DE7F5E3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C66F4-8356-2A00-4113-9F29A7AABA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F00C2E-FF77-6504-8602-509F0A241B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033F82-AAA5-C251-2AEC-374F1A77AA6F}"/>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1946593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63350-76B9-E850-0CE7-63D561715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3A82E-54F2-E763-626B-7B79F71765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CDE9E5-363F-80BF-7A42-F97062A208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DE994D-160D-69D1-4189-8772DEF354E5}"/>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4959536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5B673-A9EB-B8B0-B1A4-FC0EBA1FB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5AD70-2966-6445-2169-926614FBE5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C37A54-2596-5D52-731B-0732470583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021DBF-3F09-220F-F8EF-4BA81663E3D8}"/>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41493200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7819A-5C59-24A1-0B16-078EB9F4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3AFC6-4B45-30EE-3D53-C77E982AB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42A4E-BD41-BAEC-D64D-C4CEF5399B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1207ED-12B3-40DC-9DA0-1241448A8DBC}"/>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678351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01E42-8046-60E1-9383-CFAC9CB8B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174EF-3E74-FF25-7D8C-9AA8510BB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5F4BB-B66E-7A97-0CE6-B3B35E0DD1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9BF5AD-ED73-DC64-ABA8-2636D7AEFC22}"/>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19898741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59044-BA71-9689-E3B6-F3E46CE0E9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C9F67C-8AD2-42C9-E388-750C9FBB1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255E6-86D6-5BDE-957B-1C798CB726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93474C-D10C-39DE-5407-2369170244A5}"/>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36473049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ECE1F-A422-1E2B-8D2F-12DD9F5DC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7ADFD-97BA-D47E-0C93-0086248A7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B28DEB-21A8-DF7E-E4B9-53B76A1747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82E3BB-EA93-493F-5C97-3A6AC6977B04}"/>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10103778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7EA2E-9B22-C02D-76E9-7E53C31FE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E2F26-39AF-4FAF-FBDB-2902E4767B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2EB732-03B3-7499-A211-CCD6F43618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E704EF-8F91-24FB-435B-0E3735BC1B54}"/>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9197267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83F1F-6B3A-5A7A-8912-637A3CEBB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C8795-C9EE-1401-0194-983F3288D3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1B82E-2201-E743-7FD1-52A446A4A1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195D21-ADC6-63A6-C006-AFCDCFCDDB0E}"/>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41727970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A6744-44F6-7D88-E87C-C2A3D3027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D5541-C9C6-2095-2223-95CD235C54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01094F-5774-09BC-4A01-344E4FC389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DB1D40-C4EB-FA01-FC6B-485D69AC287B}"/>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36198067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80C44-2EFD-80D3-294B-491800ED30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29A02-F6D6-9B65-D1D8-CA89CD9A63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013C89-B7D0-26FD-B100-C27A234ADF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95B6D9-F456-EB86-D2F3-FD72AA100585}"/>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11511406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BC72B-5AAB-A9CC-8A18-DF6EBF51D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66732F-4BB1-3272-6028-7E8B67161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4C70F9-B678-1EFF-B58D-6772A342B2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AB1B86-B426-DB70-BDA9-5065FC14DFE2}"/>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31948721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E0C6B-B309-B51A-EDB3-FE45D30EF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C2B24-087E-2A92-6210-B666BC21E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FFC32B-9F9D-8518-ED67-0439716860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2FE4A6-9A59-0581-A741-A1C21163731F}"/>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16957771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01BA2-748B-AD53-DA96-2103BEC69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33449B-45BB-DB25-B2A5-31C8AB755C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7C1E8D-A080-87AD-DC4C-0A122ABB09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6D0C9C-1A05-53E3-6CCF-7B9F19189059}"/>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30284766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55A10-8351-5BCA-5034-F8138D721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0D1B0-E93B-5478-3115-20024486DF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1C034-FAC9-4E7A-E389-0AE6005D0A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28F086-3FDC-F88D-93A4-5B2AA1359F26}"/>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12173007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B49F1-D392-A9ED-62F6-CD3B4A2B92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37CBE3-DBDB-ABD4-4B23-05B7F827AA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65F76-B20B-AE05-7AD5-660AC5158C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4E25AE-E726-9A17-FD3E-F97D9779D8BA}"/>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25582911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C9033-0AEC-EDA2-43FE-EB938B2BC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60EB5B-7FE4-04AD-19F7-F399FD80D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86AE42-772A-B7C3-DDF3-C3FDB61297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6F1341-97E5-068E-EA6D-3838F011A1FD}"/>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36414422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96D8E-2D7B-B33E-5467-20AF994F45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F38E9-D904-FF40-9AF3-525B13EC10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7B269-37E2-19CC-EF96-753AA426BB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1237E7-1175-F48B-3E40-FF3AC87E9BCD}"/>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21027851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B620-1D69-A1B4-060C-E623116A6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C3094-95D7-4A44-3A99-F8544090B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A552F-6DC2-9784-B1B1-8D8B3EEFE3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50234B-45A0-D3C0-ED7C-13B340CF88A2}"/>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30915623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1DBC7-D6C4-4693-947F-878DEAE2F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17907-CED7-C222-BE1A-ABD613284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7E94E3-A45C-EE3D-FF45-3240D581C9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58CF4D-E428-94BC-AB45-DBE2411F8412}"/>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5720923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5E629-CDCC-0259-07E0-5DC614E4A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FB329-C24B-27FA-40EB-E2FD69819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92433-92F0-B30D-F8ED-5A2AA5425E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43118E-3994-E9EB-E125-FC9156F019EE}"/>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22222157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94D8D-BDE1-62F2-5E54-61E952F9C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25B7A-8E95-4B24-C60B-18B727515B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72D2D-2F7D-E610-CAFA-A825B2B43E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B13B03-7495-CD8B-78AD-02437682A8BE}"/>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17272440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3DCD0-FBBA-D58F-0AC7-6B3F484D9F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F4B25-DB47-D613-BEEB-C8CB31DE8D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AF6BA7-846D-C571-A73D-31E4765CA2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BB44FA-2FAA-DA51-BB5E-04F71C19B2F2}"/>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35652072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2C32A-E23E-6191-F615-0F477EB6E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CCAEE-667E-C51C-D7E4-249E5EA0E0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13CEAC-AF6D-2BCE-4FBA-D522E47150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846D32-8D8C-C60E-C8A4-AB223DB43147}"/>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8147517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212C7-0839-ABC1-EA3B-73D66C2E0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F8BC70-1FC9-6F79-7663-3B245AFBD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3D524-1692-78DA-5A6B-D6147C7C59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31A1B1-E2E3-5CBD-4CFF-494A5006CF9C}"/>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19413368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6DD1B-C624-2D7F-5120-DA8AFF919D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934D1D-F06A-AE6D-2D0F-EA3C59A090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932957-07EC-7930-A6DB-D908927102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CDEFDF-7DE1-B3B8-5B55-7E91D9336DC1}"/>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19748471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C9E32-FEE1-5B44-7EB6-1EF862C20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3DA45B-C48E-D84D-AEFD-2ABA1877CE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83D6F6-A0DF-DB32-2A5C-77608B961D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0059D0-4779-A19A-5054-5E1F45722598}"/>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32464794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CB763-9426-7B63-7E25-3AC6778049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A3961A-32F7-58D6-8334-6341499292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FBF483-FD84-3205-8A13-E2D64469A5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F3C0FF-DDA3-7421-0BFC-263C4FE66CAB}"/>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6663765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377A3-4DE6-4C62-08D9-C0F43C0D49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7D2DD2-B233-AC7A-70EA-6FB06297A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F79E6-5743-AFF2-6F52-6930FFF481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856AF8-B4D9-6BB0-1974-A004717D0C92}"/>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26666744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20404-946C-3B0A-5E22-E6AD629E1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8EB1D-4B21-9AB2-ADD7-9DF533112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8623D-3A04-7B9F-7A63-D8C33F4EC5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A1D1C9-B4D0-B6E7-F377-93826CE6A8FC}"/>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5247047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0E144-545A-3D0B-7805-7053D55DB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F5702C-DCB7-8D7C-47D8-2E3EC1FEB2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120398-63D2-3F3C-963D-25F0B45066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3226E7-4C5D-3BA5-ACBF-1C3B4DB0F4CB}"/>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26297249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A9075-255B-4509-C784-182A2B8C7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C74134-0BEC-736D-6102-68D430C05B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620DD0-1CF2-A1C1-023A-F27E2692DC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2DCD84-EFF4-3581-931F-AC4851BCA9C2}"/>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6151821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64E73-710D-019B-0D65-575505904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A5FF4-7E58-E22B-D2E9-C48AA8FC7C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4193C3-1529-75C6-A66C-358293221B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88011C-A8E6-2963-5168-E90219C1F327}"/>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3395713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140AB-DA29-1171-6954-60AA0CB48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ABEB7D-8ABE-296A-3DD7-3DB4BCAA8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725563-9F52-EDDC-397F-3ED864E07B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45BFF5-3950-DA85-A16F-33964CC19D89}"/>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12969550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169CF-0032-0964-254E-E7B47224F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6A2E59-3573-4D55-3E03-8D91F91938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C29D15-53B2-A2FE-8BB0-5EA5013806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D27B4C-9603-292F-2C44-C5E39574647E}"/>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26418490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01875-82F8-FC84-AACC-119A9F603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A21A0-6DF6-98BB-2A52-296A822B7A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E161B6-975F-F832-A6F0-546641A31D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9FEA95-9152-BD11-7250-8A9BD1C244D2}"/>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38223196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9C814-5E5A-DBF2-E518-A1AB4BEF6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E0B2B0-BD58-0B69-1A32-46FB2FACE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E7A14-A4AE-745D-9F9F-0688AC583C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0AD8CB-FEBA-29C8-1D53-E2C17A88FC4C}"/>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25997233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D0ED1-C8A1-3AD5-7412-50552A51C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8BDD3-C42B-CB92-BAD4-FE4A026A0E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7F2764-AC81-C0A6-837F-CF8BF009C8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08D58F-1F41-C792-51EB-B03ED28A72FF}"/>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15834216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0E2BB-FA0A-7F6E-0AD7-FF1D27DF1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DD419-EB87-9424-F64D-422ACB93A7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A8E57B-7A68-ED42-2DA2-AA8026D341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BB73F6-913C-0D8C-ADD0-02208595FDDF}"/>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9018537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5D22B-63E5-52ED-137C-3A5000AB29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3A194-6AB3-E082-FFCF-AFBA22E3D1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8E2FAD-9E82-2DF1-05F4-F6B972E3CC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8CE115-916F-9C42-25B2-C5DD473A8E7D}"/>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17085730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C5A87-FB64-B187-24C1-C32B51F9A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D5409-AB16-22EE-069E-A919F7DCFE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C4A438-0CCF-D9E3-A9D1-D496151C95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95C498-CB73-7375-FA31-AF94EFA19ACF}"/>
              </a:ext>
            </a:extLst>
          </p:cNvPr>
          <p:cNvSpPr>
            <a:spLocks noGrp="1"/>
          </p:cNvSpPr>
          <p:nvPr>
            <p:ph type="sldNum" sz="quarter" idx="5"/>
          </p:nvPr>
        </p:nvSpPr>
        <p:spPr/>
        <p:txBody>
          <a:bodyPr/>
          <a:lstStyle/>
          <a:p>
            <a:fld id="{C0E9560A-78B4-504A-9396-2AE516B1349B}" type="slidenum">
              <a:rPr lang="en-US" smtClean="0"/>
              <a:t>55</a:t>
            </a:fld>
            <a:endParaRPr lang="en-US"/>
          </a:p>
        </p:txBody>
      </p:sp>
    </p:spTree>
    <p:extLst>
      <p:ext uri="{BB962C8B-B14F-4D97-AF65-F5344CB8AC3E}">
        <p14:creationId xmlns:p14="http://schemas.microsoft.com/office/powerpoint/2010/main" val="20779979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F839-4050-E89C-9422-58F18EAC5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D407E2-245B-5647-CCA6-CCDB7C057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DC646B-2704-B9E2-E78B-E4A9A6B931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5C3E4A-3326-1184-B2DC-34822CCE0F0E}"/>
              </a:ext>
            </a:extLst>
          </p:cNvPr>
          <p:cNvSpPr>
            <a:spLocks noGrp="1"/>
          </p:cNvSpPr>
          <p:nvPr>
            <p:ph type="sldNum" sz="quarter" idx="5"/>
          </p:nvPr>
        </p:nvSpPr>
        <p:spPr/>
        <p:txBody>
          <a:bodyPr/>
          <a:lstStyle/>
          <a:p>
            <a:fld id="{C0E9560A-78B4-504A-9396-2AE516B1349B}" type="slidenum">
              <a:rPr lang="en-US" smtClean="0"/>
              <a:t>56</a:t>
            </a:fld>
            <a:endParaRPr lang="en-US"/>
          </a:p>
        </p:txBody>
      </p:sp>
    </p:spTree>
    <p:extLst>
      <p:ext uri="{BB962C8B-B14F-4D97-AF65-F5344CB8AC3E}">
        <p14:creationId xmlns:p14="http://schemas.microsoft.com/office/powerpoint/2010/main" val="279465808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F114C-BB57-8807-DC80-6C7D9197A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706E99-1D63-A94E-70E7-AAC8DC2EC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1D32A-DD18-C757-58AC-7C40F7343A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E7061F-BC0D-7752-08A2-DBAD23BC747F}"/>
              </a:ext>
            </a:extLst>
          </p:cNvPr>
          <p:cNvSpPr>
            <a:spLocks noGrp="1"/>
          </p:cNvSpPr>
          <p:nvPr>
            <p:ph type="sldNum" sz="quarter" idx="5"/>
          </p:nvPr>
        </p:nvSpPr>
        <p:spPr/>
        <p:txBody>
          <a:bodyPr/>
          <a:lstStyle/>
          <a:p>
            <a:fld id="{C0E9560A-78B4-504A-9396-2AE516B1349B}" type="slidenum">
              <a:rPr lang="en-US" smtClean="0"/>
              <a:t>57</a:t>
            </a:fld>
            <a:endParaRPr lang="en-US"/>
          </a:p>
        </p:txBody>
      </p:sp>
    </p:spTree>
    <p:extLst>
      <p:ext uri="{BB962C8B-B14F-4D97-AF65-F5344CB8AC3E}">
        <p14:creationId xmlns:p14="http://schemas.microsoft.com/office/powerpoint/2010/main" val="26436860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6AD4E-899B-31F5-B1EB-F94815A42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C09BA-D3B4-B0ED-25F3-73393D55F7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E586AF-9DCD-2290-5948-ABE4D4B34F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B42CE3-92FF-CE7F-9EB1-4184231806A5}"/>
              </a:ext>
            </a:extLst>
          </p:cNvPr>
          <p:cNvSpPr>
            <a:spLocks noGrp="1"/>
          </p:cNvSpPr>
          <p:nvPr>
            <p:ph type="sldNum" sz="quarter" idx="5"/>
          </p:nvPr>
        </p:nvSpPr>
        <p:spPr/>
        <p:txBody>
          <a:bodyPr/>
          <a:lstStyle/>
          <a:p>
            <a:fld id="{C0E9560A-78B4-504A-9396-2AE516B1349B}" type="slidenum">
              <a:rPr lang="en-US" smtClean="0"/>
              <a:t>58</a:t>
            </a:fld>
            <a:endParaRPr lang="en-US"/>
          </a:p>
        </p:txBody>
      </p:sp>
    </p:spTree>
    <p:extLst>
      <p:ext uri="{BB962C8B-B14F-4D97-AF65-F5344CB8AC3E}">
        <p14:creationId xmlns:p14="http://schemas.microsoft.com/office/powerpoint/2010/main" val="29101780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2" name="TextBox 1">
            <a:extLst>
              <a:ext uri="{FF2B5EF4-FFF2-40B4-BE49-F238E27FC236}">
                <a16:creationId xmlns:a16="http://schemas.microsoft.com/office/drawing/2014/main" id="{6FE247E9-E990-9201-6897-C677AABE10EC}"/>
              </a:ext>
            </a:extLst>
          </p:cNvPr>
          <p:cNvSpPr txBox="1"/>
          <p:nvPr userDrawn="1"/>
        </p:nvSpPr>
        <p:spPr>
          <a:xfrm>
            <a:off x="270933" y="166629"/>
            <a:ext cx="11650134" cy="523220"/>
          </a:xfrm>
          <a:prstGeom prst="rect">
            <a:avLst/>
          </a:prstGeom>
          <a:noFill/>
        </p:spPr>
        <p:txBody>
          <a:bodyPr wrap="square" rtlCol="0">
            <a:spAutoFit/>
          </a:bodyPr>
          <a:lstStyle/>
          <a:p>
            <a:r>
              <a:rPr lang="en-US" sz="1400" b="1" kern="1200" dirty="0">
                <a:solidFill>
                  <a:schemeClr val="tx1"/>
                </a:solidFill>
                <a:effectLst/>
                <a:latin typeface="+mn-lt"/>
                <a:ea typeface="+mn-ea"/>
                <a:cs typeface="+mn-cs"/>
              </a:rPr>
              <a:t>Killer Sudoku: Incomplete by </a:t>
            </a:r>
            <a:r>
              <a:rPr lang="en-US" sz="1400" b="1" kern="1200" dirty="0" err="1">
                <a:solidFill>
                  <a:schemeClr val="tx1"/>
                </a:solidFill>
                <a:effectLst/>
                <a:latin typeface="+mn-lt"/>
                <a:ea typeface="+mn-ea"/>
                <a:cs typeface="+mn-cs"/>
              </a:rPr>
              <a:t>CtC</a:t>
            </a:r>
            <a:endParaRPr lang="en-US" sz="1400" b="1" kern="1200" dirty="0">
              <a:solidFill>
                <a:schemeClr val="tx1"/>
              </a:solidFill>
              <a:effectLst/>
              <a:latin typeface="+mn-lt"/>
              <a:ea typeface="+mn-ea"/>
              <a:cs typeface="+mn-cs"/>
            </a:endParaRPr>
          </a:p>
          <a:p>
            <a:r>
              <a:rPr lang="en-US" sz="1400" b="0" kern="1200" dirty="0">
                <a:solidFill>
                  <a:schemeClr val="tx1"/>
                </a:solidFill>
                <a:effectLst/>
                <a:latin typeface="+mn-lt"/>
                <a:ea typeface="+mn-ea"/>
                <a:cs typeface="+mn-cs"/>
              </a:rPr>
              <a:t>Normal sudoku rules apply. Digits in a dotted cage cannot repeat and sum to the total shown.</a:t>
            </a:r>
          </a:p>
        </p:txBody>
      </p:sp>
      <p:pic>
        <p:nvPicPr>
          <p:cNvPr id="5" name="Picture 4">
            <a:extLst>
              <a:ext uri="{FF2B5EF4-FFF2-40B4-BE49-F238E27FC236}">
                <a16:creationId xmlns:a16="http://schemas.microsoft.com/office/drawing/2014/main" id="{7027D57B-E815-6B77-EECC-74C16D0D16E0}"/>
              </a:ext>
            </a:extLst>
          </p:cNvPr>
          <p:cNvPicPr>
            <a:picLocks noChangeAspect="1"/>
          </p:cNvPicPr>
          <p:nvPr userDrawn="1"/>
        </p:nvPicPr>
        <p:blipFill>
          <a:blip r:embed="rId2"/>
          <a:stretch>
            <a:fillRect/>
          </a:stretch>
        </p:blipFill>
        <p:spPr>
          <a:xfrm>
            <a:off x="3160975" y="757230"/>
            <a:ext cx="4540774" cy="4540774"/>
          </a:xfrm>
          <a:prstGeom prst="rect">
            <a:avLst/>
          </a:prstGeom>
        </p:spPr>
      </p:pic>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10/17/26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10/17/26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10/17/26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10/17/26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10/17/26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10/17/26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10/17/26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10/17/26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10/17/26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10/17/26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10/17/26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10/17/26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32EDB-5669-6F4F-7DA9-0226F3E0ABB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BF45AA-F6AA-2DE5-926F-68C14CE5A40B}"/>
              </a:ext>
            </a:extLst>
          </p:cNvPr>
          <p:cNvSpPr>
            <a:spLocks noGrp="1"/>
          </p:cNvSpPr>
          <p:nvPr>
            <p:ph sz="half" idx="1"/>
          </p:nvPr>
        </p:nvSpPr>
        <p:spPr/>
        <p:txBody>
          <a:bodyPr/>
          <a:lstStyle/>
          <a:p>
            <a:r>
              <a:rPr lang="en-US" dirty="0"/>
              <a:t>The top 6 blocks sum to 6×45 = 270. 270–(38+36+21+14+16+22+11+7+11+20+5+ 21+14+13+19) = 2.</a:t>
            </a:r>
          </a:p>
        </p:txBody>
      </p:sp>
      <p:pic>
        <p:nvPicPr>
          <p:cNvPr id="4" name="Picture 3" descr="A grid of sudoku puzzle&#10;&#10;Description automatically generated">
            <a:extLst>
              <a:ext uri="{FF2B5EF4-FFF2-40B4-BE49-F238E27FC236}">
                <a16:creationId xmlns:a16="http://schemas.microsoft.com/office/drawing/2014/main" id="{9E450028-95B3-2C24-5945-DC74E197F4C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6B39AE9-6B7C-7FFF-B24A-D857C92B672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C07FC23-81A8-6467-421E-E82D3560F7B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2A75D8F-4C7C-C054-C01A-D318498F79E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891E062-2BF9-7B77-ADDD-EEF50CB7C8F9}"/>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4229572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F2A70-E0DC-55A4-B18B-4C9887BDE6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FFC764-1865-614E-810C-47DFE81B50EE}"/>
              </a:ext>
            </a:extLst>
          </p:cNvPr>
          <p:cNvSpPr>
            <a:spLocks noGrp="1"/>
          </p:cNvSpPr>
          <p:nvPr>
            <p:ph sz="half" idx="1"/>
          </p:nvPr>
        </p:nvSpPr>
        <p:spPr/>
        <p:txBody>
          <a:bodyPr/>
          <a:lstStyle/>
          <a:p>
            <a:r>
              <a:rPr lang="en-US" dirty="0"/>
              <a:t>The top 3 blocks sum to 3×45 = 135. (38+36+21+14+16+11+7+{1}) – 135 = {9}.</a:t>
            </a:r>
          </a:p>
        </p:txBody>
      </p:sp>
      <p:pic>
        <p:nvPicPr>
          <p:cNvPr id="4" name="Picture 3" descr="A grid of sudoku puzzle&#10;&#10;Description automatically generated">
            <a:extLst>
              <a:ext uri="{FF2B5EF4-FFF2-40B4-BE49-F238E27FC236}">
                <a16:creationId xmlns:a16="http://schemas.microsoft.com/office/drawing/2014/main" id="{E3E36025-B90E-77C2-536E-0273B3B7DD8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EA3FCB7-E16C-602C-3B62-74475BDE128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31356D4-0E61-3BFB-154F-BF1C5BACC37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EAF8DA9-23D8-E7CD-88FD-0ED0F55F416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467DCED-9A6C-1E40-7FD0-E989E2A2C530}"/>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C7F83FCD-764C-09F6-0953-14F282F646B2}"/>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677D52DE-F6A5-31C1-BF64-65F22C047D1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722587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F90D2-4BE9-FDA1-E206-CAE6C7D1F1C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74C441-106B-C278-E43B-96032F441F93}"/>
              </a:ext>
            </a:extLst>
          </p:cNvPr>
          <p:cNvSpPr>
            <a:spLocks noGrp="1"/>
          </p:cNvSpPr>
          <p:nvPr>
            <p:ph sz="half" idx="1"/>
          </p:nvPr>
        </p:nvSpPr>
        <p:spPr/>
        <p:txBody>
          <a:bodyPr/>
          <a:lstStyle/>
          <a:p>
            <a:r>
              <a:rPr lang="en-US" dirty="0"/>
              <a:t>[22 in 4] -&gt; [21 in 3, no 9] is 678.</a:t>
            </a:r>
          </a:p>
        </p:txBody>
      </p:sp>
      <p:pic>
        <p:nvPicPr>
          <p:cNvPr id="4" name="Picture 3" descr="A grid of sudoku puzzle&#10;&#10;Description automatically generated">
            <a:extLst>
              <a:ext uri="{FF2B5EF4-FFF2-40B4-BE49-F238E27FC236}">
                <a16:creationId xmlns:a16="http://schemas.microsoft.com/office/drawing/2014/main" id="{8B6729B3-A49B-6BA9-D87D-F3E1351969B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A0C61CB-D2E3-F3A7-C15B-B8B4D508514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BE748CF-F1F1-DCD3-E610-B2A81572834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C19AEAD-C414-7006-A3BA-FB2A01F312C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5E2909F-1763-575D-E131-B2C48AD6239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99A1C44F-B2ED-D553-4C03-CF1ED6E67086}"/>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8B7CC318-381D-D6F1-9F52-1CD4DE1230F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425E15F5-C0F3-0851-60AB-D8CF40B391C4}"/>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1161F510-2D9B-3E58-188B-BD0EA8264055}"/>
              </a:ext>
            </a:extLst>
          </p:cNvPr>
          <p:cNvSpPr txBox="1"/>
          <p:nvPr/>
        </p:nvSpPr>
        <p:spPr>
          <a:xfrm>
            <a:off x="3640666" y="2905709"/>
            <a:ext cx="570089" cy="230832"/>
          </a:xfrm>
          <a:prstGeom prst="rect">
            <a:avLst/>
          </a:prstGeom>
          <a:noFill/>
        </p:spPr>
        <p:txBody>
          <a:bodyPr wrap="square" rtlCol="0">
            <a:spAutoFit/>
          </a:bodyPr>
          <a:lstStyle/>
          <a:p>
            <a:pPr algn="ctr"/>
            <a:r>
              <a:rPr lang="en-US" sz="900" dirty="0"/>
              <a:t>678</a:t>
            </a:r>
          </a:p>
        </p:txBody>
      </p:sp>
      <p:sp>
        <p:nvSpPr>
          <p:cNvPr id="12" name="TextBox 11">
            <a:extLst>
              <a:ext uri="{FF2B5EF4-FFF2-40B4-BE49-F238E27FC236}">
                <a16:creationId xmlns:a16="http://schemas.microsoft.com/office/drawing/2014/main" id="{2E8236B6-7810-FDCA-5CDF-778EE73B15D1}"/>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Tree>
    <p:extLst>
      <p:ext uri="{BB962C8B-B14F-4D97-AF65-F5344CB8AC3E}">
        <p14:creationId xmlns:p14="http://schemas.microsoft.com/office/powerpoint/2010/main" val="1881571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6FFA9-095B-1444-BF95-6148C8F93A9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7B78B2-7788-4149-3227-1056E8A51D78}"/>
              </a:ext>
            </a:extLst>
          </p:cNvPr>
          <p:cNvSpPr>
            <a:spLocks noGrp="1"/>
          </p:cNvSpPr>
          <p:nvPr>
            <p:ph sz="half" idx="1"/>
          </p:nvPr>
        </p:nvSpPr>
        <p:spPr/>
        <p:txBody>
          <a:bodyPr/>
          <a:lstStyle/>
          <a:p>
            <a:r>
              <a:rPr lang="en-US" dirty="0"/>
              <a:t>[38 in 8] contains all digits except 7. There is only one remaining place for the 1, and the two cells outside of [38 in 8] in the upper left block are determined.</a:t>
            </a:r>
          </a:p>
          <a:p>
            <a:r>
              <a:rPr lang="en-US" dirty="0"/>
              <a:t>The color highlights cells that are linked together as a group.</a:t>
            </a:r>
          </a:p>
        </p:txBody>
      </p:sp>
      <p:pic>
        <p:nvPicPr>
          <p:cNvPr id="4" name="Picture 3" descr="A grid of sudoku puzzle&#10;&#10;Description automatically generated">
            <a:extLst>
              <a:ext uri="{FF2B5EF4-FFF2-40B4-BE49-F238E27FC236}">
                <a16:creationId xmlns:a16="http://schemas.microsoft.com/office/drawing/2014/main" id="{0B6FFC0B-94D2-6155-8CB7-40F1C1E5456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B569CE7-CEC6-A346-4A5E-0A64EB1F23E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F12F553-3BB7-71EF-DCB3-6237953D8A5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17F6ED7-27D3-23B9-C3CC-1E8CF0E64BC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605611C-1A69-F84E-30A7-533C86F2754C}"/>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4F70DF77-7859-C4A2-FEB0-DA850510A819}"/>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EBD5DBCD-ECC3-44C2-A108-3EBE4E76937B}"/>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B5C0C7D1-8F9C-75BB-A31D-A9124777E1BC}"/>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E871902F-4C15-1833-C618-FA71D8B0C43E}"/>
              </a:ext>
            </a:extLst>
          </p:cNvPr>
          <p:cNvSpPr txBox="1"/>
          <p:nvPr/>
        </p:nvSpPr>
        <p:spPr>
          <a:xfrm>
            <a:off x="3640666" y="2905709"/>
            <a:ext cx="570089" cy="230832"/>
          </a:xfrm>
          <a:prstGeom prst="rect">
            <a:avLst/>
          </a:prstGeom>
          <a:noFill/>
        </p:spPr>
        <p:txBody>
          <a:bodyPr wrap="square" rtlCol="0">
            <a:spAutoFit/>
          </a:bodyPr>
          <a:lstStyle/>
          <a:p>
            <a:pPr algn="ctr"/>
            <a:r>
              <a:rPr lang="en-US" sz="900" dirty="0"/>
              <a:t>678</a:t>
            </a:r>
          </a:p>
        </p:txBody>
      </p:sp>
      <p:sp>
        <p:nvSpPr>
          <p:cNvPr id="12" name="TextBox 11">
            <a:extLst>
              <a:ext uri="{FF2B5EF4-FFF2-40B4-BE49-F238E27FC236}">
                <a16:creationId xmlns:a16="http://schemas.microsoft.com/office/drawing/2014/main" id="{14CE9367-D72B-2172-4405-C925EA432845}"/>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1E27F1E6-0379-AD36-0D00-0D88E432E7DE}"/>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3A9F58F3-2AA6-CF81-DE12-618478465163}"/>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234568</a:t>
            </a:r>
          </a:p>
        </p:txBody>
      </p:sp>
      <p:sp>
        <p:nvSpPr>
          <p:cNvPr id="15" name="TextBox 14">
            <a:extLst>
              <a:ext uri="{FF2B5EF4-FFF2-40B4-BE49-F238E27FC236}">
                <a16:creationId xmlns:a16="http://schemas.microsoft.com/office/drawing/2014/main" id="{C23AA61F-6DAF-5B80-E553-8AF3357D2FC9}"/>
              </a:ext>
            </a:extLst>
          </p:cNvPr>
          <p:cNvSpPr txBox="1"/>
          <p:nvPr/>
        </p:nvSpPr>
        <p:spPr>
          <a:xfrm>
            <a:off x="4143022" y="901933"/>
            <a:ext cx="570089" cy="230832"/>
          </a:xfrm>
          <a:prstGeom prst="rect">
            <a:avLst/>
          </a:prstGeom>
          <a:solidFill>
            <a:srgbClr val="62FF00">
              <a:alpha val="30196"/>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026C995B-B364-D2C1-8971-62436C84EBFD}"/>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34568</a:t>
            </a:r>
          </a:p>
        </p:txBody>
      </p:sp>
      <p:sp>
        <p:nvSpPr>
          <p:cNvPr id="17" name="TextBox 16">
            <a:extLst>
              <a:ext uri="{FF2B5EF4-FFF2-40B4-BE49-F238E27FC236}">
                <a16:creationId xmlns:a16="http://schemas.microsoft.com/office/drawing/2014/main" id="{A5279E6D-0996-8F69-2E3C-87FA5F20BF95}"/>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234568</a:t>
            </a:r>
          </a:p>
        </p:txBody>
      </p:sp>
      <p:sp>
        <p:nvSpPr>
          <p:cNvPr id="18" name="TextBox 17">
            <a:extLst>
              <a:ext uri="{FF2B5EF4-FFF2-40B4-BE49-F238E27FC236}">
                <a16:creationId xmlns:a16="http://schemas.microsoft.com/office/drawing/2014/main" id="{3000872D-9C74-7558-C787-9F110131C87C}"/>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234568</a:t>
            </a:r>
          </a:p>
        </p:txBody>
      </p:sp>
      <p:sp>
        <p:nvSpPr>
          <p:cNvPr id="19" name="TextBox 18">
            <a:extLst>
              <a:ext uri="{FF2B5EF4-FFF2-40B4-BE49-F238E27FC236}">
                <a16:creationId xmlns:a16="http://schemas.microsoft.com/office/drawing/2014/main" id="{B5B7E9DD-432A-17B0-B155-2B525A14D2B1}"/>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34568</a:t>
            </a:r>
          </a:p>
        </p:txBody>
      </p:sp>
      <p:sp>
        <p:nvSpPr>
          <p:cNvPr id="20" name="TextBox 19">
            <a:extLst>
              <a:ext uri="{FF2B5EF4-FFF2-40B4-BE49-F238E27FC236}">
                <a16:creationId xmlns:a16="http://schemas.microsoft.com/office/drawing/2014/main" id="{0CA2371A-67DB-1D43-180E-36966D3A45A9}"/>
              </a:ext>
            </a:extLst>
          </p:cNvPr>
          <p:cNvSpPr txBox="1"/>
          <p:nvPr/>
        </p:nvSpPr>
        <p:spPr>
          <a:xfrm>
            <a:off x="3640666" y="1903821"/>
            <a:ext cx="570089" cy="230832"/>
          </a:xfrm>
          <a:prstGeom prst="rect">
            <a:avLst/>
          </a:prstGeom>
          <a:noFill/>
        </p:spPr>
        <p:txBody>
          <a:bodyPr wrap="square" rtlCol="0">
            <a:spAutoFit/>
          </a:bodyPr>
          <a:lstStyle/>
          <a:p>
            <a:pPr algn="ctr"/>
            <a:r>
              <a:rPr lang="en-US" sz="900" dirty="0"/>
              <a:t>234568</a:t>
            </a:r>
          </a:p>
        </p:txBody>
      </p:sp>
      <p:sp>
        <p:nvSpPr>
          <p:cNvPr id="21" name="TextBox 20">
            <a:extLst>
              <a:ext uri="{FF2B5EF4-FFF2-40B4-BE49-F238E27FC236}">
                <a16:creationId xmlns:a16="http://schemas.microsoft.com/office/drawing/2014/main" id="{16F47640-741C-AC88-09EB-55BB5F602695}"/>
              </a:ext>
            </a:extLst>
          </p:cNvPr>
          <p:cNvSpPr txBox="1"/>
          <p:nvPr/>
        </p:nvSpPr>
        <p:spPr>
          <a:xfrm>
            <a:off x="4143022" y="1903821"/>
            <a:ext cx="570089" cy="230832"/>
          </a:xfrm>
          <a:prstGeom prst="rect">
            <a:avLst/>
          </a:prstGeom>
          <a:solidFill>
            <a:srgbClr val="62FF00">
              <a:alpha val="30196"/>
            </a:srgbClr>
          </a:solidFill>
        </p:spPr>
        <p:txBody>
          <a:bodyPr wrap="square" rtlCol="0">
            <a:spAutoFit/>
          </a:bodyPr>
          <a:lstStyle/>
          <a:p>
            <a:pPr algn="ctr"/>
            <a:r>
              <a:rPr lang="en-US" sz="900" dirty="0"/>
              <a:t>97</a:t>
            </a:r>
          </a:p>
        </p:txBody>
      </p:sp>
    </p:spTree>
    <p:extLst>
      <p:ext uri="{BB962C8B-B14F-4D97-AF65-F5344CB8AC3E}">
        <p14:creationId xmlns:p14="http://schemas.microsoft.com/office/powerpoint/2010/main" val="4234602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BDB4F-49FE-A23F-779A-3BC1B46C2A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7B0082-8661-CBDB-7FB3-FFCC7D794434}"/>
              </a:ext>
            </a:extLst>
          </p:cNvPr>
          <p:cNvSpPr>
            <a:spLocks noGrp="1"/>
          </p:cNvSpPr>
          <p:nvPr>
            <p:ph sz="half" idx="1"/>
          </p:nvPr>
        </p:nvSpPr>
        <p:spPr/>
        <p:txBody>
          <a:bodyPr/>
          <a:lstStyle/>
          <a:p>
            <a:r>
              <a:rPr lang="en-US" dirty="0"/>
              <a:t>[36 in 7] -&gt; [20 in 5, no 1] is 23456</a:t>
            </a:r>
          </a:p>
        </p:txBody>
      </p:sp>
      <p:pic>
        <p:nvPicPr>
          <p:cNvPr id="4" name="Picture 3" descr="A grid of sudoku puzzle&#10;&#10;Description automatically generated">
            <a:extLst>
              <a:ext uri="{FF2B5EF4-FFF2-40B4-BE49-F238E27FC236}">
                <a16:creationId xmlns:a16="http://schemas.microsoft.com/office/drawing/2014/main" id="{C2A0D265-676C-98D3-4CC4-1F09C9820ED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9A1F856-6CE9-DA49-7017-BB19B8523DB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A166AFD-C6FB-FC9D-6CC1-5A95172E46B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2E5A354-31EE-4494-B407-30A2E9AFE19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8BF229D-8C05-FD69-8574-66CDFDFE426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A5469FD3-DD4B-6DE7-A45C-AE4E21E85916}"/>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71605F2B-85F7-1E3C-A199-0ACABF3D324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43B43E58-C18B-8D46-555F-A4684456ED5C}"/>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E1C91B77-83B5-5D8A-F92A-2CAD6F5C4AF1}"/>
              </a:ext>
            </a:extLst>
          </p:cNvPr>
          <p:cNvSpPr txBox="1"/>
          <p:nvPr/>
        </p:nvSpPr>
        <p:spPr>
          <a:xfrm>
            <a:off x="3640666" y="2905709"/>
            <a:ext cx="570089" cy="230832"/>
          </a:xfrm>
          <a:prstGeom prst="rect">
            <a:avLst/>
          </a:prstGeom>
          <a:noFill/>
        </p:spPr>
        <p:txBody>
          <a:bodyPr wrap="square" rtlCol="0">
            <a:spAutoFit/>
          </a:bodyPr>
          <a:lstStyle/>
          <a:p>
            <a:pPr algn="ctr"/>
            <a:r>
              <a:rPr lang="en-US" sz="900" dirty="0"/>
              <a:t>678</a:t>
            </a:r>
          </a:p>
        </p:txBody>
      </p:sp>
      <p:sp>
        <p:nvSpPr>
          <p:cNvPr id="12" name="TextBox 11">
            <a:extLst>
              <a:ext uri="{FF2B5EF4-FFF2-40B4-BE49-F238E27FC236}">
                <a16:creationId xmlns:a16="http://schemas.microsoft.com/office/drawing/2014/main" id="{3F28B026-A296-CE5F-B6DE-CEED266E9E33}"/>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8841E2C2-AFBD-0A13-8C2E-330D73EE9D53}"/>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AF3FAB26-F8CE-149B-3465-8230F8E2C065}"/>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234568</a:t>
            </a:r>
          </a:p>
        </p:txBody>
      </p:sp>
      <p:sp>
        <p:nvSpPr>
          <p:cNvPr id="15" name="TextBox 14">
            <a:extLst>
              <a:ext uri="{FF2B5EF4-FFF2-40B4-BE49-F238E27FC236}">
                <a16:creationId xmlns:a16="http://schemas.microsoft.com/office/drawing/2014/main" id="{4CD43E86-95F5-42C2-9E25-70CACBF58D38}"/>
              </a:ext>
            </a:extLst>
          </p:cNvPr>
          <p:cNvSpPr txBox="1"/>
          <p:nvPr/>
        </p:nvSpPr>
        <p:spPr>
          <a:xfrm>
            <a:off x="4143022" y="901933"/>
            <a:ext cx="570089" cy="230832"/>
          </a:xfrm>
          <a:prstGeom prst="rect">
            <a:avLst/>
          </a:prstGeom>
          <a:solidFill>
            <a:srgbClr val="62FF00">
              <a:alpha val="30196"/>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5AA6FBDA-CD70-DDB0-1D5A-263A2862C489}"/>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34568</a:t>
            </a:r>
          </a:p>
        </p:txBody>
      </p:sp>
      <p:sp>
        <p:nvSpPr>
          <p:cNvPr id="17" name="TextBox 16">
            <a:extLst>
              <a:ext uri="{FF2B5EF4-FFF2-40B4-BE49-F238E27FC236}">
                <a16:creationId xmlns:a16="http://schemas.microsoft.com/office/drawing/2014/main" id="{9D6612C9-111B-F1EA-31F9-41DA911CAF0E}"/>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234568</a:t>
            </a:r>
          </a:p>
        </p:txBody>
      </p:sp>
      <p:sp>
        <p:nvSpPr>
          <p:cNvPr id="18" name="TextBox 17">
            <a:extLst>
              <a:ext uri="{FF2B5EF4-FFF2-40B4-BE49-F238E27FC236}">
                <a16:creationId xmlns:a16="http://schemas.microsoft.com/office/drawing/2014/main" id="{8A50A4CB-10AD-25F2-F362-77D1B5A12D47}"/>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234568</a:t>
            </a:r>
          </a:p>
        </p:txBody>
      </p:sp>
      <p:sp>
        <p:nvSpPr>
          <p:cNvPr id="19" name="TextBox 18">
            <a:extLst>
              <a:ext uri="{FF2B5EF4-FFF2-40B4-BE49-F238E27FC236}">
                <a16:creationId xmlns:a16="http://schemas.microsoft.com/office/drawing/2014/main" id="{688A5EC0-765A-E6EA-8793-B88F4C3FA463}"/>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34568</a:t>
            </a:r>
          </a:p>
        </p:txBody>
      </p:sp>
      <p:sp>
        <p:nvSpPr>
          <p:cNvPr id="20" name="TextBox 19">
            <a:extLst>
              <a:ext uri="{FF2B5EF4-FFF2-40B4-BE49-F238E27FC236}">
                <a16:creationId xmlns:a16="http://schemas.microsoft.com/office/drawing/2014/main" id="{35D6FECF-5559-CF66-C649-7A812D002E09}"/>
              </a:ext>
            </a:extLst>
          </p:cNvPr>
          <p:cNvSpPr txBox="1"/>
          <p:nvPr/>
        </p:nvSpPr>
        <p:spPr>
          <a:xfrm>
            <a:off x="3640666" y="1903821"/>
            <a:ext cx="570089" cy="230832"/>
          </a:xfrm>
          <a:prstGeom prst="rect">
            <a:avLst/>
          </a:prstGeom>
          <a:noFill/>
        </p:spPr>
        <p:txBody>
          <a:bodyPr wrap="square" rtlCol="0">
            <a:spAutoFit/>
          </a:bodyPr>
          <a:lstStyle/>
          <a:p>
            <a:pPr algn="ctr"/>
            <a:r>
              <a:rPr lang="en-US" sz="900" dirty="0"/>
              <a:t>234568</a:t>
            </a:r>
          </a:p>
        </p:txBody>
      </p:sp>
      <p:sp>
        <p:nvSpPr>
          <p:cNvPr id="21" name="TextBox 20">
            <a:extLst>
              <a:ext uri="{FF2B5EF4-FFF2-40B4-BE49-F238E27FC236}">
                <a16:creationId xmlns:a16="http://schemas.microsoft.com/office/drawing/2014/main" id="{A9C4F275-8A2D-82D4-FDAC-58E3C3F6A9F9}"/>
              </a:ext>
            </a:extLst>
          </p:cNvPr>
          <p:cNvSpPr txBox="1"/>
          <p:nvPr/>
        </p:nvSpPr>
        <p:spPr>
          <a:xfrm>
            <a:off x="4143022" y="1903821"/>
            <a:ext cx="570089" cy="230832"/>
          </a:xfrm>
          <a:prstGeom prst="rect">
            <a:avLst/>
          </a:prstGeom>
          <a:solidFill>
            <a:srgbClr val="62FF00">
              <a:alpha val="30196"/>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6A2DBE29-E871-A5D3-2B12-23CABFBA1F2A}"/>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23456</a:t>
            </a:r>
          </a:p>
        </p:txBody>
      </p:sp>
      <p:sp>
        <p:nvSpPr>
          <p:cNvPr id="23" name="TextBox 22">
            <a:extLst>
              <a:ext uri="{FF2B5EF4-FFF2-40B4-BE49-F238E27FC236}">
                <a16:creationId xmlns:a16="http://schemas.microsoft.com/office/drawing/2014/main" id="{EF071E96-B02E-6F9D-94C9-76601FE11D7B}"/>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23456</a:t>
            </a:r>
          </a:p>
        </p:txBody>
      </p:sp>
      <p:sp>
        <p:nvSpPr>
          <p:cNvPr id="24" name="TextBox 23">
            <a:extLst>
              <a:ext uri="{FF2B5EF4-FFF2-40B4-BE49-F238E27FC236}">
                <a16:creationId xmlns:a16="http://schemas.microsoft.com/office/drawing/2014/main" id="{E7000ECF-1B43-03E1-6D22-CDC2263FFC7C}"/>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23456</a:t>
            </a:r>
          </a:p>
        </p:txBody>
      </p:sp>
      <p:sp>
        <p:nvSpPr>
          <p:cNvPr id="25" name="TextBox 24">
            <a:extLst>
              <a:ext uri="{FF2B5EF4-FFF2-40B4-BE49-F238E27FC236}">
                <a16:creationId xmlns:a16="http://schemas.microsoft.com/office/drawing/2014/main" id="{B369955D-3499-6B43-9F0C-BEE29B8E092B}"/>
              </a:ext>
            </a:extLst>
          </p:cNvPr>
          <p:cNvSpPr txBox="1"/>
          <p:nvPr/>
        </p:nvSpPr>
        <p:spPr>
          <a:xfrm>
            <a:off x="4645378" y="1903821"/>
            <a:ext cx="570089" cy="230832"/>
          </a:xfrm>
          <a:prstGeom prst="rect">
            <a:avLst/>
          </a:prstGeom>
          <a:noFill/>
        </p:spPr>
        <p:txBody>
          <a:bodyPr wrap="square" rtlCol="0">
            <a:spAutoFit/>
          </a:bodyPr>
          <a:lstStyle/>
          <a:p>
            <a:pPr algn="ctr"/>
            <a:r>
              <a:rPr lang="en-US" sz="900" dirty="0"/>
              <a:t>23456</a:t>
            </a:r>
          </a:p>
        </p:txBody>
      </p:sp>
      <p:sp>
        <p:nvSpPr>
          <p:cNvPr id="26" name="TextBox 25">
            <a:extLst>
              <a:ext uri="{FF2B5EF4-FFF2-40B4-BE49-F238E27FC236}">
                <a16:creationId xmlns:a16="http://schemas.microsoft.com/office/drawing/2014/main" id="{826DEE9D-EEDB-FD90-6529-2E4BBAD50EE6}"/>
              </a:ext>
            </a:extLst>
          </p:cNvPr>
          <p:cNvSpPr txBox="1"/>
          <p:nvPr/>
        </p:nvSpPr>
        <p:spPr>
          <a:xfrm>
            <a:off x="5147734" y="1903821"/>
            <a:ext cx="570089" cy="230832"/>
          </a:xfrm>
          <a:prstGeom prst="rect">
            <a:avLst/>
          </a:prstGeom>
          <a:noFill/>
        </p:spPr>
        <p:txBody>
          <a:bodyPr wrap="square" rtlCol="0">
            <a:spAutoFit/>
          </a:bodyPr>
          <a:lstStyle/>
          <a:p>
            <a:pPr algn="ctr"/>
            <a:r>
              <a:rPr lang="en-US" sz="900" dirty="0"/>
              <a:t>23456</a:t>
            </a:r>
          </a:p>
        </p:txBody>
      </p:sp>
    </p:spTree>
    <p:extLst>
      <p:ext uri="{BB962C8B-B14F-4D97-AF65-F5344CB8AC3E}">
        <p14:creationId xmlns:p14="http://schemas.microsoft.com/office/powerpoint/2010/main" val="693929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5E83A-7D98-4E7C-7623-89D60C9C502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72FD5A-208D-540A-9290-B3C25960B600}"/>
              </a:ext>
            </a:extLst>
          </p:cNvPr>
          <p:cNvSpPr>
            <a:spLocks noGrp="1"/>
          </p:cNvSpPr>
          <p:nvPr>
            <p:ph sz="half" idx="1"/>
          </p:nvPr>
        </p:nvSpPr>
        <p:spPr/>
        <p:txBody>
          <a:bodyPr/>
          <a:lstStyle/>
          <a:p>
            <a:r>
              <a:rPr lang="en-US" dirty="0"/>
              <a:t>Complete the upper center block.</a:t>
            </a:r>
          </a:p>
          <a:p>
            <a:r>
              <a:rPr lang="en-US" dirty="0"/>
              <a:t>Then, complete the two 2-cages partially in that block.</a:t>
            </a:r>
          </a:p>
        </p:txBody>
      </p:sp>
      <p:pic>
        <p:nvPicPr>
          <p:cNvPr id="4" name="Picture 3" descr="A grid of sudoku puzzle&#10;&#10;Description automatically generated">
            <a:extLst>
              <a:ext uri="{FF2B5EF4-FFF2-40B4-BE49-F238E27FC236}">
                <a16:creationId xmlns:a16="http://schemas.microsoft.com/office/drawing/2014/main" id="{4C88DF68-3BCE-1AB8-2C22-2A8E974D459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8A7C68E-51A9-9319-51AB-8692FDDF223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A88E4EE-CE96-43AA-20FA-1307B5822D1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919A270-4B4D-CABA-20EE-E8BEF521CA3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4B99918-58E0-B237-4081-840351F9DA4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5F3A6EEE-96B2-2CF6-ECEB-AE6741E768CB}"/>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B2944DC3-189E-56F5-3ACA-E4E0AF81FA7F}"/>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87CD88E3-A653-1026-4503-8861E99B7F5C}"/>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40B755DB-E235-B73D-1575-B1DCA28FCEA4}"/>
              </a:ext>
            </a:extLst>
          </p:cNvPr>
          <p:cNvSpPr txBox="1"/>
          <p:nvPr/>
        </p:nvSpPr>
        <p:spPr>
          <a:xfrm>
            <a:off x="3640666" y="2905709"/>
            <a:ext cx="570089" cy="230832"/>
          </a:xfrm>
          <a:prstGeom prst="rect">
            <a:avLst/>
          </a:prstGeom>
          <a:noFill/>
        </p:spPr>
        <p:txBody>
          <a:bodyPr wrap="square" rtlCol="0">
            <a:spAutoFit/>
          </a:bodyPr>
          <a:lstStyle/>
          <a:p>
            <a:pPr algn="ctr"/>
            <a:r>
              <a:rPr lang="en-US" sz="900" dirty="0"/>
              <a:t>678</a:t>
            </a:r>
          </a:p>
        </p:txBody>
      </p:sp>
      <p:sp>
        <p:nvSpPr>
          <p:cNvPr id="12" name="TextBox 11">
            <a:extLst>
              <a:ext uri="{FF2B5EF4-FFF2-40B4-BE49-F238E27FC236}">
                <a16:creationId xmlns:a16="http://schemas.microsoft.com/office/drawing/2014/main" id="{B9582E66-1434-C5E8-30FB-A80DAA2575CB}"/>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34DCAAD6-C7A7-7E6F-19AE-92485D9CD0A7}"/>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CDE16805-EC91-2D5D-F75C-CFBD5331D5B3}"/>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234568</a:t>
            </a:r>
          </a:p>
        </p:txBody>
      </p:sp>
      <p:sp>
        <p:nvSpPr>
          <p:cNvPr id="16" name="TextBox 15">
            <a:extLst>
              <a:ext uri="{FF2B5EF4-FFF2-40B4-BE49-F238E27FC236}">
                <a16:creationId xmlns:a16="http://schemas.microsoft.com/office/drawing/2014/main" id="{B4706A24-544D-1AC9-284E-0392AB5024F1}"/>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34568</a:t>
            </a:r>
          </a:p>
        </p:txBody>
      </p:sp>
      <p:sp>
        <p:nvSpPr>
          <p:cNvPr id="17" name="TextBox 16">
            <a:extLst>
              <a:ext uri="{FF2B5EF4-FFF2-40B4-BE49-F238E27FC236}">
                <a16:creationId xmlns:a16="http://schemas.microsoft.com/office/drawing/2014/main" id="{BDD1F491-7E5C-D8E0-F84C-E9066FE245FA}"/>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234568</a:t>
            </a:r>
          </a:p>
        </p:txBody>
      </p:sp>
      <p:sp>
        <p:nvSpPr>
          <p:cNvPr id="18" name="TextBox 17">
            <a:extLst>
              <a:ext uri="{FF2B5EF4-FFF2-40B4-BE49-F238E27FC236}">
                <a16:creationId xmlns:a16="http://schemas.microsoft.com/office/drawing/2014/main" id="{FCF8C182-DB1E-5450-29EF-82E0CCFB1270}"/>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234568</a:t>
            </a:r>
          </a:p>
        </p:txBody>
      </p:sp>
      <p:sp>
        <p:nvSpPr>
          <p:cNvPr id="19" name="TextBox 18">
            <a:extLst>
              <a:ext uri="{FF2B5EF4-FFF2-40B4-BE49-F238E27FC236}">
                <a16:creationId xmlns:a16="http://schemas.microsoft.com/office/drawing/2014/main" id="{D5EFCFEA-A3E8-5132-3D81-94ACE7DEEFFD}"/>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34568</a:t>
            </a:r>
          </a:p>
        </p:txBody>
      </p:sp>
      <p:sp>
        <p:nvSpPr>
          <p:cNvPr id="20" name="TextBox 19">
            <a:extLst>
              <a:ext uri="{FF2B5EF4-FFF2-40B4-BE49-F238E27FC236}">
                <a16:creationId xmlns:a16="http://schemas.microsoft.com/office/drawing/2014/main" id="{FF0F1337-CE14-1310-8631-541225ECB3A9}"/>
              </a:ext>
            </a:extLst>
          </p:cNvPr>
          <p:cNvSpPr txBox="1"/>
          <p:nvPr/>
        </p:nvSpPr>
        <p:spPr>
          <a:xfrm>
            <a:off x="3640666" y="1903821"/>
            <a:ext cx="570089" cy="230832"/>
          </a:xfrm>
          <a:prstGeom prst="rect">
            <a:avLst/>
          </a:prstGeom>
          <a:noFill/>
        </p:spPr>
        <p:txBody>
          <a:bodyPr wrap="square" rtlCol="0">
            <a:spAutoFit/>
          </a:bodyPr>
          <a:lstStyle/>
          <a:p>
            <a:pPr algn="ctr"/>
            <a:r>
              <a:rPr lang="en-US" sz="900" dirty="0"/>
              <a:t>234568</a:t>
            </a:r>
          </a:p>
        </p:txBody>
      </p:sp>
      <p:sp>
        <p:nvSpPr>
          <p:cNvPr id="22" name="TextBox 21">
            <a:extLst>
              <a:ext uri="{FF2B5EF4-FFF2-40B4-BE49-F238E27FC236}">
                <a16:creationId xmlns:a16="http://schemas.microsoft.com/office/drawing/2014/main" id="{A5982578-4C89-3916-0CD2-09D86A09E77E}"/>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23456</a:t>
            </a:r>
          </a:p>
        </p:txBody>
      </p:sp>
      <p:sp>
        <p:nvSpPr>
          <p:cNvPr id="23" name="TextBox 22">
            <a:extLst>
              <a:ext uri="{FF2B5EF4-FFF2-40B4-BE49-F238E27FC236}">
                <a16:creationId xmlns:a16="http://schemas.microsoft.com/office/drawing/2014/main" id="{4734CBE8-F2C6-0322-C114-525262565536}"/>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23456</a:t>
            </a:r>
          </a:p>
        </p:txBody>
      </p:sp>
      <p:sp>
        <p:nvSpPr>
          <p:cNvPr id="24" name="TextBox 23">
            <a:extLst>
              <a:ext uri="{FF2B5EF4-FFF2-40B4-BE49-F238E27FC236}">
                <a16:creationId xmlns:a16="http://schemas.microsoft.com/office/drawing/2014/main" id="{4EEB6610-A35A-804A-10F8-65FEF5D5B44A}"/>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23456</a:t>
            </a:r>
          </a:p>
        </p:txBody>
      </p:sp>
      <p:sp>
        <p:nvSpPr>
          <p:cNvPr id="25" name="TextBox 24">
            <a:extLst>
              <a:ext uri="{FF2B5EF4-FFF2-40B4-BE49-F238E27FC236}">
                <a16:creationId xmlns:a16="http://schemas.microsoft.com/office/drawing/2014/main" id="{E8858241-B983-C131-A383-230C612B1071}"/>
              </a:ext>
            </a:extLst>
          </p:cNvPr>
          <p:cNvSpPr txBox="1"/>
          <p:nvPr/>
        </p:nvSpPr>
        <p:spPr>
          <a:xfrm>
            <a:off x="4645378" y="1903821"/>
            <a:ext cx="570089" cy="230832"/>
          </a:xfrm>
          <a:prstGeom prst="rect">
            <a:avLst/>
          </a:prstGeom>
          <a:noFill/>
        </p:spPr>
        <p:txBody>
          <a:bodyPr wrap="square" rtlCol="0">
            <a:spAutoFit/>
          </a:bodyPr>
          <a:lstStyle/>
          <a:p>
            <a:pPr algn="ctr"/>
            <a:r>
              <a:rPr lang="en-US" sz="900" dirty="0"/>
              <a:t>23456</a:t>
            </a:r>
          </a:p>
        </p:txBody>
      </p:sp>
      <p:sp>
        <p:nvSpPr>
          <p:cNvPr id="26" name="TextBox 25">
            <a:extLst>
              <a:ext uri="{FF2B5EF4-FFF2-40B4-BE49-F238E27FC236}">
                <a16:creationId xmlns:a16="http://schemas.microsoft.com/office/drawing/2014/main" id="{5890A075-0596-7C19-A6DB-557B1081705D}"/>
              </a:ext>
            </a:extLst>
          </p:cNvPr>
          <p:cNvSpPr txBox="1"/>
          <p:nvPr/>
        </p:nvSpPr>
        <p:spPr>
          <a:xfrm>
            <a:off x="5147734" y="1903821"/>
            <a:ext cx="570089" cy="230832"/>
          </a:xfrm>
          <a:prstGeom prst="rect">
            <a:avLst/>
          </a:prstGeom>
          <a:noFill/>
        </p:spPr>
        <p:txBody>
          <a:bodyPr wrap="square" rtlCol="0">
            <a:spAutoFit/>
          </a:bodyPr>
          <a:lstStyle/>
          <a:p>
            <a:pPr algn="ctr"/>
            <a:r>
              <a:rPr lang="en-US" sz="900" dirty="0"/>
              <a:t>23456</a:t>
            </a:r>
          </a:p>
        </p:txBody>
      </p:sp>
      <p:sp>
        <p:nvSpPr>
          <p:cNvPr id="27" name="TextBox 26">
            <a:extLst>
              <a:ext uri="{FF2B5EF4-FFF2-40B4-BE49-F238E27FC236}">
                <a16:creationId xmlns:a16="http://schemas.microsoft.com/office/drawing/2014/main" id="{A9F20AD6-80DF-AFF9-F078-B9A658724086}"/>
              </a:ext>
            </a:extLst>
          </p:cNvPr>
          <p:cNvSpPr txBox="1"/>
          <p:nvPr/>
        </p:nvSpPr>
        <p:spPr>
          <a:xfrm>
            <a:off x="5650090" y="901933"/>
            <a:ext cx="570089" cy="230832"/>
          </a:xfrm>
          <a:prstGeom prst="rect">
            <a:avLst/>
          </a:prstGeom>
          <a:noFill/>
        </p:spPr>
        <p:txBody>
          <a:bodyPr wrap="square" rtlCol="0">
            <a:spAutoFit/>
          </a:bodyPr>
          <a:lstStyle/>
          <a:p>
            <a:pPr algn="ctr"/>
            <a:r>
              <a:rPr lang="en-US" sz="900" dirty="0"/>
              <a:t>789</a:t>
            </a:r>
          </a:p>
        </p:txBody>
      </p:sp>
      <p:sp>
        <p:nvSpPr>
          <p:cNvPr id="28" name="TextBox 27">
            <a:extLst>
              <a:ext uri="{FF2B5EF4-FFF2-40B4-BE49-F238E27FC236}">
                <a16:creationId xmlns:a16="http://schemas.microsoft.com/office/drawing/2014/main" id="{CA5730CE-0F7A-DE65-7511-E4F8D2DC4CD2}"/>
              </a:ext>
            </a:extLst>
          </p:cNvPr>
          <p:cNvSpPr txBox="1"/>
          <p:nvPr/>
        </p:nvSpPr>
        <p:spPr>
          <a:xfrm>
            <a:off x="5650090" y="1402877"/>
            <a:ext cx="570089" cy="230832"/>
          </a:xfrm>
          <a:prstGeom prst="rect">
            <a:avLst/>
          </a:prstGeom>
          <a:noFill/>
        </p:spPr>
        <p:txBody>
          <a:bodyPr wrap="square" rtlCol="0">
            <a:spAutoFit/>
          </a:bodyPr>
          <a:lstStyle/>
          <a:p>
            <a:pPr algn="ctr"/>
            <a:r>
              <a:rPr lang="en-US" sz="900" dirty="0"/>
              <a:t>89</a:t>
            </a:r>
          </a:p>
        </p:txBody>
      </p:sp>
      <p:sp>
        <p:nvSpPr>
          <p:cNvPr id="29" name="TextBox 28">
            <a:extLst>
              <a:ext uri="{FF2B5EF4-FFF2-40B4-BE49-F238E27FC236}">
                <a16:creationId xmlns:a16="http://schemas.microsoft.com/office/drawing/2014/main" id="{59CDFB0E-BCF7-89B4-6445-02E603DE2922}"/>
              </a:ext>
            </a:extLst>
          </p:cNvPr>
          <p:cNvSpPr txBox="1"/>
          <p:nvPr/>
        </p:nvSpPr>
        <p:spPr>
          <a:xfrm>
            <a:off x="6152446" y="1402877"/>
            <a:ext cx="570089" cy="230832"/>
          </a:xfrm>
          <a:prstGeom prst="rect">
            <a:avLst/>
          </a:prstGeom>
          <a:noFill/>
        </p:spPr>
        <p:txBody>
          <a:bodyPr wrap="square" rtlCol="0">
            <a:spAutoFit/>
          </a:bodyPr>
          <a:lstStyle/>
          <a:p>
            <a:pPr algn="ctr"/>
            <a:r>
              <a:rPr lang="en-US" sz="900" dirty="0"/>
              <a:t>65</a:t>
            </a:r>
          </a:p>
        </p:txBody>
      </p:sp>
      <p:sp>
        <p:nvSpPr>
          <p:cNvPr id="30" name="TextBox 29">
            <a:extLst>
              <a:ext uri="{FF2B5EF4-FFF2-40B4-BE49-F238E27FC236}">
                <a16:creationId xmlns:a16="http://schemas.microsoft.com/office/drawing/2014/main" id="{3F5E2455-A3A1-70A4-BA69-2241FA13F8A9}"/>
              </a:ext>
            </a:extLst>
          </p:cNvPr>
          <p:cNvSpPr txBox="1"/>
          <p:nvPr/>
        </p:nvSpPr>
        <p:spPr>
          <a:xfrm>
            <a:off x="5650090" y="1903821"/>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479F3E99-99D3-9F4E-ABED-59F50C0BE2A1}"/>
              </a:ext>
            </a:extLst>
          </p:cNvPr>
          <p:cNvSpPr txBox="1"/>
          <p:nvPr/>
        </p:nvSpPr>
        <p:spPr>
          <a:xfrm>
            <a:off x="6152446" y="1903821"/>
            <a:ext cx="570089" cy="230832"/>
          </a:xfrm>
          <a:prstGeom prst="rect">
            <a:avLst/>
          </a:prstGeom>
          <a:noFill/>
        </p:spPr>
        <p:txBody>
          <a:bodyPr wrap="square" rtlCol="0">
            <a:spAutoFit/>
          </a:bodyPr>
          <a:lstStyle/>
          <a:p>
            <a:pPr algn="ctr"/>
            <a:r>
              <a:rPr lang="en-US" sz="900" dirty="0"/>
              <a:t>432</a:t>
            </a:r>
          </a:p>
        </p:txBody>
      </p:sp>
      <p:sp>
        <p:nvSpPr>
          <p:cNvPr id="32" name="TextBox 31">
            <a:extLst>
              <a:ext uri="{FF2B5EF4-FFF2-40B4-BE49-F238E27FC236}">
                <a16:creationId xmlns:a16="http://schemas.microsoft.com/office/drawing/2014/main" id="{9CA11A76-97D5-4467-8FC4-337845D40334}"/>
              </a:ext>
            </a:extLst>
          </p:cNvPr>
          <p:cNvSpPr txBox="1"/>
          <p:nvPr/>
        </p:nvSpPr>
        <p:spPr>
          <a:xfrm>
            <a:off x="4143022" y="901933"/>
            <a:ext cx="570089" cy="230832"/>
          </a:xfrm>
          <a:prstGeom prst="rect">
            <a:avLst/>
          </a:prstGeom>
          <a:solidFill>
            <a:srgbClr val="62FF00">
              <a:alpha val="30196"/>
            </a:srgbClr>
          </a:solid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A290F640-E942-9E99-EA4D-B45D428AD279}"/>
              </a:ext>
            </a:extLst>
          </p:cNvPr>
          <p:cNvSpPr txBox="1"/>
          <p:nvPr/>
        </p:nvSpPr>
        <p:spPr>
          <a:xfrm>
            <a:off x="4143022" y="1903821"/>
            <a:ext cx="570089" cy="230832"/>
          </a:xfrm>
          <a:prstGeom prst="rect">
            <a:avLst/>
          </a:prstGeom>
          <a:solidFill>
            <a:srgbClr val="62FF00">
              <a:alpha val="30196"/>
            </a:srgbClr>
          </a:solidFill>
        </p:spPr>
        <p:txBody>
          <a:bodyPr wrap="square" rtlCol="0">
            <a:spAutoFit/>
          </a:bodyPr>
          <a:lstStyle/>
          <a:p>
            <a:pPr algn="ctr"/>
            <a:r>
              <a:rPr lang="en-US" sz="900" dirty="0"/>
              <a:t>97</a:t>
            </a:r>
          </a:p>
        </p:txBody>
      </p:sp>
    </p:spTree>
    <p:extLst>
      <p:ext uri="{BB962C8B-B14F-4D97-AF65-F5344CB8AC3E}">
        <p14:creationId xmlns:p14="http://schemas.microsoft.com/office/powerpoint/2010/main" val="92006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4F300-A7B9-8632-2168-8D62DB06E8C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CC2AF2-E529-921F-14B9-3A5C1E7FB3B0}"/>
              </a:ext>
            </a:extLst>
          </p:cNvPr>
          <p:cNvSpPr>
            <a:spLocks noGrp="1"/>
          </p:cNvSpPr>
          <p:nvPr>
            <p:ph sz="half" idx="1"/>
          </p:nvPr>
        </p:nvSpPr>
        <p:spPr/>
        <p:txBody>
          <a:bodyPr/>
          <a:lstStyle/>
          <a:p>
            <a:r>
              <a:rPr lang="en-US" dirty="0"/>
              <a:t>[16 in 2] is 79.</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07A7267B-B574-9809-8CCF-7CFBF61A56F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E722C39-0E02-F7A9-A31A-9076E21B133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AC937F9-BB50-766F-FD5D-3132B272B93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A5B5A84-505C-2320-3210-EC4DCFE2350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56D90B4-9C87-CF9E-2ED5-1A8CE4291E55}"/>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9DE635F7-D312-BF04-2D54-4D2D38B6B535}"/>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6DFFA5C8-04E0-D0CB-CC61-BF1AAAA3035B}"/>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4B486B8-17EF-D776-3E4C-6D6E478D0C7B}"/>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B5EAA1A3-B147-DDE4-3E36-A4CBF806CA14}"/>
              </a:ext>
            </a:extLst>
          </p:cNvPr>
          <p:cNvSpPr txBox="1"/>
          <p:nvPr/>
        </p:nvSpPr>
        <p:spPr>
          <a:xfrm>
            <a:off x="3640666" y="2905709"/>
            <a:ext cx="570089" cy="230832"/>
          </a:xfrm>
          <a:prstGeom prst="rect">
            <a:avLst/>
          </a:prstGeom>
          <a:noFill/>
        </p:spPr>
        <p:txBody>
          <a:bodyPr wrap="square" rtlCol="0">
            <a:spAutoFit/>
          </a:bodyPr>
          <a:lstStyle/>
          <a:p>
            <a:pPr algn="ctr"/>
            <a:r>
              <a:rPr lang="en-US" sz="900" dirty="0"/>
              <a:t>678</a:t>
            </a:r>
          </a:p>
        </p:txBody>
      </p:sp>
      <p:sp>
        <p:nvSpPr>
          <p:cNvPr id="12" name="TextBox 11">
            <a:extLst>
              <a:ext uri="{FF2B5EF4-FFF2-40B4-BE49-F238E27FC236}">
                <a16:creationId xmlns:a16="http://schemas.microsoft.com/office/drawing/2014/main" id="{0422ACDE-FDC7-9F42-A7D4-02C7AC55567B}"/>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AEBC7F2B-DE3B-670F-AFC0-78B773B44401}"/>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A2891861-0D98-AFCF-B696-96F8F72E8435}"/>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234568</a:t>
            </a:r>
          </a:p>
        </p:txBody>
      </p:sp>
      <p:sp>
        <p:nvSpPr>
          <p:cNvPr id="16" name="TextBox 15">
            <a:extLst>
              <a:ext uri="{FF2B5EF4-FFF2-40B4-BE49-F238E27FC236}">
                <a16:creationId xmlns:a16="http://schemas.microsoft.com/office/drawing/2014/main" id="{CAF777FF-A4D1-04A2-204B-3C56A3AE2F31}"/>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34568</a:t>
            </a:r>
          </a:p>
        </p:txBody>
      </p:sp>
      <p:sp>
        <p:nvSpPr>
          <p:cNvPr id="17" name="TextBox 16">
            <a:extLst>
              <a:ext uri="{FF2B5EF4-FFF2-40B4-BE49-F238E27FC236}">
                <a16:creationId xmlns:a16="http://schemas.microsoft.com/office/drawing/2014/main" id="{D07D32F6-D498-A149-40CF-63A04A0CC1E6}"/>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234568</a:t>
            </a:r>
          </a:p>
        </p:txBody>
      </p:sp>
      <p:sp>
        <p:nvSpPr>
          <p:cNvPr id="18" name="TextBox 17">
            <a:extLst>
              <a:ext uri="{FF2B5EF4-FFF2-40B4-BE49-F238E27FC236}">
                <a16:creationId xmlns:a16="http://schemas.microsoft.com/office/drawing/2014/main" id="{EC07B617-C701-A7FF-9A83-D6BA22BB1860}"/>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234568</a:t>
            </a:r>
          </a:p>
        </p:txBody>
      </p:sp>
      <p:sp>
        <p:nvSpPr>
          <p:cNvPr id="19" name="TextBox 18">
            <a:extLst>
              <a:ext uri="{FF2B5EF4-FFF2-40B4-BE49-F238E27FC236}">
                <a16:creationId xmlns:a16="http://schemas.microsoft.com/office/drawing/2014/main" id="{343241F7-C4FE-A1B1-9D7F-1E7F23F41F16}"/>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34568</a:t>
            </a:r>
          </a:p>
        </p:txBody>
      </p:sp>
      <p:sp>
        <p:nvSpPr>
          <p:cNvPr id="20" name="TextBox 19">
            <a:extLst>
              <a:ext uri="{FF2B5EF4-FFF2-40B4-BE49-F238E27FC236}">
                <a16:creationId xmlns:a16="http://schemas.microsoft.com/office/drawing/2014/main" id="{2148562F-AC00-B725-349D-47EF26667239}"/>
              </a:ext>
            </a:extLst>
          </p:cNvPr>
          <p:cNvSpPr txBox="1"/>
          <p:nvPr/>
        </p:nvSpPr>
        <p:spPr>
          <a:xfrm>
            <a:off x="3640666" y="1903821"/>
            <a:ext cx="570089" cy="230832"/>
          </a:xfrm>
          <a:prstGeom prst="rect">
            <a:avLst/>
          </a:prstGeom>
          <a:noFill/>
        </p:spPr>
        <p:txBody>
          <a:bodyPr wrap="square" rtlCol="0">
            <a:spAutoFit/>
          </a:bodyPr>
          <a:lstStyle/>
          <a:p>
            <a:pPr algn="ctr"/>
            <a:r>
              <a:rPr lang="en-US" sz="900" dirty="0"/>
              <a:t>234568</a:t>
            </a:r>
          </a:p>
        </p:txBody>
      </p:sp>
      <p:sp>
        <p:nvSpPr>
          <p:cNvPr id="22" name="TextBox 21">
            <a:extLst>
              <a:ext uri="{FF2B5EF4-FFF2-40B4-BE49-F238E27FC236}">
                <a16:creationId xmlns:a16="http://schemas.microsoft.com/office/drawing/2014/main" id="{17C477BF-B44C-0DBD-7597-B880699FF65C}"/>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23456</a:t>
            </a:r>
          </a:p>
        </p:txBody>
      </p:sp>
      <p:sp>
        <p:nvSpPr>
          <p:cNvPr id="23" name="TextBox 22">
            <a:extLst>
              <a:ext uri="{FF2B5EF4-FFF2-40B4-BE49-F238E27FC236}">
                <a16:creationId xmlns:a16="http://schemas.microsoft.com/office/drawing/2014/main" id="{D1F46ACB-FFE2-6ECF-6BEB-F23DD4426D61}"/>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23456</a:t>
            </a:r>
          </a:p>
        </p:txBody>
      </p:sp>
      <p:sp>
        <p:nvSpPr>
          <p:cNvPr id="24" name="TextBox 23">
            <a:extLst>
              <a:ext uri="{FF2B5EF4-FFF2-40B4-BE49-F238E27FC236}">
                <a16:creationId xmlns:a16="http://schemas.microsoft.com/office/drawing/2014/main" id="{85F8B9BF-E2DA-51FE-4553-DE2410F4AE96}"/>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23456</a:t>
            </a:r>
          </a:p>
        </p:txBody>
      </p:sp>
      <p:sp>
        <p:nvSpPr>
          <p:cNvPr id="25" name="TextBox 24">
            <a:extLst>
              <a:ext uri="{FF2B5EF4-FFF2-40B4-BE49-F238E27FC236}">
                <a16:creationId xmlns:a16="http://schemas.microsoft.com/office/drawing/2014/main" id="{94A4959E-949D-A838-9BEA-4C1696C80949}"/>
              </a:ext>
            </a:extLst>
          </p:cNvPr>
          <p:cNvSpPr txBox="1"/>
          <p:nvPr/>
        </p:nvSpPr>
        <p:spPr>
          <a:xfrm>
            <a:off x="4645378" y="1903821"/>
            <a:ext cx="570089" cy="230832"/>
          </a:xfrm>
          <a:prstGeom prst="rect">
            <a:avLst/>
          </a:prstGeom>
          <a:noFill/>
        </p:spPr>
        <p:txBody>
          <a:bodyPr wrap="square" rtlCol="0">
            <a:spAutoFit/>
          </a:bodyPr>
          <a:lstStyle/>
          <a:p>
            <a:pPr algn="ctr"/>
            <a:r>
              <a:rPr lang="en-US" sz="900" dirty="0"/>
              <a:t>23456</a:t>
            </a:r>
          </a:p>
        </p:txBody>
      </p:sp>
      <p:sp>
        <p:nvSpPr>
          <p:cNvPr id="26" name="TextBox 25">
            <a:extLst>
              <a:ext uri="{FF2B5EF4-FFF2-40B4-BE49-F238E27FC236}">
                <a16:creationId xmlns:a16="http://schemas.microsoft.com/office/drawing/2014/main" id="{3C3FCC16-DC89-15A6-85F6-22DB4DF86B7D}"/>
              </a:ext>
            </a:extLst>
          </p:cNvPr>
          <p:cNvSpPr txBox="1"/>
          <p:nvPr/>
        </p:nvSpPr>
        <p:spPr>
          <a:xfrm>
            <a:off x="5147734" y="1903821"/>
            <a:ext cx="570089" cy="230832"/>
          </a:xfrm>
          <a:prstGeom prst="rect">
            <a:avLst/>
          </a:prstGeom>
          <a:noFill/>
        </p:spPr>
        <p:txBody>
          <a:bodyPr wrap="square" rtlCol="0">
            <a:spAutoFit/>
          </a:bodyPr>
          <a:lstStyle/>
          <a:p>
            <a:pPr algn="ctr"/>
            <a:r>
              <a:rPr lang="en-US" sz="900" dirty="0"/>
              <a:t>23456</a:t>
            </a:r>
          </a:p>
        </p:txBody>
      </p:sp>
      <p:sp>
        <p:nvSpPr>
          <p:cNvPr id="27" name="TextBox 26">
            <a:extLst>
              <a:ext uri="{FF2B5EF4-FFF2-40B4-BE49-F238E27FC236}">
                <a16:creationId xmlns:a16="http://schemas.microsoft.com/office/drawing/2014/main" id="{F5A47095-5A30-2AC2-BB55-A592AD97F0CF}"/>
              </a:ext>
            </a:extLst>
          </p:cNvPr>
          <p:cNvSpPr txBox="1"/>
          <p:nvPr/>
        </p:nvSpPr>
        <p:spPr>
          <a:xfrm>
            <a:off x="5650090" y="901933"/>
            <a:ext cx="570089" cy="230832"/>
          </a:xfrm>
          <a:prstGeom prst="rect">
            <a:avLst/>
          </a:prstGeom>
          <a:noFill/>
        </p:spPr>
        <p:txBody>
          <a:bodyPr wrap="square" rtlCol="0">
            <a:spAutoFit/>
          </a:bodyPr>
          <a:lstStyle/>
          <a:p>
            <a:pPr algn="ctr"/>
            <a:r>
              <a:rPr lang="en-US" sz="900" dirty="0"/>
              <a:t>789</a:t>
            </a:r>
          </a:p>
        </p:txBody>
      </p:sp>
      <p:sp>
        <p:nvSpPr>
          <p:cNvPr id="30" name="TextBox 29">
            <a:extLst>
              <a:ext uri="{FF2B5EF4-FFF2-40B4-BE49-F238E27FC236}">
                <a16:creationId xmlns:a16="http://schemas.microsoft.com/office/drawing/2014/main" id="{687B1E93-146C-0B00-5835-3B969BBCEC2F}"/>
              </a:ext>
            </a:extLst>
          </p:cNvPr>
          <p:cNvSpPr txBox="1"/>
          <p:nvPr/>
        </p:nvSpPr>
        <p:spPr>
          <a:xfrm>
            <a:off x="5650090" y="1903821"/>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0A02ADB3-4296-1011-9E52-3F5BB2F7E0D0}"/>
              </a:ext>
            </a:extLst>
          </p:cNvPr>
          <p:cNvSpPr txBox="1"/>
          <p:nvPr/>
        </p:nvSpPr>
        <p:spPr>
          <a:xfrm>
            <a:off x="6152446" y="1903821"/>
            <a:ext cx="570089" cy="230832"/>
          </a:xfrm>
          <a:prstGeom prst="rect">
            <a:avLst/>
          </a:prstGeom>
          <a:noFill/>
        </p:spPr>
        <p:txBody>
          <a:bodyPr wrap="square" rtlCol="0">
            <a:spAutoFit/>
          </a:bodyPr>
          <a:lstStyle/>
          <a:p>
            <a:pPr algn="ctr"/>
            <a:r>
              <a:rPr lang="en-US" sz="900" dirty="0"/>
              <a:t>432</a:t>
            </a:r>
          </a:p>
        </p:txBody>
      </p:sp>
      <p:sp>
        <p:nvSpPr>
          <p:cNvPr id="32" name="TextBox 31">
            <a:extLst>
              <a:ext uri="{FF2B5EF4-FFF2-40B4-BE49-F238E27FC236}">
                <a16:creationId xmlns:a16="http://schemas.microsoft.com/office/drawing/2014/main" id="{F6BD9A4C-F981-B657-E298-2E2EBC63E365}"/>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08B60F9F-CE6F-B02B-DD3C-59894E5E003E}"/>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0F1B8636-69AC-9F42-17E4-5396D30783CF}"/>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8D09A423-DAFE-9271-A126-5B14B26F1BB2}"/>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359B6C80-E353-1959-4F74-63C2CA462540}"/>
              </a:ext>
            </a:extLst>
          </p:cNvPr>
          <p:cNvSpPr txBox="1"/>
          <p:nvPr/>
        </p:nvSpPr>
        <p:spPr>
          <a:xfrm>
            <a:off x="4143022" y="901933"/>
            <a:ext cx="570089" cy="230832"/>
          </a:xfrm>
          <a:prstGeom prst="rect">
            <a:avLst/>
          </a:prstGeom>
          <a:solidFill>
            <a:srgbClr val="62FF00">
              <a:alpha val="30196"/>
            </a:srgb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7ACD4C7D-6C4D-1DB1-6B7E-58FC5CA7E200}"/>
              </a:ext>
            </a:extLst>
          </p:cNvPr>
          <p:cNvSpPr txBox="1"/>
          <p:nvPr/>
        </p:nvSpPr>
        <p:spPr>
          <a:xfrm>
            <a:off x="4143022" y="1903821"/>
            <a:ext cx="570089" cy="230832"/>
          </a:xfrm>
          <a:prstGeom prst="rect">
            <a:avLst/>
          </a:prstGeom>
          <a:solidFill>
            <a:srgbClr val="62FF00">
              <a:alpha val="30196"/>
            </a:srgbClr>
          </a:solidFill>
        </p:spPr>
        <p:txBody>
          <a:bodyPr wrap="square" rtlCol="0">
            <a:spAutoFit/>
          </a:bodyPr>
          <a:lstStyle/>
          <a:p>
            <a:pPr algn="ctr"/>
            <a:r>
              <a:rPr lang="en-US" sz="900" dirty="0"/>
              <a:t>97</a:t>
            </a:r>
          </a:p>
        </p:txBody>
      </p:sp>
    </p:spTree>
    <p:extLst>
      <p:ext uri="{BB962C8B-B14F-4D97-AF65-F5344CB8AC3E}">
        <p14:creationId xmlns:p14="http://schemas.microsoft.com/office/powerpoint/2010/main" val="3194200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CA41-9E1F-7670-34F9-6E0DF1B76D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074D9A-4F03-1238-9B4C-7EB50F32D85A}"/>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6D8713E-8A40-3C13-EBFC-075B1999F48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2142B0A-8A5F-7C25-583B-2D22507C7AE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5E25BE4-86CB-1B99-7655-DE6D9A8ABFF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2EF7BBD-88BF-216B-2E8B-4E9AFC31350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C9C701A-4425-4935-69A1-D8A1A93F15B2}"/>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60EEA941-513A-BFB2-7D2B-1538B38A0154}"/>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02659607-BFFC-E797-7977-C288B314693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CAA28B8E-45EA-7EE1-AC52-C9FBD66992FA}"/>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34240111-39B8-3D2D-3C58-313CBB97A9E6}"/>
              </a:ext>
            </a:extLst>
          </p:cNvPr>
          <p:cNvSpPr txBox="1"/>
          <p:nvPr/>
        </p:nvSpPr>
        <p:spPr>
          <a:xfrm>
            <a:off x="3640666" y="2905709"/>
            <a:ext cx="570089" cy="230832"/>
          </a:xfrm>
          <a:prstGeom prst="rect">
            <a:avLst/>
          </a:prstGeom>
          <a:noFill/>
        </p:spPr>
        <p:txBody>
          <a:bodyPr wrap="square" rtlCol="0">
            <a:spAutoFit/>
          </a:bodyPr>
          <a:lstStyle/>
          <a:p>
            <a:pPr algn="ctr"/>
            <a:r>
              <a:rPr lang="en-US" sz="900" dirty="0"/>
              <a:t>678</a:t>
            </a:r>
          </a:p>
        </p:txBody>
      </p:sp>
      <p:sp>
        <p:nvSpPr>
          <p:cNvPr id="12" name="TextBox 11">
            <a:extLst>
              <a:ext uri="{FF2B5EF4-FFF2-40B4-BE49-F238E27FC236}">
                <a16:creationId xmlns:a16="http://schemas.microsoft.com/office/drawing/2014/main" id="{D03ED989-1FE3-8CD9-84F3-7912CE67B634}"/>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67873149-B0B6-C8B1-D25E-5CA4305411B7}"/>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E3BB4F64-C80A-6F9B-8DEA-983517058FCF}"/>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234568</a:t>
            </a:r>
          </a:p>
        </p:txBody>
      </p:sp>
      <p:sp>
        <p:nvSpPr>
          <p:cNvPr id="16" name="TextBox 15">
            <a:extLst>
              <a:ext uri="{FF2B5EF4-FFF2-40B4-BE49-F238E27FC236}">
                <a16:creationId xmlns:a16="http://schemas.microsoft.com/office/drawing/2014/main" id="{73DBF09E-690A-5E3A-333E-627E49148615}"/>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34568</a:t>
            </a:r>
          </a:p>
        </p:txBody>
      </p:sp>
      <p:sp>
        <p:nvSpPr>
          <p:cNvPr id="17" name="TextBox 16">
            <a:extLst>
              <a:ext uri="{FF2B5EF4-FFF2-40B4-BE49-F238E27FC236}">
                <a16:creationId xmlns:a16="http://schemas.microsoft.com/office/drawing/2014/main" id="{C4CD7C25-64D4-0DA2-C962-0793B7B657CC}"/>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CC7E28BF-0D61-B51F-B546-F3A258022633}"/>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2345</a:t>
            </a:r>
          </a:p>
        </p:txBody>
      </p:sp>
      <p:sp>
        <p:nvSpPr>
          <p:cNvPr id="19" name="TextBox 18">
            <a:extLst>
              <a:ext uri="{FF2B5EF4-FFF2-40B4-BE49-F238E27FC236}">
                <a16:creationId xmlns:a16="http://schemas.microsoft.com/office/drawing/2014/main" id="{6AB77836-B2E1-957A-FD5A-55778D826C30}"/>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0" name="TextBox 19">
            <a:extLst>
              <a:ext uri="{FF2B5EF4-FFF2-40B4-BE49-F238E27FC236}">
                <a16:creationId xmlns:a16="http://schemas.microsoft.com/office/drawing/2014/main" id="{2C9C23D1-351B-E76F-DA7B-5AB6FB70373F}"/>
              </a:ext>
            </a:extLst>
          </p:cNvPr>
          <p:cNvSpPr txBox="1"/>
          <p:nvPr/>
        </p:nvSpPr>
        <p:spPr>
          <a:xfrm>
            <a:off x="3640666" y="1903821"/>
            <a:ext cx="570089" cy="230832"/>
          </a:xfrm>
          <a:prstGeom prst="rect">
            <a:avLst/>
          </a:prstGeom>
          <a:noFill/>
        </p:spPr>
        <p:txBody>
          <a:bodyPr wrap="square" rtlCol="0">
            <a:spAutoFit/>
          </a:bodyPr>
          <a:lstStyle/>
          <a:p>
            <a:pPr algn="ctr"/>
            <a:r>
              <a:rPr lang="en-US" sz="900" dirty="0"/>
              <a:t>234568</a:t>
            </a:r>
          </a:p>
        </p:txBody>
      </p:sp>
      <p:sp>
        <p:nvSpPr>
          <p:cNvPr id="22" name="TextBox 21">
            <a:extLst>
              <a:ext uri="{FF2B5EF4-FFF2-40B4-BE49-F238E27FC236}">
                <a16:creationId xmlns:a16="http://schemas.microsoft.com/office/drawing/2014/main" id="{4E0C17C1-4B9E-444E-D954-CB12FDC8D52A}"/>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23456</a:t>
            </a:r>
          </a:p>
        </p:txBody>
      </p:sp>
      <p:sp>
        <p:nvSpPr>
          <p:cNvPr id="23" name="TextBox 22">
            <a:extLst>
              <a:ext uri="{FF2B5EF4-FFF2-40B4-BE49-F238E27FC236}">
                <a16:creationId xmlns:a16="http://schemas.microsoft.com/office/drawing/2014/main" id="{F1C9A2F8-E3FC-A0D9-E360-9FB663A77BC6}"/>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23456</a:t>
            </a:r>
          </a:p>
        </p:txBody>
      </p:sp>
      <p:sp>
        <p:nvSpPr>
          <p:cNvPr id="24" name="TextBox 23">
            <a:extLst>
              <a:ext uri="{FF2B5EF4-FFF2-40B4-BE49-F238E27FC236}">
                <a16:creationId xmlns:a16="http://schemas.microsoft.com/office/drawing/2014/main" id="{DC59B8A9-CDFF-8237-4C62-0F052485D128}"/>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C683F8F9-444B-E806-69B2-5EDFD06F3036}"/>
              </a:ext>
            </a:extLst>
          </p:cNvPr>
          <p:cNvSpPr txBox="1"/>
          <p:nvPr/>
        </p:nvSpPr>
        <p:spPr>
          <a:xfrm>
            <a:off x="4645378" y="1903821"/>
            <a:ext cx="570089" cy="230832"/>
          </a:xfrm>
          <a:prstGeom prst="rect">
            <a:avLst/>
          </a:prstGeom>
          <a:noFill/>
        </p:spPr>
        <p:txBody>
          <a:bodyPr wrap="square" rtlCol="0">
            <a:spAutoFit/>
          </a:bodyPr>
          <a:lstStyle/>
          <a:p>
            <a:pPr algn="ctr"/>
            <a:r>
              <a:rPr lang="en-US" sz="900" dirty="0"/>
              <a:t>23456</a:t>
            </a:r>
          </a:p>
        </p:txBody>
      </p:sp>
      <p:sp>
        <p:nvSpPr>
          <p:cNvPr id="26" name="TextBox 25">
            <a:extLst>
              <a:ext uri="{FF2B5EF4-FFF2-40B4-BE49-F238E27FC236}">
                <a16:creationId xmlns:a16="http://schemas.microsoft.com/office/drawing/2014/main" id="{17F27BCE-CCA7-51D8-8376-FF70B844F97A}"/>
              </a:ext>
            </a:extLst>
          </p:cNvPr>
          <p:cNvSpPr txBox="1"/>
          <p:nvPr/>
        </p:nvSpPr>
        <p:spPr>
          <a:xfrm>
            <a:off x="5147734" y="1903821"/>
            <a:ext cx="570089" cy="230832"/>
          </a:xfrm>
          <a:prstGeom prst="rect">
            <a:avLst/>
          </a:prstGeom>
          <a:noFill/>
        </p:spPr>
        <p:txBody>
          <a:bodyPr wrap="square" rtlCol="0">
            <a:spAutoFit/>
          </a:bodyPr>
          <a:lstStyle/>
          <a:p>
            <a:pPr algn="ctr"/>
            <a:r>
              <a:rPr lang="en-US" sz="900" dirty="0"/>
              <a:t>23456</a:t>
            </a:r>
          </a:p>
        </p:txBody>
      </p:sp>
      <p:sp>
        <p:nvSpPr>
          <p:cNvPr id="27" name="TextBox 26">
            <a:extLst>
              <a:ext uri="{FF2B5EF4-FFF2-40B4-BE49-F238E27FC236}">
                <a16:creationId xmlns:a16="http://schemas.microsoft.com/office/drawing/2014/main" id="{508A41DF-B197-39C1-BC05-C18628898EEA}"/>
              </a:ext>
            </a:extLst>
          </p:cNvPr>
          <p:cNvSpPr txBox="1"/>
          <p:nvPr/>
        </p:nvSpPr>
        <p:spPr>
          <a:xfrm>
            <a:off x="5650090" y="901933"/>
            <a:ext cx="570089" cy="230832"/>
          </a:xfrm>
          <a:prstGeom prst="rect">
            <a:avLst/>
          </a:prstGeom>
          <a:solidFill>
            <a:srgbClr val="62FF00">
              <a:alpha val="29804"/>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4D1D2202-CE08-C3F7-159D-0E5A4FE66C3E}"/>
              </a:ext>
            </a:extLst>
          </p:cNvPr>
          <p:cNvSpPr txBox="1"/>
          <p:nvPr/>
        </p:nvSpPr>
        <p:spPr>
          <a:xfrm>
            <a:off x="5650090" y="1903821"/>
            <a:ext cx="570089" cy="230832"/>
          </a:xfrm>
          <a:prstGeom prst="rect">
            <a:avLst/>
          </a:prstGeom>
          <a:solidFill>
            <a:srgbClr val="62FF00">
              <a:alpha val="29804"/>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539E0EF3-9B05-FD3F-9085-E2417F0322AC}"/>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4A26338A-7B43-3482-334C-959EF908FF82}"/>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C7B71F88-3491-06E4-B2A6-37975A81E113}"/>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2CD73AC1-6CF1-20DE-74B6-B6A336C85936}"/>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AE30B85F-63EF-280C-8BA1-BDD118778F7A}"/>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E243058F-B066-6CB1-3BB1-F0E978C6B6A8}"/>
              </a:ext>
            </a:extLst>
          </p:cNvPr>
          <p:cNvSpPr txBox="1"/>
          <p:nvPr/>
        </p:nvSpPr>
        <p:spPr>
          <a:xfrm>
            <a:off x="4143022" y="901933"/>
            <a:ext cx="570089" cy="230832"/>
          </a:xfrm>
          <a:prstGeom prst="rect">
            <a:avLst/>
          </a:prstGeom>
          <a:solidFill>
            <a:srgbClr val="62FF00">
              <a:alpha val="30196"/>
            </a:srgb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01191E8E-FF12-9811-4E41-35DC50E70601}"/>
              </a:ext>
            </a:extLst>
          </p:cNvPr>
          <p:cNvSpPr txBox="1"/>
          <p:nvPr/>
        </p:nvSpPr>
        <p:spPr>
          <a:xfrm>
            <a:off x="4143022" y="1903821"/>
            <a:ext cx="570089" cy="230832"/>
          </a:xfrm>
          <a:prstGeom prst="rect">
            <a:avLst/>
          </a:prstGeom>
          <a:solidFill>
            <a:srgbClr val="62FF00">
              <a:alpha val="30196"/>
            </a:srgbClr>
          </a:solidFill>
        </p:spPr>
        <p:txBody>
          <a:bodyPr wrap="square" rtlCol="0">
            <a:spAutoFit/>
          </a:bodyPr>
          <a:lstStyle/>
          <a:p>
            <a:pPr algn="ctr"/>
            <a:r>
              <a:rPr lang="en-US" sz="900" dirty="0"/>
              <a:t>97</a:t>
            </a:r>
          </a:p>
        </p:txBody>
      </p:sp>
    </p:spTree>
    <p:extLst>
      <p:ext uri="{BB962C8B-B14F-4D97-AF65-F5344CB8AC3E}">
        <p14:creationId xmlns:p14="http://schemas.microsoft.com/office/powerpoint/2010/main" val="1359849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ABCE5-0C7A-E246-258F-B5F560CBC9F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4222F4-C607-EA12-175B-A2823BF01426}"/>
              </a:ext>
            </a:extLst>
          </p:cNvPr>
          <p:cNvSpPr>
            <a:spLocks noGrp="1"/>
          </p:cNvSpPr>
          <p:nvPr>
            <p:ph sz="half" idx="1"/>
          </p:nvPr>
        </p:nvSpPr>
        <p:spPr/>
        <p:txBody>
          <a:bodyPr/>
          <a:lstStyle/>
          <a:p>
            <a:r>
              <a:rPr lang="en-US" dirty="0"/>
              <a:t>Last possible 8 in Row 3.  ([7 in 2] cannot contain 8.)</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CE230F1B-1CF2-2363-1297-E579BBBF6C7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0FB669A-CEC8-2790-E4E4-959B1F81F0A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20ABEFC-867D-CB66-D741-AED00F83D0F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BB3D913-C06A-2981-57CC-C403C66B07C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A7194E9-5B7D-5986-6A1E-B000218084CC}"/>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314689DC-29EB-3D49-9874-1865705C9A32}"/>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01F28357-456D-5582-E7CB-8CCBEF5E90F0}"/>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90C8B5B5-D1F6-33C1-167F-8EE1D02F8632}"/>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7E0736F9-C464-6C27-F420-8E8956E6EC94}"/>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FF7B5D0B-5268-28F4-2C46-24BBF3232B16}"/>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7BC7D4FE-5F90-237C-D4FD-88786C1EA012}"/>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B877C30D-2CC0-AE2F-53BB-C3FD71B664F3}"/>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31EFB320-142E-C27D-3036-21BEA0A6C56D}"/>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ACF2FFB3-0242-44D8-E0F5-2B90E3F47A3E}"/>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4FF438AB-D3AA-B08A-168C-AA40C161AF96}"/>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A6D9F116-C1F5-AB03-6112-978DEE7A675A}"/>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2345</a:t>
            </a:r>
          </a:p>
        </p:txBody>
      </p:sp>
      <p:sp>
        <p:nvSpPr>
          <p:cNvPr id="19" name="TextBox 18">
            <a:extLst>
              <a:ext uri="{FF2B5EF4-FFF2-40B4-BE49-F238E27FC236}">
                <a16:creationId xmlns:a16="http://schemas.microsoft.com/office/drawing/2014/main" id="{22A04D6A-0AA8-E819-5797-6DFB7CC0BC80}"/>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0907398A-57F5-6F28-5FA6-C607BDD8FBA2}"/>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9514B2AC-0C62-D914-49FF-917ABCE30E7F}"/>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23456</a:t>
            </a:r>
          </a:p>
        </p:txBody>
      </p:sp>
      <p:sp>
        <p:nvSpPr>
          <p:cNvPr id="23" name="TextBox 22">
            <a:extLst>
              <a:ext uri="{FF2B5EF4-FFF2-40B4-BE49-F238E27FC236}">
                <a16:creationId xmlns:a16="http://schemas.microsoft.com/office/drawing/2014/main" id="{52BE9061-6E59-8D5F-B531-362FF85ED443}"/>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23456</a:t>
            </a:r>
          </a:p>
        </p:txBody>
      </p:sp>
      <p:sp>
        <p:nvSpPr>
          <p:cNvPr id="24" name="TextBox 23">
            <a:extLst>
              <a:ext uri="{FF2B5EF4-FFF2-40B4-BE49-F238E27FC236}">
                <a16:creationId xmlns:a16="http://schemas.microsoft.com/office/drawing/2014/main" id="{A9C0A131-A060-C53C-1A97-58B6FA84D37C}"/>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E9544C01-8966-2E72-2278-D823FEF42DA7}"/>
              </a:ext>
            </a:extLst>
          </p:cNvPr>
          <p:cNvSpPr txBox="1"/>
          <p:nvPr/>
        </p:nvSpPr>
        <p:spPr>
          <a:xfrm>
            <a:off x="4645378" y="1903821"/>
            <a:ext cx="570089" cy="230832"/>
          </a:xfrm>
          <a:prstGeom prst="rect">
            <a:avLst/>
          </a:prstGeom>
          <a:noFill/>
        </p:spPr>
        <p:txBody>
          <a:bodyPr wrap="square" rtlCol="0">
            <a:spAutoFit/>
          </a:bodyPr>
          <a:lstStyle/>
          <a:p>
            <a:pPr algn="ctr"/>
            <a:r>
              <a:rPr lang="en-US" sz="900" dirty="0"/>
              <a:t>23456</a:t>
            </a:r>
          </a:p>
        </p:txBody>
      </p:sp>
      <p:sp>
        <p:nvSpPr>
          <p:cNvPr id="26" name="TextBox 25">
            <a:extLst>
              <a:ext uri="{FF2B5EF4-FFF2-40B4-BE49-F238E27FC236}">
                <a16:creationId xmlns:a16="http://schemas.microsoft.com/office/drawing/2014/main" id="{82AA8D7D-1657-02C4-F19A-235D0070A198}"/>
              </a:ext>
            </a:extLst>
          </p:cNvPr>
          <p:cNvSpPr txBox="1"/>
          <p:nvPr/>
        </p:nvSpPr>
        <p:spPr>
          <a:xfrm>
            <a:off x="5147734" y="1903821"/>
            <a:ext cx="570089" cy="230832"/>
          </a:xfrm>
          <a:prstGeom prst="rect">
            <a:avLst/>
          </a:prstGeom>
          <a:noFill/>
        </p:spPr>
        <p:txBody>
          <a:bodyPr wrap="square" rtlCol="0">
            <a:spAutoFit/>
          </a:bodyPr>
          <a:lstStyle/>
          <a:p>
            <a:pPr algn="ctr"/>
            <a:r>
              <a:rPr lang="en-US" sz="900" dirty="0"/>
              <a:t>23456</a:t>
            </a:r>
          </a:p>
        </p:txBody>
      </p:sp>
      <p:sp>
        <p:nvSpPr>
          <p:cNvPr id="27" name="TextBox 26">
            <a:extLst>
              <a:ext uri="{FF2B5EF4-FFF2-40B4-BE49-F238E27FC236}">
                <a16:creationId xmlns:a16="http://schemas.microsoft.com/office/drawing/2014/main" id="{A10FBD93-5204-28BC-B09E-E651AE702D73}"/>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F637D28A-3514-A141-0044-329D951AFA78}"/>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588B5FE0-AB9A-4E45-3EA7-7459E180A84C}"/>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2DAD86CB-8380-B93B-5299-EB0E75D9F012}"/>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08E29883-ADE6-3114-F500-8EF1B9C3ACA3}"/>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ABB3AE8D-E898-B6BC-2167-38863936B7E1}"/>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26B189DB-92A2-7E81-9133-7CA846DFA4DB}"/>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183517E7-95E4-0560-254D-212215829453}"/>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337908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349A4-46AE-3CE3-6E42-A0D406EAD7B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A34A30-C032-373C-2943-A0EB3683F079}"/>
              </a:ext>
            </a:extLst>
          </p:cNvPr>
          <p:cNvSpPr>
            <a:spLocks noGrp="1"/>
          </p:cNvSpPr>
          <p:nvPr>
            <p:ph sz="half" idx="1"/>
          </p:nvPr>
        </p:nvSpPr>
        <p:spPr/>
        <p:txBody>
          <a:bodyPr/>
          <a:lstStyle/>
          <a:p>
            <a:r>
              <a:rPr lang="en-US" dirty="0"/>
              <a:t>[21 in 4] must contain 1 and 8, and one of 79. The remaining cell is 3 or 5.</a:t>
            </a:r>
          </a:p>
          <a:p>
            <a:r>
              <a:rPr lang="en-US" dirty="0"/>
              <a:t>(While this is linked to the 97 cell, we’re not going to color it.)</a:t>
            </a:r>
          </a:p>
        </p:txBody>
      </p:sp>
      <p:pic>
        <p:nvPicPr>
          <p:cNvPr id="4" name="Picture 3" descr="A grid of sudoku puzzle&#10;&#10;Description automatically generated">
            <a:extLst>
              <a:ext uri="{FF2B5EF4-FFF2-40B4-BE49-F238E27FC236}">
                <a16:creationId xmlns:a16="http://schemas.microsoft.com/office/drawing/2014/main" id="{48689569-949C-533F-19D1-B3DD01DBDAE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EED3A70-0FD3-5540-8E5D-A28A9DBECAA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FEC86C4-6724-FE56-487C-A809269679A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8CD6F5D-2C90-D1DF-E703-AEF88E6A61F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42D8DA8-7AA3-8080-9833-A1495ACE4629}"/>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60FE632B-400C-F555-ECE2-5D70A3A19766}"/>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1114662C-CA7D-DA09-539F-5DA818E6060A}"/>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C01091BD-01D3-6EFE-CD52-99B49D818C40}"/>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AC7E5298-B714-83AC-6E07-DFDAA1D4EFC5}"/>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2337F974-B8F5-0629-0317-DB33C5CF98CD}"/>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AD331527-E389-C593-6992-E4FB00C68F6C}"/>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31A01397-C9D6-FDFB-00A5-6016B012EC11}"/>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D8F91B49-EB98-880E-A8BE-6D0B743EDB0B}"/>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D1A6355B-F64B-6D9D-16C7-85F7F9313DFE}"/>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D0229352-6CED-DFA0-D8BF-170B42704080}"/>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081FBAD3-9F36-86DE-EA85-06504818DFF3}"/>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2345</a:t>
            </a:r>
          </a:p>
        </p:txBody>
      </p:sp>
      <p:sp>
        <p:nvSpPr>
          <p:cNvPr id="19" name="TextBox 18">
            <a:extLst>
              <a:ext uri="{FF2B5EF4-FFF2-40B4-BE49-F238E27FC236}">
                <a16:creationId xmlns:a16="http://schemas.microsoft.com/office/drawing/2014/main" id="{BD88AE4A-D0F0-8493-716D-E6E983B4DEF6}"/>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60E8855E-3AB9-8F89-7DC8-083D353943AB}"/>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F201CFC7-A967-3B3A-7C8F-C7CB886961E4}"/>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23456</a:t>
            </a:r>
          </a:p>
        </p:txBody>
      </p:sp>
      <p:sp>
        <p:nvSpPr>
          <p:cNvPr id="23" name="TextBox 22">
            <a:extLst>
              <a:ext uri="{FF2B5EF4-FFF2-40B4-BE49-F238E27FC236}">
                <a16:creationId xmlns:a16="http://schemas.microsoft.com/office/drawing/2014/main" id="{0CC4F82A-A38D-009C-6DFB-2EB79F410FED}"/>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23456</a:t>
            </a:r>
          </a:p>
        </p:txBody>
      </p:sp>
      <p:sp>
        <p:nvSpPr>
          <p:cNvPr id="24" name="TextBox 23">
            <a:extLst>
              <a:ext uri="{FF2B5EF4-FFF2-40B4-BE49-F238E27FC236}">
                <a16:creationId xmlns:a16="http://schemas.microsoft.com/office/drawing/2014/main" id="{E773A993-86BC-7298-097F-0BDC06FCFB73}"/>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7BE70038-5582-9357-FA37-1D0078AA310A}"/>
              </a:ext>
            </a:extLst>
          </p:cNvPr>
          <p:cNvSpPr txBox="1"/>
          <p:nvPr/>
        </p:nvSpPr>
        <p:spPr>
          <a:xfrm>
            <a:off x="4645378" y="1903821"/>
            <a:ext cx="570089" cy="230832"/>
          </a:xfrm>
          <a:prstGeom prst="rect">
            <a:avLst/>
          </a:prstGeom>
          <a:noFill/>
        </p:spPr>
        <p:txBody>
          <a:bodyPr wrap="square" rtlCol="0">
            <a:spAutoFit/>
          </a:bodyPr>
          <a:lstStyle/>
          <a:p>
            <a:pPr algn="ctr"/>
            <a:r>
              <a:rPr lang="en-US" sz="900" dirty="0"/>
              <a:t>23456</a:t>
            </a:r>
          </a:p>
        </p:txBody>
      </p:sp>
      <p:sp>
        <p:nvSpPr>
          <p:cNvPr id="26" name="TextBox 25">
            <a:extLst>
              <a:ext uri="{FF2B5EF4-FFF2-40B4-BE49-F238E27FC236}">
                <a16:creationId xmlns:a16="http://schemas.microsoft.com/office/drawing/2014/main" id="{B4E478FA-9A62-261F-2CC9-0B53BF1690ED}"/>
              </a:ext>
            </a:extLst>
          </p:cNvPr>
          <p:cNvSpPr txBox="1"/>
          <p:nvPr/>
        </p:nvSpPr>
        <p:spPr>
          <a:xfrm>
            <a:off x="5147734" y="1903821"/>
            <a:ext cx="570089" cy="230832"/>
          </a:xfrm>
          <a:prstGeom prst="rect">
            <a:avLst/>
          </a:prstGeom>
          <a:noFill/>
        </p:spPr>
        <p:txBody>
          <a:bodyPr wrap="square" rtlCol="0">
            <a:spAutoFit/>
          </a:bodyPr>
          <a:lstStyle/>
          <a:p>
            <a:pPr algn="ctr"/>
            <a:r>
              <a:rPr lang="en-US" sz="900" dirty="0"/>
              <a:t>23456</a:t>
            </a:r>
          </a:p>
        </p:txBody>
      </p:sp>
      <p:sp>
        <p:nvSpPr>
          <p:cNvPr id="27" name="TextBox 26">
            <a:extLst>
              <a:ext uri="{FF2B5EF4-FFF2-40B4-BE49-F238E27FC236}">
                <a16:creationId xmlns:a16="http://schemas.microsoft.com/office/drawing/2014/main" id="{C891C647-C1B2-DABE-12C4-E31A4F087EBE}"/>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FDA4CFB1-C905-6598-61D2-D48964F16B32}"/>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9D1A40D0-87F9-EB00-5841-3407172BA837}"/>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743B61B2-940B-446B-E57B-E2CCB4F5CC7A}"/>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9C6E4F5D-291F-7386-38A7-78905B6BFD79}"/>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932C666C-1404-B351-DC82-A5A738633D1B}"/>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7BA88F72-97AC-7168-C809-9926342A7C75}"/>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7738F719-0E61-850E-1550-5A65FF1F9FE0}"/>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4807AD97-C881-DA7B-6BDE-E0A17C121D94}"/>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0596CE93-64B3-4A64-F743-E5AA56DF36AD}"/>
              </a:ext>
            </a:extLst>
          </p:cNvPr>
          <p:cNvSpPr txBox="1"/>
          <p:nvPr/>
        </p:nvSpPr>
        <p:spPr>
          <a:xfrm>
            <a:off x="6654802" y="901933"/>
            <a:ext cx="570089" cy="230832"/>
          </a:xfrm>
          <a:prstGeom prst="rect">
            <a:avLst/>
          </a:prstGeom>
          <a:noFill/>
        </p:spPr>
        <p:txBody>
          <a:bodyPr wrap="square" rtlCol="0">
            <a:spAutoFit/>
          </a:bodyPr>
          <a:lstStyle/>
          <a:p>
            <a:pPr algn="ctr"/>
            <a:r>
              <a:rPr lang="en-US" sz="900" dirty="0"/>
              <a:t>1358</a:t>
            </a:r>
          </a:p>
        </p:txBody>
      </p:sp>
      <p:sp>
        <p:nvSpPr>
          <p:cNvPr id="36" name="TextBox 35">
            <a:extLst>
              <a:ext uri="{FF2B5EF4-FFF2-40B4-BE49-F238E27FC236}">
                <a16:creationId xmlns:a16="http://schemas.microsoft.com/office/drawing/2014/main" id="{EB744949-30D7-70CC-FD9E-07228E0112A4}"/>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Tree>
    <p:extLst>
      <p:ext uri="{BB962C8B-B14F-4D97-AF65-F5344CB8AC3E}">
        <p14:creationId xmlns:p14="http://schemas.microsoft.com/office/powerpoint/2010/main" val="4014853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8260C-6EF7-2DD1-5F36-A41DDBBEEC8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915954-F548-B154-5912-B2C20A2ED694}"/>
              </a:ext>
            </a:extLst>
          </p:cNvPr>
          <p:cNvSpPr>
            <a:spLocks noGrp="1"/>
          </p:cNvSpPr>
          <p:nvPr>
            <p:ph sz="half" idx="1"/>
          </p:nvPr>
        </p:nvSpPr>
        <p:spPr/>
        <p:txBody>
          <a:bodyPr/>
          <a:lstStyle/>
          <a:p>
            <a:r>
              <a:rPr lang="en-US" dirty="0"/>
              <a:t>[7 in 2, no 1] is either 25 or 34. It is linked to the green network of cells through the 42 cell (left) and the 35 options (above), though not in a specific orientation.</a:t>
            </a:r>
          </a:p>
        </p:txBody>
      </p:sp>
      <p:pic>
        <p:nvPicPr>
          <p:cNvPr id="4" name="Picture 3" descr="A grid of sudoku puzzle&#10;&#10;Description automatically generated">
            <a:extLst>
              <a:ext uri="{FF2B5EF4-FFF2-40B4-BE49-F238E27FC236}">
                <a16:creationId xmlns:a16="http://schemas.microsoft.com/office/drawing/2014/main" id="{35381607-A395-B3C6-B2C6-1671BCD2A0A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E230919-4CEE-5D3E-AC3D-C8112E04715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1C171D0-191E-EDDA-F95A-B8E26434EF6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D38A667-736B-F2F9-3A63-3118F7A5763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D321D96-5552-F8D5-E6A4-9BD7B26BDDD0}"/>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314BAC68-C7A8-B74D-81D6-98C84CB39DB3}"/>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38A8B252-EB7C-CAFE-801F-CA007371C2F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AAFA4CC9-78AA-8F1A-B667-8EE754F45364}"/>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51A5A5A9-6B59-AD8E-E17A-201DBE22E858}"/>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ED8E95EB-1408-2DF4-2E32-168E83A19BA6}"/>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2569448A-24E7-C2E9-45F8-D789B6E86104}"/>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6658FDE3-33CB-E9E8-BFC8-B7A63497FDC9}"/>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0C1AA3C9-60C6-0836-672B-B46CDC9CAFDF}"/>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B50F6484-6352-8A74-669C-24D6B195063F}"/>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A72F537A-CD86-1401-65D6-27B5A1C91B93}"/>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6D6F2066-8622-0998-C8DA-CB9825A16971}"/>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2345</a:t>
            </a:r>
          </a:p>
        </p:txBody>
      </p:sp>
      <p:sp>
        <p:nvSpPr>
          <p:cNvPr id="19" name="TextBox 18">
            <a:extLst>
              <a:ext uri="{FF2B5EF4-FFF2-40B4-BE49-F238E27FC236}">
                <a16:creationId xmlns:a16="http://schemas.microsoft.com/office/drawing/2014/main" id="{4D16BB20-026D-96BD-B9A1-128B2CA4BC19}"/>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DEACDE86-8988-308F-1DF2-783AFD06B41E}"/>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E92DD55B-7399-DBB3-0741-A7A6F8AA28EE}"/>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23456</a:t>
            </a:r>
          </a:p>
        </p:txBody>
      </p:sp>
      <p:sp>
        <p:nvSpPr>
          <p:cNvPr id="23" name="TextBox 22">
            <a:extLst>
              <a:ext uri="{FF2B5EF4-FFF2-40B4-BE49-F238E27FC236}">
                <a16:creationId xmlns:a16="http://schemas.microsoft.com/office/drawing/2014/main" id="{7FC1DA52-F25D-5FD9-5302-DE401AC6195C}"/>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23456</a:t>
            </a:r>
          </a:p>
        </p:txBody>
      </p:sp>
      <p:sp>
        <p:nvSpPr>
          <p:cNvPr id="24" name="TextBox 23">
            <a:extLst>
              <a:ext uri="{FF2B5EF4-FFF2-40B4-BE49-F238E27FC236}">
                <a16:creationId xmlns:a16="http://schemas.microsoft.com/office/drawing/2014/main" id="{BDCD2DDF-545A-172B-C539-46DDE1E4DF5D}"/>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0B99FCC3-1CAD-8D46-6F55-EE20F86747D4}"/>
              </a:ext>
            </a:extLst>
          </p:cNvPr>
          <p:cNvSpPr txBox="1"/>
          <p:nvPr/>
        </p:nvSpPr>
        <p:spPr>
          <a:xfrm>
            <a:off x="4645378" y="1903821"/>
            <a:ext cx="570089" cy="230832"/>
          </a:xfrm>
          <a:prstGeom prst="rect">
            <a:avLst/>
          </a:prstGeom>
          <a:noFill/>
        </p:spPr>
        <p:txBody>
          <a:bodyPr wrap="square" rtlCol="0">
            <a:spAutoFit/>
          </a:bodyPr>
          <a:lstStyle/>
          <a:p>
            <a:pPr algn="ctr"/>
            <a:r>
              <a:rPr lang="en-US" sz="900" dirty="0"/>
              <a:t>23456</a:t>
            </a:r>
          </a:p>
        </p:txBody>
      </p:sp>
      <p:sp>
        <p:nvSpPr>
          <p:cNvPr id="26" name="TextBox 25">
            <a:extLst>
              <a:ext uri="{FF2B5EF4-FFF2-40B4-BE49-F238E27FC236}">
                <a16:creationId xmlns:a16="http://schemas.microsoft.com/office/drawing/2014/main" id="{19EE2594-ADBF-0E8C-DDD1-56E80D3879AB}"/>
              </a:ext>
            </a:extLst>
          </p:cNvPr>
          <p:cNvSpPr txBox="1"/>
          <p:nvPr/>
        </p:nvSpPr>
        <p:spPr>
          <a:xfrm>
            <a:off x="5147734" y="1903821"/>
            <a:ext cx="570089" cy="230832"/>
          </a:xfrm>
          <a:prstGeom prst="rect">
            <a:avLst/>
          </a:prstGeom>
          <a:noFill/>
        </p:spPr>
        <p:txBody>
          <a:bodyPr wrap="square" rtlCol="0">
            <a:spAutoFit/>
          </a:bodyPr>
          <a:lstStyle/>
          <a:p>
            <a:pPr algn="ctr"/>
            <a:r>
              <a:rPr lang="en-US" sz="900" dirty="0"/>
              <a:t>23456</a:t>
            </a:r>
          </a:p>
        </p:txBody>
      </p:sp>
      <p:sp>
        <p:nvSpPr>
          <p:cNvPr id="27" name="TextBox 26">
            <a:extLst>
              <a:ext uri="{FF2B5EF4-FFF2-40B4-BE49-F238E27FC236}">
                <a16:creationId xmlns:a16="http://schemas.microsoft.com/office/drawing/2014/main" id="{1055EDFB-DC8F-4A73-65C8-7F6ACB49F704}"/>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B6351A5F-6E58-66FA-31C7-A7FB4FD65B70}"/>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BECD67CD-FA72-0B91-0046-11923570850D}"/>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7EB2CD75-D58C-CACA-298B-6168196850FD}"/>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4FF8076C-1560-2DAA-2037-67255917BBD5}"/>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91DB8263-BBDF-D686-2652-8377961AEE11}"/>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50D88DB6-8B53-4132-1B3D-0B2AA12585F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A11BBB1D-383A-5182-E594-12F13CC7812A}"/>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B2AC9150-CED2-1D2D-B353-C5B463993C40}"/>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591F65EC-A967-ECAA-BE9F-868682D8A509}"/>
              </a:ext>
            </a:extLst>
          </p:cNvPr>
          <p:cNvSpPr txBox="1"/>
          <p:nvPr/>
        </p:nvSpPr>
        <p:spPr>
          <a:xfrm>
            <a:off x="6654802" y="901933"/>
            <a:ext cx="570089" cy="230832"/>
          </a:xfrm>
          <a:prstGeom prst="rect">
            <a:avLst/>
          </a:prstGeom>
          <a:noFill/>
        </p:spPr>
        <p:txBody>
          <a:bodyPr wrap="square" rtlCol="0">
            <a:spAutoFit/>
          </a:bodyPr>
          <a:lstStyle/>
          <a:p>
            <a:pPr algn="ctr"/>
            <a:r>
              <a:rPr lang="en-US" sz="900" dirty="0"/>
              <a:t>1358</a:t>
            </a:r>
          </a:p>
        </p:txBody>
      </p:sp>
      <p:sp>
        <p:nvSpPr>
          <p:cNvPr id="36" name="TextBox 35">
            <a:extLst>
              <a:ext uri="{FF2B5EF4-FFF2-40B4-BE49-F238E27FC236}">
                <a16:creationId xmlns:a16="http://schemas.microsoft.com/office/drawing/2014/main" id="{2EB858E5-0787-55A5-A045-A8BB6093C939}"/>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C8FB9EB7-C976-0C24-AEC2-ADBF80C422D0}"/>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2345</a:t>
            </a:r>
          </a:p>
        </p:txBody>
      </p:sp>
      <p:sp>
        <p:nvSpPr>
          <p:cNvPr id="38" name="TextBox 37">
            <a:extLst>
              <a:ext uri="{FF2B5EF4-FFF2-40B4-BE49-F238E27FC236}">
                <a16:creationId xmlns:a16="http://schemas.microsoft.com/office/drawing/2014/main" id="{98FFB395-D639-BA7D-2ED6-74B33126738B}"/>
              </a:ext>
            </a:extLst>
          </p:cNvPr>
          <p:cNvSpPr txBox="1"/>
          <p:nvPr/>
        </p:nvSpPr>
        <p:spPr>
          <a:xfrm>
            <a:off x="7157158" y="1903821"/>
            <a:ext cx="570089" cy="230832"/>
          </a:xfrm>
          <a:prstGeom prst="rect">
            <a:avLst/>
          </a:prstGeom>
          <a:noFill/>
        </p:spPr>
        <p:txBody>
          <a:bodyPr wrap="square" rtlCol="0">
            <a:spAutoFit/>
          </a:bodyPr>
          <a:lstStyle/>
          <a:p>
            <a:pPr algn="ctr"/>
            <a:r>
              <a:rPr lang="en-US" sz="900" dirty="0"/>
              <a:t>5432</a:t>
            </a:r>
          </a:p>
        </p:txBody>
      </p:sp>
    </p:spTree>
    <p:extLst>
      <p:ext uri="{BB962C8B-B14F-4D97-AF65-F5344CB8AC3E}">
        <p14:creationId xmlns:p14="http://schemas.microsoft.com/office/powerpoint/2010/main" val="1238540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CA6E6-68EB-5143-AB85-F0B5BB6F802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0B6632-FB6B-B602-127C-B609652C6E9E}"/>
              </a:ext>
            </a:extLst>
          </p:cNvPr>
          <p:cNvSpPr>
            <a:spLocks noGrp="1"/>
          </p:cNvSpPr>
          <p:nvPr>
            <p:ph sz="half" idx="1"/>
          </p:nvPr>
        </p:nvSpPr>
        <p:spPr/>
        <p:txBody>
          <a:bodyPr/>
          <a:lstStyle/>
          <a:p>
            <a:r>
              <a:rPr lang="en-US" dirty="0"/>
              <a:t>In the upper right block, 2 and 4 are in Row 3.</a:t>
            </a:r>
          </a:p>
        </p:txBody>
      </p:sp>
      <p:pic>
        <p:nvPicPr>
          <p:cNvPr id="4" name="Picture 3" descr="A grid of sudoku puzzle&#10;&#10;Description automatically generated">
            <a:extLst>
              <a:ext uri="{FF2B5EF4-FFF2-40B4-BE49-F238E27FC236}">
                <a16:creationId xmlns:a16="http://schemas.microsoft.com/office/drawing/2014/main" id="{59D14289-F645-A11D-B6B5-4F54A2CA300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CCF7E81-6811-1840-6C41-D25BCC828B1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03F1E24-E6D4-D482-CF0F-7739FE19D36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99372F1-DBE6-8A89-CDB8-D5EF6660DB1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B435F43-6274-63AD-BA51-3A7DB8028D7B}"/>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13EF87A2-C285-F018-C4CF-795C737D6B6D}"/>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ACA8CAC3-0837-2DFA-46EA-64927697C69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CAE94850-243D-586E-D1B2-5DAAF87AF5A2}"/>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070D6784-943D-4140-CB72-22660C97F247}"/>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90D5F200-202F-142A-2E36-AB321D1C0682}"/>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A56F0A32-7D89-F931-50CE-01A53D35F657}"/>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7E3BFA3C-78B2-3C11-B656-7E441FF33460}"/>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C2B3EC40-D45F-A9EF-6F8D-C5984E52EFB2}"/>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599EF514-EBDF-B50F-C4C0-78E1656E6222}"/>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01FC4542-F193-9893-A625-CEDAAF5B58F6}"/>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40988AB2-E532-1E1C-EBDA-B61E481CA303}"/>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2345</a:t>
            </a:r>
          </a:p>
        </p:txBody>
      </p:sp>
      <p:sp>
        <p:nvSpPr>
          <p:cNvPr id="19" name="TextBox 18">
            <a:extLst>
              <a:ext uri="{FF2B5EF4-FFF2-40B4-BE49-F238E27FC236}">
                <a16:creationId xmlns:a16="http://schemas.microsoft.com/office/drawing/2014/main" id="{E66732C7-2685-CB94-792E-FFCF51125992}"/>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6588D9ED-8DD5-4D0C-BAA1-1614C47406C3}"/>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2614D48E-83BB-8469-FF27-CADDC89CAC54}"/>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23456</a:t>
            </a:r>
          </a:p>
        </p:txBody>
      </p:sp>
      <p:sp>
        <p:nvSpPr>
          <p:cNvPr id="23" name="TextBox 22">
            <a:extLst>
              <a:ext uri="{FF2B5EF4-FFF2-40B4-BE49-F238E27FC236}">
                <a16:creationId xmlns:a16="http://schemas.microsoft.com/office/drawing/2014/main" id="{493D8176-36BF-E902-056E-F7274B231CA6}"/>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23456</a:t>
            </a:r>
          </a:p>
        </p:txBody>
      </p:sp>
      <p:sp>
        <p:nvSpPr>
          <p:cNvPr id="24" name="TextBox 23">
            <a:extLst>
              <a:ext uri="{FF2B5EF4-FFF2-40B4-BE49-F238E27FC236}">
                <a16:creationId xmlns:a16="http://schemas.microsoft.com/office/drawing/2014/main" id="{DE1428F7-3EF9-9920-8336-23C8313B9076}"/>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298CD8C3-6B92-47B9-8007-31AF04C50904}"/>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D5FA0FAE-94EE-3641-CB5A-0EF1C042B954}"/>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F4AC5420-1086-1FC3-2956-EC5EB978EA3B}"/>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1CFA3CF7-857B-9B6B-ECA1-05F8A8CB5741}"/>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594E2142-1F33-7F3D-7C4F-66C3F210B8FA}"/>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26B63010-69A5-5AC9-3B8C-C0D4C639D512}"/>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9709FFF9-8083-69D4-6252-27861A9C4953}"/>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C4D486B7-1103-DEB5-1D20-99705336F1DC}"/>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7B5DAB88-91BB-E4FA-5E4A-6B0D165D449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20EDF9E3-CD38-2AAE-A673-421D069F7716}"/>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D357C008-37B1-BA68-AFA6-10F9E746BF09}"/>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D42AB671-5F35-4F4B-4AD7-F0EB01B52A40}"/>
              </a:ext>
            </a:extLst>
          </p:cNvPr>
          <p:cNvSpPr txBox="1"/>
          <p:nvPr/>
        </p:nvSpPr>
        <p:spPr>
          <a:xfrm>
            <a:off x="6654802" y="901933"/>
            <a:ext cx="570089" cy="230832"/>
          </a:xfrm>
          <a:prstGeom prst="rect">
            <a:avLst/>
          </a:prstGeom>
          <a:noFill/>
        </p:spPr>
        <p:txBody>
          <a:bodyPr wrap="square" rtlCol="0">
            <a:spAutoFit/>
          </a:bodyPr>
          <a:lstStyle/>
          <a:p>
            <a:pPr algn="ctr"/>
            <a:r>
              <a:rPr lang="en-US" sz="900" dirty="0"/>
              <a:t>1358</a:t>
            </a:r>
          </a:p>
        </p:txBody>
      </p:sp>
      <p:sp>
        <p:nvSpPr>
          <p:cNvPr id="36" name="TextBox 35">
            <a:extLst>
              <a:ext uri="{FF2B5EF4-FFF2-40B4-BE49-F238E27FC236}">
                <a16:creationId xmlns:a16="http://schemas.microsoft.com/office/drawing/2014/main" id="{A556892E-E7B2-482A-1AB3-2FAFC46C9567}"/>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64E4F3D0-6C0A-5475-1400-95528B7A1D6B}"/>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2345</a:t>
            </a:r>
          </a:p>
        </p:txBody>
      </p:sp>
      <p:sp>
        <p:nvSpPr>
          <p:cNvPr id="38" name="TextBox 37">
            <a:extLst>
              <a:ext uri="{FF2B5EF4-FFF2-40B4-BE49-F238E27FC236}">
                <a16:creationId xmlns:a16="http://schemas.microsoft.com/office/drawing/2014/main" id="{5A49D428-874D-F6F3-ED52-2A9FE71FC877}"/>
              </a:ext>
            </a:extLst>
          </p:cNvPr>
          <p:cNvSpPr txBox="1"/>
          <p:nvPr/>
        </p:nvSpPr>
        <p:spPr>
          <a:xfrm>
            <a:off x="7157158" y="1903821"/>
            <a:ext cx="570089" cy="230832"/>
          </a:xfrm>
          <a:prstGeom prst="rect">
            <a:avLst/>
          </a:prstGeom>
          <a:noFill/>
        </p:spPr>
        <p:txBody>
          <a:bodyPr wrap="square" rtlCol="0">
            <a:spAutoFit/>
          </a:bodyPr>
          <a:lstStyle/>
          <a:p>
            <a:pPr algn="ctr"/>
            <a:r>
              <a:rPr lang="en-US" sz="900" dirty="0"/>
              <a:t>5432</a:t>
            </a:r>
          </a:p>
        </p:txBody>
      </p:sp>
    </p:spTree>
    <p:extLst>
      <p:ext uri="{BB962C8B-B14F-4D97-AF65-F5344CB8AC3E}">
        <p14:creationId xmlns:p14="http://schemas.microsoft.com/office/powerpoint/2010/main" val="117903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B3CB9-5AF2-E6D7-CB47-680BE773510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BD9718-6C82-D26A-EF58-4DD9C80B7DF8}"/>
              </a:ext>
            </a:extLst>
          </p:cNvPr>
          <p:cNvSpPr>
            <a:spLocks noGrp="1"/>
          </p:cNvSpPr>
          <p:nvPr>
            <p:ph sz="half" idx="1"/>
          </p:nvPr>
        </p:nvSpPr>
        <p:spPr/>
        <p:txBody>
          <a:bodyPr/>
          <a:lstStyle/>
          <a:p>
            <a:r>
              <a:rPr lang="en-US" dirty="0"/>
              <a:t>In the upper center block, 6 is in Row 3.</a:t>
            </a:r>
          </a:p>
        </p:txBody>
      </p:sp>
      <p:pic>
        <p:nvPicPr>
          <p:cNvPr id="4" name="Picture 3" descr="A grid of sudoku puzzle&#10;&#10;Description automatically generated">
            <a:extLst>
              <a:ext uri="{FF2B5EF4-FFF2-40B4-BE49-F238E27FC236}">
                <a16:creationId xmlns:a16="http://schemas.microsoft.com/office/drawing/2014/main" id="{9A29D948-0C98-F842-14AF-35191DA8E25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7DAA545-39D0-6A60-B9F2-BABC4055F90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34D8349-E353-BEDC-250B-E701CCFB684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3CEBF13-A107-4AAC-8759-82EB480A877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E2327C8-03CB-C1E1-5661-DECC68224021}"/>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DD2948E6-4BA6-61AA-F65E-C6F12C65D492}"/>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9E446B5-970E-6C77-65E0-E0070F614A8F}"/>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CA1E7E04-2F46-B8E9-3D8A-27A5D0B7F80F}"/>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8FE8027D-E872-695E-D38A-549D52B35092}"/>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55DB3DD0-2EB3-018D-CC1C-042AB8A27A9D}"/>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40DB9FCE-A943-EF0D-A1E9-A47BCAF0F6DF}"/>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C42787A1-E3E5-44D1-93E3-85B5A9E89FE6}"/>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912C89FE-5016-C0ED-044F-DA563B886DC6}"/>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ADE056BD-DD87-C724-1CFC-0B81F331AEED}"/>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6065D27B-142A-9396-7BD1-37BC9EFBEE90}"/>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AC02D405-6FE9-5DDA-155E-78CEEB53BE8E}"/>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2345</a:t>
            </a:r>
          </a:p>
        </p:txBody>
      </p:sp>
      <p:sp>
        <p:nvSpPr>
          <p:cNvPr id="19" name="TextBox 18">
            <a:extLst>
              <a:ext uri="{FF2B5EF4-FFF2-40B4-BE49-F238E27FC236}">
                <a16:creationId xmlns:a16="http://schemas.microsoft.com/office/drawing/2014/main" id="{EFC528A9-858C-BB19-F798-2D2A5E7925FB}"/>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39B1EDBA-BE3F-AFEC-1825-BB3E2603CD26}"/>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AB983213-CBF8-1449-1018-5D4A9656BF32}"/>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727D1CF6-3746-F5EE-AFBB-FD077732E03D}"/>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CF588E74-5A7E-4BC7-E198-DA15F3737B70}"/>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9F89C18A-C79D-1DF4-7C64-F7339930315A}"/>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C54608F9-98F5-79BE-EC87-820B5A6C3BEE}"/>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66108F45-68B5-4BDF-458D-CDD65D49EEB1}"/>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7AED225B-D935-8468-3C47-91D14DF7EC0A}"/>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A028E29E-A502-2E50-E32E-C30878EBB139}"/>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C804985F-48CA-FE77-10AE-C76611EE8565}"/>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4E99F337-9337-DE08-AAEB-015B4D994EDF}"/>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63BF9E73-8D3B-17F0-6B0F-EE8ED2552496}"/>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B0AB37E8-8959-6E6C-4F82-3D81DA6B7F25}"/>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07C8A2EA-5027-5A65-E750-3FE65B1B98E6}"/>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A128CA34-0789-2F8E-373A-0B1AC807CB9D}"/>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4277C2CE-DC1C-EEAF-8BFF-E781DFB2FB5C}"/>
              </a:ext>
            </a:extLst>
          </p:cNvPr>
          <p:cNvSpPr txBox="1"/>
          <p:nvPr/>
        </p:nvSpPr>
        <p:spPr>
          <a:xfrm>
            <a:off x="6654802" y="901933"/>
            <a:ext cx="570089" cy="230832"/>
          </a:xfrm>
          <a:prstGeom prst="rect">
            <a:avLst/>
          </a:prstGeom>
          <a:noFill/>
        </p:spPr>
        <p:txBody>
          <a:bodyPr wrap="square" rtlCol="0">
            <a:spAutoFit/>
          </a:bodyPr>
          <a:lstStyle/>
          <a:p>
            <a:pPr algn="ctr"/>
            <a:r>
              <a:rPr lang="en-US" sz="900" dirty="0"/>
              <a:t>1358</a:t>
            </a:r>
          </a:p>
        </p:txBody>
      </p:sp>
      <p:sp>
        <p:nvSpPr>
          <p:cNvPr id="36" name="TextBox 35">
            <a:extLst>
              <a:ext uri="{FF2B5EF4-FFF2-40B4-BE49-F238E27FC236}">
                <a16:creationId xmlns:a16="http://schemas.microsoft.com/office/drawing/2014/main" id="{3040CB5D-2392-9EEE-761F-BAEC372828B4}"/>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9F34DB2B-C333-153E-7D2C-3B269947087B}"/>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2345</a:t>
            </a:r>
          </a:p>
        </p:txBody>
      </p:sp>
      <p:sp>
        <p:nvSpPr>
          <p:cNvPr id="38" name="TextBox 37">
            <a:extLst>
              <a:ext uri="{FF2B5EF4-FFF2-40B4-BE49-F238E27FC236}">
                <a16:creationId xmlns:a16="http://schemas.microsoft.com/office/drawing/2014/main" id="{CA7B1F76-E90A-AF06-914D-745F20F5CEF2}"/>
              </a:ext>
            </a:extLst>
          </p:cNvPr>
          <p:cNvSpPr txBox="1"/>
          <p:nvPr/>
        </p:nvSpPr>
        <p:spPr>
          <a:xfrm>
            <a:off x="7157158" y="1903821"/>
            <a:ext cx="570089" cy="230832"/>
          </a:xfrm>
          <a:prstGeom prst="rect">
            <a:avLst/>
          </a:prstGeom>
          <a:noFill/>
        </p:spPr>
        <p:txBody>
          <a:bodyPr wrap="square" rtlCol="0">
            <a:spAutoFit/>
          </a:bodyPr>
          <a:lstStyle/>
          <a:p>
            <a:pPr algn="ctr"/>
            <a:r>
              <a:rPr lang="en-US" sz="900" dirty="0"/>
              <a:t>5432</a:t>
            </a:r>
          </a:p>
        </p:txBody>
      </p:sp>
    </p:spTree>
    <p:extLst>
      <p:ext uri="{BB962C8B-B14F-4D97-AF65-F5344CB8AC3E}">
        <p14:creationId xmlns:p14="http://schemas.microsoft.com/office/powerpoint/2010/main" val="2231899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AE075-C3D0-2B66-2A10-152B6103832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9AC9BB-6F23-BA82-498D-2367631DE6EB}"/>
              </a:ext>
            </a:extLst>
          </p:cNvPr>
          <p:cNvSpPr>
            <a:spLocks noGrp="1"/>
          </p:cNvSpPr>
          <p:nvPr>
            <p:ph sz="half" idx="1"/>
          </p:nvPr>
        </p:nvSpPr>
        <p:spPr/>
        <p:txBody>
          <a:bodyPr/>
          <a:lstStyle/>
          <a:p>
            <a:r>
              <a:rPr lang="en-US" dirty="0"/>
              <a:t>In Row 5, only 59 fits [14 in 2], and in only one way.</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D84671F6-D190-2CA7-769E-8F408ED7CBA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8B05B5F-02F9-3A27-52C8-847FE74E811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7E45059-D189-6F66-AF1C-C105614C050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081D564-5022-9357-BFCF-3FE77B3EE16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5A03D1F-A46A-37DA-0E17-62A28903EE6B}"/>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9E2272A0-81B9-D5B8-8CA0-531C4DC31804}"/>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74752C46-6D5D-FBBD-1F38-38C2BE8C7209}"/>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0967D6D3-84E4-C6FB-B688-E0ABB66EE274}"/>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9A6C66AC-89FC-B29F-B8E3-C1D3511BA4D6}"/>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6145AB30-E350-A643-00F4-4C2D3D88EF4C}"/>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BE7417AD-FDD7-5DD1-607F-93E568CFC0B5}"/>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675FAC6E-170E-9863-430C-A367E2E5E772}"/>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CFF7365B-7921-09FF-83CD-A212373E5C48}"/>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B45299CE-4059-15F3-8A6F-4BA7359D83E5}"/>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816BB4C6-F7E6-F67D-0931-91863C60B5D3}"/>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A2E44B42-29B3-BD46-5F05-2421ED11C6E6}"/>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a:t>
            </a:r>
          </a:p>
        </p:txBody>
      </p:sp>
      <p:sp>
        <p:nvSpPr>
          <p:cNvPr id="19" name="TextBox 18">
            <a:extLst>
              <a:ext uri="{FF2B5EF4-FFF2-40B4-BE49-F238E27FC236}">
                <a16:creationId xmlns:a16="http://schemas.microsoft.com/office/drawing/2014/main" id="{043D77FA-EB4D-8DD9-69A7-4B94C9894ACF}"/>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2965A87A-0FCF-C7B6-C5C7-AB23C6AA29E7}"/>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1ED5957A-AD14-B04D-D976-4BB3C9520DB0}"/>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F1D9970A-F70E-22A2-D5AF-40F98E51E7C0}"/>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7776F70E-EB64-3013-B1EE-67DD9F34B319}"/>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70F6635F-9701-EDA7-8816-39377AE3A3EF}"/>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891E92C9-90FE-C4C2-C45A-2A7A85B87C00}"/>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A2BE5BBB-33DD-4F43-BCEA-1910ADBEBE53}"/>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DFC03713-D178-88CC-D66F-A8B6C0FC05EA}"/>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FE512593-B93B-34C0-55FE-9DC7D2A1E695}"/>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9F6619F4-0B47-1E9C-9004-38E86BF33DD7}"/>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90DC2F8A-FA89-66EF-CA47-6A6F3C88099F}"/>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02740D84-608C-A506-0422-4E0D8F5C91C3}"/>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26727D61-42D3-42BC-2DD2-19BBF201AFFB}"/>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41A39352-A1FE-8011-9599-F5F7C3F44DB7}"/>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F1E4EB18-FDCF-E42A-3E19-E184CB61B3A8}"/>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15A2D92D-EEEB-0D82-D3CD-B59AADABD628}"/>
              </a:ext>
            </a:extLst>
          </p:cNvPr>
          <p:cNvSpPr txBox="1"/>
          <p:nvPr/>
        </p:nvSpPr>
        <p:spPr>
          <a:xfrm>
            <a:off x="6654802" y="901933"/>
            <a:ext cx="570089" cy="230832"/>
          </a:xfrm>
          <a:prstGeom prst="rect">
            <a:avLst/>
          </a:prstGeom>
          <a:noFill/>
        </p:spPr>
        <p:txBody>
          <a:bodyPr wrap="square" rtlCol="0">
            <a:spAutoFit/>
          </a:bodyPr>
          <a:lstStyle/>
          <a:p>
            <a:pPr algn="ctr"/>
            <a:r>
              <a:rPr lang="en-US" sz="900" dirty="0"/>
              <a:t>1358</a:t>
            </a:r>
          </a:p>
        </p:txBody>
      </p:sp>
      <p:sp>
        <p:nvSpPr>
          <p:cNvPr id="36" name="TextBox 35">
            <a:extLst>
              <a:ext uri="{FF2B5EF4-FFF2-40B4-BE49-F238E27FC236}">
                <a16:creationId xmlns:a16="http://schemas.microsoft.com/office/drawing/2014/main" id="{9A2D2DFC-58C3-2E4D-F916-282D71C7D4B1}"/>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A0286701-01F5-C3AB-7E79-9F082AF0A61B}"/>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2345</a:t>
            </a:r>
          </a:p>
        </p:txBody>
      </p:sp>
      <p:sp>
        <p:nvSpPr>
          <p:cNvPr id="38" name="TextBox 37">
            <a:extLst>
              <a:ext uri="{FF2B5EF4-FFF2-40B4-BE49-F238E27FC236}">
                <a16:creationId xmlns:a16="http://schemas.microsoft.com/office/drawing/2014/main" id="{DF3E37B9-AF98-32D2-1E43-CB7C6AF33FA6}"/>
              </a:ext>
            </a:extLst>
          </p:cNvPr>
          <p:cNvSpPr txBox="1"/>
          <p:nvPr/>
        </p:nvSpPr>
        <p:spPr>
          <a:xfrm>
            <a:off x="7157158" y="1903821"/>
            <a:ext cx="570089" cy="230832"/>
          </a:xfrm>
          <a:prstGeom prst="rect">
            <a:avLst/>
          </a:prstGeom>
          <a:noFill/>
        </p:spPr>
        <p:txBody>
          <a:bodyPr wrap="square" rtlCol="0">
            <a:spAutoFit/>
          </a:bodyPr>
          <a:lstStyle/>
          <a:p>
            <a:pPr algn="ctr"/>
            <a:r>
              <a:rPr lang="en-US" sz="900" dirty="0"/>
              <a:t>5432</a:t>
            </a:r>
          </a:p>
        </p:txBody>
      </p:sp>
      <p:sp>
        <p:nvSpPr>
          <p:cNvPr id="39" name="TextBox 38">
            <a:extLst>
              <a:ext uri="{FF2B5EF4-FFF2-40B4-BE49-F238E27FC236}">
                <a16:creationId xmlns:a16="http://schemas.microsoft.com/office/drawing/2014/main" id="{0ABC53EF-37CB-429B-061B-E2C12913B9D3}"/>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9CFC788E-A938-DE3C-E723-7C68015B6939}"/>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017601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02AAB-A85D-65FE-E63B-9B19C26BFE8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4C98BB-1687-7EA0-F67B-56464D7F2B8D}"/>
              </a:ext>
            </a:extLst>
          </p:cNvPr>
          <p:cNvSpPr>
            <a:spLocks noGrp="1"/>
          </p:cNvSpPr>
          <p:nvPr>
            <p:ph sz="half" idx="1"/>
          </p:nvPr>
        </p:nvSpPr>
        <p:spPr/>
        <p:txBody>
          <a:bodyPr/>
          <a:lstStyle/>
          <a:p>
            <a:r>
              <a:rPr lang="en-US" dirty="0"/>
              <a:t>Complete left center block.</a:t>
            </a:r>
          </a:p>
        </p:txBody>
      </p:sp>
      <p:pic>
        <p:nvPicPr>
          <p:cNvPr id="4" name="Picture 3" descr="A grid of sudoku puzzle&#10;&#10;Description automatically generated">
            <a:extLst>
              <a:ext uri="{FF2B5EF4-FFF2-40B4-BE49-F238E27FC236}">
                <a16:creationId xmlns:a16="http://schemas.microsoft.com/office/drawing/2014/main" id="{9B01DC6E-4AF5-CEB3-5452-0BFB323E9D9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D8025B5-A046-7F0C-0EB2-4813423B7E2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2C2CD41-6D20-D56B-7A46-3B771575C22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5E6D2BD-17AA-D75A-D5E1-0813D5101EF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A52E1BC-D7AB-FA0C-6BBA-466B3A93DFD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A2ACD4CB-A658-7517-4FC4-FDFB5898E0BE}"/>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DFB6BEEA-8C2C-DAB1-24C2-F2A283BFA3B5}"/>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2B02A94A-BEBC-CD82-1813-3A3480AAAB11}"/>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37104EB8-CB9F-2099-2480-8C6C5B307596}"/>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F8695435-AB65-8430-FC42-C0BD77A82B2C}"/>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E6D7E338-9656-F1F3-645A-6B6A3F07D142}"/>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F0A8006F-DE74-39FE-7CD8-D6A82AC37F9E}"/>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3D2E68FD-68EE-AC3C-B0AA-522FF40A1B7F}"/>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C48C4025-C746-189F-D770-97AB047EB787}"/>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5DE1C818-E22B-D4CD-8009-7D3C638EF795}"/>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0252A2DE-AF99-0D32-AB7F-3D0A2213D3F0}"/>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a:t>
            </a:r>
          </a:p>
        </p:txBody>
      </p:sp>
      <p:sp>
        <p:nvSpPr>
          <p:cNvPr id="19" name="TextBox 18">
            <a:extLst>
              <a:ext uri="{FF2B5EF4-FFF2-40B4-BE49-F238E27FC236}">
                <a16:creationId xmlns:a16="http://schemas.microsoft.com/office/drawing/2014/main" id="{7A6233FD-2486-435D-B059-44D1380A0000}"/>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E2A87D4A-57D3-8A79-2E40-05E1CDC40592}"/>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A3E79CE2-3EFC-A75D-A92A-744B9A25398F}"/>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126D77E0-C0EA-C705-2133-A8E204CFCC4A}"/>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C99EBE47-D832-609F-1F8E-F0705AE2D19A}"/>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0E3F7517-5758-0877-B485-4C9C836E4B54}"/>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223C9E80-A12A-F18A-3A01-81B478CF1C17}"/>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8D5D30B1-1225-C466-1E5C-86480A2A6C5E}"/>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E8830DC3-0D99-6F28-432B-D297E7C7F5A6}"/>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C59F596A-A584-DA58-6825-E3BBD71CD4B6}"/>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1459EA86-72DB-71AF-CA56-3E5F19610780}"/>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453B7C04-ED82-57EC-B69F-4168F05EE4A7}"/>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7BC56F4D-B492-EE46-88D0-C17B641040AB}"/>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017E391B-75DA-33F3-B24E-5CEF88E88649}"/>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4896C68C-5FF0-DC38-309E-BB9098E8F444}"/>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CB51E689-0864-EBDE-1DDD-1EB463539B2C}"/>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A2548CF1-FCCD-A455-9287-5E9B28A9ADB3}"/>
              </a:ext>
            </a:extLst>
          </p:cNvPr>
          <p:cNvSpPr txBox="1"/>
          <p:nvPr/>
        </p:nvSpPr>
        <p:spPr>
          <a:xfrm>
            <a:off x="6654802" y="901933"/>
            <a:ext cx="570089" cy="230832"/>
          </a:xfrm>
          <a:prstGeom prst="rect">
            <a:avLst/>
          </a:prstGeom>
          <a:noFill/>
        </p:spPr>
        <p:txBody>
          <a:bodyPr wrap="square" rtlCol="0">
            <a:spAutoFit/>
          </a:bodyPr>
          <a:lstStyle/>
          <a:p>
            <a:pPr algn="ctr"/>
            <a:r>
              <a:rPr lang="en-US" sz="900" dirty="0"/>
              <a:t>1358</a:t>
            </a:r>
          </a:p>
        </p:txBody>
      </p:sp>
      <p:sp>
        <p:nvSpPr>
          <p:cNvPr id="36" name="TextBox 35">
            <a:extLst>
              <a:ext uri="{FF2B5EF4-FFF2-40B4-BE49-F238E27FC236}">
                <a16:creationId xmlns:a16="http://schemas.microsoft.com/office/drawing/2014/main" id="{0F6E4A7D-694F-4D5B-C225-76BAD598B57D}"/>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969DA9B7-6C22-7328-FDF4-1A9FB50E74FF}"/>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2345</a:t>
            </a:r>
          </a:p>
        </p:txBody>
      </p:sp>
      <p:sp>
        <p:nvSpPr>
          <p:cNvPr id="38" name="TextBox 37">
            <a:extLst>
              <a:ext uri="{FF2B5EF4-FFF2-40B4-BE49-F238E27FC236}">
                <a16:creationId xmlns:a16="http://schemas.microsoft.com/office/drawing/2014/main" id="{00E2CBB4-818B-9AD5-3E6F-494106C83265}"/>
              </a:ext>
            </a:extLst>
          </p:cNvPr>
          <p:cNvSpPr txBox="1"/>
          <p:nvPr/>
        </p:nvSpPr>
        <p:spPr>
          <a:xfrm>
            <a:off x="7157158" y="1903821"/>
            <a:ext cx="570089" cy="230832"/>
          </a:xfrm>
          <a:prstGeom prst="rect">
            <a:avLst/>
          </a:prstGeom>
          <a:noFill/>
        </p:spPr>
        <p:txBody>
          <a:bodyPr wrap="square" rtlCol="0">
            <a:spAutoFit/>
          </a:bodyPr>
          <a:lstStyle/>
          <a:p>
            <a:pPr algn="ctr"/>
            <a:r>
              <a:rPr lang="en-US" sz="900" dirty="0"/>
              <a:t>5432</a:t>
            </a:r>
          </a:p>
        </p:txBody>
      </p:sp>
      <p:sp>
        <p:nvSpPr>
          <p:cNvPr id="39" name="TextBox 38">
            <a:extLst>
              <a:ext uri="{FF2B5EF4-FFF2-40B4-BE49-F238E27FC236}">
                <a16:creationId xmlns:a16="http://schemas.microsoft.com/office/drawing/2014/main" id="{835B3AB3-06D4-9EFC-4D1C-8BC8050AA2D0}"/>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CC4C0F45-F28C-2AA6-492F-8A4D403192C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0A13F6D5-CFCC-140E-5C01-A0C40441BE25}"/>
              </a:ext>
            </a:extLst>
          </p:cNvPr>
          <p:cNvSpPr txBox="1"/>
          <p:nvPr/>
        </p:nvSpPr>
        <p:spPr>
          <a:xfrm>
            <a:off x="4143022" y="2404765"/>
            <a:ext cx="570089" cy="230832"/>
          </a:xfrm>
          <a:prstGeom prst="rect">
            <a:avLst/>
          </a:prstGeom>
          <a:noFill/>
        </p:spPr>
        <p:txBody>
          <a:bodyPr wrap="square" rtlCol="0">
            <a:spAutoFit/>
          </a:bodyPr>
          <a:lstStyle/>
          <a:p>
            <a:pPr algn="ctr"/>
            <a:r>
              <a:rPr lang="en-US" sz="900" dirty="0"/>
              <a:t>134</a:t>
            </a:r>
          </a:p>
        </p:txBody>
      </p:sp>
      <p:sp>
        <p:nvSpPr>
          <p:cNvPr id="42" name="TextBox 41">
            <a:extLst>
              <a:ext uri="{FF2B5EF4-FFF2-40B4-BE49-F238E27FC236}">
                <a16:creationId xmlns:a16="http://schemas.microsoft.com/office/drawing/2014/main" id="{B8935D5A-399F-0119-41CB-887CD4CD3E27}"/>
              </a:ext>
            </a:extLst>
          </p:cNvPr>
          <p:cNvSpPr txBox="1"/>
          <p:nvPr/>
        </p:nvSpPr>
        <p:spPr>
          <a:xfrm>
            <a:off x="3640666" y="3406653"/>
            <a:ext cx="570089" cy="230832"/>
          </a:xfrm>
          <a:prstGeom prst="rect">
            <a:avLst/>
          </a:prstGeom>
          <a:noFill/>
        </p:spPr>
        <p:txBody>
          <a:bodyPr wrap="square" rtlCol="0">
            <a:spAutoFit/>
          </a:bodyPr>
          <a:lstStyle/>
          <a:p>
            <a:pPr algn="ctr"/>
            <a:r>
              <a:rPr lang="en-US" sz="900" dirty="0"/>
              <a:t>134</a:t>
            </a:r>
          </a:p>
        </p:txBody>
      </p:sp>
      <p:sp>
        <p:nvSpPr>
          <p:cNvPr id="43" name="TextBox 42">
            <a:extLst>
              <a:ext uri="{FF2B5EF4-FFF2-40B4-BE49-F238E27FC236}">
                <a16:creationId xmlns:a16="http://schemas.microsoft.com/office/drawing/2014/main" id="{DC395CD2-ADB1-EC85-6CDA-2CD9100A5BC8}"/>
              </a:ext>
            </a:extLst>
          </p:cNvPr>
          <p:cNvSpPr txBox="1"/>
          <p:nvPr/>
        </p:nvSpPr>
        <p:spPr>
          <a:xfrm>
            <a:off x="4143022" y="3406653"/>
            <a:ext cx="570089" cy="230832"/>
          </a:xfrm>
          <a:prstGeom prst="rect">
            <a:avLst/>
          </a:prstGeom>
          <a:noFill/>
        </p:spPr>
        <p:txBody>
          <a:bodyPr wrap="square" rtlCol="0">
            <a:spAutoFit/>
          </a:bodyPr>
          <a:lstStyle/>
          <a:p>
            <a:pPr algn="ctr"/>
            <a:r>
              <a:rPr lang="en-US" sz="900" dirty="0"/>
              <a:t>134</a:t>
            </a:r>
          </a:p>
        </p:txBody>
      </p:sp>
    </p:spTree>
    <p:extLst>
      <p:ext uri="{BB962C8B-B14F-4D97-AF65-F5344CB8AC3E}">
        <p14:creationId xmlns:p14="http://schemas.microsoft.com/office/powerpoint/2010/main" val="2350123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6EC2F-A3DF-19B4-524F-AEE6C23392C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92FF05-AAAC-BFC8-AF0A-1D5A34359492}"/>
              </a:ext>
            </a:extLst>
          </p:cNvPr>
          <p:cNvSpPr>
            <a:spLocks noGrp="1"/>
          </p:cNvSpPr>
          <p:nvPr>
            <p:ph sz="half" idx="1"/>
          </p:nvPr>
        </p:nvSpPr>
        <p:spPr/>
        <p:txBody>
          <a:bodyPr/>
          <a:lstStyle/>
          <a:p>
            <a:r>
              <a:rPr lang="en-US" dirty="0"/>
              <a:t>In Row 4, [11 in 4] is 1235.</a:t>
            </a:r>
          </a:p>
        </p:txBody>
      </p:sp>
      <p:pic>
        <p:nvPicPr>
          <p:cNvPr id="4" name="Picture 3" descr="A grid of sudoku puzzle&#10;&#10;Description automatically generated">
            <a:extLst>
              <a:ext uri="{FF2B5EF4-FFF2-40B4-BE49-F238E27FC236}">
                <a16:creationId xmlns:a16="http://schemas.microsoft.com/office/drawing/2014/main" id="{3C4DB1FA-BCEF-AA81-BC88-C5EDD5A546B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29FAB59-A6BC-D265-8A15-16FF2F6FE29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2C4CDF0-D069-D360-BCB9-C543113DCE7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B2699FA-EF0D-84F1-35FC-EAFD89E9374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E01EC7F-2964-B6C1-FE54-32C155834902}"/>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DA282E84-3203-77F1-07E6-C56465FD1F7E}"/>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98820ADB-EEEF-D97A-9576-C1E0F4BBE93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4A4EF482-90D9-1EE6-2CC1-0ABB6E5815AB}"/>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0E308A2D-6E0B-5B7B-10D4-BFFB52A21C4A}"/>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ACD519E6-240D-EF1D-DDBB-0C28D8BA272A}"/>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EDB19506-5176-51C6-CE2C-A845C648E9E8}"/>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19D9037D-9F46-DEB5-4945-B0B8E4BED07D}"/>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18AE4B7E-95FE-A4ED-96A8-D49B6F5CF3B5}"/>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A2F6DE38-ABCC-ACA7-6E23-F46AA49BF410}"/>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CB51022C-76E4-2B2E-47F8-1B9F6C552BFF}"/>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3F616416-734A-E7AB-4F75-5F62D0CB72FB}"/>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a:t>
            </a:r>
          </a:p>
        </p:txBody>
      </p:sp>
      <p:sp>
        <p:nvSpPr>
          <p:cNvPr id="19" name="TextBox 18">
            <a:extLst>
              <a:ext uri="{FF2B5EF4-FFF2-40B4-BE49-F238E27FC236}">
                <a16:creationId xmlns:a16="http://schemas.microsoft.com/office/drawing/2014/main" id="{43A2D5FF-417D-6CED-3793-0B29EADE1F12}"/>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EFFDF4F8-2176-E339-9892-66D98E0F96EE}"/>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99471850-AA12-056C-833E-CB569876F076}"/>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2B8D9637-726E-F8CE-C1ED-7EC61D6D7978}"/>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1CA7CED4-F770-36E5-539C-A5A7C1095DAE}"/>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2CC0A9BA-7225-A15A-9E38-3D1BD7A94290}"/>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7792BA63-B528-8019-CB02-160FCFE36266}"/>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8058386B-9592-3BCC-687E-43D6658EF46A}"/>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0B790979-B42F-EB25-B19C-1087E7A6911F}"/>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DF694BD5-2888-251E-A74B-3C42C7EA26DD}"/>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06C6A820-3DD2-6066-2DB3-10158DFD36E8}"/>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D9DE6E15-61B8-A1FA-ACB0-74C34D88BDE5}"/>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4131A24B-7BC4-7C5F-61A2-509E13005477}"/>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A26A4153-6AB4-9908-AD72-0F609438861E}"/>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158DDF21-1A41-AB22-3316-8C54CBC3B0DA}"/>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CD2B28FC-BC82-557F-6F22-46ACAFE718FE}"/>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D32D5467-AD5E-A0D9-5341-83AC0F97D832}"/>
              </a:ext>
            </a:extLst>
          </p:cNvPr>
          <p:cNvSpPr txBox="1"/>
          <p:nvPr/>
        </p:nvSpPr>
        <p:spPr>
          <a:xfrm>
            <a:off x="6654802" y="901933"/>
            <a:ext cx="570089" cy="230832"/>
          </a:xfrm>
          <a:prstGeom prst="rect">
            <a:avLst/>
          </a:prstGeom>
          <a:noFill/>
        </p:spPr>
        <p:txBody>
          <a:bodyPr wrap="square" rtlCol="0">
            <a:spAutoFit/>
          </a:bodyPr>
          <a:lstStyle/>
          <a:p>
            <a:pPr algn="ctr"/>
            <a:r>
              <a:rPr lang="en-US" sz="900" dirty="0"/>
              <a:t>1358</a:t>
            </a:r>
          </a:p>
        </p:txBody>
      </p:sp>
      <p:sp>
        <p:nvSpPr>
          <p:cNvPr id="36" name="TextBox 35">
            <a:extLst>
              <a:ext uri="{FF2B5EF4-FFF2-40B4-BE49-F238E27FC236}">
                <a16:creationId xmlns:a16="http://schemas.microsoft.com/office/drawing/2014/main" id="{8C597CCF-3915-BBE9-579A-A2FA0F54F5FD}"/>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466AC4D3-F96D-9745-CB75-240CC4F39EFD}"/>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2345</a:t>
            </a:r>
          </a:p>
        </p:txBody>
      </p:sp>
      <p:sp>
        <p:nvSpPr>
          <p:cNvPr id="38" name="TextBox 37">
            <a:extLst>
              <a:ext uri="{FF2B5EF4-FFF2-40B4-BE49-F238E27FC236}">
                <a16:creationId xmlns:a16="http://schemas.microsoft.com/office/drawing/2014/main" id="{D690D839-C4F3-082C-AD3C-F922DDDC763A}"/>
              </a:ext>
            </a:extLst>
          </p:cNvPr>
          <p:cNvSpPr txBox="1"/>
          <p:nvPr/>
        </p:nvSpPr>
        <p:spPr>
          <a:xfrm>
            <a:off x="7157158" y="1903821"/>
            <a:ext cx="570089" cy="230832"/>
          </a:xfrm>
          <a:prstGeom prst="rect">
            <a:avLst/>
          </a:prstGeom>
          <a:noFill/>
        </p:spPr>
        <p:txBody>
          <a:bodyPr wrap="square" rtlCol="0">
            <a:spAutoFit/>
          </a:bodyPr>
          <a:lstStyle/>
          <a:p>
            <a:pPr algn="ctr"/>
            <a:r>
              <a:rPr lang="en-US" sz="900" dirty="0"/>
              <a:t>5432</a:t>
            </a:r>
          </a:p>
        </p:txBody>
      </p:sp>
      <p:sp>
        <p:nvSpPr>
          <p:cNvPr id="39" name="TextBox 38">
            <a:extLst>
              <a:ext uri="{FF2B5EF4-FFF2-40B4-BE49-F238E27FC236}">
                <a16:creationId xmlns:a16="http://schemas.microsoft.com/office/drawing/2014/main" id="{247F5312-908F-F83E-3B54-45D08CB935D5}"/>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2751CB46-A24E-933F-2A28-2B897DCF367C}"/>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3F034C4-6E1F-86E5-7ECF-E5549883DA6D}"/>
              </a:ext>
            </a:extLst>
          </p:cNvPr>
          <p:cNvSpPr txBox="1"/>
          <p:nvPr/>
        </p:nvSpPr>
        <p:spPr>
          <a:xfrm>
            <a:off x="4143022" y="2404765"/>
            <a:ext cx="570089" cy="230832"/>
          </a:xfrm>
          <a:prstGeom prst="rect">
            <a:avLst/>
          </a:prstGeom>
          <a:noFill/>
        </p:spPr>
        <p:txBody>
          <a:bodyPr wrap="square" rtlCol="0">
            <a:spAutoFit/>
          </a:bodyPr>
          <a:lstStyle/>
          <a:p>
            <a:pPr algn="ctr"/>
            <a:r>
              <a:rPr lang="en-US" sz="900" dirty="0"/>
              <a:t>13</a:t>
            </a:r>
          </a:p>
        </p:txBody>
      </p:sp>
      <p:sp>
        <p:nvSpPr>
          <p:cNvPr id="42" name="TextBox 41">
            <a:extLst>
              <a:ext uri="{FF2B5EF4-FFF2-40B4-BE49-F238E27FC236}">
                <a16:creationId xmlns:a16="http://schemas.microsoft.com/office/drawing/2014/main" id="{D16A8061-9795-39F3-86FF-D37D744FFE13}"/>
              </a:ext>
            </a:extLst>
          </p:cNvPr>
          <p:cNvSpPr txBox="1"/>
          <p:nvPr/>
        </p:nvSpPr>
        <p:spPr>
          <a:xfrm>
            <a:off x="3640666" y="3406653"/>
            <a:ext cx="570089" cy="230832"/>
          </a:xfrm>
          <a:prstGeom prst="rect">
            <a:avLst/>
          </a:prstGeom>
          <a:noFill/>
        </p:spPr>
        <p:txBody>
          <a:bodyPr wrap="square" rtlCol="0">
            <a:spAutoFit/>
          </a:bodyPr>
          <a:lstStyle/>
          <a:p>
            <a:pPr algn="ctr"/>
            <a:r>
              <a:rPr lang="en-US" sz="900" dirty="0"/>
              <a:t>134</a:t>
            </a:r>
          </a:p>
        </p:txBody>
      </p:sp>
      <p:sp>
        <p:nvSpPr>
          <p:cNvPr id="43" name="TextBox 42">
            <a:extLst>
              <a:ext uri="{FF2B5EF4-FFF2-40B4-BE49-F238E27FC236}">
                <a16:creationId xmlns:a16="http://schemas.microsoft.com/office/drawing/2014/main" id="{F4844BD7-6F29-821C-131B-55CCF362BF58}"/>
              </a:ext>
            </a:extLst>
          </p:cNvPr>
          <p:cNvSpPr txBox="1"/>
          <p:nvPr/>
        </p:nvSpPr>
        <p:spPr>
          <a:xfrm>
            <a:off x="4143022" y="3406653"/>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DABB86B7-321F-5E14-032B-0D55164640D9}"/>
              </a:ext>
            </a:extLst>
          </p:cNvPr>
          <p:cNvSpPr txBox="1"/>
          <p:nvPr/>
        </p:nvSpPr>
        <p:spPr>
          <a:xfrm>
            <a:off x="4645378" y="2404765"/>
            <a:ext cx="570089" cy="230832"/>
          </a:xfrm>
          <a:prstGeom prst="rect">
            <a:avLst/>
          </a:prstGeom>
          <a:noFill/>
        </p:spPr>
        <p:txBody>
          <a:bodyPr wrap="square" rtlCol="0">
            <a:spAutoFit/>
          </a:bodyPr>
          <a:lstStyle/>
          <a:p>
            <a:pPr algn="ctr"/>
            <a:r>
              <a:rPr lang="en-US" sz="900" dirty="0"/>
              <a:t>235</a:t>
            </a:r>
          </a:p>
        </p:txBody>
      </p:sp>
      <p:sp>
        <p:nvSpPr>
          <p:cNvPr id="45" name="TextBox 44">
            <a:extLst>
              <a:ext uri="{FF2B5EF4-FFF2-40B4-BE49-F238E27FC236}">
                <a16:creationId xmlns:a16="http://schemas.microsoft.com/office/drawing/2014/main" id="{15EF43FC-5ECF-C452-7EBB-8DE1992CE8F5}"/>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1235</a:t>
            </a:r>
          </a:p>
        </p:txBody>
      </p:sp>
      <p:sp>
        <p:nvSpPr>
          <p:cNvPr id="46" name="TextBox 45">
            <a:extLst>
              <a:ext uri="{FF2B5EF4-FFF2-40B4-BE49-F238E27FC236}">
                <a16:creationId xmlns:a16="http://schemas.microsoft.com/office/drawing/2014/main" id="{08F6127F-677D-E1A5-C657-CA67A8C863A9}"/>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1235</a:t>
            </a:r>
          </a:p>
        </p:txBody>
      </p:sp>
    </p:spTree>
    <p:extLst>
      <p:ext uri="{BB962C8B-B14F-4D97-AF65-F5344CB8AC3E}">
        <p14:creationId xmlns:p14="http://schemas.microsoft.com/office/powerpoint/2010/main" val="1555575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E447E-E125-E2AB-A25B-73C2564725B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678C81-006A-1208-97A8-F30B41BB2A97}"/>
              </a:ext>
            </a:extLst>
          </p:cNvPr>
          <p:cNvSpPr>
            <a:spLocks noGrp="1"/>
          </p:cNvSpPr>
          <p:nvPr>
            <p:ph sz="half" idx="1"/>
          </p:nvPr>
        </p:nvSpPr>
        <p:spPr/>
        <p:txBody>
          <a:bodyPr/>
          <a:lstStyle/>
          <a:p>
            <a:r>
              <a:rPr lang="en-US" dirty="0"/>
              <a:t>In Row 6, [13 in 3, w/ 4] is either 148 or 346</a:t>
            </a:r>
          </a:p>
        </p:txBody>
      </p:sp>
      <p:pic>
        <p:nvPicPr>
          <p:cNvPr id="4" name="Picture 3" descr="A grid of sudoku puzzle&#10;&#10;Description automatically generated">
            <a:extLst>
              <a:ext uri="{FF2B5EF4-FFF2-40B4-BE49-F238E27FC236}">
                <a16:creationId xmlns:a16="http://schemas.microsoft.com/office/drawing/2014/main" id="{33BEC48C-10DA-7D77-700C-2788AD86E7D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EB97BC1-81C6-33E3-7983-FC241ECADCF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26E9DDD-6F26-91C4-64A0-6436D9988AA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D09DE37-0BAD-BC22-3B6D-4CE9E090298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5F9A411-2256-201D-71C7-AEFD40948D4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ADFCE891-C296-7F0C-ED2D-8CD73BF815A6}"/>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0104C35E-8328-095B-5087-E9953B608A3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711DF64D-582B-1749-2F98-80220EBCEAE2}"/>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D7C62249-9EA0-7DCD-C378-57DA08CCB486}"/>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47295B17-8C6C-9C34-870E-BC52BA6B22A1}"/>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8D2E1837-823D-87E1-AC8D-85EBBD0B9A6E}"/>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AB346C95-26AC-EB7A-8B09-A2CA4BFD73C8}"/>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FBB7DCAE-F0B1-77C3-058B-619EAF930474}"/>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E53F1200-D717-B92A-40E7-EF508683F2A9}"/>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893DAFA8-A7D1-F42B-9CF0-0700B6AA342B}"/>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F893CF8F-24F7-5949-631C-33744F15C542}"/>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a:t>
            </a:r>
          </a:p>
        </p:txBody>
      </p:sp>
      <p:sp>
        <p:nvSpPr>
          <p:cNvPr id="19" name="TextBox 18">
            <a:extLst>
              <a:ext uri="{FF2B5EF4-FFF2-40B4-BE49-F238E27FC236}">
                <a16:creationId xmlns:a16="http://schemas.microsoft.com/office/drawing/2014/main" id="{4B353BE3-E0F7-FB38-B198-3A3EF4FC5480}"/>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C65A0D04-DCEE-06B6-9539-C749BCD77741}"/>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47AA44F4-D4CC-6B6B-ED76-674BDE8390C2}"/>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19E5D6DE-8246-8AFF-292A-2C95BDCDE35E}"/>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4491A032-53C3-06CD-113E-0DE579CBFDF7}"/>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C4711DA2-ECD3-3EA4-88B2-D655005D2F94}"/>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DC860447-A391-3580-7095-0A87301DC5C6}"/>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A50F913B-6968-09BF-5979-AEE8B7000F66}"/>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4CB62E01-A9A0-0864-2B94-0B063AEE75C1}"/>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654ED742-B943-3D4F-F76A-EE82FD719D28}"/>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FFAB3DB7-EE4D-463D-8955-49C341302BB0}"/>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3E5DBF25-7FAE-E7BD-76A6-B0EBC43B9AAB}"/>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A0F7E172-9317-2316-69F3-CFD6CDFF02B2}"/>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1D2DA306-4E33-8DF9-6F83-D3EC62DAA14A}"/>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B8D733C2-7631-4070-3471-D151B19630E5}"/>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DD7151C7-69A0-7482-42B2-98B15A998327}"/>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578BE67B-7FA9-9FC5-3A4A-5B3AFC3DF980}"/>
              </a:ext>
            </a:extLst>
          </p:cNvPr>
          <p:cNvSpPr txBox="1"/>
          <p:nvPr/>
        </p:nvSpPr>
        <p:spPr>
          <a:xfrm>
            <a:off x="6654802" y="901933"/>
            <a:ext cx="570089" cy="230832"/>
          </a:xfrm>
          <a:prstGeom prst="rect">
            <a:avLst/>
          </a:prstGeom>
          <a:noFill/>
        </p:spPr>
        <p:txBody>
          <a:bodyPr wrap="square" rtlCol="0">
            <a:spAutoFit/>
          </a:bodyPr>
          <a:lstStyle/>
          <a:p>
            <a:pPr algn="ctr"/>
            <a:r>
              <a:rPr lang="en-US" sz="900" dirty="0"/>
              <a:t>1358</a:t>
            </a:r>
          </a:p>
        </p:txBody>
      </p:sp>
      <p:sp>
        <p:nvSpPr>
          <p:cNvPr id="36" name="TextBox 35">
            <a:extLst>
              <a:ext uri="{FF2B5EF4-FFF2-40B4-BE49-F238E27FC236}">
                <a16:creationId xmlns:a16="http://schemas.microsoft.com/office/drawing/2014/main" id="{17AF607C-DD25-65A6-CABE-C966FA1601BD}"/>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379589E1-1D5B-2B40-2AD4-A4B4334E0788}"/>
              </a:ext>
            </a:extLst>
          </p:cNvPr>
          <p:cNvSpPr txBox="1"/>
          <p:nvPr/>
        </p:nvSpPr>
        <p:spPr>
          <a:xfrm>
            <a:off x="6654802" y="1903821"/>
            <a:ext cx="570089" cy="230832"/>
          </a:xfrm>
          <a:prstGeom prst="rect">
            <a:avLst/>
          </a:prstGeom>
          <a:noFill/>
        </p:spPr>
        <p:txBody>
          <a:bodyPr wrap="square" rtlCol="0">
            <a:spAutoFit/>
          </a:bodyPr>
          <a:lstStyle/>
          <a:p>
            <a:pPr algn="ctr"/>
            <a:r>
              <a:rPr lang="en-US" sz="900" dirty="0"/>
              <a:t>2345</a:t>
            </a:r>
          </a:p>
        </p:txBody>
      </p:sp>
      <p:sp>
        <p:nvSpPr>
          <p:cNvPr id="38" name="TextBox 37">
            <a:extLst>
              <a:ext uri="{FF2B5EF4-FFF2-40B4-BE49-F238E27FC236}">
                <a16:creationId xmlns:a16="http://schemas.microsoft.com/office/drawing/2014/main" id="{E1A3313B-5F2F-0BF3-2A9F-700DA4AD3CC6}"/>
              </a:ext>
            </a:extLst>
          </p:cNvPr>
          <p:cNvSpPr txBox="1"/>
          <p:nvPr/>
        </p:nvSpPr>
        <p:spPr>
          <a:xfrm>
            <a:off x="7157158" y="1903821"/>
            <a:ext cx="570089" cy="230832"/>
          </a:xfrm>
          <a:prstGeom prst="rect">
            <a:avLst/>
          </a:prstGeom>
          <a:noFill/>
        </p:spPr>
        <p:txBody>
          <a:bodyPr wrap="square" rtlCol="0">
            <a:spAutoFit/>
          </a:bodyPr>
          <a:lstStyle/>
          <a:p>
            <a:pPr algn="ctr"/>
            <a:r>
              <a:rPr lang="en-US" sz="900" dirty="0"/>
              <a:t>5432</a:t>
            </a:r>
          </a:p>
        </p:txBody>
      </p:sp>
      <p:sp>
        <p:nvSpPr>
          <p:cNvPr id="39" name="TextBox 38">
            <a:extLst>
              <a:ext uri="{FF2B5EF4-FFF2-40B4-BE49-F238E27FC236}">
                <a16:creationId xmlns:a16="http://schemas.microsoft.com/office/drawing/2014/main" id="{E5CB082C-E133-B1AA-CD5D-0D56D26746E6}"/>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9C7EF62A-6260-2988-722F-44874739A326}"/>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5D6C00C2-5503-57FE-6708-D508DE621192}"/>
              </a:ext>
            </a:extLst>
          </p:cNvPr>
          <p:cNvSpPr txBox="1"/>
          <p:nvPr/>
        </p:nvSpPr>
        <p:spPr>
          <a:xfrm>
            <a:off x="4143022" y="2404765"/>
            <a:ext cx="570089" cy="230832"/>
          </a:xfrm>
          <a:prstGeom prst="rect">
            <a:avLst/>
          </a:prstGeom>
          <a:solidFill>
            <a:srgbClr val="00FFEB">
              <a:alpha val="29804"/>
            </a:srgbClr>
          </a:solidFill>
        </p:spPr>
        <p:txBody>
          <a:bodyPr wrap="square" rtlCol="0">
            <a:spAutoFit/>
          </a:bodyPr>
          <a:lstStyle/>
          <a:p>
            <a:pPr algn="ctr"/>
            <a:r>
              <a:rPr lang="en-US" sz="900" dirty="0"/>
              <a:t>13</a:t>
            </a:r>
          </a:p>
        </p:txBody>
      </p:sp>
      <p:sp>
        <p:nvSpPr>
          <p:cNvPr id="42" name="TextBox 41">
            <a:extLst>
              <a:ext uri="{FF2B5EF4-FFF2-40B4-BE49-F238E27FC236}">
                <a16:creationId xmlns:a16="http://schemas.microsoft.com/office/drawing/2014/main" id="{115A765E-6D0A-1F7F-B0EF-1D85BF1572CF}"/>
              </a:ext>
            </a:extLst>
          </p:cNvPr>
          <p:cNvSpPr txBox="1"/>
          <p:nvPr/>
        </p:nvSpPr>
        <p:spPr>
          <a:xfrm>
            <a:off x="3640666" y="3406653"/>
            <a:ext cx="570089" cy="230832"/>
          </a:xfrm>
          <a:prstGeom prst="rect">
            <a:avLst/>
          </a:prstGeom>
          <a:noFill/>
        </p:spPr>
        <p:txBody>
          <a:bodyPr wrap="square" rtlCol="0">
            <a:spAutoFit/>
          </a:bodyPr>
          <a:lstStyle/>
          <a:p>
            <a:pPr algn="ctr"/>
            <a:r>
              <a:rPr lang="en-US" sz="900" dirty="0"/>
              <a:t>134</a:t>
            </a:r>
          </a:p>
        </p:txBody>
      </p:sp>
      <p:sp>
        <p:nvSpPr>
          <p:cNvPr id="43" name="TextBox 42">
            <a:extLst>
              <a:ext uri="{FF2B5EF4-FFF2-40B4-BE49-F238E27FC236}">
                <a16:creationId xmlns:a16="http://schemas.microsoft.com/office/drawing/2014/main" id="{13B72287-5FEA-40CB-F21D-4414FB7180AD}"/>
              </a:ext>
            </a:extLst>
          </p:cNvPr>
          <p:cNvSpPr txBox="1"/>
          <p:nvPr/>
        </p:nvSpPr>
        <p:spPr>
          <a:xfrm>
            <a:off x="4143022" y="3406653"/>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434BFA58-6F3E-86E8-7955-33CA4D7C84B7}"/>
              </a:ext>
            </a:extLst>
          </p:cNvPr>
          <p:cNvSpPr txBox="1"/>
          <p:nvPr/>
        </p:nvSpPr>
        <p:spPr>
          <a:xfrm>
            <a:off x="4645378" y="2404765"/>
            <a:ext cx="570089" cy="230832"/>
          </a:xfrm>
          <a:prstGeom prst="rect">
            <a:avLst/>
          </a:prstGeom>
          <a:noFill/>
        </p:spPr>
        <p:txBody>
          <a:bodyPr wrap="square" rtlCol="0">
            <a:spAutoFit/>
          </a:bodyPr>
          <a:lstStyle/>
          <a:p>
            <a:pPr algn="ctr"/>
            <a:r>
              <a:rPr lang="en-US" sz="900" dirty="0"/>
              <a:t>235</a:t>
            </a:r>
          </a:p>
        </p:txBody>
      </p:sp>
      <p:sp>
        <p:nvSpPr>
          <p:cNvPr id="45" name="TextBox 44">
            <a:extLst>
              <a:ext uri="{FF2B5EF4-FFF2-40B4-BE49-F238E27FC236}">
                <a16:creationId xmlns:a16="http://schemas.microsoft.com/office/drawing/2014/main" id="{2834836E-34F7-0142-1444-D387BBB98F60}"/>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1235</a:t>
            </a:r>
          </a:p>
        </p:txBody>
      </p:sp>
      <p:sp>
        <p:nvSpPr>
          <p:cNvPr id="46" name="TextBox 45">
            <a:extLst>
              <a:ext uri="{FF2B5EF4-FFF2-40B4-BE49-F238E27FC236}">
                <a16:creationId xmlns:a16="http://schemas.microsoft.com/office/drawing/2014/main" id="{2CCE5C6B-4943-9D1E-47EA-2794D8CA854D}"/>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1235</a:t>
            </a:r>
          </a:p>
        </p:txBody>
      </p:sp>
      <p:sp>
        <p:nvSpPr>
          <p:cNvPr id="47" name="TextBox 46">
            <a:extLst>
              <a:ext uri="{FF2B5EF4-FFF2-40B4-BE49-F238E27FC236}">
                <a16:creationId xmlns:a16="http://schemas.microsoft.com/office/drawing/2014/main" id="{C83C0641-4D36-34E8-49BD-6C81E251263B}"/>
              </a:ext>
            </a:extLst>
          </p:cNvPr>
          <p:cNvSpPr txBox="1"/>
          <p:nvPr/>
        </p:nvSpPr>
        <p:spPr>
          <a:xfrm>
            <a:off x="4645378" y="3406653"/>
            <a:ext cx="570089" cy="230832"/>
          </a:xfrm>
          <a:prstGeom prst="rect">
            <a:avLst/>
          </a:prstGeom>
          <a:solidFill>
            <a:srgbClr val="00FFEB">
              <a:alpha val="29804"/>
            </a:srgbClr>
          </a:solidFill>
        </p:spPr>
        <p:txBody>
          <a:bodyPr wrap="square" rtlCol="0">
            <a:spAutoFit/>
          </a:bodyPr>
          <a:lstStyle/>
          <a:p>
            <a:pPr algn="ctr"/>
            <a:r>
              <a:rPr lang="en-US" sz="900" dirty="0"/>
              <a:t>68</a:t>
            </a:r>
          </a:p>
        </p:txBody>
      </p:sp>
    </p:spTree>
    <p:extLst>
      <p:ext uri="{BB962C8B-B14F-4D97-AF65-F5344CB8AC3E}">
        <p14:creationId xmlns:p14="http://schemas.microsoft.com/office/powerpoint/2010/main" val="4085728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8C7FA-3E09-3ADF-2D1C-7D70A8E2C9C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B609B0-4A86-05A4-1937-770B53B9EA2F}"/>
              </a:ext>
            </a:extLst>
          </p:cNvPr>
          <p:cNvSpPr>
            <a:spLocks noGrp="1"/>
          </p:cNvSpPr>
          <p:nvPr>
            <p:ph sz="half" idx="1"/>
          </p:nvPr>
        </p:nvSpPr>
        <p:spPr/>
        <p:txBody>
          <a:bodyPr/>
          <a:lstStyle/>
          <a:p>
            <a:r>
              <a:rPr lang="en-US" dirty="0"/>
              <a:t>In Column 8, there is only one solution to [5 in 2].</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DFDAC2B2-D6D3-9780-E805-2B87F42336C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1451405-662A-D070-2F59-5167618596D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22D9E54-B69A-97B6-8638-AF81FC59690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7E69E77-DDBF-D97E-E413-2B317D228F9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499E464-FCBE-E473-DE42-B88B0DFAA0DB}"/>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BF2D5210-E6BA-8CBE-EA8B-1A225718F8C3}"/>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A18C284A-FA08-ED8E-F252-7722EB54B12F}"/>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20433C1B-AAA2-380B-AD6E-92E0A228FDBE}"/>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A0C642AA-2EDA-DEC6-6385-96112BE635A1}"/>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0DC9888F-2086-27AE-4482-0269C6DC1127}"/>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BDC30AEB-C696-4B36-59CE-22723733FB6A}"/>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740004AE-739E-B2B7-3D4D-B944F793D216}"/>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A95AE9DE-76EF-6656-726B-CB5D83857D28}"/>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28515203-4714-0D66-45D7-20992B2F25CD}"/>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D6AFED4F-51CE-8A03-EF09-70EE2AE2BD3D}"/>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D5F506C7-B1AF-2293-B565-4714D7E31566}"/>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a:t>
            </a:r>
          </a:p>
        </p:txBody>
      </p:sp>
      <p:sp>
        <p:nvSpPr>
          <p:cNvPr id="19" name="TextBox 18">
            <a:extLst>
              <a:ext uri="{FF2B5EF4-FFF2-40B4-BE49-F238E27FC236}">
                <a16:creationId xmlns:a16="http://schemas.microsoft.com/office/drawing/2014/main" id="{1790806B-6025-A08F-2F5C-21B60F43E98D}"/>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2DC2CE37-4593-A339-F930-08F0D056170F}"/>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1F4BEDFE-4699-C230-87A8-711E611E569D}"/>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CAEF305B-3F38-216F-8D8A-FFFE7DEE8FF5}"/>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8D2220B2-DFB0-A055-2873-3C9E248133B8}"/>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84992E02-B830-FD71-01CA-1C232B0D4D43}"/>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CAE8EE01-5E57-8D4D-F95B-FAEF442B9DA1}"/>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AD48DEEA-8801-50A3-76F3-B58654F2C5BD}"/>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BDEA0DDB-C797-AE51-7E27-450C6F3E950C}"/>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26638A85-28C9-C24E-2EAE-C4969A64E77D}"/>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EA0CE362-0998-4BB6-A4E7-DD29A75B73F1}"/>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907E98B9-06C8-C199-7889-CBD281431CCF}"/>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A07F3DF6-B9F3-951F-C47B-EF49768DA596}"/>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B9617E87-D445-30A6-1820-AFF5946409C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F736F1B3-ADBF-0ACE-AC07-9F93FFAF7B2C}"/>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C71353DC-BCDC-E0EB-ED6A-14DCADB8926C}"/>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4431886C-794B-ED48-A0DF-F3D2ABD9875C}"/>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7BBECD36-1095-1CF5-21A4-198E5C93836A}"/>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4D51BC86-8153-D622-5836-78751EB7D4A2}"/>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F918879B-C453-464D-9E7F-C2B67A0B9082}"/>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9E0D63AB-EDCF-5323-5EAC-D7807D17A4E6}"/>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48B36A08-8BDB-A001-A56C-EA3E15E21005}"/>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64A665E6-29B5-D4B9-F159-902ABD4FAC70}"/>
              </a:ext>
            </a:extLst>
          </p:cNvPr>
          <p:cNvSpPr txBox="1"/>
          <p:nvPr/>
        </p:nvSpPr>
        <p:spPr>
          <a:xfrm>
            <a:off x="3640666" y="3406653"/>
            <a:ext cx="570089" cy="230832"/>
          </a:xfrm>
          <a:prstGeom prst="rect">
            <a:avLst/>
          </a:prstGeom>
          <a:noFill/>
        </p:spPr>
        <p:txBody>
          <a:bodyPr wrap="square" rtlCol="0">
            <a:spAutoFit/>
          </a:bodyPr>
          <a:lstStyle/>
          <a:p>
            <a:pPr algn="ctr"/>
            <a:r>
              <a:rPr lang="en-US" sz="900" dirty="0"/>
              <a:t>134</a:t>
            </a:r>
          </a:p>
        </p:txBody>
      </p:sp>
      <p:sp>
        <p:nvSpPr>
          <p:cNvPr id="43" name="TextBox 42">
            <a:extLst>
              <a:ext uri="{FF2B5EF4-FFF2-40B4-BE49-F238E27FC236}">
                <a16:creationId xmlns:a16="http://schemas.microsoft.com/office/drawing/2014/main" id="{302D63BF-0369-8571-A21E-C34C696D3BE2}"/>
              </a:ext>
            </a:extLst>
          </p:cNvPr>
          <p:cNvSpPr txBox="1"/>
          <p:nvPr/>
        </p:nvSpPr>
        <p:spPr>
          <a:xfrm>
            <a:off x="4143022" y="3406653"/>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738FCC60-5ED7-85D4-2EB2-0760AC87933A}"/>
              </a:ext>
            </a:extLst>
          </p:cNvPr>
          <p:cNvSpPr txBox="1"/>
          <p:nvPr/>
        </p:nvSpPr>
        <p:spPr>
          <a:xfrm>
            <a:off x="4645378" y="2404765"/>
            <a:ext cx="570089" cy="230832"/>
          </a:xfrm>
          <a:prstGeom prst="rect">
            <a:avLst/>
          </a:prstGeom>
          <a:noFill/>
        </p:spPr>
        <p:txBody>
          <a:bodyPr wrap="square" rtlCol="0">
            <a:spAutoFit/>
          </a:bodyPr>
          <a:lstStyle/>
          <a:p>
            <a:pPr algn="ctr"/>
            <a:r>
              <a:rPr lang="en-US" sz="900" dirty="0"/>
              <a:t>235</a:t>
            </a:r>
          </a:p>
        </p:txBody>
      </p:sp>
      <p:sp>
        <p:nvSpPr>
          <p:cNvPr id="45" name="TextBox 44">
            <a:extLst>
              <a:ext uri="{FF2B5EF4-FFF2-40B4-BE49-F238E27FC236}">
                <a16:creationId xmlns:a16="http://schemas.microsoft.com/office/drawing/2014/main" id="{0650AD37-9416-74A8-75A0-C09AFFCD058F}"/>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1235</a:t>
            </a:r>
          </a:p>
        </p:txBody>
      </p:sp>
      <p:sp>
        <p:nvSpPr>
          <p:cNvPr id="46" name="TextBox 45">
            <a:extLst>
              <a:ext uri="{FF2B5EF4-FFF2-40B4-BE49-F238E27FC236}">
                <a16:creationId xmlns:a16="http://schemas.microsoft.com/office/drawing/2014/main" id="{AF07A45D-14E6-7C6B-02AA-3F33E3576AE1}"/>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1235</a:t>
            </a:r>
          </a:p>
        </p:txBody>
      </p:sp>
      <p:sp>
        <p:nvSpPr>
          <p:cNvPr id="48" name="TextBox 47">
            <a:extLst>
              <a:ext uri="{FF2B5EF4-FFF2-40B4-BE49-F238E27FC236}">
                <a16:creationId xmlns:a16="http://schemas.microsoft.com/office/drawing/2014/main" id="{31972A54-E91D-EB57-B9E4-BE51ED35315B}"/>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0EA49F7E-34E9-DD9B-5EF7-B4A6CB5428C2}"/>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F076D75E-6ACE-44A2-C7F3-4265FDA28271}"/>
              </a:ext>
            </a:extLst>
          </p:cNvPr>
          <p:cNvSpPr txBox="1"/>
          <p:nvPr/>
        </p:nvSpPr>
        <p:spPr>
          <a:xfrm>
            <a:off x="4143022" y="2404765"/>
            <a:ext cx="570089" cy="230832"/>
          </a:xfrm>
          <a:prstGeom prst="rect">
            <a:avLst/>
          </a:prstGeom>
          <a:solidFill>
            <a:srgbClr val="00FFEB">
              <a:alpha val="29804"/>
            </a:srgbClr>
          </a:solid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C8A19D7E-C206-6C95-18A0-17AED5C3B688}"/>
              </a:ext>
            </a:extLst>
          </p:cNvPr>
          <p:cNvSpPr txBox="1"/>
          <p:nvPr/>
        </p:nvSpPr>
        <p:spPr>
          <a:xfrm>
            <a:off x="4645378" y="3406653"/>
            <a:ext cx="570089" cy="230832"/>
          </a:xfrm>
          <a:prstGeom prst="rect">
            <a:avLst/>
          </a:prstGeom>
          <a:solidFill>
            <a:srgbClr val="00FFEB">
              <a:alpha val="29804"/>
            </a:srgbClr>
          </a:solidFill>
        </p:spPr>
        <p:txBody>
          <a:bodyPr wrap="square" rtlCol="0">
            <a:spAutoFit/>
          </a:bodyPr>
          <a:lstStyle/>
          <a:p>
            <a:pPr algn="ctr"/>
            <a:r>
              <a:rPr lang="en-US" sz="900" dirty="0"/>
              <a:t>68</a:t>
            </a:r>
          </a:p>
        </p:txBody>
      </p:sp>
    </p:spTree>
    <p:extLst>
      <p:ext uri="{BB962C8B-B14F-4D97-AF65-F5344CB8AC3E}">
        <p14:creationId xmlns:p14="http://schemas.microsoft.com/office/powerpoint/2010/main" val="2349757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3FD24-078E-623C-E0F0-092C78957A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CF4B39-E499-1F04-4CEC-157DEEB46AD2}"/>
              </a:ext>
            </a:extLst>
          </p:cNvPr>
          <p:cNvSpPr>
            <a:spLocks noGrp="1"/>
          </p:cNvSpPr>
          <p:nvPr>
            <p:ph sz="half" idx="1"/>
          </p:nvPr>
        </p:nvSpPr>
        <p:spPr/>
        <p:txBody>
          <a:bodyPr/>
          <a:lstStyle/>
          <a:p>
            <a:r>
              <a:rPr lang="en-US" dirty="0"/>
              <a:t>Since [19 in 3] cannot contain a 1, in the left center block the 1 is in Row 6.</a:t>
            </a:r>
          </a:p>
        </p:txBody>
      </p:sp>
      <p:pic>
        <p:nvPicPr>
          <p:cNvPr id="4" name="Picture 3" descr="A grid of sudoku puzzle&#10;&#10;Description automatically generated">
            <a:extLst>
              <a:ext uri="{FF2B5EF4-FFF2-40B4-BE49-F238E27FC236}">
                <a16:creationId xmlns:a16="http://schemas.microsoft.com/office/drawing/2014/main" id="{17EBEC91-723B-123E-F32E-00438D949C5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E9C6948-C794-B020-840B-C93127AEEC5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485B137-3B93-CEAF-F30E-1E09C79A905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FEC7DD5-C7F3-D98D-405B-1C684479B96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5F8FA14-0AE4-B4FF-1717-09B4A71CEBF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C14C61C2-4359-D1D3-93AC-BB14F25F28FE}"/>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E2193D5-4BF3-6AF1-B4C5-8A5CD2AB513E}"/>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28A55E38-68B1-460A-BB7A-C90D07FD11F9}"/>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943147ED-BBA1-713C-0320-CBD42B359C96}"/>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769A408B-6DE2-3FCF-710E-7766C43C6AAC}"/>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1E42EA06-7558-BBAF-EDE8-C820FBBB324F}"/>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67732A43-F246-3DC3-6D31-64F1E746CFF8}"/>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C163E74C-28CB-387A-9634-09B241050447}"/>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6612FC8C-DE45-2950-D7B6-C738DB1D1802}"/>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AB5E4980-BA7C-6669-9B95-B823D77B9AA1}"/>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EE986B82-8AFF-B693-FBB4-99FA26A6E6E3}"/>
              </a:ext>
            </a:extLst>
          </p:cNvPr>
          <p:cNvSpPr txBox="1"/>
          <p:nvPr/>
        </p:nvSpPr>
        <p:spPr>
          <a:xfrm>
            <a:off x="4143022" y="1402877"/>
            <a:ext cx="570089" cy="230832"/>
          </a:xfrm>
          <a:prstGeom prst="rect">
            <a:avLst/>
          </a:prstGeom>
          <a:noFill/>
        </p:spPr>
        <p:txBody>
          <a:bodyPr wrap="square" rtlCol="0">
            <a:spAutoFit/>
          </a:bodyPr>
          <a:lstStyle/>
          <a:p>
            <a:pPr algn="ctr"/>
            <a:r>
              <a:rPr lang="en-US" sz="900" dirty="0"/>
              <a:t>234</a:t>
            </a:r>
          </a:p>
        </p:txBody>
      </p:sp>
      <p:sp>
        <p:nvSpPr>
          <p:cNvPr id="19" name="TextBox 18">
            <a:extLst>
              <a:ext uri="{FF2B5EF4-FFF2-40B4-BE49-F238E27FC236}">
                <a16:creationId xmlns:a16="http://schemas.microsoft.com/office/drawing/2014/main" id="{426786F7-ABF6-F9FB-3CED-287B9996CA9C}"/>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2450DF17-AF17-CFA9-DF92-FD5F4AA0A7C9}"/>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B1CBAF96-CA8F-02ED-42BB-B070D7C89906}"/>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95FACDF3-68D1-A489-0F9C-2E10CA903E36}"/>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1B61D620-93DF-26FE-4171-D4864DC11C75}"/>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D24E95E9-7A84-4381-DB27-19019BC55CE5}"/>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555CD73F-BC75-F8A0-EF37-61099F18C986}"/>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120D6DE2-34B3-43F7-0755-398B9920B91D}"/>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8B1F5BA3-C840-62BB-21E8-532ABF017ED1}"/>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D033CC75-8949-E88E-1A92-E8C3709976D1}"/>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04268BCF-0F6A-3F5A-4507-05A66793A4A6}"/>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467CA6BC-3DC8-D1AD-3658-BC355A1E8C5C}"/>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1A94DBC2-FA96-3141-04BF-C5690F8DF19A}"/>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D48684EA-1E63-BC06-ABFD-2E41BF493F3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35848585-F714-F4A9-AE68-66388DC5AA17}"/>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6068F601-024D-96D0-D7F6-DF9849C8B621}"/>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8CC86CDD-0247-33A2-C94A-B4525D9B7FD7}"/>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898BBF01-3BFF-3271-DC6B-6171F839B40E}"/>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86EAAEB1-6CEE-B1E1-11F0-8D731A8060AA}"/>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BB024244-0A57-A7BE-285E-FC362998A7FA}"/>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39CC62FF-63D6-5C94-EDD0-D7B9D0D3C611}"/>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9806F433-1B7E-574C-FAEA-60D759DD0AB0}"/>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7094C20F-41CD-4DA1-E373-9E2D08C5D214}"/>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CEB04C39-BF2D-B527-8CE5-C8E98E39DC58}"/>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CE0A84FF-2EC4-E3C5-94E8-C5A36FAE9F11}"/>
              </a:ext>
            </a:extLst>
          </p:cNvPr>
          <p:cNvSpPr txBox="1"/>
          <p:nvPr/>
        </p:nvSpPr>
        <p:spPr>
          <a:xfrm>
            <a:off x="4645378" y="2404765"/>
            <a:ext cx="570089" cy="230832"/>
          </a:xfrm>
          <a:prstGeom prst="rect">
            <a:avLst/>
          </a:prstGeom>
          <a:noFill/>
        </p:spPr>
        <p:txBody>
          <a:bodyPr wrap="square" rtlCol="0">
            <a:spAutoFit/>
          </a:bodyPr>
          <a:lstStyle/>
          <a:p>
            <a:pPr algn="ctr"/>
            <a:r>
              <a:rPr lang="en-US" sz="900" dirty="0"/>
              <a:t>235</a:t>
            </a:r>
          </a:p>
        </p:txBody>
      </p:sp>
      <p:sp>
        <p:nvSpPr>
          <p:cNvPr id="45" name="TextBox 44">
            <a:extLst>
              <a:ext uri="{FF2B5EF4-FFF2-40B4-BE49-F238E27FC236}">
                <a16:creationId xmlns:a16="http://schemas.microsoft.com/office/drawing/2014/main" id="{B256C005-8057-44C9-750D-C4F52D4E8A89}"/>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1235</a:t>
            </a:r>
          </a:p>
        </p:txBody>
      </p:sp>
      <p:sp>
        <p:nvSpPr>
          <p:cNvPr id="46" name="TextBox 45">
            <a:extLst>
              <a:ext uri="{FF2B5EF4-FFF2-40B4-BE49-F238E27FC236}">
                <a16:creationId xmlns:a16="http://schemas.microsoft.com/office/drawing/2014/main" id="{7CA571AB-81AF-5302-C377-FF4095B3DF57}"/>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1235</a:t>
            </a:r>
          </a:p>
        </p:txBody>
      </p:sp>
      <p:sp>
        <p:nvSpPr>
          <p:cNvPr id="48" name="TextBox 47">
            <a:extLst>
              <a:ext uri="{FF2B5EF4-FFF2-40B4-BE49-F238E27FC236}">
                <a16:creationId xmlns:a16="http://schemas.microsoft.com/office/drawing/2014/main" id="{1B650961-DC40-64B7-09F4-CBC1B3A560B2}"/>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4F992B73-99F3-5E38-776C-6B467917864E}"/>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1ED4C6FA-BE58-A236-6F03-D0865153B712}"/>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D342905F-F6E8-1A37-2419-31B4E59C0790}"/>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861249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3693C-2BDE-8AAF-1AB5-79E17668121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6F398E-FF78-83B5-D705-36A79F7A16DE}"/>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F549017-9B34-97CA-8200-A0D8656D3FC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C37E32F-0FF1-8B06-4BAF-176F54D05A3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C66A01D-0A9B-9476-03BD-CC7C0306E67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55BC298-2C91-C93D-7543-7458CE54593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0F62CED-CB25-5E8D-DF05-6ECD5C7647B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5AB75F60-6DE6-C19E-B6A8-31299E9BDBEC}"/>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3D5FC7AD-7FB5-1A74-587D-EB2833299DEA}"/>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07889CD3-265A-4998-79DD-5916FB71C56B}"/>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BA9FEA15-F3DB-4D0C-5806-91AC9B5E8550}"/>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734D2954-1594-C844-AD04-427F3559EAC7}"/>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48A4F9DB-6152-A4EC-49BB-B210DE3BD5D9}"/>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14A6E79E-2FBB-4749-8E11-E12209C6E792}"/>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BEAE27D7-DE98-E389-DC06-4DF5FD515650}"/>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B925BC9C-6B65-3210-6EDD-2A8AB4947304}"/>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50C339B7-2F16-8BDE-186B-10ADE1CAA5BB}"/>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19879DB8-30A0-323F-249F-AA95D925BA7B}"/>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55B3C4A4-81B3-E645-0272-A71B36DC5761}"/>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3EDDC1EC-C16C-2D89-E9A7-7EEF3D81214C}"/>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4032AEEE-933E-6A9E-C2E4-08B0926C0CAD}"/>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0845D601-D118-4D7E-4D27-B1250B6F694A}"/>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C9855F36-6147-76B4-8C86-CA700BF4E8BA}"/>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07B0D828-4A66-DDB8-DC2B-276FDA98AA44}"/>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D054F316-8899-B71E-4A13-EE97C69E9743}"/>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758DDD2F-0F2F-B944-DA39-284B8C778277}"/>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6746CCE1-A1D3-C1A2-10F5-C22093294260}"/>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DF6C58F1-A26F-6D62-6910-B0845F945EF2}"/>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056E0CCA-E4DC-C157-FAD6-61D62CB2CC8F}"/>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0158AA03-112D-8BD1-C35D-F40C75AF1F4E}"/>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14AE9D21-E755-82B4-E15E-962526F7083C}"/>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BDDD974F-06EF-6447-508E-6457CB85340C}"/>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3B9EA1F1-ED80-DF2C-F1DA-B79000165C1B}"/>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C9322E3B-4858-E98C-A665-5E42A3A69477}"/>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E2C9907B-8DCA-CC70-C6FF-948E467DFBC3}"/>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D4720ACC-4ADD-2A9E-D654-8BB171B42717}"/>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9415A5E2-2B73-6D56-C51F-303351600AFA}"/>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3C3B8AA0-6556-AB81-084A-E4BA0CE628FA}"/>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2BE28FC7-C4A2-DA67-34C7-1551532E621D}"/>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6A2722A4-B404-4AFF-20BC-B91A74B89855}"/>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2F7066A6-908B-12D7-7B15-5DDB6B7DD5C9}"/>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E072820D-7F83-6EF3-052A-55ADE6FD5EBF}"/>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F8084342-C83F-3F94-5753-EA6C3EA112E7}"/>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9CA0E4D8-D6E9-5FBD-955E-034EFB0B9149}"/>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C9E25AC1-1BD5-33E0-A659-E8A9E72B727E}"/>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50944266-5284-45A0-1463-30C8317FB7B9}"/>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1B57CC16-2A45-2B5F-645D-53E67D8BC66C}"/>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9175476E-A2A5-A42F-ACE7-DE1B33224966}"/>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2E8B8C85-10F4-28DE-EEC3-BA3CAEBDA4B0}"/>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999541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8F104-A7E9-7C91-E582-7F8134A4B68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FFA0E4-A625-A735-5C55-5FE37759D893}"/>
              </a:ext>
            </a:extLst>
          </p:cNvPr>
          <p:cNvSpPr>
            <a:spLocks noGrp="1"/>
          </p:cNvSpPr>
          <p:nvPr>
            <p:ph sz="half" idx="1"/>
          </p:nvPr>
        </p:nvSpPr>
        <p:spPr/>
        <p:txBody>
          <a:bodyPr/>
          <a:lstStyle/>
          <a:p>
            <a:r>
              <a:rPr lang="en-US" dirty="0"/>
              <a:t>In Row 6, 45–(2+13+19) = 11, in 2.</a:t>
            </a:r>
          </a:p>
        </p:txBody>
      </p:sp>
      <p:pic>
        <p:nvPicPr>
          <p:cNvPr id="4" name="Picture 3" descr="A grid of sudoku puzzle&#10;&#10;Description automatically generated">
            <a:extLst>
              <a:ext uri="{FF2B5EF4-FFF2-40B4-BE49-F238E27FC236}">
                <a16:creationId xmlns:a16="http://schemas.microsoft.com/office/drawing/2014/main" id="{D93096F4-BB59-96E9-69A4-E87353FD92E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9A72549-F7CB-6037-AD66-C7AF46B42CC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D380EFC-3DAB-2CD7-61B1-67E514E87A9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43E8AC2-A02D-8473-76C5-82C68EDB126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B07267E-BD6A-635D-DA2B-9C5C58286F69}"/>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C8AAD87F-3619-73B7-B6C7-988C8287EC19}"/>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0DE6D9B0-9D48-6B4B-B179-1DC6800DD1E6}"/>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14021B06-A56F-A6DF-7A80-5A1DDAC40FF3}"/>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8EFA1A6A-68B7-9AC7-D1FB-3FAD82682492}"/>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927BEBE9-0A84-09B7-1DF8-1485AC94147A}"/>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C8B116CA-D666-9871-71C6-CDDAAFD1962B}"/>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B8A1D499-DBD1-D285-CEF6-99DC23D4B9CD}"/>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A3F4A6CA-741E-A472-D1BF-A3EFF2D5F150}"/>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B591596F-E4C5-35AC-8A78-4D89BA418F71}"/>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F1AAB49B-1B4D-9FC0-F092-492BBE889BEE}"/>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1ED1D097-2E48-00C1-676B-155852E01EB2}"/>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31DE50DA-4137-9C9A-71DB-C04B280051EA}"/>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BF79CA94-2E9F-552B-E2BC-ADD6539FDDDA}"/>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2CFABB22-B02A-EB95-4887-67A8653D82AB}"/>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11EFC51B-F1AD-6510-E641-7BF1BCEAB1EA}"/>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6C08BA8A-20B1-3FA5-962B-2687BF57AA0B}"/>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B5499BFD-82E3-0640-6BCF-9749E19245ED}"/>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1F170CC7-D85C-97B4-0EC9-4478245C5D9B}"/>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7251F22B-F00C-5950-5D9B-D7EB6632379D}"/>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F545ABD8-CCA3-4268-DE15-4E73C8CB07F1}"/>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EFD3D18D-6F57-D54A-8AEB-3E9F346DA16A}"/>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67F8F668-EAD2-1FE2-461E-36C255CFC31F}"/>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96B325B0-3835-D4A7-E047-E6D7B64BF59C}"/>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D71585C3-8EC4-76AB-4A48-3AD6122F2BF4}"/>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F7D70A14-955A-B0A9-2F6C-1D078491EA5E}"/>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7E0CD11E-F48A-4054-64E0-6C38991992BA}"/>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2D7DDD0F-E162-6079-435A-77AB01BC60D4}"/>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BB752521-9FD3-6736-520C-35DC13BEE3AB}"/>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04E4B272-B62A-7429-5F4A-503DB885C701}"/>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42387845-B68F-5A33-D050-E54F4CC73FDF}"/>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FEC691E4-EDDF-DE09-62C2-57C387A672A4}"/>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5E298226-5CD7-C868-5485-05036A7DC0CC}"/>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F94EC90C-C4D6-AA33-8AF0-FC637E7968F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26EC3AEB-EE25-EFE5-9431-8EE2DB50F9A5}"/>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FD6D38AF-E31A-4941-E072-491B928E2E57}"/>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201F75D7-3C8A-67A4-87CA-C595629182BB}"/>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8F20F344-8341-05CB-C8EE-9DA3E5C918D9}"/>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088E9E1B-67EF-55D3-03F7-712787E10571}"/>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A9E14D35-72D8-DD6D-89F0-6737D099BA53}"/>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B88F5942-1402-15FA-29E5-507CA59CC5F1}"/>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681F8F0E-B19B-7D43-FA70-F863EE29A335}"/>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4E917054-72F7-762C-0364-6260D3DACB13}"/>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3011C011-7B19-EA7C-632A-705BABF70527}"/>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1" name="TextBox 50">
            <a:extLst>
              <a:ext uri="{FF2B5EF4-FFF2-40B4-BE49-F238E27FC236}">
                <a16:creationId xmlns:a16="http://schemas.microsoft.com/office/drawing/2014/main" id="{4E7B6E6F-09F5-C519-D5F2-ADF9D98901F4}"/>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Tree>
    <p:extLst>
      <p:ext uri="{BB962C8B-B14F-4D97-AF65-F5344CB8AC3E}">
        <p14:creationId xmlns:p14="http://schemas.microsoft.com/office/powerpoint/2010/main" val="336881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0D69C-0D22-B6ED-5BD7-57A70E7F4BD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3287AB-46E4-BA69-60F0-25A2CCAFD86F}"/>
              </a:ext>
            </a:extLst>
          </p:cNvPr>
          <p:cNvSpPr>
            <a:spLocks noGrp="1"/>
          </p:cNvSpPr>
          <p:nvPr>
            <p:ph sz="half" idx="1"/>
          </p:nvPr>
        </p:nvSpPr>
        <p:spPr/>
        <p:txBody>
          <a:bodyPr/>
          <a:lstStyle/>
          <a:p>
            <a:r>
              <a:rPr lang="en-US" dirty="0"/>
              <a:t>Complete Row 4.</a:t>
            </a:r>
          </a:p>
        </p:txBody>
      </p:sp>
      <p:pic>
        <p:nvPicPr>
          <p:cNvPr id="4" name="Picture 3" descr="A grid of sudoku puzzle&#10;&#10;Description automatically generated">
            <a:extLst>
              <a:ext uri="{FF2B5EF4-FFF2-40B4-BE49-F238E27FC236}">
                <a16:creationId xmlns:a16="http://schemas.microsoft.com/office/drawing/2014/main" id="{208ECD81-DC80-AE33-58C7-8D3B6E92708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7656A50-1AC3-0CED-6912-E42A1DFF3CE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379E94D-299C-83BB-64B4-E4FD42CB763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5221770-906F-45E6-95A5-8950527C923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06C6B95-84AE-78DA-EAA8-50C78EB7F6FB}"/>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95E61BA0-089C-22B7-1213-E224CCCF9E53}"/>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29E7D1CE-86F3-F897-6326-C22EA905FAF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17D8770D-DBAD-C267-CE64-F3DA4C4DACEF}"/>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11" name="TextBox 10">
            <a:extLst>
              <a:ext uri="{FF2B5EF4-FFF2-40B4-BE49-F238E27FC236}">
                <a16:creationId xmlns:a16="http://schemas.microsoft.com/office/drawing/2014/main" id="{72C9CE42-55CD-CDDD-3E33-3C624DAF456C}"/>
              </a:ext>
            </a:extLst>
          </p:cNvPr>
          <p:cNvSpPr txBox="1"/>
          <p:nvPr/>
        </p:nvSpPr>
        <p:spPr>
          <a:xfrm>
            <a:off x="3640666" y="2905709"/>
            <a:ext cx="570089" cy="230832"/>
          </a:xfrm>
          <a:prstGeom prst="rect">
            <a:avLst/>
          </a:prstGeom>
          <a:noFill/>
        </p:spPr>
        <p:txBody>
          <a:bodyPr wrap="square" rtlCol="0">
            <a:spAutoFit/>
          </a:bodyPr>
          <a:lstStyle/>
          <a:p>
            <a:pPr algn="ctr"/>
            <a:r>
              <a:rPr lang="en-US" sz="900" dirty="0"/>
              <a:t>76</a:t>
            </a:r>
          </a:p>
        </p:txBody>
      </p:sp>
      <p:sp>
        <p:nvSpPr>
          <p:cNvPr id="12" name="TextBox 11">
            <a:extLst>
              <a:ext uri="{FF2B5EF4-FFF2-40B4-BE49-F238E27FC236}">
                <a16:creationId xmlns:a16="http://schemas.microsoft.com/office/drawing/2014/main" id="{4F1370AE-458A-F4C4-D8C2-1D623A3B913F}"/>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748C5171-CDCA-6DAD-D681-6175A0AA02A2}"/>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2D4F278A-FA2E-4045-0E32-AAF11ABAD364}"/>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10311DF3-B57B-252A-C8BC-DE9BC9740EB4}"/>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1C5FE556-5EBE-EAA0-1DF3-1AC19B5ABBFE}"/>
              </a:ext>
            </a:extLst>
          </p:cNvPr>
          <p:cNvSpPr txBox="1"/>
          <p:nvPr/>
        </p:nvSpPr>
        <p:spPr>
          <a:xfrm>
            <a:off x="3138310" y="901933"/>
            <a:ext cx="570089" cy="230832"/>
          </a:xfrm>
          <a:prstGeom prst="rect">
            <a:avLst/>
          </a:prstGeom>
          <a:noFill/>
        </p:spPr>
        <p:txBody>
          <a:bodyPr wrap="square" rtlCol="0">
            <a:spAutoFit/>
          </a:bodyPr>
          <a:lstStyle/>
          <a:p>
            <a:pPr algn="ctr"/>
            <a:r>
              <a:rPr lang="en-US" sz="900" dirty="0"/>
              <a:t>3456</a:t>
            </a:r>
          </a:p>
        </p:txBody>
      </p:sp>
      <p:sp>
        <p:nvSpPr>
          <p:cNvPr id="17" name="TextBox 16">
            <a:extLst>
              <a:ext uri="{FF2B5EF4-FFF2-40B4-BE49-F238E27FC236}">
                <a16:creationId xmlns:a16="http://schemas.microsoft.com/office/drawing/2014/main" id="{87D628EE-B1F4-815B-83D4-06646EAD9AC5}"/>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E8A39E1F-FBE4-46E8-BBBB-7718F390A5A1}"/>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77BEDBDB-77A2-4A78-F163-82E602AEA431}"/>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41870FB2-6A78-8B92-C646-A8E88C46715C}"/>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DE263EEF-7460-511B-E9D6-AF6C59EE7728}"/>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FB85E505-C21B-7655-2670-0B39C11A97A0}"/>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0134A170-2928-8418-A6D2-9F7B3B264B97}"/>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50697B4A-20AA-B9C4-04C5-9A6B8531B9DE}"/>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6E9E99A0-5F4E-12C1-6A01-6520F71F53CA}"/>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E70F8121-C4CC-1384-6B6E-AA57A8039E8F}"/>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A814E04A-F10A-4730-E60A-ABDEF82C845B}"/>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5DA8ADA2-3B13-F8B4-65CA-3E388E952F21}"/>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FBC26CF8-5548-8C94-50AA-318AE4E7F151}"/>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A2B876B7-27F9-9E54-B1CA-A34EE4C433B1}"/>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5E07964D-DDD0-2D88-8020-4A7775DD620C}"/>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0B5EDF1D-23BC-C18C-FAC5-777C5017EE1C}"/>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C8D57890-D4CF-8F9D-23A2-A618110B67C5}"/>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A8B0E72F-5722-1A7E-CC02-3F501A9B469B}"/>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AAA27D78-1FA7-CAA7-3569-8768B04F88D6}"/>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03684964-2D56-22F4-428F-7B907B16EF65}"/>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34A80A1D-BE08-0EB3-3116-030DB6AA0A2C}"/>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3172224B-AEAE-820D-E8F2-1820DC3A8452}"/>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A71AF7D9-8E17-6BC4-13E6-C5E58342DE09}"/>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B67936E4-CE6B-99C1-03BE-4F619333AF8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CEB49401-CFE2-9B8C-A0E9-13C3F112AF6C}"/>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098DBBF4-4778-2828-5A5D-4F85B5B2791E}"/>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55BC3F88-BC50-84A8-BD55-C2DF6D45168F}"/>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EDB47BA6-5E4D-2BA9-DD79-96EE913C4634}"/>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9744C825-EAAA-CC24-DF82-61582BB88F60}"/>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6D0CF74A-2E7C-E26A-A800-85EC08741B5B}"/>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1CB901CF-30DF-2481-B080-E947425AE570}"/>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5D316FC0-2720-000A-72C7-449EBC803EEF}"/>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AECE51E0-43A7-E382-F93D-D94DABE2A40A}"/>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F9EFD0B1-FC04-B785-F838-9267A70489CD}"/>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51" name="TextBox 50">
            <a:extLst>
              <a:ext uri="{FF2B5EF4-FFF2-40B4-BE49-F238E27FC236}">
                <a16:creationId xmlns:a16="http://schemas.microsoft.com/office/drawing/2014/main" id="{A3755484-568E-F3CD-4B9E-E6CFC10A9162}"/>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52" name="TextBox 51">
            <a:extLst>
              <a:ext uri="{FF2B5EF4-FFF2-40B4-BE49-F238E27FC236}">
                <a16:creationId xmlns:a16="http://schemas.microsoft.com/office/drawing/2014/main" id="{2D2C15D4-C6F6-AB68-FA3E-1763636B6A41}"/>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8B8AE61D-6BC4-182A-1888-2557C39A664C}"/>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Tree>
    <p:extLst>
      <p:ext uri="{BB962C8B-B14F-4D97-AF65-F5344CB8AC3E}">
        <p14:creationId xmlns:p14="http://schemas.microsoft.com/office/powerpoint/2010/main" val="3605693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88327-524B-8032-9BEC-75A558503E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295621-EAFE-8B9C-101B-AE8DAE2B2948}"/>
              </a:ext>
            </a:extLst>
          </p:cNvPr>
          <p:cNvSpPr>
            <a:spLocks noGrp="1"/>
          </p:cNvSpPr>
          <p:nvPr>
            <p:ph sz="half" idx="1"/>
          </p:nvPr>
        </p:nvSpPr>
        <p:spPr/>
        <p:txBody>
          <a:bodyPr/>
          <a:lstStyle/>
          <a:p>
            <a:r>
              <a:rPr lang="en-US" dirty="0"/>
              <a:t>Reduce. Then, reduce. Then, reduce.</a:t>
            </a:r>
          </a:p>
        </p:txBody>
      </p:sp>
      <p:pic>
        <p:nvPicPr>
          <p:cNvPr id="4" name="Picture 3" descr="A grid of sudoku puzzle&#10;&#10;Description automatically generated">
            <a:extLst>
              <a:ext uri="{FF2B5EF4-FFF2-40B4-BE49-F238E27FC236}">
                <a16:creationId xmlns:a16="http://schemas.microsoft.com/office/drawing/2014/main" id="{1BCA0D8C-D34B-7018-D364-4CEC6D81D72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9BA079F-CF56-9395-BA7E-AD19F61F569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3238F43-96F4-F79E-CAEB-3827509A23C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3D64138-0891-55D8-40B5-5982C0C3F38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7403933-2B9D-8D3C-CB7C-896FF271BF7F}"/>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45FDD460-CF2D-7299-0472-C946B9B575DF}"/>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2D5D3404-CF7C-6800-5B19-3D2FE845547A}"/>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25935D3B-B33D-B89A-0B4B-41EFCB7D3281}"/>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577ACBF9-1C29-37C9-F64F-3628EC8E94A0}"/>
              </a:ext>
            </a:extLst>
          </p:cNvPr>
          <p:cNvSpPr txBox="1"/>
          <p:nvPr/>
        </p:nvSpPr>
        <p:spPr>
          <a:xfrm>
            <a:off x="3640666" y="901933"/>
            <a:ext cx="570089" cy="230832"/>
          </a:xfrm>
          <a:prstGeom prst="rect">
            <a:avLst/>
          </a:prstGeom>
          <a:noFill/>
        </p:spPr>
        <p:txBody>
          <a:bodyPr wrap="square" rtlCol="0">
            <a:spAutoFit/>
          </a:bodyPr>
          <a:lstStyle/>
          <a:p>
            <a:pPr algn="ctr"/>
            <a:r>
              <a:rPr lang="en-US" sz="900" dirty="0"/>
              <a:t>23456</a:t>
            </a:r>
          </a:p>
        </p:txBody>
      </p:sp>
      <p:sp>
        <p:nvSpPr>
          <p:cNvPr id="15" name="TextBox 14">
            <a:extLst>
              <a:ext uri="{FF2B5EF4-FFF2-40B4-BE49-F238E27FC236}">
                <a16:creationId xmlns:a16="http://schemas.microsoft.com/office/drawing/2014/main" id="{EFDADFCA-8E1F-AAF2-451D-C8C5890FF6B1}"/>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31315893-E0EC-8D7F-7319-D02CAE79FFEB}"/>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49AE601A-32E6-5DFB-7112-4E424D73CD54}"/>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55EC0A85-1BF3-1FD4-0C91-A43DA84A77F0}"/>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AF71C5EC-F924-91E5-F886-ECB3DA6A2670}"/>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FFD00E46-B40E-B1E7-8BE0-0E14C4D8CF83}"/>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A7125E2A-949D-D1F5-C9A7-35B961D49C03}"/>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CA492758-5FF1-0292-8C5E-FE92E89CA370}"/>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E2CA1461-71EC-E201-9B2C-DD3F0F0C7975}"/>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4DC3DE81-0D82-8D4F-6177-3A5A305D4874}"/>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0FA03CA3-7C3C-EF57-90B3-3714244E2405}"/>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53A44854-3BA9-634B-D72B-B40BB3CDC38E}"/>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6BE7EF01-A77A-53DE-8000-8F7FD3E4A1A1}"/>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DBC2F406-556F-414F-98FB-B53B7C24B381}"/>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B3A512D3-1BDE-5632-54BF-7FACE2E9FC56}"/>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1D6FFBC9-6D0F-9563-3C95-91593D74B641}"/>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CB8D19BD-44D5-0725-FF37-7D449D56CF07}"/>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361807AE-4788-E572-5B1C-6F6A91537E08}"/>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E1B7F154-10A1-D09A-F55F-27FBB51690C7}"/>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45784FC2-3A19-3535-C02F-BF7FEB254288}"/>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9BD45CFB-61D7-E60C-4C87-268728F9EC94}"/>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D23E9D22-C37D-98DB-C6D1-8A60F4F082EE}"/>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2DC8FB9A-A68A-E3A3-9538-8574600E18EB}"/>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049826FB-9F05-EC17-8146-A3B9B336796A}"/>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F07DF7B6-92E7-4173-6826-4966B7725531}"/>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442C8A0D-272A-6CAC-EE87-F5D113C295C6}"/>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F068C9C6-9C4C-198F-820F-660846D8E8A6}"/>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76074852-93AB-FDB7-320E-73BB2E2B18F9}"/>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59D19A72-883B-1BEC-F397-FFB3BB96F13B}"/>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14E422E4-E656-D2CB-2ADA-690A9D421F6C}"/>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5B9EDE83-04DB-AD1A-3E90-156D32D97889}"/>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AAE3A307-175D-84C7-02B1-54E290C33284}"/>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607877D9-01BA-68A2-7C18-83021661D840}"/>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C7962EC7-99E4-26DE-589E-4FF68D76E0DD}"/>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CF2C14EF-A524-F9FA-1D55-29317190010E}"/>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E4E207C8-1491-55BD-E49D-E0C4DA553722}"/>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51" name="TextBox 50">
            <a:extLst>
              <a:ext uri="{FF2B5EF4-FFF2-40B4-BE49-F238E27FC236}">
                <a16:creationId xmlns:a16="http://schemas.microsoft.com/office/drawing/2014/main" id="{4C1322CF-7B7D-A19F-DD16-13CE074E929D}"/>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52" name="TextBox 51">
            <a:extLst>
              <a:ext uri="{FF2B5EF4-FFF2-40B4-BE49-F238E27FC236}">
                <a16:creationId xmlns:a16="http://schemas.microsoft.com/office/drawing/2014/main" id="{B315BD88-E5E3-01CA-9DEA-382DD2F8029A}"/>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9E75D35B-7D1A-F581-BF50-E8066ABC59DC}"/>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4" name="TextBox 53">
            <a:extLst>
              <a:ext uri="{FF2B5EF4-FFF2-40B4-BE49-F238E27FC236}">
                <a16:creationId xmlns:a16="http://schemas.microsoft.com/office/drawing/2014/main" id="{58880330-6DB6-0C61-0939-92C2FE50A660}"/>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4CFB4CAE-5E2A-2B99-1D66-2906F449A05F}"/>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97E6D2C5-887F-908A-CAA7-56217008F14B}"/>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928542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BD858-FB98-4806-CA75-00344A7D3FB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A3E74E-384B-1A39-BAB7-FF9F31BE983B}"/>
              </a:ext>
            </a:extLst>
          </p:cNvPr>
          <p:cNvSpPr>
            <a:spLocks noGrp="1"/>
          </p:cNvSpPr>
          <p:nvPr>
            <p:ph sz="half" idx="1"/>
          </p:nvPr>
        </p:nvSpPr>
        <p:spPr/>
        <p:txBody>
          <a:bodyPr/>
          <a:lstStyle/>
          <a:p>
            <a:r>
              <a:rPr lang="en-US" dirty="0"/>
              <a:t>Last possible 6 in Row 1.</a:t>
            </a:r>
          </a:p>
        </p:txBody>
      </p:sp>
      <p:pic>
        <p:nvPicPr>
          <p:cNvPr id="4" name="Picture 3" descr="A grid of sudoku puzzle&#10;&#10;Description automatically generated">
            <a:extLst>
              <a:ext uri="{FF2B5EF4-FFF2-40B4-BE49-F238E27FC236}">
                <a16:creationId xmlns:a16="http://schemas.microsoft.com/office/drawing/2014/main" id="{4E0A71F1-AA72-781F-35E8-25B4DC6D8AB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90EA907-9DF0-1066-FC9A-831B68D4D39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9B9084D-7C8E-4089-5B42-36164EF3E68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A96CD99-05DA-3A13-0B54-7A8AFA87E86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75FDBBC-E220-C3E6-7E23-4114BC0929EC}"/>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93DE168F-C316-7DE4-8CA7-5BBEDAE3321F}"/>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00154294-8541-8C1F-E084-2898DE1BFC67}"/>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F8870E8F-A2B6-89AB-F76E-50E7EE63F049}"/>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A56E1294-58E4-2202-E01E-208E50B17918}"/>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C4357FAA-0CCB-82E6-D585-D2140C2BE39B}"/>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69C1709D-31DA-6945-AD90-C7539F4E9B65}"/>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CCC5F980-BD68-5A26-4526-D30F252E7906}"/>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02D7B1DC-8A40-4C61-2253-EE0E00037B21}"/>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BBC0BCDE-8549-0FB0-FE05-001CF92174EB}"/>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FE52E1F7-90E5-5032-7463-AAC54737C1F7}"/>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C5FD3BFC-EE56-D851-31BE-80DE983EF8C9}"/>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0811707D-B2C9-1768-93BA-882C6A5679D1}"/>
              </a:ext>
            </a:extLst>
          </p:cNvPr>
          <p:cNvSpPr txBox="1"/>
          <p:nvPr/>
        </p:nvSpPr>
        <p:spPr>
          <a:xfrm>
            <a:off x="5147734" y="1402877"/>
            <a:ext cx="570089" cy="230832"/>
          </a:xfrm>
          <a:prstGeom prst="rect">
            <a:avLst/>
          </a:prstGeom>
          <a:noFill/>
        </p:spPr>
        <p:txBody>
          <a:bodyPr wrap="square" rtlCol="0">
            <a:spAutoFit/>
          </a:bodyPr>
          <a:lstStyle/>
          <a:p>
            <a:pPr algn="ctr"/>
            <a:r>
              <a:rPr lang="en-US" sz="900" dirty="0"/>
              <a:t>2345</a:t>
            </a:r>
          </a:p>
        </p:txBody>
      </p:sp>
      <p:sp>
        <p:nvSpPr>
          <p:cNvPr id="25" name="TextBox 24">
            <a:extLst>
              <a:ext uri="{FF2B5EF4-FFF2-40B4-BE49-F238E27FC236}">
                <a16:creationId xmlns:a16="http://schemas.microsoft.com/office/drawing/2014/main" id="{36ED262A-4E81-C1D9-6612-CE0A1BDF04F5}"/>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E1D823F5-24EA-999C-5B2C-980DFC791880}"/>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DB2DB82A-38BE-B21B-4E2C-CAF4CE09A728}"/>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70EA98CD-7F91-84A3-6489-D0AB322CB913}"/>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215D22D3-1F57-8CA7-9F9D-5FB1CA82D490}"/>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851DABDD-457E-E78E-96F1-04C9AE2115B6}"/>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CFC9F972-372A-F033-24D3-9A33A8B3216F}"/>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B8971C38-A1F4-E230-7768-6E79936EAC4D}"/>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291CAAFA-BC6A-DEC0-452A-04BB91315792}"/>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91ACD449-4691-C8EF-734F-C90F102880FE}"/>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59EFBDA5-A1EC-48E9-160A-A52B5EA18B5E}"/>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F8A077E2-A41E-721C-477F-34918A319ACB}"/>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74D20715-6FC6-ADCF-0BBA-BBD2163CC351}"/>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8756B641-1BA1-AC27-3D48-0BD142E5B965}"/>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F430CEAF-A83B-3E51-E96B-D2F4AFA60F0E}"/>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4C82ABFB-02E8-6FB0-5591-19031422EAAB}"/>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EF98C4B8-6CFD-BB3D-8E22-27D76128C0BD}"/>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1CBD59DB-44D0-2BE5-52B7-B874D037EE1E}"/>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227A8B8A-6B4E-518E-03EF-C42E2AEF1271}"/>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876A31C5-D5A0-B533-1DDF-93095B1F6A02}"/>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ABA82681-DA59-8988-F550-9948A75013F1}"/>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BDFE4EED-DF8A-EA94-2835-5BF5CCA106A2}"/>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1886CF3D-4B38-1FBC-9419-9FF968AE37A8}"/>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83F5BD14-010B-2E29-710E-E7E95F00F09B}"/>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674E7D32-2014-2C94-17AE-92B796555843}"/>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8C6D9BA2-6A7B-9691-EB35-1AFB99AF830C}"/>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91F6E4E3-9DE2-16FA-914A-7D1C4CBDC5F9}"/>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51" name="TextBox 50">
            <a:extLst>
              <a:ext uri="{FF2B5EF4-FFF2-40B4-BE49-F238E27FC236}">
                <a16:creationId xmlns:a16="http://schemas.microsoft.com/office/drawing/2014/main" id="{A2580829-6529-3AB1-9C33-B1E6B17BA81D}"/>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52" name="TextBox 51">
            <a:extLst>
              <a:ext uri="{FF2B5EF4-FFF2-40B4-BE49-F238E27FC236}">
                <a16:creationId xmlns:a16="http://schemas.microsoft.com/office/drawing/2014/main" id="{7C6E2D43-826D-30C4-5E1B-BEF401EDBADC}"/>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EC7689B1-0B89-C5B8-A6EA-F310E202B731}"/>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4" name="TextBox 53">
            <a:extLst>
              <a:ext uri="{FF2B5EF4-FFF2-40B4-BE49-F238E27FC236}">
                <a16:creationId xmlns:a16="http://schemas.microsoft.com/office/drawing/2014/main" id="{B98F7DE6-3071-1809-BA06-8B7E2409DB9B}"/>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31482225-C7CB-794A-5570-FBAFC735CD77}"/>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E7C479EA-B803-1CC4-28D4-400654D300A7}"/>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0" name="TextBox 9">
            <a:extLst>
              <a:ext uri="{FF2B5EF4-FFF2-40B4-BE49-F238E27FC236}">
                <a16:creationId xmlns:a16="http://schemas.microsoft.com/office/drawing/2014/main" id="{8830F8DA-8990-143D-7183-86CE1631797F}"/>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504751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86EEB-61ED-DA25-60A4-0057E6E15C9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1D9553-4F3C-7B0D-3A2C-45F6C1EE16F7}"/>
              </a:ext>
            </a:extLst>
          </p:cNvPr>
          <p:cNvSpPr>
            <a:spLocks noGrp="1"/>
          </p:cNvSpPr>
          <p:nvPr>
            <p:ph sz="half" idx="1"/>
          </p:nvPr>
        </p:nvSpPr>
        <p:spPr/>
        <p:txBody>
          <a:bodyPr/>
          <a:lstStyle/>
          <a:p>
            <a:r>
              <a:rPr lang="en-US" dirty="0"/>
              <a:t>In the upper left block, 2 is in Row 2.</a:t>
            </a:r>
          </a:p>
        </p:txBody>
      </p:sp>
      <p:pic>
        <p:nvPicPr>
          <p:cNvPr id="4" name="Picture 3" descr="A grid of sudoku puzzle&#10;&#10;Description automatically generated">
            <a:extLst>
              <a:ext uri="{FF2B5EF4-FFF2-40B4-BE49-F238E27FC236}">
                <a16:creationId xmlns:a16="http://schemas.microsoft.com/office/drawing/2014/main" id="{080371DF-B16C-991E-F366-88DD9B06FDA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E26FDA2-BAC4-94C6-D122-9388ADF040E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82CD6AC-18B4-85CE-B1C9-C813C40B356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2F132E7-1B86-DD88-0075-E9A4684BC25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81E6DA1-2B4F-504F-5D4D-229667835067}"/>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EC0DDB30-8479-ADFE-548F-19F152D99961}"/>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EC611A46-77CC-2B3E-C6F9-6EEBF9A0857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FA32A95E-50E8-D98F-F29F-9B039ACBB643}"/>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B00FFA4B-960B-47A0-4CA9-45FEBF78A8E6}"/>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2DB3C012-8A78-7A56-8D81-2DC67A000BB4}"/>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CCE7EF74-27AF-085D-45F6-6586F96146F6}"/>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1CB15ECF-8CFA-C0B8-CB01-3D72A5AAAAA2}"/>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4A58A4AE-3121-AA68-4885-D8048249164E}"/>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742A1459-DF9E-0165-D834-3307DA8C2A6F}"/>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5F241EF1-7437-6A84-836F-DDAAB5417BB2}"/>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623C7DF6-B3F8-2F1A-ED29-BF87AF0CB68B}"/>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0623A065-D737-C7D2-A704-B5D32A23D449}"/>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CB4D6960-9F4D-93AD-1539-E4CBF70219CB}"/>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F074F58D-B030-1D62-B6C9-D05979E396FA}"/>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7E4EDE94-720D-12EF-9B8D-4C6082ABB2F2}"/>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C8095E64-02EE-C527-6680-6DC51D05A291}"/>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2E56713E-9AA8-56CE-39FB-CB662E9107D3}"/>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C29A4AE9-4D9B-1726-F1C0-1C6B37E0CC81}"/>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F2565A9A-A278-E503-7A83-65FB7013D3B5}"/>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B5E695E6-CDAD-FE10-B6F9-0B460E636688}"/>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F9175334-CA6E-E168-66CE-EE719154B64A}"/>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C165669D-0BEA-20FA-B96E-B5030D3D0C65}"/>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C9F1D25B-0E5D-9B71-B646-E674C90FF514}"/>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D62F0543-0B19-056E-585E-4BC2C7E2D6FC}"/>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EEA3E461-2C16-3EA6-1B9D-93AE1B29A874}"/>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30F27525-CFBD-3DFD-E38A-6CFEA226B24B}"/>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676D17F7-9743-F3B3-2FB5-A1FA6F239461}"/>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01005653-695A-F14E-939C-8CD70B182AF0}"/>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F03932F1-90F5-2C32-FEDB-9E48F1824690}"/>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88A1085B-53C1-009F-D569-BA243F0C4983}"/>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EF80A120-BD47-BFA7-6819-5132D16D22E0}"/>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C9E8797B-4C13-DCD4-EE6D-C2E00C1206FB}"/>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179C365D-6CAB-B565-0748-33D232971A2E}"/>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7B4D448F-BDDC-D3BC-9799-D446A60C977D}"/>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96A2979C-1F64-0B12-FC9B-EE5E2438D0C3}"/>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F06E205F-72C0-596A-73DE-AD5BBE70A70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52C48FAF-10CE-F80F-DB3A-F47FDF402273}"/>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09B61EA6-0716-64F0-15EA-6F168937A677}"/>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66463484-77E4-0E13-F7C8-C2F9327FEEDD}"/>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51" name="TextBox 50">
            <a:extLst>
              <a:ext uri="{FF2B5EF4-FFF2-40B4-BE49-F238E27FC236}">
                <a16:creationId xmlns:a16="http://schemas.microsoft.com/office/drawing/2014/main" id="{FA5AFD3E-C88A-BBEC-CB93-1C5A10E593DF}"/>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52" name="TextBox 51">
            <a:extLst>
              <a:ext uri="{FF2B5EF4-FFF2-40B4-BE49-F238E27FC236}">
                <a16:creationId xmlns:a16="http://schemas.microsoft.com/office/drawing/2014/main" id="{55106C2D-3D3C-10E9-CC1C-5FC7824E98F5}"/>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2931D876-528B-28EE-CEF1-AE5339AD40AD}"/>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4" name="TextBox 53">
            <a:extLst>
              <a:ext uri="{FF2B5EF4-FFF2-40B4-BE49-F238E27FC236}">
                <a16:creationId xmlns:a16="http://schemas.microsoft.com/office/drawing/2014/main" id="{49A5BAFE-2E98-B2F6-AFDA-931FD5E800D8}"/>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CCAF1327-7160-AF33-6911-1C9F203456D2}"/>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F794B652-D988-7002-2193-87689621D380}"/>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0" name="TextBox 9">
            <a:extLst>
              <a:ext uri="{FF2B5EF4-FFF2-40B4-BE49-F238E27FC236}">
                <a16:creationId xmlns:a16="http://schemas.microsoft.com/office/drawing/2014/main" id="{11A9BFE1-EF45-F25E-F5A1-AED57189F4D8}"/>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5855832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68B87-8C94-B898-4904-8BAFD1880C5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20B72D-2B51-A370-6759-8092D6E86111}"/>
              </a:ext>
            </a:extLst>
          </p:cNvPr>
          <p:cNvSpPr>
            <a:spLocks noGrp="1"/>
          </p:cNvSpPr>
          <p:nvPr>
            <p:ph sz="half" idx="1"/>
          </p:nvPr>
        </p:nvSpPr>
        <p:spPr/>
        <p:txBody>
          <a:bodyPr/>
          <a:lstStyle/>
          <a:p>
            <a:r>
              <a:rPr lang="en-US" dirty="0"/>
              <a:t>In Column 9, [21 in 4] -&gt; [10 in 2].</a:t>
            </a:r>
          </a:p>
        </p:txBody>
      </p:sp>
      <p:pic>
        <p:nvPicPr>
          <p:cNvPr id="4" name="Picture 3" descr="A grid of sudoku puzzle&#10;&#10;Description automatically generated">
            <a:extLst>
              <a:ext uri="{FF2B5EF4-FFF2-40B4-BE49-F238E27FC236}">
                <a16:creationId xmlns:a16="http://schemas.microsoft.com/office/drawing/2014/main" id="{00E348D8-D65B-202F-9834-3794A51B082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A335BE8-8E42-B282-6CB1-A207334B7FB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34AE09F-0DEA-F0EC-7430-3B838910E8D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61A235C-11FC-98AB-C130-E8583072F4E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4DDE73C-F2EA-BE9D-08ED-92AF5471B438}"/>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34C8D9E1-BB54-AD61-CDC5-118E7B2E0493}"/>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7342E817-CA8B-0718-FBAD-32D03108C5A9}"/>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6ACAE0ED-86F4-A29B-9668-E901F5F16812}"/>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CBE5BCC3-6CE2-61F1-246F-4ED20B88EDD1}"/>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D420D03C-0B16-3944-CAAC-D315FF1F5181}"/>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79A6F162-47AD-329E-39A7-9F546EA75754}"/>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AFAE372C-8C6D-7D74-7A5E-5B110946697C}"/>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6D48E529-EBAF-8CDA-3FE0-8C158BFE5BC9}"/>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196E9931-42CC-BCEC-5BAB-6100FA61F719}"/>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7574629E-2DED-37F9-080A-E587AADEFCBA}"/>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182F0E8A-6AC0-991F-AE09-C8B582EF82F3}"/>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6DD19FD1-4C74-DBFE-4249-F30586037057}"/>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2317F98D-5608-74E0-3803-E4B2E3A794C8}"/>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1EEEA00C-811E-0640-7F2B-2ABE8F059747}"/>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0AE5E494-8DCB-C820-7B22-012952E457E0}"/>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9D25F4F7-F5C8-3927-CDE6-53616A33631A}"/>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7C681E93-20C8-B976-1DCB-551F0CC54FD4}"/>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727FF287-E722-F7EC-2D83-C2EF3B356086}"/>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876F5D62-CC7B-6E7C-ABE4-D47EFEF54845}"/>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F5154FF1-06F0-9AA2-60C4-8F2496090E98}"/>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E74F99C7-21C4-E740-9985-504632F03941}"/>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CDD83976-D028-B21E-44B6-802F473CD8FE}"/>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A34C4F64-A5F2-E641-D997-B9F46E84E74B}"/>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07FEA5A6-BB7B-8500-964C-0F8080EDD3BD}"/>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B3AA0DBE-98D2-7035-7245-60ECF5DB6337}"/>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3027BBE3-171C-2680-282E-E07AA9E6791B}"/>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C1EFF50D-B926-877B-2FCF-AF3341179CDE}"/>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B9B26A7E-A523-ACFF-DC7F-DCCB2E3744A5}"/>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5FE7F836-0AEF-0C02-7A88-7FF66B234FF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33B119B9-FB95-EE1A-46DE-07F482373877}"/>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62929334-2F37-561B-B005-4AD10DCD1D46}"/>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585E5095-353C-D24C-5BCA-0BDF1EAFC421}"/>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F5E53FF3-3CF2-670A-7BA7-07F96A4D261F}"/>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EB8847B1-4BC0-C0C1-67FB-894F874E8457}"/>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F617C2D8-38D2-07B9-29C4-56DDAA08D340}"/>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E2D64191-403A-B09B-3FEA-1B46C770647E}"/>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215818C7-B333-AD05-685E-9F9349A8AAA0}"/>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9F0DDFC4-6214-D012-8DCF-168E6864DFF9}"/>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04F40B35-7297-FDE0-344E-F6389B167E86}"/>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51" name="TextBox 50">
            <a:extLst>
              <a:ext uri="{FF2B5EF4-FFF2-40B4-BE49-F238E27FC236}">
                <a16:creationId xmlns:a16="http://schemas.microsoft.com/office/drawing/2014/main" id="{1F2F4F6A-E7F4-2726-7B0F-FD51A571E425}"/>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52" name="TextBox 51">
            <a:extLst>
              <a:ext uri="{FF2B5EF4-FFF2-40B4-BE49-F238E27FC236}">
                <a16:creationId xmlns:a16="http://schemas.microsoft.com/office/drawing/2014/main" id="{BFF567DC-C56C-38CD-8717-50F7B66E208D}"/>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19C89211-8391-10C0-537F-729DCF16BBFA}"/>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4" name="TextBox 53">
            <a:extLst>
              <a:ext uri="{FF2B5EF4-FFF2-40B4-BE49-F238E27FC236}">
                <a16:creationId xmlns:a16="http://schemas.microsoft.com/office/drawing/2014/main" id="{CFC5CE30-EA0B-2653-6EE8-ED2EFB48B6B2}"/>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DCB01087-24BF-01A4-4BE8-E415F9FBE130}"/>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CC96D371-FD54-A2AB-B9FB-53BC8D5DD950}"/>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0" name="TextBox 9">
            <a:extLst>
              <a:ext uri="{FF2B5EF4-FFF2-40B4-BE49-F238E27FC236}">
                <a16:creationId xmlns:a16="http://schemas.microsoft.com/office/drawing/2014/main" id="{C41E415E-14A1-4E02-8818-C317A2E21217}"/>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48AD9D02-F62B-AC65-2E34-5E83A026D249}"/>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Tree>
    <p:extLst>
      <p:ext uri="{BB962C8B-B14F-4D97-AF65-F5344CB8AC3E}">
        <p14:creationId xmlns:p14="http://schemas.microsoft.com/office/powerpoint/2010/main" val="15325030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AE404-0624-BC87-87F7-995CBC6ED73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78FBA9-AA98-2597-0431-D9B7CCA6D10F}"/>
              </a:ext>
            </a:extLst>
          </p:cNvPr>
          <p:cNvSpPr>
            <a:spLocks noGrp="1"/>
          </p:cNvSpPr>
          <p:nvPr>
            <p:ph sz="half" idx="1"/>
          </p:nvPr>
        </p:nvSpPr>
        <p:spPr/>
        <p:txBody>
          <a:bodyPr/>
          <a:lstStyle/>
          <a:p>
            <a:r>
              <a:rPr lang="en-US" dirty="0"/>
              <a:t>Complete Rows 5 and 6.</a:t>
            </a:r>
          </a:p>
        </p:txBody>
      </p:sp>
      <p:pic>
        <p:nvPicPr>
          <p:cNvPr id="4" name="Picture 3" descr="A grid of sudoku puzzle&#10;&#10;Description automatically generated">
            <a:extLst>
              <a:ext uri="{FF2B5EF4-FFF2-40B4-BE49-F238E27FC236}">
                <a16:creationId xmlns:a16="http://schemas.microsoft.com/office/drawing/2014/main" id="{F458F390-DA7D-AF0E-DFB2-C8189CC2E02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018F289-5963-73DD-9E5C-AE31E630917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D8D5D73-EC6A-5C21-8EED-61804EC2E67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59D6A82-97AD-7905-A23B-7E8715225E7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83A88A5-7745-D50C-8DF2-7F90DAEF0EF8}"/>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96B6A788-4388-E7E9-2FA1-AECD933FF43D}"/>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E0630321-CA39-DB26-4FB3-ED74C662DC8D}"/>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04752AC7-1D29-58EA-F156-6F48918A358E}"/>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252A1C0C-60FE-67E5-DF2D-13AFE3507038}"/>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716B6236-A79F-D0FB-E46A-4C6D3862B039}"/>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8F80E2C8-ED46-A74C-0368-0B278E3284DA}"/>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1922D39A-D3D0-FE52-B419-5090B3E3F016}"/>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3FF0EBE9-FA39-FB6A-E895-577F35D97DFA}"/>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187D219D-0A2C-9A04-AE67-430B242A3856}"/>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0542B169-ED96-EA05-7A62-DEA30FFD6532}"/>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74E3245D-13AF-6359-A1E6-F1525DF28333}"/>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C21950F4-13D3-0336-03EA-0D11D0AB9B22}"/>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C4B5D69E-F169-E33F-6995-6B1DDA5656BC}"/>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6D380EDE-AE31-0445-0BED-6D6309AB20E9}"/>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9F9D61B1-F365-F709-2843-17F75F0F9C57}"/>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98F4C3DD-AC48-DF64-BBE0-C9D02939485B}"/>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447F7894-C169-77B5-F057-E68B5C2F5B6A}"/>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D3624527-7736-F693-36A9-5367F03A14AD}"/>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05027D70-CF3A-E9B4-BAB2-7B3F1D9E9AD7}"/>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B44E222B-5E4C-9D99-1CBE-AF46ACBE9B3E}"/>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A8E531B6-241C-A75F-EC0D-6A83736FE9B0}"/>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01EC5FD8-9EA7-747B-DA95-64954302C24C}"/>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FCA60E75-F872-29AF-9E82-A3E8975D6E5D}"/>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D65B2628-5020-0293-F962-3D85332E147B}"/>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DD14C8FB-6BB4-E74A-EBFA-DAA95CAC5575}"/>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E3269E46-DEE2-92EE-C4FA-CB1775C68C59}"/>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12E4F45D-7487-7D9F-4943-BEAB2D24EAD5}"/>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1AF93CAA-EB29-6D9F-7378-BF993A5D5983}"/>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345B5B69-CFA8-E648-FD4D-C47BA69513C5}"/>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C2D3BE95-22D6-4FA9-F820-B845663A0784}"/>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BE0F97D2-F258-3150-4E67-492C15B77C59}"/>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FB4D8396-DC5E-5F17-4269-5CAA5CDB725A}"/>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974424D3-ED58-3C77-E1B8-1D11011B07E7}"/>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5AB51B08-FC05-BDE9-5956-2FE9431D594C}"/>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5484B9D0-E1D5-0127-EF0A-51A077E4B493}"/>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B5385FC1-A0BF-133D-130A-3B771EDDF7DE}"/>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95B61AED-76F5-1586-B246-0F7889F05770}"/>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AE6F34F2-036B-EDED-9870-7ED8BFE29636}"/>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50" name="TextBox 49">
            <a:extLst>
              <a:ext uri="{FF2B5EF4-FFF2-40B4-BE49-F238E27FC236}">
                <a16:creationId xmlns:a16="http://schemas.microsoft.com/office/drawing/2014/main" id="{844D8050-4473-9222-5B81-33DDB5A54652}"/>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51" name="TextBox 50">
            <a:extLst>
              <a:ext uri="{FF2B5EF4-FFF2-40B4-BE49-F238E27FC236}">
                <a16:creationId xmlns:a16="http://schemas.microsoft.com/office/drawing/2014/main" id="{07CD14E6-0D3B-C6C7-B4C0-57473ACC28AB}"/>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52" name="TextBox 51">
            <a:extLst>
              <a:ext uri="{FF2B5EF4-FFF2-40B4-BE49-F238E27FC236}">
                <a16:creationId xmlns:a16="http://schemas.microsoft.com/office/drawing/2014/main" id="{1765090E-D407-1BAC-5172-6181F795E93B}"/>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7EEA27CF-27C2-E2C1-1EF3-77652DF9E59B}"/>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4" name="TextBox 53">
            <a:extLst>
              <a:ext uri="{FF2B5EF4-FFF2-40B4-BE49-F238E27FC236}">
                <a16:creationId xmlns:a16="http://schemas.microsoft.com/office/drawing/2014/main" id="{EB44E6D3-61A4-70DE-B8D1-B18273DAEFA5}"/>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2A368251-2225-1809-AA0E-20DFED66B279}"/>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E3836424-F0B1-3493-D370-A7CA4DECE0F5}"/>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0" name="TextBox 9">
            <a:extLst>
              <a:ext uri="{FF2B5EF4-FFF2-40B4-BE49-F238E27FC236}">
                <a16:creationId xmlns:a16="http://schemas.microsoft.com/office/drawing/2014/main" id="{4CA924ED-1A1A-BAA3-AAB1-7755FE35F97B}"/>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AC90B47F-6027-7892-5147-E310A35444FD}"/>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12" name="TextBox 11">
            <a:extLst>
              <a:ext uri="{FF2B5EF4-FFF2-40B4-BE49-F238E27FC236}">
                <a16:creationId xmlns:a16="http://schemas.microsoft.com/office/drawing/2014/main" id="{FE8B57CB-0B02-C7AA-41F3-851BDE3C0D2E}"/>
              </a:ext>
            </a:extLst>
          </p:cNvPr>
          <p:cNvSpPr txBox="1"/>
          <p:nvPr/>
        </p:nvSpPr>
        <p:spPr>
          <a:xfrm>
            <a:off x="5147734" y="2905709"/>
            <a:ext cx="570089" cy="230832"/>
          </a:xfrm>
          <a:prstGeom prst="rect">
            <a:avLst/>
          </a:prstGeom>
          <a:noFill/>
        </p:spPr>
        <p:txBody>
          <a:bodyPr wrap="square" rtlCol="0">
            <a:spAutoFit/>
          </a:bodyPr>
          <a:lstStyle/>
          <a:p>
            <a:pPr algn="ctr"/>
            <a:r>
              <a:rPr lang="en-US" sz="900" dirty="0"/>
              <a:t>2346</a:t>
            </a:r>
          </a:p>
        </p:txBody>
      </p:sp>
      <p:sp>
        <p:nvSpPr>
          <p:cNvPr id="14" name="TextBox 13">
            <a:extLst>
              <a:ext uri="{FF2B5EF4-FFF2-40B4-BE49-F238E27FC236}">
                <a16:creationId xmlns:a16="http://schemas.microsoft.com/office/drawing/2014/main" id="{3103CD71-A616-7228-DD6F-AB1179F2349F}"/>
              </a:ext>
            </a:extLst>
          </p:cNvPr>
          <p:cNvSpPr txBox="1"/>
          <p:nvPr/>
        </p:nvSpPr>
        <p:spPr>
          <a:xfrm>
            <a:off x="5650090" y="2905709"/>
            <a:ext cx="570089" cy="230832"/>
          </a:xfrm>
          <a:prstGeom prst="rect">
            <a:avLst/>
          </a:prstGeom>
          <a:noFill/>
        </p:spPr>
        <p:txBody>
          <a:bodyPr wrap="square" rtlCol="0">
            <a:spAutoFit/>
          </a:bodyPr>
          <a:lstStyle/>
          <a:p>
            <a:pPr algn="ctr"/>
            <a:r>
              <a:rPr lang="en-US" sz="900" dirty="0"/>
              <a:t>2346</a:t>
            </a:r>
          </a:p>
        </p:txBody>
      </p:sp>
      <p:sp>
        <p:nvSpPr>
          <p:cNvPr id="57" name="TextBox 56">
            <a:extLst>
              <a:ext uri="{FF2B5EF4-FFF2-40B4-BE49-F238E27FC236}">
                <a16:creationId xmlns:a16="http://schemas.microsoft.com/office/drawing/2014/main" id="{34B2BE1D-B6E8-AFFD-10D7-0F8CDDC5820B}"/>
              </a:ext>
            </a:extLst>
          </p:cNvPr>
          <p:cNvSpPr txBox="1"/>
          <p:nvPr/>
        </p:nvSpPr>
        <p:spPr>
          <a:xfrm>
            <a:off x="6152446" y="2905709"/>
            <a:ext cx="570089" cy="230832"/>
          </a:xfrm>
          <a:prstGeom prst="rect">
            <a:avLst/>
          </a:prstGeom>
          <a:noFill/>
        </p:spPr>
        <p:txBody>
          <a:bodyPr wrap="square" rtlCol="0">
            <a:spAutoFit/>
          </a:bodyPr>
          <a:lstStyle/>
          <a:p>
            <a:pPr algn="ctr"/>
            <a:r>
              <a:rPr lang="en-US" sz="900" dirty="0"/>
              <a:t>2346</a:t>
            </a:r>
          </a:p>
        </p:txBody>
      </p:sp>
      <p:sp>
        <p:nvSpPr>
          <p:cNvPr id="58" name="TextBox 57">
            <a:extLst>
              <a:ext uri="{FF2B5EF4-FFF2-40B4-BE49-F238E27FC236}">
                <a16:creationId xmlns:a16="http://schemas.microsoft.com/office/drawing/2014/main" id="{CECCB981-CA51-A4E3-6ADD-14BD34FABFB8}"/>
              </a:ext>
            </a:extLst>
          </p:cNvPr>
          <p:cNvSpPr txBox="1"/>
          <p:nvPr/>
        </p:nvSpPr>
        <p:spPr>
          <a:xfrm>
            <a:off x="5147734" y="3406653"/>
            <a:ext cx="570089" cy="230832"/>
          </a:xfrm>
          <a:prstGeom prst="rect">
            <a:avLst/>
          </a:prstGeom>
          <a:noFill/>
        </p:spPr>
        <p:txBody>
          <a:bodyPr wrap="square" rtlCol="0">
            <a:spAutoFit/>
          </a:bodyPr>
          <a:lstStyle/>
          <a:p>
            <a:pPr algn="ctr"/>
            <a:r>
              <a:rPr lang="en-US" sz="900" dirty="0"/>
              <a:t>379</a:t>
            </a:r>
          </a:p>
        </p:txBody>
      </p:sp>
      <p:sp>
        <p:nvSpPr>
          <p:cNvPr id="59" name="TextBox 58">
            <a:extLst>
              <a:ext uri="{FF2B5EF4-FFF2-40B4-BE49-F238E27FC236}">
                <a16:creationId xmlns:a16="http://schemas.microsoft.com/office/drawing/2014/main" id="{FB6BD640-5A6D-3C3B-790A-2DDAE87F431F}"/>
              </a:ext>
            </a:extLst>
          </p:cNvPr>
          <p:cNvSpPr txBox="1"/>
          <p:nvPr/>
        </p:nvSpPr>
        <p:spPr>
          <a:xfrm>
            <a:off x="5650090" y="3406653"/>
            <a:ext cx="570089" cy="230832"/>
          </a:xfrm>
          <a:prstGeom prst="rect">
            <a:avLst/>
          </a:prstGeom>
          <a:noFill/>
        </p:spPr>
        <p:txBody>
          <a:bodyPr wrap="square" rtlCol="0">
            <a:spAutoFit/>
          </a:bodyPr>
          <a:lstStyle/>
          <a:p>
            <a:pPr algn="ctr"/>
            <a:r>
              <a:rPr lang="en-US" sz="900" dirty="0"/>
              <a:t>379</a:t>
            </a:r>
          </a:p>
        </p:txBody>
      </p:sp>
      <p:sp>
        <p:nvSpPr>
          <p:cNvPr id="60" name="TextBox 59">
            <a:extLst>
              <a:ext uri="{FF2B5EF4-FFF2-40B4-BE49-F238E27FC236}">
                <a16:creationId xmlns:a16="http://schemas.microsoft.com/office/drawing/2014/main" id="{C8F544D0-C5EA-E4E2-A729-5197AE52D392}"/>
              </a:ext>
            </a:extLst>
          </p:cNvPr>
          <p:cNvSpPr txBox="1"/>
          <p:nvPr/>
        </p:nvSpPr>
        <p:spPr>
          <a:xfrm>
            <a:off x="6152446" y="3406653"/>
            <a:ext cx="570089" cy="230832"/>
          </a:xfrm>
          <a:prstGeom prst="rect">
            <a:avLst/>
          </a:prstGeom>
          <a:noFill/>
        </p:spPr>
        <p:txBody>
          <a:bodyPr wrap="square" rtlCol="0">
            <a:spAutoFit/>
          </a:bodyPr>
          <a:lstStyle/>
          <a:p>
            <a:pPr algn="ctr"/>
            <a:r>
              <a:rPr lang="en-US" sz="900" dirty="0"/>
              <a:t>379</a:t>
            </a:r>
          </a:p>
        </p:txBody>
      </p:sp>
    </p:spTree>
    <p:extLst>
      <p:ext uri="{BB962C8B-B14F-4D97-AF65-F5344CB8AC3E}">
        <p14:creationId xmlns:p14="http://schemas.microsoft.com/office/powerpoint/2010/main" val="3122108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02F0B-80D3-1919-20CB-88B5571C556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955001-84DA-ED51-885A-FD2C6E48F497}"/>
              </a:ext>
            </a:extLst>
          </p:cNvPr>
          <p:cNvSpPr>
            <a:spLocks noGrp="1"/>
          </p:cNvSpPr>
          <p:nvPr>
            <p:ph sz="half" idx="1"/>
          </p:nvPr>
        </p:nvSpPr>
        <p:spPr/>
        <p:txBody>
          <a:bodyPr/>
          <a:lstStyle/>
          <a:p>
            <a:r>
              <a:rPr lang="en-US" dirty="0"/>
              <a:t>Reduce.</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B45AAFB6-7F3C-0645-512D-4A515DC1BCB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93494C0-D822-4A20-8EFC-B79E1E8BBAC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8856B79-BB75-4007-4202-3A25E391C58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7F71FB6-A529-1006-F0FC-003D15B4798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8E20E4F-598F-38B2-55C2-0A06DA243022}"/>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CC502F25-BD8C-4FD4-5A68-7DC3032470B3}"/>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BBFF167-F6AF-326C-573E-558E1ADBF3BB}"/>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993CD741-EF11-A7C6-5BC2-7A0C15A910E0}"/>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33F1BC7E-8BB0-F8D0-CD2A-85BD6F4EF4D5}"/>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2563E114-04F6-58F8-C547-CD9720305501}"/>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590CA203-CF16-F1B3-1D2E-31E5B0AAF24F}"/>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CE33E516-7972-4A92-86BC-91433911DD71}"/>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002C851B-B59A-57F4-D693-F688B1A06D2D}"/>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BDA4A7BA-A8ED-E0AE-4515-DA4DB30B0CA5}"/>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DCB3090E-3AE6-5E94-C159-44F61FB333BF}"/>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682576CA-B2B4-07B1-65CF-EE2045ABBA8E}"/>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93058F5B-BDFE-DCD1-4482-20DAA2E6ED60}"/>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26AC963E-1CAD-A88F-0989-69E201B8A163}"/>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D81CB8F7-180F-99CF-55AC-2A5EC1665E00}"/>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04FEAD78-5389-71A8-D800-7A9EE5AD8EB6}"/>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691C7450-B811-88C3-400D-24D87D672555}"/>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C655CBCB-FBCD-CD86-FF97-52524ACA7BD6}"/>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42DA1DE0-5CC4-4A90-5C49-CF6C4B69E24E}"/>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3C4FFD01-726F-FCAA-977F-89578EBF82E2}"/>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F10E4685-1100-971E-EE7D-EF0A7B36A0A4}"/>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1D328E1D-EA4E-FBDD-6D48-E3D9BC706A6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C2D84E3E-DFEB-5818-4824-91C14AB12A6C}"/>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5831509A-024D-116B-E951-9D6C8E6CF337}"/>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AC0A6155-21D3-D38D-1CD3-754B6671898A}"/>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EBCE26AE-1E39-9337-CEDA-5F107594A6E5}"/>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0713999E-568C-5E39-CF37-774ABA5F41F7}"/>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299DBA95-F0C8-5A96-D2B2-58D80BB4E3D7}"/>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36BB6809-2EF0-0ECD-5010-B93250502B49}"/>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B05BA6B4-A081-7FD3-A37C-9D217979B1D8}"/>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C2C9858F-B26E-CE73-65E2-D9BAF812F550}"/>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E72E8E2B-038D-BFAB-AD24-FE8361D85D84}"/>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5D754ADE-1BD7-D398-74A8-0D85BEEBF6F7}"/>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2E78EAF6-6B33-2D15-5FF9-BB4CD9A574A4}"/>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5599E8D5-9F05-8E0C-F7E1-355212ADE8A4}"/>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73981FC5-225D-2019-6F79-7A140AEA0DEA}"/>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486266A8-4DD7-5FDD-45C6-1D41E16A844F}"/>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C961DFA6-366C-A4AB-4F96-04E8BF18789D}"/>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A338A018-ACEF-1B88-01A2-E23B18603A5A}"/>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38BB4479-2545-4575-D2D3-F9D272381DB5}"/>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4437560A-DC2F-1D9D-1619-9582D2FBB855}"/>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A1CFAE8F-77D9-06D9-AE5E-5B6451942977}"/>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5DA83F44-65C9-B97D-2E61-E1C054429DBF}"/>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F3A23828-CA34-D492-B5F4-205F34DBA12D}"/>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3B8C3649-6B50-E31D-3D8E-68DC9D9B8631}"/>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20410E8C-CB3A-8EFD-17D6-3871CFC697C5}"/>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7A8D1DA3-122E-FE89-1FEB-463FDA3987A6}"/>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1331DD77-5F70-D9D5-BAD2-05A99F88A0A0}"/>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244FFBBB-6150-060C-1DFB-5DCB65BC3988}"/>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4A84230D-D87D-2750-A0AD-4594FD2D4A0E}"/>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C1FABDB4-F76D-76A1-A88F-020F9D45EC30}"/>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59" name="TextBox 58">
            <a:extLst>
              <a:ext uri="{FF2B5EF4-FFF2-40B4-BE49-F238E27FC236}">
                <a16:creationId xmlns:a16="http://schemas.microsoft.com/office/drawing/2014/main" id="{AD54507C-C902-4F7B-21B3-A625B90DFA7B}"/>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60" name="TextBox 59">
            <a:extLst>
              <a:ext uri="{FF2B5EF4-FFF2-40B4-BE49-F238E27FC236}">
                <a16:creationId xmlns:a16="http://schemas.microsoft.com/office/drawing/2014/main" id="{64142973-8001-C86A-9138-445854A7E90A}"/>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64" name="TextBox 63">
            <a:extLst>
              <a:ext uri="{FF2B5EF4-FFF2-40B4-BE49-F238E27FC236}">
                <a16:creationId xmlns:a16="http://schemas.microsoft.com/office/drawing/2014/main" id="{7378915B-7477-E0BA-E73F-90DAFE9C367A}"/>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883956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F5B9A-5337-E25F-30B3-75099066779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BA5B1E-9592-D2A7-C271-1AA217D13DA5}"/>
              </a:ext>
            </a:extLst>
          </p:cNvPr>
          <p:cNvSpPr>
            <a:spLocks noGrp="1"/>
          </p:cNvSpPr>
          <p:nvPr>
            <p:ph sz="half" idx="1"/>
          </p:nvPr>
        </p:nvSpPr>
        <p:spPr/>
        <p:txBody>
          <a:bodyPr/>
          <a:lstStyle/>
          <a:p>
            <a:r>
              <a:rPr lang="en-US" dirty="0"/>
              <a:t>In Row 8, 45–(9+15+12) = 9, in 2.</a:t>
            </a:r>
          </a:p>
        </p:txBody>
      </p:sp>
      <p:pic>
        <p:nvPicPr>
          <p:cNvPr id="4" name="Picture 3" descr="A grid of sudoku puzzle&#10;&#10;Description automatically generated">
            <a:extLst>
              <a:ext uri="{FF2B5EF4-FFF2-40B4-BE49-F238E27FC236}">
                <a16:creationId xmlns:a16="http://schemas.microsoft.com/office/drawing/2014/main" id="{953BB908-802C-D99F-56A4-A39D8809388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F7D2CBC-EE0F-342D-2160-39DA6B011E6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6067D60-9CEA-9BC8-2E5A-E37B3066F3B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EA8B254-2A0D-0916-2DA7-ADE5C6F9AB6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FDA2F18-6C5B-113C-B00E-CC2B4B56BB5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9B99BD9D-5FE2-8B29-DBC5-3A0B2A28C5E2}"/>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DC83CFAB-4F0E-DD0D-D0AF-E1E0F9C91C2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F3B481F0-E598-8E42-7EE2-4D9AAC90A5DC}"/>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8CE249F1-14D4-501D-4F50-0DBDFF40B54F}"/>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CC9575C7-2E79-1208-594F-C019BA716F38}"/>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00838D2F-9853-63F2-C012-3CACB3B52945}"/>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7181C2FC-15B0-98A4-03BF-95FC85AC1E23}"/>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A1FA2D8E-1E98-3376-C62E-E9F53DF41C5F}"/>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339520EB-D5DD-DCE4-5960-79B2693D5467}"/>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CC6E2C55-DFD3-D6FF-0477-68AA2BD8A5B5}"/>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525B73DF-B37F-897E-F220-38338A26010B}"/>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7DAFFA45-FBEF-84E7-3FFD-BFCA3C0FA02A}"/>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1DEBAC68-9F0D-000C-0325-23D35ED809A5}"/>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526B0283-1822-7C07-F09F-7AF4969822D3}"/>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5786F527-B2FD-35EE-B7EF-78B6D7393CD5}"/>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860C5435-72E0-C741-320F-B6165C8B432C}"/>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09ED62B7-85F9-61B1-2DCE-EA01244DB7AC}"/>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57B4B146-700D-94BF-A120-ABBCA42104F2}"/>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219925A3-E0E8-844F-9A35-DB4A49ACAFDE}"/>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20010C3B-BCE5-B6EB-EFF9-057A150A9BDA}"/>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2D26EB87-9029-8873-3AA1-CF3BA793D582}"/>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0E3ABD02-53DD-DCEA-38F5-AE56F17B5C51}"/>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57E02C5B-C86F-2235-C575-1BAD70D09FFD}"/>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6EEB8F38-F6DB-CA5A-E8B3-81552AF595FC}"/>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F3E08D5D-075C-0E43-7643-C9AAF5D8C6F6}"/>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476E51C5-5ADE-CFA8-F8B2-297ED4140E90}"/>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6E74093A-FAFF-CDE0-AB95-6EDEBD17014E}"/>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0293BB79-5D33-3256-AC0E-59C5D0DE69EB}"/>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B2E217E5-4152-00AB-5F37-84D9EE92432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A3F7F724-3AA3-4B87-81DF-91607FD6822A}"/>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5836E5B2-F683-9972-DF4F-6BF26C627BA9}"/>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C3754187-A557-3324-4B8D-AADEE4C70A84}"/>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7F6A5F47-1C93-A90C-BAAC-96E4EA68B787}"/>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CF0490F2-0ABE-3617-6248-DCBFD8454E3B}"/>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8679B825-25C2-C97E-AE40-8BED2B54D69A}"/>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B81ACEBD-F469-49C4-5D17-B2441337189A}"/>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E4A20A94-0398-704C-D882-261E6F25AAC1}"/>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E863E57B-F30D-E3EA-7455-3F2E36880B25}"/>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6B6A6D74-3925-44A3-73AF-B4B394BEBA7B}"/>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78E7B804-E9F6-152D-02C4-FC73614D9F4D}"/>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8566C491-AB10-60E8-3FB6-A63125E21EDB}"/>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884C78B9-7273-E0C7-B3F0-EA19A1D61F8D}"/>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7488C81A-ED9A-4677-96BF-51C2CED77DF9}"/>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BA54522C-D33E-A40F-7F4E-D248379028BB}"/>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D1639B79-285B-7707-40EA-9066876E6ABF}"/>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40C7B7E9-EEAB-9087-69EB-A5705DC47CAE}"/>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C9E6A1B9-8F07-E9E7-5DA2-8DD7721085EA}"/>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D9E279E0-B772-276F-7A34-F284ABF7A3C4}"/>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5B1077B6-42E5-4336-09A7-EA43AED05BCE}"/>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E30FEBBA-E8AA-1FFF-5215-E056FDB0C30F}"/>
              </a:ext>
            </a:extLst>
          </p:cNvPr>
          <p:cNvSpPr txBox="1"/>
          <p:nvPr/>
        </p:nvSpPr>
        <p:spPr>
          <a:xfrm>
            <a:off x="7157158" y="4408541"/>
            <a:ext cx="570089" cy="230832"/>
          </a:xfrm>
          <a:prstGeom prst="rect">
            <a:avLst/>
          </a:prstGeom>
          <a:noFill/>
        </p:spPr>
        <p:txBody>
          <a:bodyPr wrap="square" rtlCol="0">
            <a:spAutoFit/>
          </a:bodyPr>
          <a:lstStyle/>
          <a:p>
            <a:pPr algn="ctr"/>
            <a:r>
              <a:rPr lang="en-US" sz="900" dirty="0"/>
              <a:t>6542</a:t>
            </a:r>
          </a:p>
        </p:txBody>
      </p:sp>
      <p:sp>
        <p:nvSpPr>
          <p:cNvPr id="59" name="TextBox 58">
            <a:extLst>
              <a:ext uri="{FF2B5EF4-FFF2-40B4-BE49-F238E27FC236}">
                <a16:creationId xmlns:a16="http://schemas.microsoft.com/office/drawing/2014/main" id="{041BB4CE-DB3E-13B8-AC00-00B10951043F}"/>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3457</a:t>
            </a:r>
          </a:p>
        </p:txBody>
      </p:sp>
      <p:sp>
        <p:nvSpPr>
          <p:cNvPr id="67" name="TextBox 66">
            <a:extLst>
              <a:ext uri="{FF2B5EF4-FFF2-40B4-BE49-F238E27FC236}">
                <a16:creationId xmlns:a16="http://schemas.microsoft.com/office/drawing/2014/main" id="{6C51C246-7B88-285F-C17E-58BB310BC2A8}"/>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68" name="TextBox 67">
            <a:extLst>
              <a:ext uri="{FF2B5EF4-FFF2-40B4-BE49-F238E27FC236}">
                <a16:creationId xmlns:a16="http://schemas.microsoft.com/office/drawing/2014/main" id="{412C1B26-099C-3CC1-1751-95378BF831C7}"/>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69" name="TextBox 68">
            <a:extLst>
              <a:ext uri="{FF2B5EF4-FFF2-40B4-BE49-F238E27FC236}">
                <a16:creationId xmlns:a16="http://schemas.microsoft.com/office/drawing/2014/main" id="{7429FC9C-11E2-8CF7-DBA2-F043E55F8A9E}"/>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70" name="TextBox 69">
            <a:extLst>
              <a:ext uri="{FF2B5EF4-FFF2-40B4-BE49-F238E27FC236}">
                <a16:creationId xmlns:a16="http://schemas.microsoft.com/office/drawing/2014/main" id="{1ADF6ADA-CB8D-6C60-B955-9270179C3941}"/>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441214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FCFEE-54FB-C18C-5585-7959B7256DE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764A05-23D9-BC39-0A09-5567FC8128DE}"/>
              </a:ext>
            </a:extLst>
          </p:cNvPr>
          <p:cNvSpPr>
            <a:spLocks noGrp="1"/>
          </p:cNvSpPr>
          <p:nvPr>
            <p:ph sz="half" idx="1"/>
          </p:nvPr>
        </p:nvSpPr>
        <p:spPr/>
        <p:txBody>
          <a:bodyPr/>
          <a:lstStyle/>
          <a:p>
            <a:r>
              <a:rPr lang="en-US" dirty="0"/>
              <a:t>Initialize the 2-cage in Row 7.</a:t>
            </a:r>
          </a:p>
        </p:txBody>
      </p:sp>
      <p:pic>
        <p:nvPicPr>
          <p:cNvPr id="4" name="Picture 3" descr="A grid of sudoku puzzle&#10;&#10;Description automatically generated">
            <a:extLst>
              <a:ext uri="{FF2B5EF4-FFF2-40B4-BE49-F238E27FC236}">
                <a16:creationId xmlns:a16="http://schemas.microsoft.com/office/drawing/2014/main" id="{765DE85E-CC4F-4F20-D49A-3F4A51435DE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9C1FC33-36B0-8F94-DFE0-B6C563B0A9C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8886FB7-4F1D-A995-7447-711294AD99D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79B6C13-D630-8032-541E-C2417811489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F12B92B-56F5-764F-EC7E-210A38682CBD}"/>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6C567CFE-9BE5-D5A6-63FE-2FE6B5316BAA}"/>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188A0199-4FFC-4E62-1EF4-774AD9B56FA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75E092BF-0E25-4BE3-56FA-D9AB8104D920}"/>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0B51E174-4606-F0DC-8D58-4AA59C355E54}"/>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D69C1E4B-EFE5-6F7C-5F0B-11F1F0D72929}"/>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F3E0ECA2-15C0-8653-9F67-83636FED3F7A}"/>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05022FB6-F5BB-4673-BBB9-E7C8400BAECA}"/>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FD0D6080-512B-6CF5-CB1D-4315A47C67C4}"/>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2D54E465-F1CF-1554-3960-C59610A76B80}"/>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1F9634D6-EAFE-2C82-EE57-602C22BE6AEA}"/>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4D4A2C7D-B7FC-D867-1DD5-2A5D46F26016}"/>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BC1C18B5-2499-5409-796C-279CD7E85EC7}"/>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38F334BE-882D-FB21-DD69-A2A2DB93E0C5}"/>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E89A242F-341B-B3CD-829C-E0B64E2B7DC0}"/>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C56CD6B4-1EEC-3710-FA2A-7917C2288927}"/>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0748DDC9-12E7-7B63-16B8-1F3D9939EB6E}"/>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762EA5CE-0EA2-E209-396B-9160D6714FEE}"/>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520D4B5B-ED95-22A9-778E-573B1D1BAE5F}"/>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40856426-60D4-F678-044A-C532FAFCF446}"/>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C797FE66-1E72-3197-D201-BA7482B1C20E}"/>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319EC2BC-AD41-35EB-02C0-204344A24668}"/>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B1800BF0-4433-47E8-6BAE-17F8292D71F5}"/>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F128D9A0-189D-CF2A-5561-7A980CC685C8}"/>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776973E0-2034-9049-F162-99BE1B5C61A6}"/>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848ACD7A-86E7-11F8-60DE-23FF2DB69737}"/>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F685C753-9B25-8B24-B1A8-B79038F36F77}"/>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FD841532-421F-D77A-4774-EEB97BBB2A88}"/>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04BB8E1D-198C-572B-E4E2-9C207F5AC05E}"/>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E0510699-7F04-B482-21A1-F5C327246D75}"/>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071D5B51-343E-0AC5-F698-1FC832D1DE6F}"/>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D0B9D0E1-8F97-82A0-0F89-66785BBD7333}"/>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7AF398D5-3D1C-7D64-669B-7A59D6FDD8F6}"/>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E42798CC-B241-119B-FA8E-BB393C48D59E}"/>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EE2A13FE-DD31-0D34-357B-65C046AE2183}"/>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977AE6F7-8B4F-82F7-8619-AF23317719C0}"/>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EF2A8F46-75C2-5F73-A0AB-9D48C60E875C}"/>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B211F703-CF79-BCFB-110C-618450720377}"/>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31BB6C27-115E-2C85-39D5-44E284F11CF8}"/>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D29D4806-8B70-FDBF-B1DD-37F6CD6A989C}"/>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384B86E3-854F-6641-0E75-F628B82BC3A4}"/>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0C0BE3DD-16FF-F3D1-81EB-E20BB00B3413}"/>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FFE476EE-293C-45A4-4AEF-F5A02DFC6FD1}"/>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9E66DC02-7944-34BD-BC90-4B59382D779C}"/>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59E095D2-2826-EAC1-ED69-BBEF8EF71C72}"/>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BF8BA34A-771E-E9C9-9A0F-8A543ED3BF85}"/>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A7C2F9E0-3443-AE9E-71DC-34510013C04B}"/>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C1E53292-FE28-B48E-4C8F-5B722A473221}"/>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04072CDD-4C8E-7804-08CB-020DD47C3989}"/>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46AD3568-A50E-56DA-2884-6922A171A516}"/>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176C5BD4-9794-C5DC-F41E-4D1A86D422A6}"/>
              </a:ext>
            </a:extLst>
          </p:cNvPr>
          <p:cNvSpPr txBox="1"/>
          <p:nvPr/>
        </p:nvSpPr>
        <p:spPr>
          <a:xfrm>
            <a:off x="7157158" y="4408541"/>
            <a:ext cx="570089" cy="230832"/>
          </a:xfrm>
          <a:prstGeom prst="rect">
            <a:avLst/>
          </a:prstGeom>
          <a:noFill/>
        </p:spPr>
        <p:txBody>
          <a:bodyPr wrap="square" rtlCol="0">
            <a:spAutoFit/>
          </a:bodyPr>
          <a:lstStyle/>
          <a:p>
            <a:pPr algn="ctr"/>
            <a:r>
              <a:rPr lang="en-US" sz="900" dirty="0"/>
              <a:t>6542</a:t>
            </a:r>
          </a:p>
        </p:txBody>
      </p:sp>
      <p:sp>
        <p:nvSpPr>
          <p:cNvPr id="59" name="TextBox 58">
            <a:extLst>
              <a:ext uri="{FF2B5EF4-FFF2-40B4-BE49-F238E27FC236}">
                <a16:creationId xmlns:a16="http://schemas.microsoft.com/office/drawing/2014/main" id="{738747E6-5B10-C9AE-35B8-24AA4DE397C0}"/>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3457</a:t>
            </a:r>
          </a:p>
        </p:txBody>
      </p:sp>
      <p:sp>
        <p:nvSpPr>
          <p:cNvPr id="60" name="TextBox 59">
            <a:extLst>
              <a:ext uri="{FF2B5EF4-FFF2-40B4-BE49-F238E27FC236}">
                <a16:creationId xmlns:a16="http://schemas.microsoft.com/office/drawing/2014/main" id="{18E5AA1F-2ECF-2301-201B-3E45A6A3D972}"/>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4" name="TextBox 63">
            <a:extLst>
              <a:ext uri="{FF2B5EF4-FFF2-40B4-BE49-F238E27FC236}">
                <a16:creationId xmlns:a16="http://schemas.microsoft.com/office/drawing/2014/main" id="{668B2FF8-2322-DD61-243B-8D9CB99831C9}"/>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3F19C13C-27B1-C400-814E-9BBE3363C252}"/>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70" name="TextBox 69">
            <a:extLst>
              <a:ext uri="{FF2B5EF4-FFF2-40B4-BE49-F238E27FC236}">
                <a16:creationId xmlns:a16="http://schemas.microsoft.com/office/drawing/2014/main" id="{98868E18-5966-52FA-7784-E94CCA5E0FC3}"/>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71" name="TextBox 70">
            <a:extLst>
              <a:ext uri="{FF2B5EF4-FFF2-40B4-BE49-F238E27FC236}">
                <a16:creationId xmlns:a16="http://schemas.microsoft.com/office/drawing/2014/main" id="{6BC4FE6C-70AC-F3BB-8A57-A350D7F99D26}"/>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72" name="TextBox 71">
            <a:extLst>
              <a:ext uri="{FF2B5EF4-FFF2-40B4-BE49-F238E27FC236}">
                <a16:creationId xmlns:a16="http://schemas.microsoft.com/office/drawing/2014/main" id="{39B9E752-3704-FC81-EBF6-D4EF7017B878}"/>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585496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8F489-FFFC-CBD0-6405-D7F1ED565E6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16ED51-E00C-19E5-B95B-88750498A043}"/>
              </a:ext>
            </a:extLst>
          </p:cNvPr>
          <p:cNvSpPr>
            <a:spLocks noGrp="1"/>
          </p:cNvSpPr>
          <p:nvPr>
            <p:ph sz="half" idx="1"/>
          </p:nvPr>
        </p:nvSpPr>
        <p:spPr/>
        <p:txBody>
          <a:bodyPr/>
          <a:lstStyle/>
          <a:p>
            <a:r>
              <a:rPr lang="en-US" dirty="0"/>
              <a:t>Initialize the 2-cages in Row 8.</a:t>
            </a:r>
          </a:p>
        </p:txBody>
      </p:sp>
      <p:pic>
        <p:nvPicPr>
          <p:cNvPr id="4" name="Picture 3" descr="A grid of sudoku puzzle&#10;&#10;Description automatically generated">
            <a:extLst>
              <a:ext uri="{FF2B5EF4-FFF2-40B4-BE49-F238E27FC236}">
                <a16:creationId xmlns:a16="http://schemas.microsoft.com/office/drawing/2014/main" id="{1774A48C-BADA-48E4-13D5-BDE2D1779C1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28BAF9E-8FAD-6C36-4F80-3F04D0C87C5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2A940B8-47B6-351F-B686-CBBB5402BE8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FC3EFED-9A65-3E65-2D44-66878BFE07A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486AA97-C26C-D933-897B-D4B8D4F51789}"/>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830CEB1D-CD01-7241-5DA0-95CD8EA2F125}"/>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9EFFABD9-1DA0-07F3-A85B-02714204AA2A}"/>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CFF8B28F-A58E-B805-C702-064B68697C0F}"/>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CDB00A75-DBBF-3631-B7BB-C77F9D3E3887}"/>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9860CD81-67F1-689F-234B-713063E182DE}"/>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E9035D4A-376A-2324-C220-E3537CDBF9AC}"/>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0221969C-2700-6393-8E14-4D5DF05EF1FD}"/>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EFF0616F-F5E6-4427-3890-83C1444F9D51}"/>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AFE257D7-D873-DF41-26CE-48CF3B72F4BC}"/>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5E8E0284-257C-4293-F0EB-59468D409392}"/>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A030A13F-0507-E1CA-5902-4DA5BDB0DD4E}"/>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99C83EAD-883F-969A-12C3-950769363E0D}"/>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941F99B0-2F07-1E4E-0729-B19C5ACBEB5B}"/>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E4A6E451-84BE-7C51-5A7F-41A62CD002ED}"/>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112BE613-85EC-95C4-0F20-C3206B03E0E9}"/>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BF62BBFF-57B0-9569-F182-09CD8DAFA549}"/>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EE949B73-027E-D17F-2EB6-00DA64BFE123}"/>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ED146B7D-E38A-98C5-A48B-2779F40EB36C}"/>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D3AD9E7F-A62C-D463-E7AB-7808FBE7CDBC}"/>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5F77853E-4727-F211-E81E-07CB632E3C3D}"/>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9529B558-E552-109C-5BE1-4D205040C44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759799C9-9870-9512-0A1F-136F5C6EBE73}"/>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E1876E75-185E-C85F-0798-FEC7D611219D}"/>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DC6D2982-10D4-D915-BEFD-2097D11CB2BA}"/>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D2E744AF-939B-6CC5-08F9-FA7F7F711827}"/>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BE6602BE-29E6-D067-AE0C-6C29E7D5663C}"/>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667BBF85-CDB9-1589-3749-8B3059309F54}"/>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D87452BA-84CA-8375-00FB-F5C68C6E986F}"/>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2726EC65-575C-201B-3806-077ADD901230}"/>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48EAACC8-BA6D-5196-4AAB-BAD9CD21C853}"/>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0CA5BBA4-A8DA-B285-CE0B-732943671136}"/>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6238D598-3C39-696A-8BF1-8C2957694731}"/>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EB583DEB-CBB0-2E31-B624-6B3C3CF8D9F5}"/>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11413849-04E6-D00C-C314-4B10A67C80C3}"/>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C3E7E7CC-1764-44EE-B127-C299819C7AA2}"/>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F52D53E7-F9D8-0F03-C3A6-6ADE7637784A}"/>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159B2302-EB1E-78B5-226F-FBE75EBEBF90}"/>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2D015CCA-D2AF-0805-FD3E-5AC360BB4426}"/>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C473075A-8139-C0F0-380E-A5AB7A689B4B}"/>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01FEAE3B-E145-95F0-2DCA-E11FFD254033}"/>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43B10622-3BE5-52D4-0B35-0BEFA348EECA}"/>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89B9F542-E7E6-4AC6-F202-3CAA629C633A}"/>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7921E811-65E6-97B0-F145-D48BE518B694}"/>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1D9ED6C5-3BA9-44E7-6EC8-C705865972D9}"/>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07767D5D-C86D-CE50-08E3-1133B61DBCAA}"/>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BFA502DD-2A9B-7C82-0F39-B2E3B038A91D}"/>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45984F23-8637-1ED5-F0A8-233BE81C2126}"/>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4DF6AA3B-5ECE-0D96-8DA2-1AE06EEE5F96}"/>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67327F02-66C3-C3F2-53CF-2B90F3584492}"/>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AB892723-44D9-52CF-C086-68C506CDA79C}"/>
              </a:ext>
            </a:extLst>
          </p:cNvPr>
          <p:cNvSpPr txBox="1"/>
          <p:nvPr/>
        </p:nvSpPr>
        <p:spPr>
          <a:xfrm>
            <a:off x="7157158" y="4408541"/>
            <a:ext cx="570089" cy="230832"/>
          </a:xfrm>
          <a:prstGeom prst="rect">
            <a:avLst/>
          </a:prstGeom>
          <a:noFill/>
        </p:spPr>
        <p:txBody>
          <a:bodyPr wrap="square" rtlCol="0">
            <a:spAutoFit/>
          </a:bodyPr>
          <a:lstStyle/>
          <a:p>
            <a:pPr algn="ctr"/>
            <a:r>
              <a:rPr lang="en-US" sz="900" dirty="0"/>
              <a:t>6542</a:t>
            </a:r>
          </a:p>
        </p:txBody>
      </p:sp>
      <p:sp>
        <p:nvSpPr>
          <p:cNvPr id="59" name="TextBox 58">
            <a:extLst>
              <a:ext uri="{FF2B5EF4-FFF2-40B4-BE49-F238E27FC236}">
                <a16:creationId xmlns:a16="http://schemas.microsoft.com/office/drawing/2014/main" id="{C52226BD-82B4-F6FB-01B4-BABFACF5F6B1}"/>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3457</a:t>
            </a:r>
          </a:p>
        </p:txBody>
      </p:sp>
      <p:sp>
        <p:nvSpPr>
          <p:cNvPr id="60" name="TextBox 59">
            <a:extLst>
              <a:ext uri="{FF2B5EF4-FFF2-40B4-BE49-F238E27FC236}">
                <a16:creationId xmlns:a16="http://schemas.microsoft.com/office/drawing/2014/main" id="{568FC3B3-3797-9B05-5C5C-988B94DB1BC9}"/>
              </a:ext>
            </a:extLst>
          </p:cNvPr>
          <p:cNvSpPr txBox="1"/>
          <p:nvPr/>
        </p:nvSpPr>
        <p:spPr>
          <a:xfrm>
            <a:off x="3640666" y="4408541"/>
            <a:ext cx="570089" cy="230832"/>
          </a:xfrm>
          <a:prstGeom prst="rect">
            <a:avLst/>
          </a:prstGeom>
          <a:noFill/>
        </p:spPr>
        <p:txBody>
          <a:bodyPr wrap="square" rtlCol="0">
            <a:spAutoFit/>
          </a:bodyPr>
          <a:lstStyle/>
          <a:p>
            <a:pPr algn="ctr"/>
            <a:r>
              <a:rPr lang="en-US" sz="900" dirty="0"/>
              <a:t>135</a:t>
            </a:r>
          </a:p>
        </p:txBody>
      </p:sp>
      <p:sp>
        <p:nvSpPr>
          <p:cNvPr id="64" name="TextBox 63">
            <a:extLst>
              <a:ext uri="{FF2B5EF4-FFF2-40B4-BE49-F238E27FC236}">
                <a16:creationId xmlns:a16="http://schemas.microsoft.com/office/drawing/2014/main" id="{65AE92AF-4D7E-D3B2-597D-195F5AEA685A}"/>
              </a:ext>
            </a:extLst>
          </p:cNvPr>
          <p:cNvSpPr txBox="1"/>
          <p:nvPr/>
        </p:nvSpPr>
        <p:spPr>
          <a:xfrm>
            <a:off x="4143022" y="4408541"/>
            <a:ext cx="570089" cy="230832"/>
          </a:xfrm>
          <a:prstGeom prst="rect">
            <a:avLst/>
          </a:prstGeom>
          <a:noFill/>
        </p:spPr>
        <p:txBody>
          <a:bodyPr wrap="square" rtlCol="0">
            <a:spAutoFit/>
          </a:bodyPr>
          <a:lstStyle/>
          <a:p>
            <a:pPr algn="ctr"/>
            <a:r>
              <a:rPr lang="en-US" sz="900" dirty="0"/>
              <a:t>864</a:t>
            </a:r>
          </a:p>
        </p:txBody>
      </p:sp>
      <p:sp>
        <p:nvSpPr>
          <p:cNvPr id="65" name="TextBox 64">
            <a:extLst>
              <a:ext uri="{FF2B5EF4-FFF2-40B4-BE49-F238E27FC236}">
                <a16:creationId xmlns:a16="http://schemas.microsoft.com/office/drawing/2014/main" id="{400C04AB-2137-B86C-3B32-20C84B885FFB}"/>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66" name="TextBox 65">
            <a:extLst>
              <a:ext uri="{FF2B5EF4-FFF2-40B4-BE49-F238E27FC236}">
                <a16:creationId xmlns:a16="http://schemas.microsoft.com/office/drawing/2014/main" id="{5EF9A2BE-F31E-2838-990C-AFC267F51835}"/>
              </a:ext>
            </a:extLst>
          </p:cNvPr>
          <p:cNvSpPr txBox="1"/>
          <p:nvPr/>
        </p:nvSpPr>
        <p:spPr>
          <a:xfrm>
            <a:off x="5147734" y="4408541"/>
            <a:ext cx="570089" cy="230832"/>
          </a:xfrm>
          <a:prstGeom prst="rect">
            <a:avLst/>
          </a:prstGeom>
          <a:noFill/>
        </p:spPr>
        <p:txBody>
          <a:bodyPr wrap="square" rtlCol="0">
            <a:spAutoFit/>
          </a:bodyPr>
          <a:lstStyle/>
          <a:p>
            <a:pPr algn="ctr"/>
            <a:r>
              <a:rPr lang="en-US" sz="900" dirty="0"/>
              <a:t>98</a:t>
            </a:r>
          </a:p>
        </p:txBody>
      </p:sp>
      <p:sp>
        <p:nvSpPr>
          <p:cNvPr id="67" name="TextBox 66">
            <a:extLst>
              <a:ext uri="{FF2B5EF4-FFF2-40B4-BE49-F238E27FC236}">
                <a16:creationId xmlns:a16="http://schemas.microsoft.com/office/drawing/2014/main" id="{0D34F72F-0AC7-7095-7268-52AD4A5233D5}"/>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2487FCCC-32A4-6431-CCC3-FCDC6C56AA2D}"/>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73" name="TextBox 72">
            <a:extLst>
              <a:ext uri="{FF2B5EF4-FFF2-40B4-BE49-F238E27FC236}">
                <a16:creationId xmlns:a16="http://schemas.microsoft.com/office/drawing/2014/main" id="{A6E14B23-E39C-31A9-DDC5-95A92A65F196}"/>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74" name="TextBox 73">
            <a:extLst>
              <a:ext uri="{FF2B5EF4-FFF2-40B4-BE49-F238E27FC236}">
                <a16:creationId xmlns:a16="http://schemas.microsoft.com/office/drawing/2014/main" id="{A0F268E0-7970-545A-D6A5-700C65C199F6}"/>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75" name="TextBox 74">
            <a:extLst>
              <a:ext uri="{FF2B5EF4-FFF2-40B4-BE49-F238E27FC236}">
                <a16:creationId xmlns:a16="http://schemas.microsoft.com/office/drawing/2014/main" id="{A96E3A95-430E-7CBC-587F-E68F4A768C00}"/>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76" name="TextBox 75">
            <a:extLst>
              <a:ext uri="{FF2B5EF4-FFF2-40B4-BE49-F238E27FC236}">
                <a16:creationId xmlns:a16="http://schemas.microsoft.com/office/drawing/2014/main" id="{BEC40DC8-38DC-81A8-D1F3-26F9A8A8C8B6}"/>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1019358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566E6-B645-782C-71FB-E36E7C11C02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D08EC9-6BB8-C65F-265A-6CE276512094}"/>
              </a:ext>
            </a:extLst>
          </p:cNvPr>
          <p:cNvSpPr>
            <a:spLocks noGrp="1"/>
          </p:cNvSpPr>
          <p:nvPr>
            <p:ph sz="half" idx="1"/>
          </p:nvPr>
        </p:nvSpPr>
        <p:spPr/>
        <p:txBody>
          <a:bodyPr/>
          <a:lstStyle/>
          <a:p>
            <a:r>
              <a:rPr lang="en-US" dirty="0"/>
              <a:t>[15 in 2] cannot be 69 because that would leave no possibilities for [11 in 2].</a:t>
            </a:r>
          </a:p>
        </p:txBody>
      </p:sp>
      <p:pic>
        <p:nvPicPr>
          <p:cNvPr id="4" name="Picture 3" descr="A grid of sudoku puzzle&#10;&#10;Description automatically generated">
            <a:extLst>
              <a:ext uri="{FF2B5EF4-FFF2-40B4-BE49-F238E27FC236}">
                <a16:creationId xmlns:a16="http://schemas.microsoft.com/office/drawing/2014/main" id="{43B50839-2615-D4AD-4C6C-68CA6F0CCCF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F114EC8-96DE-F956-438C-93F0113533A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EE080FE-D11D-BBE9-B805-F03BC532C9D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C196B90-2552-2C5D-4C05-5E83739CC8D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1495BB0-33D6-F888-B76B-CE1533B24042}"/>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76346F3D-B031-55D6-AFCF-797D622579E5}"/>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916BE35-B29E-32D9-30BE-CFAED4D703D6}"/>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3BDDBDFE-F099-7D7D-753A-9D785B638A17}"/>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68C8E1B5-961C-0492-4716-BB6778385F2B}"/>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CA5B9F37-C016-02BC-279E-9E82DAFD6CDD}"/>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A95C8F92-AD6B-DFDE-2B2F-165DE8A16BE1}"/>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17EEE9DA-8353-B2F2-DF7C-4E6D91635EAA}"/>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B4803A58-8D81-C9E7-BB24-D0B8F05FDE39}"/>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1873CBA9-3DD9-6678-6193-F2E3914777B6}"/>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722482A4-90A8-D53A-053A-960B00314ED9}"/>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041EB431-59AB-A60C-2242-13C2CB3A1F4D}"/>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94E3E6B2-0C72-4AA1-8B06-F548D99C3221}"/>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87FDB6B0-8919-F4E4-9744-CF1CD2E52269}"/>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9CF91359-2C90-BE56-2DE0-A2A28069F6C7}"/>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58A174B8-2E38-9B97-8DC4-C24BD7D390C4}"/>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107FC2BF-AE2F-5B80-CC0F-2A716EF6517E}"/>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51D11A23-B6E2-DF48-ACED-EA95E846B96E}"/>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EB68D884-D319-621B-F09C-8B7CF00CCBFF}"/>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19DEC96A-7F3F-DCB0-0114-A83312F1EF4D}"/>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CC6E4B8C-E839-64DC-1FB2-9297AFD0C225}"/>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896B32D8-E4C5-8B00-E34A-AABA5CF9B701}"/>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CCA84D32-BED8-8067-C5C1-5BBB55FC2D6F}"/>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2FB654A6-0912-B248-E9F9-1136E4347D75}"/>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25749FC2-658E-7656-A24A-D577204EFFBF}"/>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7F7B5852-757C-DA9C-4417-44425B1DD9DC}"/>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19F47CD0-E82A-ABA9-D95C-54977E20068E}"/>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078D7EAC-8E50-14BD-B6BB-621843E6AA9C}"/>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E8038FCC-007A-9EFF-885D-025C79617417}"/>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946676CD-D88E-1AA9-BA4B-670664EAE7C0}"/>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F5662104-26AC-83FC-4E9E-8DBAB77CF891}"/>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1C1B440C-5B7B-E72E-7140-0A5405BE4CA9}"/>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C4F1FBAB-8A1B-730B-377A-E191E05890F1}"/>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4CC72F4D-F300-FF61-BCC7-BC88CB4C224F}"/>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24491CAB-1E64-A610-AE3C-A70F8F9BA24A}"/>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9584AF4F-72DC-F63D-743F-FD7771F8692C}"/>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1228FA61-4EB4-EDF1-F754-D731E0A1599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45C48926-28A6-FD4B-7DE9-F43343C9B635}"/>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CB8BF094-23DD-CDB0-FF8E-ED3B3634ADDC}"/>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6DE15E83-24B5-8D1C-9EE4-8305F103AE5E}"/>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4CB97552-FE00-6695-621E-01333F2B9829}"/>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0AE7FAF3-A038-3756-8122-E25BE65BC465}"/>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E510CCAE-3FB3-A0F5-6A2F-EEAE1992C04A}"/>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C2475C82-643C-0B23-17EF-06C0E53857CF}"/>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EEA1A5FC-433B-7347-55BE-56163A791B71}"/>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F07EDB30-BFFA-5BFA-5BCB-F569F3DC11D9}"/>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8AF635F5-2808-304E-49F9-90D0B88826C0}"/>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C50686B4-094D-E663-0AF9-197FF18A66E4}"/>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164B9AC5-48F1-645B-4515-01489F4EB25C}"/>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4A072326-5606-6366-E1EF-F140A78CFB1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44FD6E51-C69A-5074-1A43-A8414697F54B}"/>
              </a:ext>
            </a:extLst>
          </p:cNvPr>
          <p:cNvSpPr txBox="1"/>
          <p:nvPr/>
        </p:nvSpPr>
        <p:spPr>
          <a:xfrm>
            <a:off x="7157158" y="4408541"/>
            <a:ext cx="570089" cy="230832"/>
          </a:xfrm>
          <a:prstGeom prst="rect">
            <a:avLst/>
          </a:prstGeom>
          <a:noFill/>
        </p:spPr>
        <p:txBody>
          <a:bodyPr wrap="square" rtlCol="0">
            <a:spAutoFit/>
          </a:bodyPr>
          <a:lstStyle/>
          <a:p>
            <a:pPr algn="ctr"/>
            <a:r>
              <a:rPr lang="en-US" sz="900" dirty="0"/>
              <a:t>6542</a:t>
            </a:r>
          </a:p>
        </p:txBody>
      </p:sp>
      <p:sp>
        <p:nvSpPr>
          <p:cNvPr id="59" name="TextBox 58">
            <a:extLst>
              <a:ext uri="{FF2B5EF4-FFF2-40B4-BE49-F238E27FC236}">
                <a16:creationId xmlns:a16="http://schemas.microsoft.com/office/drawing/2014/main" id="{B8C9A88F-16D7-7567-FBA1-E4998AFA2F43}"/>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3457</a:t>
            </a:r>
          </a:p>
        </p:txBody>
      </p:sp>
      <p:sp>
        <p:nvSpPr>
          <p:cNvPr id="60" name="TextBox 59">
            <a:extLst>
              <a:ext uri="{FF2B5EF4-FFF2-40B4-BE49-F238E27FC236}">
                <a16:creationId xmlns:a16="http://schemas.microsoft.com/office/drawing/2014/main" id="{9E6D46EB-A624-604B-C1A8-969317F9B728}"/>
              </a:ext>
            </a:extLst>
          </p:cNvPr>
          <p:cNvSpPr txBox="1"/>
          <p:nvPr/>
        </p:nvSpPr>
        <p:spPr>
          <a:xfrm>
            <a:off x="3640666" y="4408541"/>
            <a:ext cx="570089" cy="230832"/>
          </a:xfrm>
          <a:prstGeom prst="rect">
            <a:avLst/>
          </a:prstGeom>
          <a:noFill/>
        </p:spPr>
        <p:txBody>
          <a:bodyPr wrap="square" rtlCol="0">
            <a:spAutoFit/>
          </a:bodyPr>
          <a:lstStyle/>
          <a:p>
            <a:pPr algn="ctr"/>
            <a:r>
              <a:rPr lang="en-US" sz="900" dirty="0"/>
              <a:t>135</a:t>
            </a:r>
          </a:p>
        </p:txBody>
      </p:sp>
      <p:sp>
        <p:nvSpPr>
          <p:cNvPr id="64" name="TextBox 63">
            <a:extLst>
              <a:ext uri="{FF2B5EF4-FFF2-40B4-BE49-F238E27FC236}">
                <a16:creationId xmlns:a16="http://schemas.microsoft.com/office/drawing/2014/main" id="{543ED7EE-0691-5E45-F112-9589AF99B147}"/>
              </a:ext>
            </a:extLst>
          </p:cNvPr>
          <p:cNvSpPr txBox="1"/>
          <p:nvPr/>
        </p:nvSpPr>
        <p:spPr>
          <a:xfrm>
            <a:off x="4143022" y="4408541"/>
            <a:ext cx="570089" cy="230832"/>
          </a:xfrm>
          <a:prstGeom prst="rect">
            <a:avLst/>
          </a:prstGeom>
          <a:noFill/>
        </p:spPr>
        <p:txBody>
          <a:bodyPr wrap="square" rtlCol="0">
            <a:spAutoFit/>
          </a:bodyPr>
          <a:lstStyle/>
          <a:p>
            <a:pPr algn="ctr"/>
            <a:r>
              <a:rPr lang="en-US" sz="900" dirty="0"/>
              <a:t>864</a:t>
            </a:r>
          </a:p>
        </p:txBody>
      </p:sp>
      <p:sp>
        <p:nvSpPr>
          <p:cNvPr id="67" name="TextBox 66">
            <a:extLst>
              <a:ext uri="{FF2B5EF4-FFF2-40B4-BE49-F238E27FC236}">
                <a16:creationId xmlns:a16="http://schemas.microsoft.com/office/drawing/2014/main" id="{C5916AB5-46F1-4538-7253-F00662B15B61}"/>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D759521F-6AB7-ECFC-E562-C727AA7272DD}"/>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598DF583-D9B3-89B1-23D5-7CB94D0E5BD5}"/>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8E3829F3-A774-4FB6-BA1D-F025E8F3D9AB}"/>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EA24B1DB-22C0-0581-0FBD-3FD76AC6D8C5}"/>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74" name="TextBox 73">
            <a:extLst>
              <a:ext uri="{FF2B5EF4-FFF2-40B4-BE49-F238E27FC236}">
                <a16:creationId xmlns:a16="http://schemas.microsoft.com/office/drawing/2014/main" id="{503CD216-420C-490C-CBD5-7DC66DB7A5F1}"/>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75" name="TextBox 74">
            <a:extLst>
              <a:ext uri="{FF2B5EF4-FFF2-40B4-BE49-F238E27FC236}">
                <a16:creationId xmlns:a16="http://schemas.microsoft.com/office/drawing/2014/main" id="{5AC9BC06-A738-B9A9-7015-5AF56D14EDC8}"/>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76" name="TextBox 75">
            <a:extLst>
              <a:ext uri="{FF2B5EF4-FFF2-40B4-BE49-F238E27FC236}">
                <a16:creationId xmlns:a16="http://schemas.microsoft.com/office/drawing/2014/main" id="{27F6E5E3-44B6-8B08-EAD7-2E5841C41C83}"/>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32172429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D1E04-E5BD-8754-FCF4-9FEFBB4B636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505709-1AAA-3B9E-E59B-5E45AC35EF5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0A355E4-6009-FE7A-70CD-D0DA1A1229C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E8FAF1B-77B7-69EB-2E9F-5EA003E891B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539AE59-714A-FD82-D0FE-C784A6DD0E4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76715F2-4AF5-07EC-AB15-0AF5F51CF4A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11CBC7F-0496-65E3-8950-2C77C25906A1}"/>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6085B7AE-29F0-3A08-7B2C-EB6E1CC7DE38}"/>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01D4F1A5-ECE0-C5E6-2384-2EFC6DC6A96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EA114BC9-3673-CD90-D41C-AE7A66208D77}"/>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AE5403C-94A6-9CBD-B3F6-0D4DB0058493}"/>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0B0F8FEB-6F0E-9C32-7961-B27E7670BE36}"/>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D8266A58-A15C-C3CE-FF52-64C0CB8CFBA1}"/>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03E8914D-CD9C-9D8B-E0FE-C948C9DF934A}"/>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D0D66BC9-D538-D0B9-71F3-7B414B85BA5B}"/>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980DF29A-EC5D-6FF6-9124-9AC666639375}"/>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E2C6FF71-08B1-4215-FE4D-F97F95089B93}"/>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9833DA07-E405-AD1F-3F2D-F1DF9EDC25D9}"/>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9039FFE4-A6B3-6E35-A5FA-EECD332508BC}"/>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A27E29EF-531E-E475-0068-7433837458AA}"/>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0428E57F-BE1F-B179-EA51-55AF3D341DA4}"/>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78F3EE3D-8180-4CDB-CDE9-3C129D1B887C}"/>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6FCC12D9-6728-40BD-F7FD-8EA911DF8200}"/>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53829176-26CC-7F37-737F-878DA0A02596}"/>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A9045A8C-CCC2-BE8C-D028-F5DCFF7110D1}"/>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487A2DDD-18BB-E8EB-062C-C940E6B87537}"/>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C2171322-1D65-41DC-F2D7-B503D5B090A8}"/>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D4B17E53-35DE-B3CD-5E02-0916477B2839}"/>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45F94E69-A4A8-EB45-A3C4-7032D5B7A356}"/>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9CCE8984-D1CA-1090-1747-C6B167E9CE5F}"/>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F7B50C37-8EF3-B6D7-47F9-D6D2B4D5D75A}"/>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C854D0B5-0B2B-59D5-1E6A-4C2AD7C67578}"/>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09A98652-629E-D8BF-BF84-30B38EE05A9D}"/>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D436F506-EBBB-0CB9-8772-C69B51F06AC6}"/>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9F8DEEBD-5106-0806-CF91-4BD0EDC1E4BB}"/>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64B03D6D-234F-200E-5FE5-79AA08878E64}"/>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F586CCD6-BD0B-E61B-B39E-458D17DB26FA}"/>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198BE3ED-CC88-4C98-329F-FFB30DEBA2C1}"/>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B4FE7DE2-BBD4-7BEE-B1A6-6A1C33DC46F4}"/>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345564E7-12F1-F9D3-957B-7D224FC8D2F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8599A167-D512-5FB8-7B17-585DE6439307}"/>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40981E46-FBE1-3602-480E-57DB9B4509B1}"/>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54BEE0EA-FC85-7637-CC67-C3DEB10A5ED2}"/>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4BAA6884-2364-FB34-D3D5-EB9B727CA483}"/>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92F9117C-8030-F00D-AE2D-73920EA9F7EC}"/>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1D4B1C2A-DEBD-F385-3FED-AFCB41C5E406}"/>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D8783537-4E33-459E-983B-2C85D0933966}"/>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683738AB-73B4-10D7-AA7D-8774EEF5668A}"/>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8CB37B28-9130-74F3-6390-8C4CAEA23DC6}"/>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208E5E38-C1F6-F5C4-85CB-09DC488A7F82}"/>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B4CACE18-91DF-44AE-A837-9D93264D5529}"/>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3B7E45C2-EFA2-2247-9505-5E264ABE516E}"/>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F4C8CF28-0925-3238-DDC3-83F7098E9395}"/>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B61DC1BD-8A53-15BF-95EF-99A4B12E8F02}"/>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FEAFB04C-73D3-A358-424B-66E7238592EC}"/>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F580EEE5-F49E-8328-C6AF-6A62705CD284}"/>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BEDB9C48-6430-ADB1-A504-9C7195BB3184}"/>
              </a:ext>
            </a:extLst>
          </p:cNvPr>
          <p:cNvSpPr txBox="1"/>
          <p:nvPr/>
        </p:nvSpPr>
        <p:spPr>
          <a:xfrm>
            <a:off x="7157158" y="4408541"/>
            <a:ext cx="570089" cy="230832"/>
          </a:xfrm>
          <a:prstGeom prst="rect">
            <a:avLst/>
          </a:prstGeom>
          <a:noFill/>
        </p:spPr>
        <p:txBody>
          <a:bodyPr wrap="square" rtlCol="0">
            <a:spAutoFit/>
          </a:bodyPr>
          <a:lstStyle/>
          <a:p>
            <a:pPr algn="ctr"/>
            <a:r>
              <a:rPr lang="en-US" sz="900" dirty="0"/>
              <a:t>654</a:t>
            </a:r>
          </a:p>
        </p:txBody>
      </p:sp>
      <p:sp>
        <p:nvSpPr>
          <p:cNvPr id="59" name="TextBox 58">
            <a:extLst>
              <a:ext uri="{FF2B5EF4-FFF2-40B4-BE49-F238E27FC236}">
                <a16:creationId xmlns:a16="http://schemas.microsoft.com/office/drawing/2014/main" id="{AC9A984F-A125-DCC9-FB1C-75E1A649B944}"/>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a:t>
            </a:r>
          </a:p>
        </p:txBody>
      </p:sp>
      <p:sp>
        <p:nvSpPr>
          <p:cNvPr id="60" name="TextBox 59">
            <a:extLst>
              <a:ext uri="{FF2B5EF4-FFF2-40B4-BE49-F238E27FC236}">
                <a16:creationId xmlns:a16="http://schemas.microsoft.com/office/drawing/2014/main" id="{23C7AC6A-6EB3-07DC-95DC-F9CB3B884824}"/>
              </a:ext>
            </a:extLst>
          </p:cNvPr>
          <p:cNvSpPr txBox="1"/>
          <p:nvPr/>
        </p:nvSpPr>
        <p:spPr>
          <a:xfrm>
            <a:off x="3640666" y="4408541"/>
            <a:ext cx="570089" cy="230832"/>
          </a:xfrm>
          <a:prstGeom prst="rect">
            <a:avLst/>
          </a:prstGeom>
          <a:no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FA6A6283-B27E-D4C8-CF3A-77E7C69DD96E}"/>
              </a:ext>
            </a:extLst>
          </p:cNvPr>
          <p:cNvSpPr txBox="1"/>
          <p:nvPr/>
        </p:nvSpPr>
        <p:spPr>
          <a:xfrm>
            <a:off x="4143022" y="4408541"/>
            <a:ext cx="570089" cy="230832"/>
          </a:xfrm>
          <a:prstGeom prst="rect">
            <a:avLst/>
          </a:prstGeom>
          <a:no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60B9A66D-2139-963C-51BB-73DBCEEE4231}"/>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D04458C8-5062-8302-3EE5-16EF8DD41A95}"/>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7D47D250-462F-A6E9-C2B4-FFB0E4782035}"/>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D59C21FB-77D1-EB2D-176C-73742E3F1DE3}"/>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B01E860F-8867-FA65-53BC-2D67E4FDF47E}"/>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74" name="TextBox 73">
            <a:extLst>
              <a:ext uri="{FF2B5EF4-FFF2-40B4-BE49-F238E27FC236}">
                <a16:creationId xmlns:a16="http://schemas.microsoft.com/office/drawing/2014/main" id="{1C43F302-CF70-0910-1AAD-8132527E6479}"/>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75" name="TextBox 74">
            <a:extLst>
              <a:ext uri="{FF2B5EF4-FFF2-40B4-BE49-F238E27FC236}">
                <a16:creationId xmlns:a16="http://schemas.microsoft.com/office/drawing/2014/main" id="{B687F187-AE3A-F216-9852-B65339E070FF}"/>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76" name="TextBox 75">
            <a:extLst>
              <a:ext uri="{FF2B5EF4-FFF2-40B4-BE49-F238E27FC236}">
                <a16:creationId xmlns:a16="http://schemas.microsoft.com/office/drawing/2014/main" id="{28E1516F-8DAF-1D21-1F98-6F39DF1BC704}"/>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41451494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342AA-926C-DF7A-F424-CA122D22D1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A652C9-059C-3928-0054-DEDABCAC13C3}"/>
              </a:ext>
            </a:extLst>
          </p:cNvPr>
          <p:cNvSpPr>
            <a:spLocks noGrp="1"/>
          </p:cNvSpPr>
          <p:nvPr>
            <p:ph sz="half" idx="1"/>
          </p:nvPr>
        </p:nvSpPr>
        <p:spPr/>
        <p:txBody>
          <a:bodyPr/>
          <a:lstStyle/>
          <a:p>
            <a:r>
              <a:rPr lang="en-US" dirty="0"/>
              <a:t>The remaining cells in Row 8 are 129.</a:t>
            </a:r>
          </a:p>
        </p:txBody>
      </p:sp>
      <p:pic>
        <p:nvPicPr>
          <p:cNvPr id="4" name="Picture 3" descr="A grid of sudoku puzzle&#10;&#10;Description automatically generated">
            <a:extLst>
              <a:ext uri="{FF2B5EF4-FFF2-40B4-BE49-F238E27FC236}">
                <a16:creationId xmlns:a16="http://schemas.microsoft.com/office/drawing/2014/main" id="{63E1C413-C93A-6969-1771-E2BEB277C2D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32E37F9-87C2-CC12-200E-D692A4F3F16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74B5A40-A2BA-D824-CD96-BEE7412A4C5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85DD42E-D78A-BF09-66EF-6C79E8C6CC9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6F3E879-57E1-BF87-B414-A7F27EAFAB1F}"/>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1E0699E2-F34F-816D-8665-7DDAE1EFFA98}"/>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C263891D-DF50-6686-3D9C-CFFBE9D9922E}"/>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654FC218-697C-2F8D-4B1C-C748C8D3A1B9}"/>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6890A606-600B-CE98-0830-F0725E1EC408}"/>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BA9FC5B4-3506-9BED-99CF-1D3958DAC04F}"/>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BF119E95-BA1A-8419-5228-9B6DE5E4BD24}"/>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E61219EE-9E06-C6A6-7788-33AAC73C1C0D}"/>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2A210FD0-DDB1-AE1B-FD83-B9E29063E38B}"/>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9779BA3B-CB9A-6F3A-0BAC-2382929594B4}"/>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4A505ABC-13A6-DBD2-FF04-08E4CAC9AD88}"/>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F3D6A320-71C4-3A22-BFFD-03BFA163EEF4}"/>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A0A9D2F3-2930-FC89-BDA0-C9C4C6733735}"/>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FB7E235D-00CB-78F4-077F-B80977F16FBC}"/>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5571E7F1-0D6D-FD9D-4321-D611843AE00C}"/>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2170687E-C56B-B8C8-9BFB-0A7CA06351DD}"/>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D8BFEAA5-FDF5-2272-A7D7-DA2E18153EFB}"/>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5755E3DA-1309-3B1D-11DC-F248067FA824}"/>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2" name="TextBox 31">
            <a:extLst>
              <a:ext uri="{FF2B5EF4-FFF2-40B4-BE49-F238E27FC236}">
                <a16:creationId xmlns:a16="http://schemas.microsoft.com/office/drawing/2014/main" id="{D2A47CEA-08D2-7F3E-B410-F2D9469BACF3}"/>
              </a:ext>
            </a:extLst>
          </p:cNvPr>
          <p:cNvSpPr txBox="1"/>
          <p:nvPr/>
        </p:nvSpPr>
        <p:spPr>
          <a:xfrm>
            <a:off x="6654802" y="140287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2FF19523-9B87-ED7D-C3E5-A22D48BAF94E}"/>
              </a:ext>
            </a:extLst>
          </p:cNvPr>
          <p:cNvSpPr txBox="1"/>
          <p:nvPr/>
        </p:nvSpPr>
        <p:spPr>
          <a:xfrm>
            <a:off x="7157158" y="1402877"/>
            <a:ext cx="570089" cy="230832"/>
          </a:xfrm>
          <a:prstGeom prst="rect">
            <a:avLst/>
          </a:prstGeom>
          <a:noFill/>
        </p:spPr>
        <p:txBody>
          <a:bodyPr wrap="square" rtlCol="0">
            <a:spAutoFit/>
          </a:bodyPr>
          <a:lstStyle/>
          <a:p>
            <a:pPr algn="ctr"/>
            <a:r>
              <a:rPr lang="en-US" sz="900" dirty="0"/>
              <a:t>97</a:t>
            </a:r>
          </a:p>
        </p:txBody>
      </p:sp>
      <p:sp>
        <p:nvSpPr>
          <p:cNvPr id="34" name="TextBox 33">
            <a:extLst>
              <a:ext uri="{FF2B5EF4-FFF2-40B4-BE49-F238E27FC236}">
                <a16:creationId xmlns:a16="http://schemas.microsoft.com/office/drawing/2014/main" id="{0EBDAAFD-778E-F958-2009-8B1CFF5D0E44}"/>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7722B5D0-84E0-75D6-0E8F-F5313673BDE1}"/>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CF444B81-C47A-8121-C769-480BF00B6EAE}"/>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7552B4B1-CCD4-B97E-1EFC-F6AEBBBC6840}"/>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CBA0801A-99D2-2400-073B-71132D7E9877}"/>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2DEB755F-3DED-5A9A-3ADE-123BDDEF3296}"/>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964BED37-1BDF-CDE8-F0F0-53B9327C0EC1}"/>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9D3A5E03-6F46-4D90-6496-B08332C6ECC5}"/>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CCDEDED6-51B7-F9D6-6E8B-4D37049C33C5}"/>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176B0C80-EED9-425E-A1B8-043DD3EA808C}"/>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9EBFC2AD-CB80-7268-4E05-B20504904966}"/>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3AED4370-E048-C9AC-6CD0-BD1312A37B35}"/>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DB0FB281-E8F0-1477-BA37-4E4E04A6F058}"/>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63D3F57D-E942-680B-72ED-E5B427FE2939}"/>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ABC349AA-40F8-F106-328D-78173DEFB845}"/>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139C1FEB-DB97-4FC5-C227-9EDF07BB56A8}"/>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EC158093-B06D-01C9-9F70-4424926DE99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9C7754DF-7FCB-8522-ACB5-7FBD498D4CCF}"/>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A9B4B89B-EB41-F738-341B-DF007E1454F9}"/>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8E03CE1C-319C-F575-6A02-4ADD6983ADDC}"/>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888DE257-1336-167C-836A-5E8DF5FCE91F}"/>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A6AC56D0-23B1-C2D4-649B-E5159009C84E}"/>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743A51A6-85D3-4FA5-1294-046E8C052635}"/>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CF4AB2AE-18D5-02CE-0494-6F8C264E4CD3}"/>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A0E54A34-A166-1483-EAD6-A6F1F3ED309D}"/>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0DA9B014-0D5E-A688-126C-71FFC6991D5B}"/>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E00A1DA4-0008-6465-06BC-E649EE140BBA}"/>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9FA2560E-0647-2E3D-03DA-E86CA7F193ED}"/>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724B54A3-B748-F59C-540E-17DF74B9D9A2}"/>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DA94AEC0-88DC-09AD-E1BA-124C97BC492D}"/>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F5CCFCE0-3068-D7C5-F769-BF94090E5CC7}"/>
              </a:ext>
            </a:extLst>
          </p:cNvPr>
          <p:cNvSpPr txBox="1"/>
          <p:nvPr/>
        </p:nvSpPr>
        <p:spPr>
          <a:xfrm>
            <a:off x="7157158" y="4408541"/>
            <a:ext cx="570089" cy="230832"/>
          </a:xfrm>
          <a:prstGeom prst="rect">
            <a:avLst/>
          </a:prstGeom>
          <a:noFill/>
        </p:spPr>
        <p:txBody>
          <a:bodyPr wrap="square" rtlCol="0">
            <a:spAutoFit/>
          </a:bodyPr>
          <a:lstStyle/>
          <a:p>
            <a:pPr algn="ctr"/>
            <a:r>
              <a:rPr lang="en-US" sz="900" dirty="0"/>
              <a:t>654</a:t>
            </a:r>
          </a:p>
        </p:txBody>
      </p:sp>
      <p:sp>
        <p:nvSpPr>
          <p:cNvPr id="59" name="TextBox 58">
            <a:extLst>
              <a:ext uri="{FF2B5EF4-FFF2-40B4-BE49-F238E27FC236}">
                <a16:creationId xmlns:a16="http://schemas.microsoft.com/office/drawing/2014/main" id="{F7949351-1552-0B4E-CF88-3EBAC4193320}"/>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a:t>
            </a:r>
          </a:p>
        </p:txBody>
      </p:sp>
      <p:sp>
        <p:nvSpPr>
          <p:cNvPr id="60" name="TextBox 59">
            <a:extLst>
              <a:ext uri="{FF2B5EF4-FFF2-40B4-BE49-F238E27FC236}">
                <a16:creationId xmlns:a16="http://schemas.microsoft.com/office/drawing/2014/main" id="{57A82D79-89D3-A531-DE07-35AC006041AE}"/>
              </a:ext>
            </a:extLst>
          </p:cNvPr>
          <p:cNvSpPr txBox="1"/>
          <p:nvPr/>
        </p:nvSpPr>
        <p:spPr>
          <a:xfrm>
            <a:off x="3640666" y="4408541"/>
            <a:ext cx="570089" cy="230832"/>
          </a:xfrm>
          <a:prstGeom prst="rect">
            <a:avLst/>
          </a:prstGeom>
          <a:no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D7B7A2B4-3B1E-E5B6-8933-485932C53FC9}"/>
              </a:ext>
            </a:extLst>
          </p:cNvPr>
          <p:cNvSpPr txBox="1"/>
          <p:nvPr/>
        </p:nvSpPr>
        <p:spPr>
          <a:xfrm>
            <a:off x="4143022" y="4408541"/>
            <a:ext cx="570089" cy="230832"/>
          </a:xfrm>
          <a:prstGeom prst="rect">
            <a:avLst/>
          </a:prstGeom>
          <a:no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68A186DE-1B16-8791-A246-C064DDB90E14}"/>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B0779FD8-A3C8-3619-F88F-32E6B8E65949}"/>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9796D017-0C83-359D-C11E-A8F90C6BEBE8}"/>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1A5E7E35-B216-9410-FD55-EA21ECE0A2CF}"/>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1F5B3C77-B7FC-912D-C3E5-0209F5BECD26}"/>
              </a:ext>
            </a:extLst>
          </p:cNvPr>
          <p:cNvSpPr txBox="1"/>
          <p:nvPr/>
        </p:nvSpPr>
        <p:spPr>
          <a:xfrm>
            <a:off x="5650090" y="4408541"/>
            <a:ext cx="570089" cy="230832"/>
          </a:xfrm>
          <a:prstGeom prst="rect">
            <a:avLst/>
          </a:prstGeom>
          <a:noFill/>
        </p:spPr>
        <p:txBody>
          <a:bodyPr wrap="square" rtlCol="0">
            <a:spAutoFit/>
          </a:bodyPr>
          <a:lstStyle/>
          <a:p>
            <a:pPr algn="ctr"/>
            <a:r>
              <a:rPr lang="en-US" sz="900" dirty="0"/>
              <a:t>12</a:t>
            </a:r>
          </a:p>
        </p:txBody>
      </p:sp>
      <p:sp>
        <p:nvSpPr>
          <p:cNvPr id="66" name="TextBox 65">
            <a:extLst>
              <a:ext uri="{FF2B5EF4-FFF2-40B4-BE49-F238E27FC236}">
                <a16:creationId xmlns:a16="http://schemas.microsoft.com/office/drawing/2014/main" id="{0CABB70A-1E72-4F06-6888-B533DFF78894}"/>
              </a:ext>
            </a:extLst>
          </p:cNvPr>
          <p:cNvSpPr txBox="1"/>
          <p:nvPr/>
        </p:nvSpPr>
        <p:spPr>
          <a:xfrm>
            <a:off x="6152446" y="4408541"/>
            <a:ext cx="570089" cy="230832"/>
          </a:xfrm>
          <a:prstGeom prst="rect">
            <a:avLst/>
          </a:prstGeom>
          <a:noFill/>
        </p:spPr>
        <p:txBody>
          <a:bodyPr wrap="square" rtlCol="0">
            <a:spAutoFit/>
          </a:bodyPr>
          <a:lstStyle/>
          <a:p>
            <a:pPr algn="ctr"/>
            <a:r>
              <a:rPr lang="en-US" sz="900" dirty="0"/>
              <a:t>21</a:t>
            </a:r>
          </a:p>
        </p:txBody>
      </p:sp>
      <p:sp>
        <p:nvSpPr>
          <p:cNvPr id="71" name="TextBox 70">
            <a:extLst>
              <a:ext uri="{FF2B5EF4-FFF2-40B4-BE49-F238E27FC236}">
                <a16:creationId xmlns:a16="http://schemas.microsoft.com/office/drawing/2014/main" id="{C14B828C-CCDF-1BC9-FE0A-8D086D75E727}"/>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408AB1EF-452A-6CA7-ED51-CD8BEB79DDB6}"/>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77" name="TextBox 76">
            <a:extLst>
              <a:ext uri="{FF2B5EF4-FFF2-40B4-BE49-F238E27FC236}">
                <a16:creationId xmlns:a16="http://schemas.microsoft.com/office/drawing/2014/main" id="{2EC94632-6CA4-E86D-E415-B5F5DE28BEDB}"/>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78" name="TextBox 77">
            <a:extLst>
              <a:ext uri="{FF2B5EF4-FFF2-40B4-BE49-F238E27FC236}">
                <a16:creationId xmlns:a16="http://schemas.microsoft.com/office/drawing/2014/main" id="{F32A0CAE-28A8-8723-12B6-B73B5E8DC684}"/>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79" name="TextBox 78">
            <a:extLst>
              <a:ext uri="{FF2B5EF4-FFF2-40B4-BE49-F238E27FC236}">
                <a16:creationId xmlns:a16="http://schemas.microsoft.com/office/drawing/2014/main" id="{3D1FA3D8-C8B1-1575-7D07-2F6653684424}"/>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1989421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F02A7-CAD2-2437-62B3-EF66CEB6116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2875D7-B348-9584-4710-25027F9904F7}"/>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DE2ECA8-5284-E849-1387-38DB12F4B2E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669ECE5-179D-4DA9-9DDD-8951656AB91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A1B83D-2780-7AE2-9C00-01630B70878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99262AD-026C-F557-20D7-FB23AAFB2C2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FFE0BEF-3697-324A-96E6-C45805ADB7B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498E00E8-FDD2-C9A6-352B-EF4338895EFA}"/>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3C8F9D1D-61B5-CE9A-4E5E-658511C51227}"/>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D3115A34-AB53-1A35-7791-3DCF196B45CE}"/>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789346D7-3F6E-AE0D-CEC9-460DE3487E4B}"/>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EE748BA5-1280-F63F-7DC1-98711E3A3E75}"/>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33E7300B-E876-4BA3-8DBD-A32555EF78B8}"/>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E223A8A1-4F90-C21F-ECCB-BFD3DCB5DDEF}"/>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64F281C9-F441-877D-DC95-4D82C919E815}"/>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4A4716EC-6B5A-9FFD-A65D-FAD3155F152D}"/>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37FAA02A-0DF8-DC76-07B8-2F5F5432E9AA}"/>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403BC36F-5F1B-51A8-4934-60DC22FBB1DE}"/>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DAAFF85D-0E69-A68C-7CFC-7D830A338160}"/>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C20B8D62-1D08-B5EB-331F-A42F31A9C89A}"/>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3162BCE0-8B0B-97C4-F29B-EF772FDE6CA3}"/>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86FDDD56-E015-7ADC-3F3B-978488235AF3}"/>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2DBB9C04-FCF3-6101-33DE-88089EFB5A05}"/>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1216A70C-31CB-8DEE-CD4A-8AC7A72880FA}"/>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6821DB04-CB67-6E6B-0B25-E70A39ED3B7A}"/>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FCC5B352-370B-FA67-F965-029FD7084C1D}"/>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C9B769BA-9E0F-D7EA-F338-98FCDB58F90F}"/>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7557B911-4B01-3F62-5D02-EEE3EE6792EE}"/>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9CC5E6D2-7334-657A-8342-D4FB1091284B}"/>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998270B8-BCC2-81E1-61DF-E9772D5216BC}"/>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A9E186D2-62BF-B18A-E5DE-26B2E83C1835}"/>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692380EC-61A0-66BD-7107-C583A8AD869F}"/>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FDA6AD69-0018-1F75-00DF-03953A474FDF}"/>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94446643-A1C4-4DE9-3E61-B290262B9000}"/>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7AA692A1-7E97-7DD7-7F38-1097AC1C9CE4}"/>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3E37EE1B-4B31-CA90-E409-4BB7585A4B2C}"/>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2DAE656E-03E0-FAE0-F45E-EABFEA8F91D7}"/>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C728F0FC-E6BC-325B-73F2-C33A1BE2B88A}"/>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9E8CD843-B2BB-81F3-DF3C-628D740F3CE5}"/>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C0B5C4CB-BBB1-3266-9E73-05837384069D}"/>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46412C87-58A0-CA00-5B46-2A4A44547116}"/>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4FDE8BCF-D426-2E21-9107-A6E58B12BA96}"/>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A2090C6D-2F56-28E5-768A-B64C271496A2}"/>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8EB02C0E-8708-BD98-659B-29978360F7D5}"/>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0175E483-41AC-1402-2D26-B0624117A4AB}"/>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A356F149-508E-20D0-C7BD-FE81693F0468}"/>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69A17DB3-A00A-DCDD-6947-009550261C3F}"/>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EC9BD69C-8063-839A-0840-787FC0DF705A}"/>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C7A3824A-449F-C93B-A6DB-AD1ED46B7E01}"/>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F3174481-2F9F-9106-1A14-2199926528CD}"/>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E176DD7F-F152-D509-6F1A-529C529B0E5A}"/>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4F8FC18A-1E09-1F33-63B9-6335548C3852}"/>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3D7FEE78-3185-96C3-693C-759BE7F2D528}"/>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7D23177D-3B1F-DE7E-1C1B-8FEAE6E198FE}"/>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7FB11F24-63D4-E5B1-C53B-BAAC6441B73B}"/>
              </a:ext>
            </a:extLst>
          </p:cNvPr>
          <p:cNvSpPr txBox="1"/>
          <p:nvPr/>
        </p:nvSpPr>
        <p:spPr>
          <a:xfrm>
            <a:off x="7157158" y="4408541"/>
            <a:ext cx="570089" cy="230832"/>
          </a:xfrm>
          <a:prstGeom prst="rect">
            <a:avLst/>
          </a:prstGeom>
          <a:noFill/>
        </p:spPr>
        <p:txBody>
          <a:bodyPr wrap="square" rtlCol="0">
            <a:spAutoFit/>
          </a:bodyPr>
          <a:lstStyle/>
          <a:p>
            <a:pPr algn="ctr"/>
            <a:r>
              <a:rPr lang="en-US" sz="900" dirty="0"/>
              <a:t>654</a:t>
            </a:r>
          </a:p>
        </p:txBody>
      </p:sp>
      <p:sp>
        <p:nvSpPr>
          <p:cNvPr id="59" name="TextBox 58">
            <a:extLst>
              <a:ext uri="{FF2B5EF4-FFF2-40B4-BE49-F238E27FC236}">
                <a16:creationId xmlns:a16="http://schemas.microsoft.com/office/drawing/2014/main" id="{D17CC0E9-ECFB-5A29-9E45-404E68A95F8A}"/>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a:t>
            </a:r>
          </a:p>
        </p:txBody>
      </p:sp>
      <p:sp>
        <p:nvSpPr>
          <p:cNvPr id="60" name="TextBox 59">
            <a:extLst>
              <a:ext uri="{FF2B5EF4-FFF2-40B4-BE49-F238E27FC236}">
                <a16:creationId xmlns:a16="http://schemas.microsoft.com/office/drawing/2014/main" id="{70B2FF32-E51B-DECD-3ACC-9B4DFC50D35C}"/>
              </a:ext>
            </a:extLst>
          </p:cNvPr>
          <p:cNvSpPr txBox="1"/>
          <p:nvPr/>
        </p:nvSpPr>
        <p:spPr>
          <a:xfrm>
            <a:off x="3640666" y="4408541"/>
            <a:ext cx="570089" cy="230832"/>
          </a:xfrm>
          <a:prstGeom prst="rect">
            <a:avLst/>
          </a:prstGeom>
          <a:no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3354A07E-13E3-AC68-7D14-E9072F345426}"/>
              </a:ext>
            </a:extLst>
          </p:cNvPr>
          <p:cNvSpPr txBox="1"/>
          <p:nvPr/>
        </p:nvSpPr>
        <p:spPr>
          <a:xfrm>
            <a:off x="4143022" y="4408541"/>
            <a:ext cx="570089" cy="230832"/>
          </a:xfrm>
          <a:prstGeom prst="rect">
            <a:avLst/>
          </a:prstGeom>
          <a:no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88DAFB8E-C262-55F2-FDAF-8BBAB8CC7DF8}"/>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D1D65112-A4F3-A574-8727-DC76B11BD7B0}"/>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F10AB8A3-040D-7D73-3C74-4069CE1F8C3C}"/>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0BA370BD-AE8D-2E8D-D536-8842E777931F}"/>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13B937EA-35D3-9090-F559-00ABE267DF0B}"/>
              </a:ext>
            </a:extLst>
          </p:cNvPr>
          <p:cNvSpPr txBox="1"/>
          <p:nvPr/>
        </p:nvSpPr>
        <p:spPr>
          <a:xfrm>
            <a:off x="5650090" y="4408541"/>
            <a:ext cx="570089" cy="230832"/>
          </a:xfrm>
          <a:prstGeom prst="rect">
            <a:avLst/>
          </a:prstGeom>
          <a:noFill/>
        </p:spPr>
        <p:txBody>
          <a:bodyPr wrap="square" rtlCol="0">
            <a:spAutoFit/>
          </a:bodyPr>
          <a:lstStyle/>
          <a:p>
            <a:pPr algn="ctr"/>
            <a:r>
              <a:rPr lang="en-US" sz="900" dirty="0"/>
              <a:t>12</a:t>
            </a:r>
          </a:p>
        </p:txBody>
      </p:sp>
      <p:sp>
        <p:nvSpPr>
          <p:cNvPr id="66" name="TextBox 65">
            <a:extLst>
              <a:ext uri="{FF2B5EF4-FFF2-40B4-BE49-F238E27FC236}">
                <a16:creationId xmlns:a16="http://schemas.microsoft.com/office/drawing/2014/main" id="{C53EC2D6-51BD-A661-5C3C-9B8FBCBF24FD}"/>
              </a:ext>
            </a:extLst>
          </p:cNvPr>
          <p:cNvSpPr txBox="1"/>
          <p:nvPr/>
        </p:nvSpPr>
        <p:spPr>
          <a:xfrm>
            <a:off x="6152446" y="4408541"/>
            <a:ext cx="570089" cy="230832"/>
          </a:xfrm>
          <a:prstGeom prst="rect">
            <a:avLst/>
          </a:prstGeom>
          <a:noFill/>
        </p:spPr>
        <p:txBody>
          <a:bodyPr wrap="square" rtlCol="0">
            <a:spAutoFit/>
          </a:bodyPr>
          <a:lstStyle/>
          <a:p>
            <a:pPr algn="ctr"/>
            <a:r>
              <a:rPr lang="en-US" sz="900" dirty="0"/>
              <a:t>21</a:t>
            </a:r>
          </a:p>
        </p:txBody>
      </p:sp>
      <p:sp>
        <p:nvSpPr>
          <p:cNvPr id="71" name="TextBox 70">
            <a:extLst>
              <a:ext uri="{FF2B5EF4-FFF2-40B4-BE49-F238E27FC236}">
                <a16:creationId xmlns:a16="http://schemas.microsoft.com/office/drawing/2014/main" id="{1F9D5114-2CFB-6DC5-426C-1CDA5B3B8743}"/>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A227E870-EF73-49E3-8010-445F385F4604}"/>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8E0F4EBF-8ECC-6DFF-853E-79BA105566F0}"/>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27ADED06-4151-6D15-FDFF-4B69E3CFAFC6}"/>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77" name="TextBox 76">
            <a:extLst>
              <a:ext uri="{FF2B5EF4-FFF2-40B4-BE49-F238E27FC236}">
                <a16:creationId xmlns:a16="http://schemas.microsoft.com/office/drawing/2014/main" id="{02EBD3ED-0E14-AA08-FEB2-82CF7345BF1C}"/>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78" name="TextBox 77">
            <a:extLst>
              <a:ext uri="{FF2B5EF4-FFF2-40B4-BE49-F238E27FC236}">
                <a16:creationId xmlns:a16="http://schemas.microsoft.com/office/drawing/2014/main" id="{D1FEDAF5-18B0-BCC1-F5F1-59DCFFEC85EC}"/>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79" name="TextBox 78">
            <a:extLst>
              <a:ext uri="{FF2B5EF4-FFF2-40B4-BE49-F238E27FC236}">
                <a16:creationId xmlns:a16="http://schemas.microsoft.com/office/drawing/2014/main" id="{0A93C4F7-CDA8-3D7D-A13D-2446961E9498}"/>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21212651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BC625-3464-8C65-5189-9C972267B4C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3B02F4-BF92-68A7-405B-30CB7E4AF1C8}"/>
              </a:ext>
            </a:extLst>
          </p:cNvPr>
          <p:cNvSpPr>
            <a:spLocks noGrp="1"/>
          </p:cNvSpPr>
          <p:nvPr>
            <p:ph sz="half" idx="1"/>
          </p:nvPr>
        </p:nvSpPr>
        <p:spPr/>
        <p:txBody>
          <a:bodyPr/>
          <a:lstStyle/>
          <a:p>
            <a:r>
              <a:rPr lang="en-US" dirty="0"/>
              <a:t>Complete Column 1.</a:t>
            </a:r>
          </a:p>
        </p:txBody>
      </p:sp>
      <p:pic>
        <p:nvPicPr>
          <p:cNvPr id="4" name="Picture 3" descr="A grid of sudoku puzzle&#10;&#10;Description automatically generated">
            <a:extLst>
              <a:ext uri="{FF2B5EF4-FFF2-40B4-BE49-F238E27FC236}">
                <a16:creationId xmlns:a16="http://schemas.microsoft.com/office/drawing/2014/main" id="{C2EB9C8E-3B52-97EF-18AD-F51801009EE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48DC394-1FBB-F6BF-725C-11CA06F2C72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68C11B3-0CE0-7444-5E1C-D4207A7F85A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C9902A1-C5F5-9955-8440-05E139BEF65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501CA53-7D2B-9CC5-5D11-E6EAE20F67E7}"/>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AAA82392-59D9-F600-4FFD-3BA1535D53CF}"/>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F3903BFD-2278-8F31-2BA1-561050078A2F}"/>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F8BAC85F-D3CB-91CE-128F-DC2BD0E7C27B}"/>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83279A68-5CDF-B500-451E-01D0D9210A11}"/>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64C98E4A-4CF7-CA33-B77D-98751C5C4016}"/>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A2C92140-08EC-73C6-BA70-B93ACF39F814}"/>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98A230DD-9681-9F43-4B45-7E13460022DF}"/>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EDE4DC20-DF28-3AA1-980C-2A09CE263319}"/>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489E5CAA-2C0B-9043-D116-AD4722BF5547}"/>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A976B422-EE5B-F31E-116F-09527E9FA3B3}"/>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54705FC3-0F08-12DB-EF30-8025C7485CD9}"/>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EC3BC30B-2023-BADF-DEBE-1BE7CEF02174}"/>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81ABEED3-2D58-EA3F-8A4F-EFD34287DDB0}"/>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7CADDAB1-EEB3-1BD8-DF29-73A35D69FEC0}"/>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A3050234-219C-8EF6-8AC9-34D7C3F4510B}"/>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8C45A42F-DBDC-5316-4C47-8FA8C5E19C33}"/>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FF077A74-AAE5-7F80-63D7-4040C5928711}"/>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4E413B8D-5F1E-498D-2F6D-6BFABA0084B1}"/>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B8007F81-F072-B5AC-A430-89E90017EF4E}"/>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B935B506-9116-11BF-B51A-D98F2BD34EF5}"/>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D548534D-1370-7201-67AB-E73223BE5760}"/>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2D481BA4-9B30-FEAB-72ED-050C13D067FB}"/>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7F1059B4-1170-7250-2D9F-8A678DEC287C}"/>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9351B595-19CE-234E-CA00-0B9ACDF59788}"/>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39686034-5E38-355C-3E13-3B00AF25E718}"/>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B13DBC72-613E-7EDF-1F35-6271162A9F84}"/>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AF66D738-C6BF-5BE9-D888-3F3A8D61141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F07E5848-255C-725E-66DF-E320EEBCB58B}"/>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05E3E99A-3F57-3369-F917-5F54E7E705E9}"/>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EF9E1682-1C1A-2AC1-81D4-28EF137961BC}"/>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795E5DD5-FF6C-FF10-BD30-314F25DAEECD}"/>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6F03DCCE-0E44-A3F7-E5D9-0C5E82E69185}"/>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F54F9488-6410-8D32-AFF1-8E2239E59C8A}"/>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CA89E121-E3AB-CFCB-5EDD-6B122E83E549}"/>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AEA2A72B-8FEE-76D6-9D5E-81A1D0C76FCC}"/>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F348F913-89E7-D54C-D0E2-020AC288E893}"/>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BA370179-2654-7CE5-87B2-C6463CDF5E71}"/>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066541F3-9941-A6F4-0AD3-B9C9CFCAB978}"/>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638924A8-2A03-3E9D-C940-28786D225645}"/>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26E3537D-9D1C-5188-05E3-7DEC44EE68A4}"/>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2E01413E-6A76-393E-AC8C-1E8756864CF6}"/>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A103FA39-A216-94E9-9C8F-4061B03515B6}"/>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DB689FAC-A782-C43A-61BA-2890E1C5D270}"/>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DDAD9CB6-A6B2-3371-ECB8-488B470F7A58}"/>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7D6DF063-4CBC-C623-BCB7-4019163D5128}"/>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550D57E6-34D6-28C4-C99D-5588F977264A}"/>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C0E5DAA5-AD95-347B-9E47-A43DD221206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5621E8D7-CD5A-C958-1C5A-8CA2CAC6338C}"/>
              </a:ext>
            </a:extLst>
          </p:cNvPr>
          <p:cNvSpPr txBox="1"/>
          <p:nvPr/>
        </p:nvSpPr>
        <p:spPr>
          <a:xfrm>
            <a:off x="7157158" y="4408541"/>
            <a:ext cx="570089" cy="230832"/>
          </a:xfrm>
          <a:prstGeom prst="rect">
            <a:avLst/>
          </a:prstGeom>
          <a:noFill/>
        </p:spPr>
        <p:txBody>
          <a:bodyPr wrap="square" rtlCol="0">
            <a:spAutoFit/>
          </a:bodyPr>
          <a:lstStyle/>
          <a:p>
            <a:pPr algn="ctr"/>
            <a:r>
              <a:rPr lang="en-US" sz="900" dirty="0"/>
              <a:t>654</a:t>
            </a:r>
          </a:p>
        </p:txBody>
      </p:sp>
      <p:sp>
        <p:nvSpPr>
          <p:cNvPr id="59" name="TextBox 58">
            <a:extLst>
              <a:ext uri="{FF2B5EF4-FFF2-40B4-BE49-F238E27FC236}">
                <a16:creationId xmlns:a16="http://schemas.microsoft.com/office/drawing/2014/main" id="{EE5A3687-76F6-7031-EE49-4113463C1CDA}"/>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a:t>
            </a:r>
          </a:p>
        </p:txBody>
      </p:sp>
      <p:sp>
        <p:nvSpPr>
          <p:cNvPr id="60" name="TextBox 59">
            <a:extLst>
              <a:ext uri="{FF2B5EF4-FFF2-40B4-BE49-F238E27FC236}">
                <a16:creationId xmlns:a16="http://schemas.microsoft.com/office/drawing/2014/main" id="{988E9B1E-64ED-F258-6865-4D0D591E5FB0}"/>
              </a:ext>
            </a:extLst>
          </p:cNvPr>
          <p:cNvSpPr txBox="1"/>
          <p:nvPr/>
        </p:nvSpPr>
        <p:spPr>
          <a:xfrm>
            <a:off x="3640666" y="4408541"/>
            <a:ext cx="570089" cy="230832"/>
          </a:xfrm>
          <a:prstGeom prst="rect">
            <a:avLst/>
          </a:prstGeom>
          <a:no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83B4C26F-FB1C-3576-50CC-8DA2E620257F}"/>
              </a:ext>
            </a:extLst>
          </p:cNvPr>
          <p:cNvSpPr txBox="1"/>
          <p:nvPr/>
        </p:nvSpPr>
        <p:spPr>
          <a:xfrm>
            <a:off x="4143022" y="4408541"/>
            <a:ext cx="570089" cy="230832"/>
          </a:xfrm>
          <a:prstGeom prst="rect">
            <a:avLst/>
          </a:prstGeom>
          <a:no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8BAE7FB9-B05E-55F3-772E-80F1BC4F2400}"/>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87791ACD-64E6-0B22-7DC9-8283C0B1FE46}"/>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E8E1AAB2-6445-F81C-F7A1-FB23EF6461BD}"/>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E8BE03F7-572C-4ADA-EF61-126EB3FD77D9}"/>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D69E0164-46D8-16A6-269B-BE4711DADBDE}"/>
              </a:ext>
            </a:extLst>
          </p:cNvPr>
          <p:cNvSpPr txBox="1"/>
          <p:nvPr/>
        </p:nvSpPr>
        <p:spPr>
          <a:xfrm>
            <a:off x="5650090" y="4408541"/>
            <a:ext cx="570089" cy="230832"/>
          </a:xfrm>
          <a:prstGeom prst="rect">
            <a:avLst/>
          </a:prstGeom>
          <a:noFill/>
        </p:spPr>
        <p:txBody>
          <a:bodyPr wrap="square" rtlCol="0">
            <a:spAutoFit/>
          </a:bodyPr>
          <a:lstStyle/>
          <a:p>
            <a:pPr algn="ctr"/>
            <a:r>
              <a:rPr lang="en-US" sz="900" dirty="0"/>
              <a:t>12</a:t>
            </a:r>
          </a:p>
        </p:txBody>
      </p:sp>
      <p:sp>
        <p:nvSpPr>
          <p:cNvPr id="66" name="TextBox 65">
            <a:extLst>
              <a:ext uri="{FF2B5EF4-FFF2-40B4-BE49-F238E27FC236}">
                <a16:creationId xmlns:a16="http://schemas.microsoft.com/office/drawing/2014/main" id="{9B6556F7-EFBF-BC84-5950-10DA9DF6A76A}"/>
              </a:ext>
            </a:extLst>
          </p:cNvPr>
          <p:cNvSpPr txBox="1"/>
          <p:nvPr/>
        </p:nvSpPr>
        <p:spPr>
          <a:xfrm>
            <a:off x="6152446" y="4408541"/>
            <a:ext cx="570089" cy="230832"/>
          </a:xfrm>
          <a:prstGeom prst="rect">
            <a:avLst/>
          </a:prstGeom>
          <a:noFill/>
        </p:spPr>
        <p:txBody>
          <a:bodyPr wrap="square" rtlCol="0">
            <a:spAutoFit/>
          </a:bodyPr>
          <a:lstStyle/>
          <a:p>
            <a:pPr algn="ctr"/>
            <a:r>
              <a:rPr lang="en-US" sz="900" dirty="0"/>
              <a:t>21</a:t>
            </a:r>
          </a:p>
        </p:txBody>
      </p:sp>
      <p:sp>
        <p:nvSpPr>
          <p:cNvPr id="71" name="TextBox 70">
            <a:extLst>
              <a:ext uri="{FF2B5EF4-FFF2-40B4-BE49-F238E27FC236}">
                <a16:creationId xmlns:a16="http://schemas.microsoft.com/office/drawing/2014/main" id="{ADBAA7C9-6D28-2B83-AE5B-EE808BB1AD9A}"/>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9D8F763F-7EBE-29D7-2CC6-54633D9C2504}"/>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95996B44-CAF2-056E-5112-55CB5FFDEFD9}"/>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FF15120F-E4F2-0C5F-1C72-A95E8188181A}"/>
              </a:ext>
            </a:extLst>
          </p:cNvPr>
          <p:cNvSpPr txBox="1"/>
          <p:nvPr/>
        </p:nvSpPr>
        <p:spPr>
          <a:xfrm>
            <a:off x="3138310" y="390759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4A183F6B-4883-C1D3-6AF1-8A4A58CC2BEE}"/>
              </a:ext>
            </a:extLst>
          </p:cNvPr>
          <p:cNvSpPr txBox="1"/>
          <p:nvPr/>
        </p:nvSpPr>
        <p:spPr>
          <a:xfrm>
            <a:off x="3138310" y="4909484"/>
            <a:ext cx="570089" cy="230832"/>
          </a:xfrm>
          <a:prstGeom prst="rect">
            <a:avLst/>
          </a:prstGeom>
          <a:noFill/>
        </p:spPr>
        <p:txBody>
          <a:bodyPr wrap="square" rtlCol="0">
            <a:spAutoFit/>
          </a:bodyPr>
          <a:lstStyle/>
          <a:p>
            <a:pPr algn="ctr"/>
            <a:r>
              <a:rPr lang="en-US" sz="900" dirty="0"/>
              <a:t>97</a:t>
            </a:r>
          </a:p>
        </p:txBody>
      </p:sp>
      <p:sp>
        <p:nvSpPr>
          <p:cNvPr id="78" name="TextBox 77">
            <a:extLst>
              <a:ext uri="{FF2B5EF4-FFF2-40B4-BE49-F238E27FC236}">
                <a16:creationId xmlns:a16="http://schemas.microsoft.com/office/drawing/2014/main" id="{AF328DB1-BBD6-1544-7DF1-09F1D09DBE32}"/>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79" name="TextBox 78">
            <a:extLst>
              <a:ext uri="{FF2B5EF4-FFF2-40B4-BE49-F238E27FC236}">
                <a16:creationId xmlns:a16="http://schemas.microsoft.com/office/drawing/2014/main" id="{73EF5E92-03F0-01B3-0121-DD7A5611A065}"/>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80" name="TextBox 79">
            <a:extLst>
              <a:ext uri="{FF2B5EF4-FFF2-40B4-BE49-F238E27FC236}">
                <a16:creationId xmlns:a16="http://schemas.microsoft.com/office/drawing/2014/main" id="{19AEC6A4-0631-AF67-4F8C-3B6ED9EE192F}"/>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81" name="TextBox 80">
            <a:extLst>
              <a:ext uri="{FF2B5EF4-FFF2-40B4-BE49-F238E27FC236}">
                <a16:creationId xmlns:a16="http://schemas.microsoft.com/office/drawing/2014/main" id="{A8CE2096-101D-FF70-152D-12ED8EB3BF3A}"/>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36665144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E7F2D-9D9A-C8AF-1780-960F4F0071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0F848C-2DE4-8170-8C1F-6DF7B6322C0C}"/>
              </a:ext>
            </a:extLst>
          </p:cNvPr>
          <p:cNvSpPr>
            <a:spLocks noGrp="1"/>
          </p:cNvSpPr>
          <p:nvPr>
            <p:ph sz="half" idx="1"/>
          </p:nvPr>
        </p:nvSpPr>
        <p:spPr/>
        <p:txBody>
          <a:bodyPr>
            <a:normAutofit lnSpcReduction="10000"/>
          </a:bodyPr>
          <a:lstStyle/>
          <a:p>
            <a:r>
              <a:rPr lang="en-US" dirty="0"/>
              <a:t>In Row 7, [23 in 5] -&gt; [21 in 4]. Only 1389 and 1578 meet all the constraints: no 2, exactly one of 79, not both 5 &amp; 9 (from the [11 in 2]), not both 6 &amp; 9 (ditto), and not three of 3456 (number of cells containing 3456 in lower left block). The 8 fits in only one place. Then the 1 fits in only one place. </a:t>
            </a:r>
          </a:p>
        </p:txBody>
      </p:sp>
      <p:pic>
        <p:nvPicPr>
          <p:cNvPr id="4" name="Picture 3" descr="A grid of sudoku puzzle&#10;&#10;Description automatically generated">
            <a:extLst>
              <a:ext uri="{FF2B5EF4-FFF2-40B4-BE49-F238E27FC236}">
                <a16:creationId xmlns:a16="http://schemas.microsoft.com/office/drawing/2014/main" id="{83E2409F-5BA4-339C-4260-2E6103909CE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BB1E902-3136-D812-C9BE-E7DD0EADF5F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0FE7557-A144-BA33-D228-06CA6BE00CD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7A31225-C6BC-49C5-8168-1E820DB9653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5A229CC-B65F-0D9C-8910-E038106BF184}"/>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3EF4C9E8-530B-15BE-4745-17848B6515BA}"/>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A298B565-CCDA-6152-DDBD-066DC9D19961}"/>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2ED1C9A0-E764-CE20-7D11-557016AA6B18}"/>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14605602-9820-C9E0-6CFA-F9AEA0F40170}"/>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12A32E91-C26E-5E40-4767-878D8455A309}"/>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82D9146F-3D90-DAE7-34E5-8462C8A52EAB}"/>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241D0E58-44CB-ECCD-7079-8850ED4BD8B0}"/>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48E2EA6D-8B6C-F31C-B37A-17A72CB87F41}"/>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EEB78BA6-4E0A-6965-5530-236835D8FF72}"/>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257666CC-F990-2417-FFEF-3BFBE2ED794E}"/>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FB1D0E23-A716-4CE1-5FC8-89A3B319AC2A}"/>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0D412620-6EB1-DF0F-9A43-50C62E378CDA}"/>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BCD6ECD9-CCA7-BF3F-9EBC-B5102DB0C4B7}"/>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B7ADA5F1-7184-5554-2B53-10D413EA6EA4}"/>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F3598330-6C7A-19AE-5539-5F78899A5A04}"/>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B4661B90-CB3D-4C8D-F07B-47562A3D55C0}"/>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AEEB33B6-68FB-5253-58C3-0C8194F59FC2}"/>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764B6AB4-3F79-97EA-CFE9-C823836F6AC1}"/>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3995F849-DD0F-8E7E-27D3-4925AD24E442}"/>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969D3BD1-6979-E4D1-8BBC-E36AD33A029E}"/>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231CC360-1D98-4B3A-698F-A4371D7391FC}"/>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F3BADCF8-D0A9-2B43-AF44-B69D343FCF28}"/>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12C164FF-FD67-47E6-0C3D-3F6DCAAB122D}"/>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2D9EB8AC-AA5B-E470-C576-8BE7AA97E9F0}"/>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C9E869EB-7364-DC71-9FD8-4DC13C35EB62}"/>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19E79904-75C5-931C-E838-505F4D36623D}"/>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C2551837-2F16-E270-4B5D-B332B66480FC}"/>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87397E5B-A654-7390-4771-032800C32867}"/>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43" name="TextBox 42">
            <a:extLst>
              <a:ext uri="{FF2B5EF4-FFF2-40B4-BE49-F238E27FC236}">
                <a16:creationId xmlns:a16="http://schemas.microsoft.com/office/drawing/2014/main" id="{EBF1EE99-E5E3-80B7-0F26-7A9DBBF54913}"/>
              </a:ext>
            </a:extLst>
          </p:cNvPr>
          <p:cNvSpPr txBox="1"/>
          <p:nvPr/>
        </p:nvSpPr>
        <p:spPr>
          <a:xfrm>
            <a:off x="4143022" y="3406653"/>
            <a:ext cx="570089" cy="230832"/>
          </a:xfrm>
          <a:prstGeom prst="rect">
            <a:avLst/>
          </a:prstGeom>
          <a:noFill/>
        </p:spPr>
        <p:txBody>
          <a:bodyPr wrap="square" rtlCol="0">
            <a:spAutoFit/>
          </a:bodyPr>
          <a:lstStyle/>
          <a:p>
            <a:pPr algn="ctr"/>
            <a:r>
              <a:rPr lang="en-US" sz="900" dirty="0"/>
              <a:t>41</a:t>
            </a:r>
          </a:p>
        </p:txBody>
      </p:sp>
      <p:sp>
        <p:nvSpPr>
          <p:cNvPr id="44" name="TextBox 43">
            <a:extLst>
              <a:ext uri="{FF2B5EF4-FFF2-40B4-BE49-F238E27FC236}">
                <a16:creationId xmlns:a16="http://schemas.microsoft.com/office/drawing/2014/main" id="{219F511F-FA04-54C4-6AA4-2DB1C2809461}"/>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3DCD3E14-D441-024A-FE40-00463F36F90E}"/>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9199DBF5-5AA9-ADA2-2AA3-B29B7142EB37}"/>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00ED7BD5-6516-C085-6548-FF10B0852110}"/>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B8764F13-4C97-206B-1F99-667C1212285F}"/>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47AB0680-7EC4-958E-D4BD-762E12E4F2C9}"/>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93C2B347-FE3D-9915-1387-096D341613E7}"/>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A25C77A3-DD87-78CA-57A7-9004A1E68380}"/>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1A248517-84A5-AF1B-FCDC-4E2466868D65}"/>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2249E27B-1103-FA24-9040-4A4B96BEA629}"/>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B4EC3ACC-2AB3-BC32-B069-EEC5E465D4D5}"/>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7B050B03-ABB6-9B29-25F9-D781F115E644}"/>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A012DEF6-64BC-2EA3-FCC3-014CA9405BDE}"/>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F8C23AF0-C8EC-4FE3-3789-C46E4D4F642A}"/>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C863BF81-BAE2-5660-10D9-2E0BBB829C49}"/>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91E7310A-0205-7184-7909-C375DA45924B}"/>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77A1F7DA-C355-E97D-A6B4-C4ED6E4F8B10}"/>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07EA4171-4C0C-14B4-2CB4-EE167AFB8C67}"/>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6EF3F5F5-6A48-B256-7F19-8B1852B40A49}"/>
              </a:ext>
            </a:extLst>
          </p:cNvPr>
          <p:cNvSpPr txBox="1"/>
          <p:nvPr/>
        </p:nvSpPr>
        <p:spPr>
          <a:xfrm>
            <a:off x="7157158" y="4408541"/>
            <a:ext cx="570089" cy="230832"/>
          </a:xfrm>
          <a:prstGeom prst="rect">
            <a:avLst/>
          </a:prstGeom>
          <a:noFill/>
        </p:spPr>
        <p:txBody>
          <a:bodyPr wrap="square" rtlCol="0">
            <a:spAutoFit/>
          </a:bodyPr>
          <a:lstStyle/>
          <a:p>
            <a:pPr algn="ctr"/>
            <a:r>
              <a:rPr lang="en-US" sz="900" dirty="0"/>
              <a:t>654</a:t>
            </a:r>
          </a:p>
        </p:txBody>
      </p:sp>
      <p:sp>
        <p:nvSpPr>
          <p:cNvPr id="59" name="TextBox 58">
            <a:extLst>
              <a:ext uri="{FF2B5EF4-FFF2-40B4-BE49-F238E27FC236}">
                <a16:creationId xmlns:a16="http://schemas.microsoft.com/office/drawing/2014/main" id="{6E91C221-2105-DE1E-9415-9A3AE178BB8E}"/>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a:t>
            </a:r>
          </a:p>
        </p:txBody>
      </p:sp>
      <p:sp>
        <p:nvSpPr>
          <p:cNvPr id="60" name="TextBox 59">
            <a:extLst>
              <a:ext uri="{FF2B5EF4-FFF2-40B4-BE49-F238E27FC236}">
                <a16:creationId xmlns:a16="http://schemas.microsoft.com/office/drawing/2014/main" id="{EB1CA09F-4476-F0F4-E4B1-2A95C97D255E}"/>
              </a:ext>
            </a:extLst>
          </p:cNvPr>
          <p:cNvSpPr txBox="1"/>
          <p:nvPr/>
        </p:nvSpPr>
        <p:spPr>
          <a:xfrm>
            <a:off x="3640666" y="4408541"/>
            <a:ext cx="570089" cy="230832"/>
          </a:xfrm>
          <a:prstGeom prst="rect">
            <a:avLst/>
          </a:prstGeom>
          <a:no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725B8863-AEFE-20C4-1521-539F9FCBFB21}"/>
              </a:ext>
            </a:extLst>
          </p:cNvPr>
          <p:cNvSpPr txBox="1"/>
          <p:nvPr/>
        </p:nvSpPr>
        <p:spPr>
          <a:xfrm>
            <a:off x="4143022" y="4408541"/>
            <a:ext cx="570089" cy="230832"/>
          </a:xfrm>
          <a:prstGeom prst="rect">
            <a:avLst/>
          </a:prstGeom>
          <a:no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357A34F4-F591-F402-06C8-CFF770F26E6C}"/>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129A967D-BCD2-468D-FF66-A0E074B9175A}"/>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2E508C31-FC7F-14FD-11C3-1289A079655C}"/>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105C4A93-ACAD-3659-22CE-A9CB5E7D5251}"/>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E22BA29E-6F6F-0B03-6FC9-681F48CC3A4F}"/>
              </a:ext>
            </a:extLst>
          </p:cNvPr>
          <p:cNvSpPr txBox="1"/>
          <p:nvPr/>
        </p:nvSpPr>
        <p:spPr>
          <a:xfrm>
            <a:off x="5650090" y="4408541"/>
            <a:ext cx="570089" cy="230832"/>
          </a:xfrm>
          <a:prstGeom prst="rect">
            <a:avLst/>
          </a:prstGeom>
          <a:noFill/>
        </p:spPr>
        <p:txBody>
          <a:bodyPr wrap="square" rtlCol="0">
            <a:spAutoFit/>
          </a:bodyPr>
          <a:lstStyle/>
          <a:p>
            <a:pPr algn="ctr"/>
            <a:r>
              <a:rPr lang="en-US" sz="900" dirty="0"/>
              <a:t>12</a:t>
            </a:r>
          </a:p>
        </p:txBody>
      </p:sp>
      <p:sp>
        <p:nvSpPr>
          <p:cNvPr id="66" name="TextBox 65">
            <a:extLst>
              <a:ext uri="{FF2B5EF4-FFF2-40B4-BE49-F238E27FC236}">
                <a16:creationId xmlns:a16="http://schemas.microsoft.com/office/drawing/2014/main" id="{CAF796FA-4345-3CAE-C35E-F0856B2C07B5}"/>
              </a:ext>
            </a:extLst>
          </p:cNvPr>
          <p:cNvSpPr txBox="1"/>
          <p:nvPr/>
        </p:nvSpPr>
        <p:spPr>
          <a:xfrm>
            <a:off x="6152446" y="4408541"/>
            <a:ext cx="570089" cy="230832"/>
          </a:xfrm>
          <a:prstGeom prst="rect">
            <a:avLst/>
          </a:prstGeom>
          <a:noFill/>
        </p:spPr>
        <p:txBody>
          <a:bodyPr wrap="square" rtlCol="0">
            <a:spAutoFit/>
          </a:bodyPr>
          <a:lstStyle/>
          <a:p>
            <a:pPr algn="ctr"/>
            <a:r>
              <a:rPr lang="en-US" sz="900" dirty="0"/>
              <a:t>21</a:t>
            </a:r>
          </a:p>
        </p:txBody>
      </p:sp>
      <p:sp>
        <p:nvSpPr>
          <p:cNvPr id="71" name="TextBox 70">
            <a:extLst>
              <a:ext uri="{FF2B5EF4-FFF2-40B4-BE49-F238E27FC236}">
                <a16:creationId xmlns:a16="http://schemas.microsoft.com/office/drawing/2014/main" id="{F0795052-3935-C5DD-3B76-EBEFD3C6CA38}"/>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60314B8A-CB23-3114-DD27-24F9A3536D65}"/>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49FA706B-0F4C-1F82-A076-24E44DE732BF}"/>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616E80E7-40DF-5644-7EF1-E61DA67D4515}"/>
              </a:ext>
            </a:extLst>
          </p:cNvPr>
          <p:cNvSpPr txBox="1"/>
          <p:nvPr/>
        </p:nvSpPr>
        <p:spPr>
          <a:xfrm>
            <a:off x="3138310" y="390759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31D4E2E7-56FB-5DF0-E7C6-EF066FDAC029}"/>
              </a:ext>
            </a:extLst>
          </p:cNvPr>
          <p:cNvSpPr txBox="1"/>
          <p:nvPr/>
        </p:nvSpPr>
        <p:spPr>
          <a:xfrm>
            <a:off x="3138310" y="4909484"/>
            <a:ext cx="570089" cy="230832"/>
          </a:xfrm>
          <a:prstGeom prst="rect">
            <a:avLst/>
          </a:prstGeom>
          <a:noFill/>
        </p:spPr>
        <p:txBody>
          <a:bodyPr wrap="square" rtlCol="0">
            <a:spAutoFit/>
          </a:bodyPr>
          <a:lstStyle/>
          <a:p>
            <a:pPr algn="ctr"/>
            <a:r>
              <a:rPr lang="en-US" sz="900" dirty="0"/>
              <a:t>97</a:t>
            </a:r>
          </a:p>
        </p:txBody>
      </p:sp>
      <p:sp>
        <p:nvSpPr>
          <p:cNvPr id="74" name="TextBox 73">
            <a:extLst>
              <a:ext uri="{FF2B5EF4-FFF2-40B4-BE49-F238E27FC236}">
                <a16:creationId xmlns:a16="http://schemas.microsoft.com/office/drawing/2014/main" id="{93C8330A-F401-B4AD-6680-5903A14BCEA3}"/>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D2F9ABEC-D5EC-315D-620C-812C7EF46738}"/>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97C6F261-B59E-C049-13BC-B4E296905C8E}"/>
              </a:ext>
            </a:extLst>
          </p:cNvPr>
          <p:cNvSpPr txBox="1"/>
          <p:nvPr/>
        </p:nvSpPr>
        <p:spPr>
          <a:xfrm>
            <a:off x="4645378" y="3907597"/>
            <a:ext cx="570089" cy="230832"/>
          </a:xfrm>
          <a:prstGeom prst="rect">
            <a:avLst/>
          </a:prstGeom>
          <a:noFill/>
        </p:spPr>
        <p:txBody>
          <a:bodyPr wrap="square" rtlCol="0">
            <a:spAutoFit/>
          </a:bodyPr>
          <a:lstStyle/>
          <a:p>
            <a:pPr algn="ctr"/>
            <a:r>
              <a:rPr lang="en-US" sz="900" dirty="0"/>
              <a:t>53</a:t>
            </a:r>
          </a:p>
        </p:txBody>
      </p:sp>
      <p:sp>
        <p:nvSpPr>
          <p:cNvPr id="77" name="TextBox 76">
            <a:extLst>
              <a:ext uri="{FF2B5EF4-FFF2-40B4-BE49-F238E27FC236}">
                <a16:creationId xmlns:a16="http://schemas.microsoft.com/office/drawing/2014/main" id="{DF15B01B-4419-9EB4-88EE-33A7EC1454CF}"/>
              </a:ext>
            </a:extLst>
          </p:cNvPr>
          <p:cNvSpPr txBox="1"/>
          <p:nvPr/>
        </p:nvSpPr>
        <p:spPr>
          <a:xfrm>
            <a:off x="7951808" y="2374794"/>
            <a:ext cx="3784922" cy="646331"/>
          </a:xfrm>
          <a:prstGeom prst="rect">
            <a:avLst/>
          </a:prstGeom>
          <a:noFill/>
        </p:spPr>
        <p:txBody>
          <a:bodyPr wrap="square" rtlCol="0">
            <a:spAutoFit/>
          </a:bodyPr>
          <a:lstStyle/>
          <a:p>
            <a:r>
              <a:rPr lang="en-US" dirty="0"/>
              <a:t>([21 in 4, no 2] could be: 1389, 1479, 1569, 1578, 3459, 3468, or 3567.)</a:t>
            </a:r>
          </a:p>
        </p:txBody>
      </p:sp>
      <p:sp>
        <p:nvSpPr>
          <p:cNvPr id="82" name="TextBox 81">
            <a:extLst>
              <a:ext uri="{FF2B5EF4-FFF2-40B4-BE49-F238E27FC236}">
                <a16:creationId xmlns:a16="http://schemas.microsoft.com/office/drawing/2014/main" id="{35D179F6-881C-61AC-E4DB-5CB0B04585D6}"/>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83" name="TextBox 82">
            <a:extLst>
              <a:ext uri="{FF2B5EF4-FFF2-40B4-BE49-F238E27FC236}">
                <a16:creationId xmlns:a16="http://schemas.microsoft.com/office/drawing/2014/main" id="{12AA19C3-692A-03F8-D2AA-14FD991129BE}"/>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84" name="TextBox 83">
            <a:extLst>
              <a:ext uri="{FF2B5EF4-FFF2-40B4-BE49-F238E27FC236}">
                <a16:creationId xmlns:a16="http://schemas.microsoft.com/office/drawing/2014/main" id="{C162AD2B-5212-00AD-27DD-6BEE43357F6F}"/>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85" name="TextBox 84">
            <a:extLst>
              <a:ext uri="{FF2B5EF4-FFF2-40B4-BE49-F238E27FC236}">
                <a16:creationId xmlns:a16="http://schemas.microsoft.com/office/drawing/2014/main" id="{CCCB5D74-84C5-2ED9-0F50-A8668BBC4F0C}"/>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4269026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C62F8-490C-641B-5550-2B61952E732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B37BF3-B4B0-81E9-48F3-B02A16C7E171}"/>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F67139B-104C-4485-0D7C-F386C2B9029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2522717-028B-1143-EB08-B0BE191D76E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9B3BDC7-E2E9-45BB-BB14-520946B7A35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21647D4-F840-8946-AA82-F107027D086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C4C164F-1C16-DCE0-DD71-9CAE6D48451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611DBEC4-96FE-23D3-615B-039F89962F26}"/>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C659B125-C01C-47CF-6BF2-C2326C0B3F3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7928A227-9D6F-7E24-B956-78079F78A1EA}"/>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1B996F2C-8D00-6775-25E8-96EA0F4AA27D}"/>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072CD1C8-C61B-2FF2-77C8-E4F215621FAD}"/>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75BAD6EB-B83D-AE84-858E-29527C46ABAE}"/>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2345</a:t>
            </a:r>
          </a:p>
        </p:txBody>
      </p:sp>
      <p:sp>
        <p:nvSpPr>
          <p:cNvPr id="18" name="TextBox 17">
            <a:extLst>
              <a:ext uri="{FF2B5EF4-FFF2-40B4-BE49-F238E27FC236}">
                <a16:creationId xmlns:a16="http://schemas.microsoft.com/office/drawing/2014/main" id="{548960FB-D65D-1C0A-A64A-AF09FCE45840}"/>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1581B276-907F-6726-4E27-74A9D23F71DC}"/>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0B158DF8-8485-A5F9-922D-8E124FFFBB13}"/>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1026E218-AAC8-9209-807B-EA07DBE39AC1}"/>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74B71521-3DCB-0731-BDE0-F26BBC08EB0A}"/>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6A6BE686-5B79-70CA-E3AF-0778283C0D08}"/>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8EF2E955-DDEF-ABA4-EDC2-4E275119DC50}"/>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6404F262-D3BF-DF88-A6C0-8BC49DAA22AD}"/>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9E52279E-F40D-12C3-924E-35DB2CD4EDE9}"/>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EE0A8F46-927E-AA33-106E-5ADA6F4E1140}"/>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952A859E-6D8F-9FFF-EA79-C6ECFD4E6F11}"/>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77FBBB78-AC99-F6E8-EB97-FBB21CF39687}"/>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53485D6E-C33E-298F-61C2-08C2B5EB1130}"/>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69B84584-9E6A-DD82-B971-7A2C95D3C7B4}"/>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8A7906C6-BA30-1787-7BFE-BCD0BB72AA72}"/>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886F65C4-07A5-CDD8-FD53-AB12936920F8}"/>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290EFAF5-7DCF-CF47-9895-D06A841FC183}"/>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54D698AF-C4E2-71D7-1511-39DB228634CC}"/>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5E6EA0BD-A095-8AFC-CEE4-EB2B3EE008A2}"/>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E8F44A02-8857-CDC3-F112-7AB274C84C1F}"/>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5A000520-7591-291A-A31C-E4DD7DC046C1}"/>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783CE272-85BC-C4BB-E40E-5D00D22306AC}"/>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A77F374C-AD1F-81F2-D412-1E5F0BC7D092}"/>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64C71C41-9762-B7CC-7DD8-9DDB4E339E28}"/>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FD3F6389-9A70-78C4-2197-2F36DDA8131B}"/>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3DAEDE4A-C20F-7425-0278-3CE09AFDDFC1}"/>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F2173573-0D84-F4BB-FA26-CA798C80E668}"/>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406A663C-1459-78B9-63A8-1BEFD766F653}"/>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886A2427-A706-70E3-A364-6F4DFE8C9D11}"/>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12A4E805-A8A4-BBB5-36C2-0B8BC38C5470}"/>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9AD093F6-8421-8C87-8BE0-A1AD83C59163}"/>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5DCD3C4A-BE86-0651-D523-87DB3D5C918B}"/>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FC635939-CD54-A2A3-7D86-03369E288DF2}"/>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F05E9EF4-B9A8-9F16-0DE9-A5FC725AD1CD}"/>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8EAA1B3C-1140-536F-49BC-CB313B9F95C7}"/>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5EF8DDE2-68C4-2789-AF50-20B19B31850E}"/>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B6E5B8D2-43A2-1033-7B97-2C5B26B834D5}"/>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7056CA6B-07C1-E0ED-A02A-020AEEFDB7CC}"/>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509E835F-F4A2-2D89-F43C-3DD57F9A8FD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DABB1B43-881B-A52F-7A36-91B6A269201D}"/>
              </a:ext>
            </a:extLst>
          </p:cNvPr>
          <p:cNvSpPr txBox="1"/>
          <p:nvPr/>
        </p:nvSpPr>
        <p:spPr>
          <a:xfrm>
            <a:off x="7157158" y="4408541"/>
            <a:ext cx="570089" cy="230832"/>
          </a:xfrm>
          <a:prstGeom prst="rect">
            <a:avLst/>
          </a:prstGeom>
          <a:noFill/>
        </p:spPr>
        <p:txBody>
          <a:bodyPr wrap="square" rtlCol="0">
            <a:spAutoFit/>
          </a:bodyPr>
          <a:lstStyle/>
          <a:p>
            <a:pPr algn="ctr"/>
            <a:r>
              <a:rPr lang="en-US" sz="900" dirty="0"/>
              <a:t>654</a:t>
            </a:r>
          </a:p>
        </p:txBody>
      </p:sp>
      <p:sp>
        <p:nvSpPr>
          <p:cNvPr id="59" name="TextBox 58">
            <a:extLst>
              <a:ext uri="{FF2B5EF4-FFF2-40B4-BE49-F238E27FC236}">
                <a16:creationId xmlns:a16="http://schemas.microsoft.com/office/drawing/2014/main" id="{7B3372FF-A449-2FEB-8834-60DEF47B705C}"/>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a:t>
            </a:r>
          </a:p>
        </p:txBody>
      </p:sp>
      <p:sp>
        <p:nvSpPr>
          <p:cNvPr id="60" name="TextBox 59">
            <a:extLst>
              <a:ext uri="{FF2B5EF4-FFF2-40B4-BE49-F238E27FC236}">
                <a16:creationId xmlns:a16="http://schemas.microsoft.com/office/drawing/2014/main" id="{F277B63D-5502-A897-9061-99573F88F5A4}"/>
              </a:ext>
            </a:extLst>
          </p:cNvPr>
          <p:cNvSpPr txBox="1"/>
          <p:nvPr/>
        </p:nvSpPr>
        <p:spPr>
          <a:xfrm>
            <a:off x="3640666" y="4408541"/>
            <a:ext cx="570089" cy="230832"/>
          </a:xfrm>
          <a:prstGeom prst="rect">
            <a:avLst/>
          </a:prstGeom>
          <a:no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C89C9AB0-67E4-132E-13ED-4F2D48ED7A13}"/>
              </a:ext>
            </a:extLst>
          </p:cNvPr>
          <p:cNvSpPr txBox="1"/>
          <p:nvPr/>
        </p:nvSpPr>
        <p:spPr>
          <a:xfrm>
            <a:off x="4143022" y="4408541"/>
            <a:ext cx="570089" cy="230832"/>
          </a:xfrm>
          <a:prstGeom prst="rect">
            <a:avLst/>
          </a:prstGeom>
          <a:no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72EFE454-1AC1-ADAF-2053-83D340BF7146}"/>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41DD8811-9C4E-7973-EC52-B6010A6C19E3}"/>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1046DFD3-C63A-63EB-E422-AF23DB30AC8B}"/>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4D1AA51C-F45C-2B8E-F9AA-D631F8A98827}"/>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A23E699D-6B71-506C-60CC-EE291EBE91B8}"/>
              </a:ext>
            </a:extLst>
          </p:cNvPr>
          <p:cNvSpPr txBox="1"/>
          <p:nvPr/>
        </p:nvSpPr>
        <p:spPr>
          <a:xfrm>
            <a:off x="5650090" y="4408541"/>
            <a:ext cx="570089" cy="230832"/>
          </a:xfrm>
          <a:prstGeom prst="rect">
            <a:avLst/>
          </a:prstGeom>
          <a:noFill/>
        </p:spPr>
        <p:txBody>
          <a:bodyPr wrap="square" rtlCol="0">
            <a:spAutoFit/>
          </a:bodyPr>
          <a:lstStyle/>
          <a:p>
            <a:pPr algn="ctr"/>
            <a:r>
              <a:rPr lang="en-US" sz="900" dirty="0"/>
              <a:t>12</a:t>
            </a:r>
          </a:p>
        </p:txBody>
      </p:sp>
      <p:sp>
        <p:nvSpPr>
          <p:cNvPr id="66" name="TextBox 65">
            <a:extLst>
              <a:ext uri="{FF2B5EF4-FFF2-40B4-BE49-F238E27FC236}">
                <a16:creationId xmlns:a16="http://schemas.microsoft.com/office/drawing/2014/main" id="{DE6D45A6-E1DA-D722-47EB-A0BFB11A3139}"/>
              </a:ext>
            </a:extLst>
          </p:cNvPr>
          <p:cNvSpPr txBox="1"/>
          <p:nvPr/>
        </p:nvSpPr>
        <p:spPr>
          <a:xfrm>
            <a:off x="6152446" y="4408541"/>
            <a:ext cx="570089" cy="230832"/>
          </a:xfrm>
          <a:prstGeom prst="rect">
            <a:avLst/>
          </a:prstGeom>
          <a:noFill/>
        </p:spPr>
        <p:txBody>
          <a:bodyPr wrap="square" rtlCol="0">
            <a:spAutoFit/>
          </a:bodyPr>
          <a:lstStyle/>
          <a:p>
            <a:pPr algn="ctr"/>
            <a:r>
              <a:rPr lang="en-US" sz="900" dirty="0"/>
              <a:t>21</a:t>
            </a:r>
          </a:p>
        </p:txBody>
      </p:sp>
      <p:sp>
        <p:nvSpPr>
          <p:cNvPr id="71" name="TextBox 70">
            <a:extLst>
              <a:ext uri="{FF2B5EF4-FFF2-40B4-BE49-F238E27FC236}">
                <a16:creationId xmlns:a16="http://schemas.microsoft.com/office/drawing/2014/main" id="{8BEF3F54-50B0-436C-A274-C7A429205315}"/>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241B6D78-E7C1-4DA8-FFA2-43D6511F3851}"/>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7B4E78DB-0DD1-AD92-5E18-455C9734A096}"/>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10A0F9F4-5823-5C2B-15BA-05852A8D4213}"/>
              </a:ext>
            </a:extLst>
          </p:cNvPr>
          <p:cNvSpPr txBox="1"/>
          <p:nvPr/>
        </p:nvSpPr>
        <p:spPr>
          <a:xfrm>
            <a:off x="3138310" y="390759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30877148-C80E-DB8C-ACC7-7338F2D0A4CC}"/>
              </a:ext>
            </a:extLst>
          </p:cNvPr>
          <p:cNvSpPr txBox="1"/>
          <p:nvPr/>
        </p:nvSpPr>
        <p:spPr>
          <a:xfrm>
            <a:off x="3138310" y="4909484"/>
            <a:ext cx="570089" cy="230832"/>
          </a:xfrm>
          <a:prstGeom prst="rect">
            <a:avLst/>
          </a:prstGeom>
          <a:noFill/>
        </p:spPr>
        <p:txBody>
          <a:bodyPr wrap="square" rtlCol="0">
            <a:spAutoFit/>
          </a:bodyPr>
          <a:lstStyle/>
          <a:p>
            <a:pPr algn="ctr"/>
            <a:r>
              <a:rPr lang="en-US" sz="900" dirty="0"/>
              <a:t>97</a:t>
            </a:r>
          </a:p>
        </p:txBody>
      </p:sp>
      <p:sp>
        <p:nvSpPr>
          <p:cNvPr id="74" name="TextBox 73">
            <a:extLst>
              <a:ext uri="{FF2B5EF4-FFF2-40B4-BE49-F238E27FC236}">
                <a16:creationId xmlns:a16="http://schemas.microsoft.com/office/drawing/2014/main" id="{92FEBC78-D423-B343-E747-9056EDAAA0F0}"/>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30DFC1DE-F251-A809-169B-28A6EAC4E230}"/>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82821F0E-21F1-4BA8-F7C7-6B745AE3979F}"/>
              </a:ext>
            </a:extLst>
          </p:cNvPr>
          <p:cNvSpPr txBox="1"/>
          <p:nvPr/>
        </p:nvSpPr>
        <p:spPr>
          <a:xfrm>
            <a:off x="4645378" y="3907597"/>
            <a:ext cx="570089" cy="230832"/>
          </a:xfrm>
          <a:prstGeom prst="rect">
            <a:avLst/>
          </a:prstGeom>
          <a:noFill/>
        </p:spPr>
        <p:txBody>
          <a:bodyPr wrap="square" rtlCol="0">
            <a:spAutoFit/>
          </a:bodyPr>
          <a:lstStyle/>
          <a:p>
            <a:pPr algn="ctr"/>
            <a:r>
              <a:rPr lang="en-US" sz="900" dirty="0"/>
              <a:t>53</a:t>
            </a:r>
          </a:p>
        </p:txBody>
      </p:sp>
      <p:sp>
        <p:nvSpPr>
          <p:cNvPr id="77" name="TextBox 76">
            <a:extLst>
              <a:ext uri="{FF2B5EF4-FFF2-40B4-BE49-F238E27FC236}">
                <a16:creationId xmlns:a16="http://schemas.microsoft.com/office/drawing/2014/main" id="{E75DB847-D608-51A7-19A5-D5905C5B06C3}"/>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AF3C8BB7-D58B-D9EA-0CDC-A864C5BECF4A}"/>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81" name="TextBox 80">
            <a:extLst>
              <a:ext uri="{FF2B5EF4-FFF2-40B4-BE49-F238E27FC236}">
                <a16:creationId xmlns:a16="http://schemas.microsoft.com/office/drawing/2014/main" id="{2DEFF7B4-7304-C59C-43DD-EA6E46815172}"/>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82" name="TextBox 81">
            <a:extLst>
              <a:ext uri="{FF2B5EF4-FFF2-40B4-BE49-F238E27FC236}">
                <a16:creationId xmlns:a16="http://schemas.microsoft.com/office/drawing/2014/main" id="{34F3670D-0703-D7F1-6081-FBD4357F0693}"/>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83" name="TextBox 82">
            <a:extLst>
              <a:ext uri="{FF2B5EF4-FFF2-40B4-BE49-F238E27FC236}">
                <a16:creationId xmlns:a16="http://schemas.microsoft.com/office/drawing/2014/main" id="{992D74ED-1413-00BF-F01B-4DB5384CEB7D}"/>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84" name="TextBox 83">
            <a:extLst>
              <a:ext uri="{FF2B5EF4-FFF2-40B4-BE49-F238E27FC236}">
                <a16:creationId xmlns:a16="http://schemas.microsoft.com/office/drawing/2014/main" id="{053ADE31-D06A-1546-F9CF-7D65FB3982F4}"/>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9136704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5F3F4-649F-7E41-49AE-A588A9F2BD4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82723A-DB93-C05A-FBAE-BB8D4D9310C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5F88846-6A83-9DBA-2203-249040993A9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894672F-3C97-95F0-3312-D9A09AF9F08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48D5A79-BA41-9F71-2451-4F660CB0EAD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F832A63-0C2C-101F-14E2-04163B8119F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2674B58-6BC6-D0EB-DDA8-040CEA63E1D3}"/>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CE94AE4F-F144-4871-AEBF-095377FF403A}"/>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616F325B-361B-9F86-8B1C-341A998ED785}"/>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03241951-1CBD-472B-A0AF-4846104510A9}"/>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E2E9AF38-939F-94C8-2C89-B5B77F885806}"/>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9F7DC24E-C04B-B08B-836F-9E534C184AB3}"/>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8699D066-A36D-5689-921E-1267A97DCE97}"/>
              </a:ext>
            </a:extLst>
          </p:cNvPr>
          <p:cNvSpPr txBox="1"/>
          <p:nvPr/>
        </p:nvSpPr>
        <p:spPr>
          <a:xfrm>
            <a:off x="3640666" y="1402877"/>
            <a:ext cx="570089" cy="230832"/>
          </a:xfrm>
          <a:prstGeom prst="rect">
            <a:avLst/>
          </a:prstGeom>
          <a:noFill/>
        </p:spPr>
        <p:txBody>
          <a:bodyPr wrap="square" rtlCol="0">
            <a:spAutoFit/>
          </a:bodyPr>
          <a:lstStyle/>
          <a:p>
            <a:pPr algn="ctr"/>
            <a:r>
              <a:rPr lang="en-US" sz="900" dirty="0"/>
              <a:t>235</a:t>
            </a:r>
          </a:p>
        </p:txBody>
      </p:sp>
      <p:sp>
        <p:nvSpPr>
          <p:cNvPr id="18" name="TextBox 17">
            <a:extLst>
              <a:ext uri="{FF2B5EF4-FFF2-40B4-BE49-F238E27FC236}">
                <a16:creationId xmlns:a16="http://schemas.microsoft.com/office/drawing/2014/main" id="{8FA1BC06-014A-FB71-B1AC-8926834723B9}"/>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ECAC42CB-1A73-C0A4-542C-335B3B0D6831}"/>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EB966C58-2030-77AA-897F-73BBB937D2FE}"/>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B14EE1A2-CE0E-8711-6CE9-C286D2B14B4B}"/>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6E289A81-D7B9-8E21-5A51-885733A96F21}"/>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106D1E3E-060E-2B32-F11E-3DBE9528831F}"/>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C787CC10-8F67-75EB-E8C0-718598DBE0B4}"/>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D1B7A82E-A57A-ABA8-8DD3-97A46D589615}"/>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B07C4913-CE00-34C9-FBB5-75AF512062A6}"/>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A94640D0-E7FD-AD93-C045-3F7A26BB0C66}"/>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659494A2-68F3-0D39-713D-2C43AC85EC6D}"/>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22161CD6-0ECF-3A20-F13B-EF58FF856037}"/>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4ABB6011-E657-E6B2-55C6-F028FE74DB2B}"/>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7208BEDE-C391-27C2-D4ED-C36E89B391C3}"/>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E449CD91-B1AB-66EB-F42F-F3994D91E68E}"/>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FFA69C24-666F-2C83-0E25-84F6411F060F}"/>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19750268-05E7-A5B2-E564-DC6BEB55B1A9}"/>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14255BDA-9DC8-7701-0D2C-85073E1856D3}"/>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4ECFA40C-EE79-ADA6-FCE3-8B291011D5EA}"/>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A9F78D13-7DB9-9CFF-ED57-98D9BCB04259}"/>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A1432580-B664-7188-FD52-1CA5368FEB07}"/>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0CC2FACB-2725-6609-0D24-611BBE278451}"/>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E3DB6098-D5E6-AAF1-21D2-A027E596D47D}"/>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50A688BC-23F0-8FC7-CEC2-008C2C26EDA2}"/>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A91340C8-0BD0-1641-BF98-3EDE04B803BD}"/>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DD68B9D2-67E8-C88B-F7E4-49C91D0903E9}"/>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F10FAD0D-83CA-46E7-4B18-EF63B26384CC}"/>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82811968-6E8F-8D62-1960-C6D6FF8C93F6}"/>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7BDAA659-3D07-C57D-CCCD-8F9C2D4CE241}"/>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06A5E433-D86C-2DF4-598E-2C0D912F1B8F}"/>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E252C652-B6DC-2363-54C4-E432A2F05461}"/>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A561A3BC-961B-5A88-42AD-6BE50FD6DD11}"/>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8EB4F461-8797-FDDB-6D70-91375DE308F9}"/>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BCB91183-A482-BC2D-EB2A-2175B958EADB}"/>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3D467F79-103A-0C1D-7E39-3FB0C2F3DEF4}"/>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3561ED5F-1F74-2B0A-5A9F-167B9FF4D7F9}"/>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1F91DC06-666F-160A-EF46-8AF3940EFFAC}"/>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716C4846-CB1F-ABC4-93CA-4E73AFB939C0}"/>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98CC4B4C-A22E-1949-2F26-A4360AE39B1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50FDD972-6E90-38A8-E35F-E1946934900B}"/>
              </a:ext>
            </a:extLst>
          </p:cNvPr>
          <p:cNvSpPr txBox="1"/>
          <p:nvPr/>
        </p:nvSpPr>
        <p:spPr>
          <a:xfrm>
            <a:off x="7157158" y="4408541"/>
            <a:ext cx="570089" cy="230832"/>
          </a:xfrm>
          <a:prstGeom prst="rect">
            <a:avLst/>
          </a:prstGeom>
          <a:noFill/>
        </p:spPr>
        <p:txBody>
          <a:bodyPr wrap="square" rtlCol="0">
            <a:spAutoFit/>
          </a:bodyPr>
          <a:lstStyle/>
          <a:p>
            <a:pPr algn="ctr"/>
            <a:r>
              <a:rPr lang="en-US" sz="900" dirty="0"/>
              <a:t>654</a:t>
            </a:r>
          </a:p>
        </p:txBody>
      </p:sp>
      <p:sp>
        <p:nvSpPr>
          <p:cNvPr id="59" name="TextBox 58">
            <a:extLst>
              <a:ext uri="{FF2B5EF4-FFF2-40B4-BE49-F238E27FC236}">
                <a16:creationId xmlns:a16="http://schemas.microsoft.com/office/drawing/2014/main" id="{CE447C54-CE54-88A8-5E3C-8A8A36A9F9DE}"/>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a:t>
            </a:r>
          </a:p>
        </p:txBody>
      </p:sp>
      <p:sp>
        <p:nvSpPr>
          <p:cNvPr id="60" name="TextBox 59">
            <a:extLst>
              <a:ext uri="{FF2B5EF4-FFF2-40B4-BE49-F238E27FC236}">
                <a16:creationId xmlns:a16="http://schemas.microsoft.com/office/drawing/2014/main" id="{314EE2C9-AD91-EE66-AB07-688C0BA54B6D}"/>
              </a:ext>
            </a:extLst>
          </p:cNvPr>
          <p:cNvSpPr txBox="1"/>
          <p:nvPr/>
        </p:nvSpPr>
        <p:spPr>
          <a:xfrm>
            <a:off x="3640666" y="4408541"/>
            <a:ext cx="570089" cy="230832"/>
          </a:xfrm>
          <a:prstGeom prst="rect">
            <a:avLst/>
          </a:prstGeom>
          <a:no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A1FEEFE1-62C3-1B8C-33C1-30A89F63C048}"/>
              </a:ext>
            </a:extLst>
          </p:cNvPr>
          <p:cNvSpPr txBox="1"/>
          <p:nvPr/>
        </p:nvSpPr>
        <p:spPr>
          <a:xfrm>
            <a:off x="4143022" y="4408541"/>
            <a:ext cx="570089" cy="230832"/>
          </a:xfrm>
          <a:prstGeom prst="rect">
            <a:avLst/>
          </a:prstGeom>
          <a:no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4946BB26-C5CF-326E-2404-338D0AEF53E0}"/>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74A0707B-85F0-87EF-5F87-5CDE4D0F8F74}"/>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BB92A687-317C-F44D-FB9B-79F02E007566}"/>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35952C48-BE93-863D-0FEA-46C0F862C5F9}"/>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48059B1F-F6E1-5EEE-7A8F-D1DF97F407AD}"/>
              </a:ext>
            </a:extLst>
          </p:cNvPr>
          <p:cNvSpPr txBox="1"/>
          <p:nvPr/>
        </p:nvSpPr>
        <p:spPr>
          <a:xfrm>
            <a:off x="5650090" y="4408541"/>
            <a:ext cx="570089" cy="230832"/>
          </a:xfrm>
          <a:prstGeom prst="rect">
            <a:avLst/>
          </a:prstGeom>
          <a:noFill/>
        </p:spPr>
        <p:txBody>
          <a:bodyPr wrap="square" rtlCol="0">
            <a:spAutoFit/>
          </a:bodyPr>
          <a:lstStyle/>
          <a:p>
            <a:pPr algn="ctr"/>
            <a:r>
              <a:rPr lang="en-US" sz="900" dirty="0"/>
              <a:t>12</a:t>
            </a:r>
          </a:p>
        </p:txBody>
      </p:sp>
      <p:sp>
        <p:nvSpPr>
          <p:cNvPr id="66" name="TextBox 65">
            <a:extLst>
              <a:ext uri="{FF2B5EF4-FFF2-40B4-BE49-F238E27FC236}">
                <a16:creationId xmlns:a16="http://schemas.microsoft.com/office/drawing/2014/main" id="{35A84ADF-6BB5-3083-53CC-10ED824AE367}"/>
              </a:ext>
            </a:extLst>
          </p:cNvPr>
          <p:cNvSpPr txBox="1"/>
          <p:nvPr/>
        </p:nvSpPr>
        <p:spPr>
          <a:xfrm>
            <a:off x="6152446" y="4408541"/>
            <a:ext cx="570089" cy="230832"/>
          </a:xfrm>
          <a:prstGeom prst="rect">
            <a:avLst/>
          </a:prstGeom>
          <a:noFill/>
        </p:spPr>
        <p:txBody>
          <a:bodyPr wrap="square" rtlCol="0">
            <a:spAutoFit/>
          </a:bodyPr>
          <a:lstStyle/>
          <a:p>
            <a:pPr algn="ctr"/>
            <a:r>
              <a:rPr lang="en-US" sz="900" dirty="0"/>
              <a:t>21</a:t>
            </a:r>
          </a:p>
        </p:txBody>
      </p:sp>
      <p:sp>
        <p:nvSpPr>
          <p:cNvPr id="71" name="TextBox 70">
            <a:extLst>
              <a:ext uri="{FF2B5EF4-FFF2-40B4-BE49-F238E27FC236}">
                <a16:creationId xmlns:a16="http://schemas.microsoft.com/office/drawing/2014/main" id="{C7453A8D-5B0A-966F-2E3B-61EF132F36EB}"/>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65A765BA-3E3F-F54B-A56E-D96CEACFB6F1}"/>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111EBF42-4944-BFF3-8E0B-2B8D890FB71F}"/>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0146F348-578C-FA21-461F-B2C22A00BF81}"/>
              </a:ext>
            </a:extLst>
          </p:cNvPr>
          <p:cNvSpPr txBox="1"/>
          <p:nvPr/>
        </p:nvSpPr>
        <p:spPr>
          <a:xfrm>
            <a:off x="3138310" y="390759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4784253E-0C0E-2124-4AF0-5ABC1B607BBC}"/>
              </a:ext>
            </a:extLst>
          </p:cNvPr>
          <p:cNvSpPr txBox="1"/>
          <p:nvPr/>
        </p:nvSpPr>
        <p:spPr>
          <a:xfrm>
            <a:off x="3138310" y="4909484"/>
            <a:ext cx="570089" cy="230832"/>
          </a:xfrm>
          <a:prstGeom prst="rect">
            <a:avLst/>
          </a:prstGeom>
          <a:noFill/>
        </p:spPr>
        <p:txBody>
          <a:bodyPr wrap="square" rtlCol="0">
            <a:spAutoFit/>
          </a:bodyPr>
          <a:lstStyle/>
          <a:p>
            <a:pPr algn="ctr"/>
            <a:r>
              <a:rPr lang="en-US" sz="900" dirty="0"/>
              <a:t>97</a:t>
            </a:r>
          </a:p>
        </p:txBody>
      </p:sp>
      <p:sp>
        <p:nvSpPr>
          <p:cNvPr id="74" name="TextBox 73">
            <a:extLst>
              <a:ext uri="{FF2B5EF4-FFF2-40B4-BE49-F238E27FC236}">
                <a16:creationId xmlns:a16="http://schemas.microsoft.com/office/drawing/2014/main" id="{6CA2C738-8A25-3954-2C4A-A55F9C14F53A}"/>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ED3F10C9-14D4-2812-A515-D14BDEC657DB}"/>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2B084D84-1B6F-EC56-6D61-C6E76163CACC}"/>
              </a:ext>
            </a:extLst>
          </p:cNvPr>
          <p:cNvSpPr txBox="1"/>
          <p:nvPr/>
        </p:nvSpPr>
        <p:spPr>
          <a:xfrm>
            <a:off x="4645378" y="3907597"/>
            <a:ext cx="570089" cy="230832"/>
          </a:xfrm>
          <a:prstGeom prst="rect">
            <a:avLst/>
          </a:prstGeom>
          <a:noFill/>
        </p:spPr>
        <p:txBody>
          <a:bodyPr wrap="square" rtlCol="0">
            <a:spAutoFit/>
          </a:bodyPr>
          <a:lstStyle/>
          <a:p>
            <a:pPr algn="ctr"/>
            <a:r>
              <a:rPr lang="en-US" sz="900" dirty="0"/>
              <a:t>53</a:t>
            </a:r>
          </a:p>
        </p:txBody>
      </p:sp>
      <p:sp>
        <p:nvSpPr>
          <p:cNvPr id="77" name="TextBox 76">
            <a:extLst>
              <a:ext uri="{FF2B5EF4-FFF2-40B4-BE49-F238E27FC236}">
                <a16:creationId xmlns:a16="http://schemas.microsoft.com/office/drawing/2014/main" id="{FB333DE0-DAB9-DB77-2828-2A9855C25A60}"/>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5B84B910-BE58-4D48-3461-CE2BCF17F892}"/>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81" name="TextBox 80">
            <a:extLst>
              <a:ext uri="{FF2B5EF4-FFF2-40B4-BE49-F238E27FC236}">
                <a16:creationId xmlns:a16="http://schemas.microsoft.com/office/drawing/2014/main" id="{C9F3A17A-3D85-F882-29CA-F2B2DB39697D}"/>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82" name="TextBox 81">
            <a:extLst>
              <a:ext uri="{FF2B5EF4-FFF2-40B4-BE49-F238E27FC236}">
                <a16:creationId xmlns:a16="http://schemas.microsoft.com/office/drawing/2014/main" id="{57ED84A6-410F-AA35-0A2A-FD9C3F36400C}"/>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83" name="TextBox 82">
            <a:extLst>
              <a:ext uri="{FF2B5EF4-FFF2-40B4-BE49-F238E27FC236}">
                <a16:creationId xmlns:a16="http://schemas.microsoft.com/office/drawing/2014/main" id="{09899FCE-5B7D-BAD3-2B22-6D944FA675D8}"/>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84" name="TextBox 83">
            <a:extLst>
              <a:ext uri="{FF2B5EF4-FFF2-40B4-BE49-F238E27FC236}">
                <a16:creationId xmlns:a16="http://schemas.microsoft.com/office/drawing/2014/main" id="{21B9CFB6-22C5-46F1-33EB-CE4CF2BD69E2}"/>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2151321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AFB75-B797-A90C-C994-AFD388758FB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F0A8BF-864A-8158-E484-46B8434313AB}"/>
              </a:ext>
            </a:extLst>
          </p:cNvPr>
          <p:cNvSpPr>
            <a:spLocks noGrp="1"/>
          </p:cNvSpPr>
          <p:nvPr>
            <p:ph sz="half" idx="1"/>
          </p:nvPr>
        </p:nvSpPr>
        <p:spPr/>
        <p:txBody>
          <a:bodyPr/>
          <a:lstStyle/>
          <a:p>
            <a:r>
              <a:rPr lang="en-US" dirty="0"/>
              <a:t>In Row 7, both [23 in 5] and [11 in 2] must contain a 5 or a 9. So, 5 and 9 cannot appear elsewhere in Row 7.</a:t>
            </a:r>
          </a:p>
        </p:txBody>
      </p:sp>
      <p:pic>
        <p:nvPicPr>
          <p:cNvPr id="4" name="Picture 3" descr="A grid of sudoku puzzle&#10;&#10;Description automatically generated">
            <a:extLst>
              <a:ext uri="{FF2B5EF4-FFF2-40B4-BE49-F238E27FC236}">
                <a16:creationId xmlns:a16="http://schemas.microsoft.com/office/drawing/2014/main" id="{969469DC-C2BA-D3D6-F056-9C78A7CB100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57BB4C6-CCBB-661D-A48B-238D746B608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9FBBF69-A8CA-EC4A-8A76-2622CEC996D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E6C70E0-F150-095E-F4B3-B3F060EC3D9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D3DE8C3-EE72-54FB-74E3-20D9957B7DBF}"/>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A5527E09-699C-80D7-6844-0643748EFF20}"/>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824BECB3-589D-D962-B41E-C3E481BE90E5}"/>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987E355A-01FB-63B7-C0A6-2C3B33BE3574}"/>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340E714D-DE77-4D35-9156-7FF0B14B17EA}"/>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85585BE7-CF88-DCA0-32E3-44E0DF0E442E}"/>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C6A8BBF9-A8AF-296A-C686-2BDCF62ECB27}"/>
              </a:ext>
            </a:extLst>
          </p:cNvPr>
          <p:cNvSpPr txBox="1"/>
          <p:nvPr/>
        </p:nvSpPr>
        <p:spPr>
          <a:xfrm>
            <a:off x="3640666" y="1402877"/>
            <a:ext cx="570089" cy="230832"/>
          </a:xfrm>
          <a:prstGeom prst="rect">
            <a:avLst/>
          </a:prstGeom>
          <a:noFill/>
        </p:spPr>
        <p:txBody>
          <a:bodyPr wrap="square" rtlCol="0">
            <a:spAutoFit/>
          </a:bodyPr>
          <a:lstStyle/>
          <a:p>
            <a:pPr algn="ctr"/>
            <a:r>
              <a:rPr lang="en-US" sz="900" dirty="0"/>
              <a:t>235</a:t>
            </a:r>
          </a:p>
        </p:txBody>
      </p:sp>
      <p:sp>
        <p:nvSpPr>
          <p:cNvPr id="18" name="TextBox 17">
            <a:extLst>
              <a:ext uri="{FF2B5EF4-FFF2-40B4-BE49-F238E27FC236}">
                <a16:creationId xmlns:a16="http://schemas.microsoft.com/office/drawing/2014/main" id="{0F526AF4-08F1-29B4-3A6C-9CA09AD39E69}"/>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7276A655-3475-C4B9-132E-D4565CD2A0F9}"/>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03987050-8DC2-8AA1-4188-F79ED291EE1C}"/>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25E1EEC3-A3BE-AD6F-211A-1093DD680FB0}"/>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D17A2D8C-3032-A65D-0A17-3AB35EB135C5}"/>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442CAD59-70B4-C08D-3D22-F6D24915F967}"/>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13CB17FB-E533-2D63-7697-6D5D36C0C120}"/>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566E8051-9CA9-064A-3C46-6150CAC544B3}"/>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A3E4C5A7-F70D-444F-02BD-AB435F60F5AF}"/>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24375BCA-EF94-6D30-A9BD-0FF55C3FCDDF}"/>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7EFF1946-EEB7-5547-F177-8375ABEABCDC}"/>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DD3D4227-16ED-9061-D367-2589D346046F}"/>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C51B645D-02B0-8D01-0191-6D07DC471A2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9685273D-70F9-F4F2-DF21-4C70D1889A05}"/>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DAE380EE-61E5-0C43-A16D-ED47FC7ACF66}"/>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050A5B32-1434-4ADE-17EC-C83D5E73A0E5}"/>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CF894333-2AF9-FB47-55B2-469FA3AE9876}"/>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72AEE12D-5AB5-6147-06AE-D53474F1B9F5}"/>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26E7701D-C758-6739-849F-8844A70DCB9E}"/>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99E73681-B511-C02E-3560-EDE44B5F3A19}"/>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58065AB1-CA84-BAD5-5152-2F9B413110B9}"/>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09AA977B-CBE0-CC5B-36C9-2E9013697AA8}"/>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A23E8868-EA2A-B012-A050-7D643E98E00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39B0F52A-7020-D242-6420-652E269ACD51}"/>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CACCF76B-E55F-FDE6-E7D0-6E834102DF07}"/>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7F05FBF5-D8AD-610E-A3DE-F05C02AAF81F}"/>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4887CC4C-4989-86AD-8C8C-E7983BBDA859}"/>
              </a:ext>
            </a:extLst>
          </p:cNvPr>
          <p:cNvSpPr txBox="1"/>
          <p:nvPr/>
        </p:nvSpPr>
        <p:spPr>
          <a:xfrm>
            <a:off x="6654802" y="3406653"/>
            <a:ext cx="570089" cy="230832"/>
          </a:xfrm>
          <a:prstGeom prst="rect">
            <a:avLst/>
          </a:prstGeom>
          <a:no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015B4496-71C4-FC8F-F8A0-FEADD3187649}"/>
              </a:ext>
            </a:extLst>
          </p:cNvPr>
          <p:cNvSpPr txBox="1"/>
          <p:nvPr/>
        </p:nvSpPr>
        <p:spPr>
          <a:xfrm>
            <a:off x="7157158" y="3406653"/>
            <a:ext cx="570089" cy="230832"/>
          </a:xfrm>
          <a:prstGeom prst="rect">
            <a:avLst/>
          </a:prstGeom>
          <a:no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5624721F-93F2-9EFB-D93E-4E7B2C0ACB75}"/>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D39E10D1-F9F5-FE04-E5AA-F6BD0BA8863C}"/>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2A74CA83-DB47-C280-2F63-21C156900082}"/>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2E0F8000-BE4D-1D53-210C-5CE1159D7BDA}"/>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5CCC288A-7EE3-3D51-5931-4568A77C6A1A}"/>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8497E89E-FBFC-5A49-5E2D-2E34D6A2FB6C}"/>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CAFCBD11-3822-A87E-330E-D3CBA352B2D9}"/>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7F5C36E6-616A-AEA6-C4CE-610C341BC974}"/>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97436506-F980-5F02-89D3-A43AFCB6E07E}"/>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26952FD0-8AE8-F8F8-AAFE-0E609ACD3259}"/>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76167935-BDCC-348C-26C8-4CA2ABB0349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B355D968-0F8E-8AFA-78F5-4484872C3A77}"/>
              </a:ext>
            </a:extLst>
          </p:cNvPr>
          <p:cNvSpPr txBox="1"/>
          <p:nvPr/>
        </p:nvSpPr>
        <p:spPr>
          <a:xfrm>
            <a:off x="7157158" y="4408541"/>
            <a:ext cx="570089" cy="230832"/>
          </a:xfrm>
          <a:prstGeom prst="rect">
            <a:avLst/>
          </a:prstGeom>
          <a:noFill/>
        </p:spPr>
        <p:txBody>
          <a:bodyPr wrap="square" rtlCol="0">
            <a:spAutoFit/>
          </a:bodyPr>
          <a:lstStyle/>
          <a:p>
            <a:pPr algn="ctr"/>
            <a:r>
              <a:rPr lang="en-US" sz="900" dirty="0"/>
              <a:t>654</a:t>
            </a:r>
          </a:p>
        </p:txBody>
      </p:sp>
      <p:sp>
        <p:nvSpPr>
          <p:cNvPr id="59" name="TextBox 58">
            <a:extLst>
              <a:ext uri="{FF2B5EF4-FFF2-40B4-BE49-F238E27FC236}">
                <a16:creationId xmlns:a16="http://schemas.microsoft.com/office/drawing/2014/main" id="{87AB25AC-7455-2D2E-4023-D7829C5B93E0}"/>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a:t>
            </a:r>
          </a:p>
        </p:txBody>
      </p:sp>
      <p:sp>
        <p:nvSpPr>
          <p:cNvPr id="60" name="TextBox 59">
            <a:extLst>
              <a:ext uri="{FF2B5EF4-FFF2-40B4-BE49-F238E27FC236}">
                <a16:creationId xmlns:a16="http://schemas.microsoft.com/office/drawing/2014/main" id="{4B54DF06-E722-B0AD-40ED-98CC016783A9}"/>
              </a:ext>
            </a:extLst>
          </p:cNvPr>
          <p:cNvSpPr txBox="1"/>
          <p:nvPr/>
        </p:nvSpPr>
        <p:spPr>
          <a:xfrm>
            <a:off x="3640666" y="4408541"/>
            <a:ext cx="570089" cy="230832"/>
          </a:xfrm>
          <a:prstGeom prst="rect">
            <a:avLst/>
          </a:prstGeom>
          <a:no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D7B6B76B-ADA6-5D5B-830D-F825F44EAB0A}"/>
              </a:ext>
            </a:extLst>
          </p:cNvPr>
          <p:cNvSpPr txBox="1"/>
          <p:nvPr/>
        </p:nvSpPr>
        <p:spPr>
          <a:xfrm>
            <a:off x="4143022" y="4408541"/>
            <a:ext cx="570089" cy="230832"/>
          </a:xfrm>
          <a:prstGeom prst="rect">
            <a:avLst/>
          </a:prstGeom>
          <a:no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7E4199F3-4063-B2D4-7EE7-4120DE348F01}"/>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3738B5A2-BA1F-60B7-CB08-C1A6F90107DD}"/>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E894C4FF-5575-604C-957F-BCCEB1D6ECB5}"/>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044349F0-81E7-ED76-3EA8-AD47149757E0}"/>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B3B6D7F1-FE70-2FDD-E70F-84D8EAE19452}"/>
              </a:ext>
            </a:extLst>
          </p:cNvPr>
          <p:cNvSpPr txBox="1"/>
          <p:nvPr/>
        </p:nvSpPr>
        <p:spPr>
          <a:xfrm>
            <a:off x="5650090" y="4408541"/>
            <a:ext cx="570089" cy="230832"/>
          </a:xfrm>
          <a:prstGeom prst="rect">
            <a:avLst/>
          </a:prstGeom>
          <a:noFill/>
        </p:spPr>
        <p:txBody>
          <a:bodyPr wrap="square" rtlCol="0">
            <a:spAutoFit/>
          </a:bodyPr>
          <a:lstStyle/>
          <a:p>
            <a:pPr algn="ctr"/>
            <a:r>
              <a:rPr lang="en-US" sz="900" dirty="0"/>
              <a:t>12</a:t>
            </a:r>
          </a:p>
        </p:txBody>
      </p:sp>
      <p:sp>
        <p:nvSpPr>
          <p:cNvPr id="66" name="TextBox 65">
            <a:extLst>
              <a:ext uri="{FF2B5EF4-FFF2-40B4-BE49-F238E27FC236}">
                <a16:creationId xmlns:a16="http://schemas.microsoft.com/office/drawing/2014/main" id="{FCC7B515-7FD4-7B69-FE9C-7192967F3C12}"/>
              </a:ext>
            </a:extLst>
          </p:cNvPr>
          <p:cNvSpPr txBox="1"/>
          <p:nvPr/>
        </p:nvSpPr>
        <p:spPr>
          <a:xfrm>
            <a:off x="6152446" y="4408541"/>
            <a:ext cx="570089" cy="230832"/>
          </a:xfrm>
          <a:prstGeom prst="rect">
            <a:avLst/>
          </a:prstGeom>
          <a:noFill/>
        </p:spPr>
        <p:txBody>
          <a:bodyPr wrap="square" rtlCol="0">
            <a:spAutoFit/>
          </a:bodyPr>
          <a:lstStyle/>
          <a:p>
            <a:pPr algn="ctr"/>
            <a:r>
              <a:rPr lang="en-US" sz="900" dirty="0"/>
              <a:t>21</a:t>
            </a:r>
          </a:p>
        </p:txBody>
      </p:sp>
      <p:sp>
        <p:nvSpPr>
          <p:cNvPr id="71" name="TextBox 70">
            <a:extLst>
              <a:ext uri="{FF2B5EF4-FFF2-40B4-BE49-F238E27FC236}">
                <a16:creationId xmlns:a16="http://schemas.microsoft.com/office/drawing/2014/main" id="{04430CCD-ACE2-0F31-CBDB-7DF320322EBA}"/>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B2BBD399-9222-0535-71CA-D0BD2AC557A1}"/>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D7F18FBA-FF43-3428-097D-1A7CCF54CFD3}"/>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248A9B3B-3A0F-DCE6-E312-4EDD6888A131}"/>
              </a:ext>
            </a:extLst>
          </p:cNvPr>
          <p:cNvSpPr txBox="1"/>
          <p:nvPr/>
        </p:nvSpPr>
        <p:spPr>
          <a:xfrm>
            <a:off x="3138310" y="390759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AA00BB5A-C0E5-F18F-8EE4-F719F891DE97}"/>
              </a:ext>
            </a:extLst>
          </p:cNvPr>
          <p:cNvSpPr txBox="1"/>
          <p:nvPr/>
        </p:nvSpPr>
        <p:spPr>
          <a:xfrm>
            <a:off x="3138310" y="4909484"/>
            <a:ext cx="570089" cy="230832"/>
          </a:xfrm>
          <a:prstGeom prst="rect">
            <a:avLst/>
          </a:prstGeom>
          <a:noFill/>
        </p:spPr>
        <p:txBody>
          <a:bodyPr wrap="square" rtlCol="0">
            <a:spAutoFit/>
          </a:bodyPr>
          <a:lstStyle/>
          <a:p>
            <a:pPr algn="ctr"/>
            <a:r>
              <a:rPr lang="en-US" sz="900" dirty="0"/>
              <a:t>97</a:t>
            </a:r>
          </a:p>
        </p:txBody>
      </p:sp>
      <p:sp>
        <p:nvSpPr>
          <p:cNvPr id="74" name="TextBox 73">
            <a:extLst>
              <a:ext uri="{FF2B5EF4-FFF2-40B4-BE49-F238E27FC236}">
                <a16:creationId xmlns:a16="http://schemas.microsoft.com/office/drawing/2014/main" id="{2E26184A-DD46-9334-25C6-95193A448637}"/>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8ED4C125-2D36-6F58-3174-961E77CF1A68}"/>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DC5D776D-3B32-B1DD-CD1D-B240ECB6A83A}"/>
              </a:ext>
            </a:extLst>
          </p:cNvPr>
          <p:cNvSpPr txBox="1"/>
          <p:nvPr/>
        </p:nvSpPr>
        <p:spPr>
          <a:xfrm>
            <a:off x="4645378" y="3907597"/>
            <a:ext cx="570089" cy="230832"/>
          </a:xfrm>
          <a:prstGeom prst="rect">
            <a:avLst/>
          </a:prstGeom>
          <a:noFill/>
        </p:spPr>
        <p:txBody>
          <a:bodyPr wrap="square" rtlCol="0">
            <a:spAutoFit/>
          </a:bodyPr>
          <a:lstStyle/>
          <a:p>
            <a:pPr algn="ctr"/>
            <a:r>
              <a:rPr lang="en-US" sz="900" dirty="0"/>
              <a:t>53</a:t>
            </a:r>
          </a:p>
        </p:txBody>
      </p:sp>
      <p:sp>
        <p:nvSpPr>
          <p:cNvPr id="77" name="TextBox 76">
            <a:extLst>
              <a:ext uri="{FF2B5EF4-FFF2-40B4-BE49-F238E27FC236}">
                <a16:creationId xmlns:a16="http://schemas.microsoft.com/office/drawing/2014/main" id="{209876C3-E91E-3735-D347-2C9C8D4B1933}"/>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CBD9B074-93C8-C1E7-98FB-DA600FB2A91F}"/>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98AAF4E2-DDB3-4BF3-70D9-5FF70F714903}"/>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23467</a:t>
            </a:r>
          </a:p>
        </p:txBody>
      </p:sp>
      <p:sp>
        <p:nvSpPr>
          <p:cNvPr id="80" name="TextBox 79">
            <a:extLst>
              <a:ext uri="{FF2B5EF4-FFF2-40B4-BE49-F238E27FC236}">
                <a16:creationId xmlns:a16="http://schemas.microsoft.com/office/drawing/2014/main" id="{87C92DF7-1778-2C10-6AF9-45BA1AF90150}"/>
              </a:ext>
            </a:extLst>
          </p:cNvPr>
          <p:cNvSpPr txBox="1"/>
          <p:nvPr/>
        </p:nvSpPr>
        <p:spPr>
          <a:xfrm>
            <a:off x="6654802" y="3907597"/>
            <a:ext cx="570089" cy="230832"/>
          </a:xfrm>
          <a:prstGeom prst="rect">
            <a:avLst/>
          </a:prstGeom>
          <a:noFill/>
        </p:spPr>
        <p:txBody>
          <a:bodyPr wrap="square" rtlCol="0">
            <a:spAutoFit/>
          </a:bodyPr>
          <a:lstStyle/>
          <a:p>
            <a:pPr algn="ctr"/>
            <a:r>
              <a:rPr lang="en-US" sz="900" dirty="0"/>
              <a:t>23467</a:t>
            </a:r>
          </a:p>
        </p:txBody>
      </p:sp>
      <p:sp>
        <p:nvSpPr>
          <p:cNvPr id="81" name="TextBox 80">
            <a:extLst>
              <a:ext uri="{FF2B5EF4-FFF2-40B4-BE49-F238E27FC236}">
                <a16:creationId xmlns:a16="http://schemas.microsoft.com/office/drawing/2014/main" id="{75EDB2FB-F237-E978-2DA9-B155C9B55032}"/>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23467</a:t>
            </a:r>
          </a:p>
        </p:txBody>
      </p:sp>
      <p:sp>
        <p:nvSpPr>
          <p:cNvPr id="86" name="TextBox 85">
            <a:extLst>
              <a:ext uri="{FF2B5EF4-FFF2-40B4-BE49-F238E27FC236}">
                <a16:creationId xmlns:a16="http://schemas.microsoft.com/office/drawing/2014/main" id="{7AA1F68A-45AC-E9AB-090D-7B5C8EE9515B}"/>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FE5BCB20-D044-4B5D-820D-5A9F0361BDC5}"/>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EC17D0CD-F83E-557E-C6D9-AD616606D90F}"/>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8A941DEA-5EEE-FF8C-8474-0A41773F5618}"/>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8276550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43E05-27E8-E826-60C9-1450E1EC64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BE414F-15BA-D8B1-3730-B481D66D5B98}"/>
              </a:ext>
            </a:extLst>
          </p:cNvPr>
          <p:cNvSpPr>
            <a:spLocks noGrp="1"/>
          </p:cNvSpPr>
          <p:nvPr>
            <p:ph sz="half" idx="1"/>
          </p:nvPr>
        </p:nvSpPr>
        <p:spPr/>
        <p:txBody>
          <a:bodyPr/>
          <a:lstStyle/>
          <a:p>
            <a:r>
              <a:rPr lang="en-US" dirty="0"/>
              <a:t>In Row 7, 45–((23–2)+11) = 13, in 3. It consists of three of 23467, which sums to 22. So, we need to drop two that sum to 9, which could be 27 or 36. But we must keep the 4, which cannot repeat within the cage or block.</a:t>
            </a:r>
          </a:p>
        </p:txBody>
      </p:sp>
      <p:pic>
        <p:nvPicPr>
          <p:cNvPr id="4" name="Picture 3" descr="A grid of sudoku puzzle&#10;&#10;Description automatically generated">
            <a:extLst>
              <a:ext uri="{FF2B5EF4-FFF2-40B4-BE49-F238E27FC236}">
                <a16:creationId xmlns:a16="http://schemas.microsoft.com/office/drawing/2014/main" id="{DEEC29D7-7433-2649-95AD-479914F1904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79334DF-A065-754E-D78B-66EE5DF0C04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58AEE7E-8FF8-2CF6-FE8D-2355193D9C5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5C07A71-D732-F471-F53E-EC2EDBC1CAE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E64292A-379A-C6FD-3E7E-CA2C292D9733}"/>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B6DC0604-6C9C-7A7A-62C1-DDC6FE418831}"/>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946BF30F-7EBC-1FD7-9A5D-93CC8D1DB619}"/>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D1CCF7B2-C496-7902-CBF1-CE7F270E7D61}"/>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CE58C487-16E8-D33D-5328-0FC61989A1DA}"/>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9567399E-C8BA-F2F3-20AE-29EA7B58B487}"/>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559E7995-4E09-9D3B-7CD8-581169521BC5}"/>
              </a:ext>
            </a:extLst>
          </p:cNvPr>
          <p:cNvSpPr txBox="1"/>
          <p:nvPr/>
        </p:nvSpPr>
        <p:spPr>
          <a:xfrm>
            <a:off x="3640666" y="1402877"/>
            <a:ext cx="570089" cy="230832"/>
          </a:xfrm>
          <a:prstGeom prst="rect">
            <a:avLst/>
          </a:prstGeom>
          <a:noFill/>
        </p:spPr>
        <p:txBody>
          <a:bodyPr wrap="square" rtlCol="0">
            <a:spAutoFit/>
          </a:bodyPr>
          <a:lstStyle/>
          <a:p>
            <a:pPr algn="ctr"/>
            <a:r>
              <a:rPr lang="en-US" sz="900" dirty="0"/>
              <a:t>235</a:t>
            </a:r>
          </a:p>
        </p:txBody>
      </p:sp>
      <p:sp>
        <p:nvSpPr>
          <p:cNvPr id="18" name="TextBox 17">
            <a:extLst>
              <a:ext uri="{FF2B5EF4-FFF2-40B4-BE49-F238E27FC236}">
                <a16:creationId xmlns:a16="http://schemas.microsoft.com/office/drawing/2014/main" id="{1C085CBE-5A70-359E-49A2-9C7988121C44}"/>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656B0E8D-DA56-B2CC-617A-4FB5841E2FB1}"/>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B1106F02-928A-D422-EE80-445A36DF85F1}"/>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D4C136D6-7CDD-61EF-5E39-D4D497F2490C}"/>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D47708C9-968A-E6DE-3C40-9A9DE9B58377}"/>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1B3DE9EF-8D93-2BA9-6E30-2A6F90E9A9E5}"/>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EB4834EE-DA78-EFA9-FE42-D90C5A2C2CD7}"/>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057A8DAD-03FA-6903-89DC-B988D9501534}"/>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96C6C611-5F46-8467-B680-7A18327EF97B}"/>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B75F1F34-AA8C-E41A-3E5F-F7EEEEF55C74}"/>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D142E25F-9259-6F0F-36E3-9377D01B48A9}"/>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69E9E05E-E64A-6995-D001-CF0A32998209}"/>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47576DF5-38AE-EB62-C807-E5709956C195}"/>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37482A5B-FA56-5F1A-62AF-FA4DF9691192}"/>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414ED3F9-9B27-17C5-8125-3AB655BE8CC6}"/>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59278415-3DDD-BAA9-5F09-49FF60D8B603}"/>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76B36C64-E323-91E2-70F4-D342A7E2F24A}"/>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CC375EF4-F69B-D69C-52F0-AC7AFB800902}"/>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F0DA3379-68C2-9FFD-CECA-88A60526077C}"/>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F52C1A20-E492-70FE-10B1-C0CEB2774628}"/>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17E6598A-ECFA-E102-B780-191EE92C12EB}"/>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B34CE3ED-26EF-A4E9-F3C9-6B82F04A883C}"/>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2B61EE8D-7C48-CB8C-EB16-F22DE9D5B0E3}"/>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5BD3CC94-05D2-A486-8CEB-33328C96D0ED}"/>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5C4AF8B3-78CD-51FD-1AD9-50C2DEF5C512}"/>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116376FE-06DA-47E4-5307-B722DD8BC5CA}"/>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4ABBB91D-2DF9-ADBA-7749-AADA453061C8}"/>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CF72A1E2-8846-B5DC-01A6-AFE93A322F9B}"/>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228DC3C3-A0BA-7234-D121-3D5E865BEBE1}"/>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5816CD0A-EB0E-9737-587F-DC5F40F6A04F}"/>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C96F6718-F51E-E41E-C797-CB55C1D3CE19}"/>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4687B8AD-8B41-CB89-34FD-6163FA284898}"/>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C07D6C6A-5D53-354E-D56C-C638ED6F29CA}"/>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D3D0FD7E-7C6D-DEFB-1395-F50CF0BFB36C}"/>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B6B1791E-2A6B-C025-1779-F5134D96F051}"/>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66572B82-CD6D-6A68-A4D9-62F044226453}"/>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569ABFD4-EB00-352E-A66F-C99A670B43FB}"/>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2B460A4B-2CA9-633E-5013-38B2E97FFC1A}"/>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6BF1673C-5099-7EF1-858F-B45ECD596E18}"/>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C1FAACC9-6D7B-FDE3-FAB1-A122B20F626D}"/>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339E43C2-14B9-1212-6881-6F194E996632}"/>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2CEC61EA-30D6-671D-BE23-57AFE8457F07}"/>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8DE9E41A-B8D8-99C8-4CD9-C492D1713923}"/>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389CE8A4-811C-E678-9BBE-3E1C12D161C7}"/>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60591937-AC46-C071-D63B-2F905D91ED29}"/>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3ED555F1-5630-1889-1E57-51504E8A82E4}"/>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2438892E-F5FF-87A0-B596-DE43CB60D261}"/>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218B3697-6CD8-9AB1-34D0-5059E69BF5D9}"/>
              </a:ext>
            </a:extLst>
          </p:cNvPr>
          <p:cNvSpPr txBox="1"/>
          <p:nvPr/>
        </p:nvSpPr>
        <p:spPr>
          <a:xfrm>
            <a:off x="5650090" y="4408541"/>
            <a:ext cx="570089" cy="230832"/>
          </a:xfrm>
          <a:prstGeom prst="rect">
            <a:avLst/>
          </a:prstGeom>
          <a:noFill/>
        </p:spPr>
        <p:txBody>
          <a:bodyPr wrap="square" rtlCol="0">
            <a:spAutoFit/>
          </a:bodyPr>
          <a:lstStyle/>
          <a:p>
            <a:pPr algn="ctr"/>
            <a:r>
              <a:rPr lang="en-US" sz="900" dirty="0"/>
              <a:t>12</a:t>
            </a:r>
          </a:p>
        </p:txBody>
      </p:sp>
      <p:sp>
        <p:nvSpPr>
          <p:cNvPr id="66" name="TextBox 65">
            <a:extLst>
              <a:ext uri="{FF2B5EF4-FFF2-40B4-BE49-F238E27FC236}">
                <a16:creationId xmlns:a16="http://schemas.microsoft.com/office/drawing/2014/main" id="{5EDA2DA0-B68F-B2AB-9A1F-57A5EEE95DF3}"/>
              </a:ext>
            </a:extLst>
          </p:cNvPr>
          <p:cNvSpPr txBox="1"/>
          <p:nvPr/>
        </p:nvSpPr>
        <p:spPr>
          <a:xfrm>
            <a:off x="6152446" y="4408541"/>
            <a:ext cx="570089" cy="230832"/>
          </a:xfrm>
          <a:prstGeom prst="rect">
            <a:avLst/>
          </a:prstGeom>
          <a:noFill/>
        </p:spPr>
        <p:txBody>
          <a:bodyPr wrap="square" rtlCol="0">
            <a:spAutoFit/>
          </a:bodyPr>
          <a:lstStyle/>
          <a:p>
            <a:pPr algn="ctr"/>
            <a:r>
              <a:rPr lang="en-US" sz="900" dirty="0"/>
              <a:t>21</a:t>
            </a:r>
          </a:p>
        </p:txBody>
      </p:sp>
      <p:sp>
        <p:nvSpPr>
          <p:cNvPr id="71" name="TextBox 70">
            <a:extLst>
              <a:ext uri="{FF2B5EF4-FFF2-40B4-BE49-F238E27FC236}">
                <a16:creationId xmlns:a16="http://schemas.microsoft.com/office/drawing/2014/main" id="{5646194A-FF40-12EB-E9BF-407EBA679347}"/>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AE427F38-A00A-E47B-58B6-07EF98AA8C62}"/>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9C1ED4BD-2972-C1FF-9583-FB26A19BAF94}"/>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E32297C5-AF53-89A2-7384-1AD2EA07DBEC}"/>
              </a:ext>
            </a:extLst>
          </p:cNvPr>
          <p:cNvSpPr txBox="1"/>
          <p:nvPr/>
        </p:nvSpPr>
        <p:spPr>
          <a:xfrm>
            <a:off x="3138310" y="390759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FEF50176-A72E-4589-D285-9C89E3219579}"/>
              </a:ext>
            </a:extLst>
          </p:cNvPr>
          <p:cNvSpPr txBox="1"/>
          <p:nvPr/>
        </p:nvSpPr>
        <p:spPr>
          <a:xfrm>
            <a:off x="3138310" y="4909484"/>
            <a:ext cx="570089" cy="230832"/>
          </a:xfrm>
          <a:prstGeom prst="rect">
            <a:avLst/>
          </a:prstGeom>
          <a:noFill/>
        </p:spPr>
        <p:txBody>
          <a:bodyPr wrap="square" rtlCol="0">
            <a:spAutoFit/>
          </a:bodyPr>
          <a:lstStyle/>
          <a:p>
            <a:pPr algn="ctr"/>
            <a:r>
              <a:rPr lang="en-US" sz="900" dirty="0"/>
              <a:t>97</a:t>
            </a:r>
          </a:p>
        </p:txBody>
      </p:sp>
      <p:sp>
        <p:nvSpPr>
          <p:cNvPr id="74" name="TextBox 73">
            <a:extLst>
              <a:ext uri="{FF2B5EF4-FFF2-40B4-BE49-F238E27FC236}">
                <a16:creationId xmlns:a16="http://schemas.microsoft.com/office/drawing/2014/main" id="{415E62D0-E32C-AAEC-E379-E03BA7BDE347}"/>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2F6F3A4B-A7D7-E1C8-3E92-A08BC4B4CA15}"/>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02828336-D4E9-53CF-3A60-977674FE7904}"/>
              </a:ext>
            </a:extLst>
          </p:cNvPr>
          <p:cNvSpPr txBox="1"/>
          <p:nvPr/>
        </p:nvSpPr>
        <p:spPr>
          <a:xfrm>
            <a:off x="4645378" y="3907597"/>
            <a:ext cx="570089" cy="230832"/>
          </a:xfrm>
          <a:prstGeom prst="rect">
            <a:avLst/>
          </a:prstGeom>
          <a:noFill/>
        </p:spPr>
        <p:txBody>
          <a:bodyPr wrap="square" rtlCol="0">
            <a:spAutoFit/>
          </a:bodyPr>
          <a:lstStyle/>
          <a:p>
            <a:pPr algn="ctr"/>
            <a:r>
              <a:rPr lang="en-US" sz="900" dirty="0"/>
              <a:t>53</a:t>
            </a:r>
          </a:p>
        </p:txBody>
      </p:sp>
      <p:sp>
        <p:nvSpPr>
          <p:cNvPr id="77" name="TextBox 76">
            <a:extLst>
              <a:ext uri="{FF2B5EF4-FFF2-40B4-BE49-F238E27FC236}">
                <a16:creationId xmlns:a16="http://schemas.microsoft.com/office/drawing/2014/main" id="{DFFFB007-F573-2982-3944-5A31760A96AE}"/>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3CE9B432-C5E7-59E3-D828-996D6EA01B12}"/>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0344C162-833E-DF8A-B0A6-87759BC676DF}"/>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23467</a:t>
            </a:r>
          </a:p>
        </p:txBody>
      </p:sp>
      <p:sp>
        <p:nvSpPr>
          <p:cNvPr id="80" name="TextBox 79">
            <a:extLst>
              <a:ext uri="{FF2B5EF4-FFF2-40B4-BE49-F238E27FC236}">
                <a16:creationId xmlns:a16="http://schemas.microsoft.com/office/drawing/2014/main" id="{E0F7E991-7CF9-33B6-F0CC-ACF6586D447A}"/>
              </a:ext>
            </a:extLst>
          </p:cNvPr>
          <p:cNvSpPr txBox="1"/>
          <p:nvPr/>
        </p:nvSpPr>
        <p:spPr>
          <a:xfrm>
            <a:off x="6654802" y="3907597"/>
            <a:ext cx="570089" cy="230832"/>
          </a:xfrm>
          <a:prstGeom prst="rect">
            <a:avLst/>
          </a:prstGeom>
          <a:noFill/>
        </p:spPr>
        <p:txBody>
          <a:bodyPr wrap="square" rtlCol="0">
            <a:spAutoFit/>
          </a:bodyPr>
          <a:lstStyle/>
          <a:p>
            <a:pPr algn="ctr"/>
            <a:r>
              <a:rPr lang="en-US" sz="900" dirty="0"/>
              <a:t>23467</a:t>
            </a:r>
          </a:p>
        </p:txBody>
      </p:sp>
      <p:sp>
        <p:nvSpPr>
          <p:cNvPr id="81" name="TextBox 80">
            <a:extLst>
              <a:ext uri="{FF2B5EF4-FFF2-40B4-BE49-F238E27FC236}">
                <a16:creationId xmlns:a16="http://schemas.microsoft.com/office/drawing/2014/main" id="{8998FEE6-EE64-8FAF-EE5A-F59266713E54}"/>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23467</a:t>
            </a:r>
          </a:p>
        </p:txBody>
      </p:sp>
      <p:sp>
        <p:nvSpPr>
          <p:cNvPr id="86" name="TextBox 85">
            <a:extLst>
              <a:ext uri="{FF2B5EF4-FFF2-40B4-BE49-F238E27FC236}">
                <a16:creationId xmlns:a16="http://schemas.microsoft.com/office/drawing/2014/main" id="{5BFE46E3-8321-C509-E658-BCB52848DE8B}"/>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F8C24CD4-7972-1597-987E-902A727482F5}"/>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97FD4B2A-4D7A-FF1A-1DBC-6093996F360A}"/>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B4C0B34A-1699-D62D-68E0-6B8D820C590A}"/>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1374311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E7B4B-2B2F-C080-15DE-0F3DCFD2816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3A7D0B-0602-4AB6-C3CD-4761A8FA25BC}"/>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05B2589-78EE-2B87-8866-E439E61F827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037BA75-A767-C777-230A-ED4C757C09E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D6B88BB-CB88-6796-6D24-B4F0F2A7D39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905C109-5CEF-5300-B4BC-AD318EEE2F9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C644F41-84DF-6729-D26D-1CBC75DA89CF}"/>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CFB4DBB8-6A21-D81A-21B1-7747853FFA5B}"/>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7252F40-239E-F75F-5F1B-E68FF4D8E759}"/>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513B0A58-51A9-AC09-C3A2-C09DF085D0F2}"/>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494195E4-D8F9-638F-1553-63EC9F910DBA}"/>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A7279AAD-9E22-5663-FB99-4FAA92C963F4}"/>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85475D8C-7EC3-C8EB-B0D3-F7ED8BB62BF1}"/>
              </a:ext>
            </a:extLst>
          </p:cNvPr>
          <p:cNvSpPr txBox="1"/>
          <p:nvPr/>
        </p:nvSpPr>
        <p:spPr>
          <a:xfrm>
            <a:off x="3640666" y="1402877"/>
            <a:ext cx="570089" cy="230832"/>
          </a:xfrm>
          <a:prstGeom prst="rect">
            <a:avLst/>
          </a:prstGeom>
          <a:noFill/>
        </p:spPr>
        <p:txBody>
          <a:bodyPr wrap="square" rtlCol="0">
            <a:spAutoFit/>
          </a:bodyPr>
          <a:lstStyle/>
          <a:p>
            <a:pPr algn="ctr"/>
            <a:r>
              <a:rPr lang="en-US" sz="900" dirty="0"/>
              <a:t>235</a:t>
            </a:r>
          </a:p>
        </p:txBody>
      </p:sp>
      <p:sp>
        <p:nvSpPr>
          <p:cNvPr id="18" name="TextBox 17">
            <a:extLst>
              <a:ext uri="{FF2B5EF4-FFF2-40B4-BE49-F238E27FC236}">
                <a16:creationId xmlns:a16="http://schemas.microsoft.com/office/drawing/2014/main" id="{97F979D9-05A3-E301-C498-6C14221EA9A0}"/>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D1708C58-18DD-67B4-A6C2-5C80EA2CC94D}"/>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E655B534-FB5B-76CA-EF6F-33F5A37339B9}"/>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807FD38A-6C9A-5559-D864-D88EC38753AC}"/>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0D16F37E-6CBD-8595-DC6A-D35620BBA080}"/>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06FA7BD0-E80E-5473-3938-3A0C77826D64}"/>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A2562A60-A9CD-831B-0067-8B98F04F583C}"/>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93B22C41-C62C-8E42-5E1B-4CA9DC9F35F0}"/>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CF1ADE8C-B863-C14F-1935-0A5E72E176B9}"/>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DC3F0813-598A-10B6-9002-A9251D69ED4A}"/>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FB46AE33-D3D6-4398-C793-187FC3ED0FF8}"/>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64FE2A44-FAA0-58EE-F642-6B02772C3DBC}"/>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2DDAF22D-8E28-CDCA-C775-FD6EA01717F1}"/>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309B769E-45F3-FB3B-3BF5-BCA59E646FB1}"/>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B7B61175-7780-007F-F05B-1815FB054D53}"/>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A4C46D98-260A-FC26-3602-484A754FD4D9}"/>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4DAD1E99-787D-24B0-C426-714C7E505FB1}"/>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2D5667C6-D42F-930C-0F4A-03E215864EFB}"/>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676C5643-E982-1425-31E7-E3F3F1A77FBF}"/>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CA7DF7A7-C620-3FC5-6E4C-FA2B12F742D2}"/>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85782F18-F056-2340-A25B-AB4EEF8D6A24}"/>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6D4B0389-17F8-601C-AF89-2094F2A3B013}"/>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97A9A8A2-752D-4255-52F4-D80443AE6942}"/>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E2C11759-503E-2429-A15B-AFECD866F371}"/>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3028E8D0-6583-D749-11A8-E5D68BC89730}"/>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FDA96FAC-B334-D4FD-3AE2-696232E98459}"/>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7EE6F460-DCC4-1B18-45A3-BC2C66048257}"/>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8E229C2C-F45D-859F-DE31-92745FBB0AEE}"/>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6FB7A85E-6D8F-CD1F-BDF6-0B013A13D6F9}"/>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B17CEC94-3BA8-85BE-18E4-6B9BFCAA272A}"/>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E8D76642-A8CA-45F3-04DB-BF596F9BD86F}"/>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FA88B270-ECDF-9EA2-2C02-E17084262669}"/>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BC7D3BFC-D6F1-65FA-5E10-3DD2BA6DC3FD}"/>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466A576C-2DBC-A780-CFB8-883596D1A2AE}"/>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F249DCA9-9C20-BF4D-DBAD-E3022C2258ED}"/>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322A8BD0-98A8-23C0-7727-59A297D9EFE2}"/>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096849B9-9256-69C6-3446-08775CE74A2C}"/>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A26D2021-9B38-CEC7-FDA4-196FDE2F80EE}"/>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BCCCCB59-0FA4-16C1-EB90-8201A8628301}"/>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210E7FF6-639A-9884-0934-8AB00FC15B47}"/>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20A6A72F-CFBB-4B50-6EF4-9A2E12B2137B}"/>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E5D697D8-0904-1782-69A9-435CA18D06DC}"/>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0FA42486-B724-F291-FCF6-DD3F53F6AE61}"/>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09DE22C0-FD50-6850-5007-9143B87ED51F}"/>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FD606628-2CA2-EBA9-1F9E-28457A00E976}"/>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2CA9EA5C-BD13-1ECC-D664-59936340EE69}"/>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5E20C8DE-0649-0DFC-6D29-15FF1748A644}"/>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22976F8B-DE17-42C0-2893-5497B098733E}"/>
              </a:ext>
            </a:extLst>
          </p:cNvPr>
          <p:cNvSpPr txBox="1"/>
          <p:nvPr/>
        </p:nvSpPr>
        <p:spPr>
          <a:xfrm>
            <a:off x="5650090" y="4408541"/>
            <a:ext cx="570089" cy="230832"/>
          </a:xfrm>
          <a:prstGeom prst="rect">
            <a:avLst/>
          </a:prstGeom>
          <a:noFill/>
        </p:spPr>
        <p:txBody>
          <a:bodyPr wrap="square" rtlCol="0">
            <a:spAutoFit/>
          </a:bodyPr>
          <a:lstStyle/>
          <a:p>
            <a:pPr algn="ctr"/>
            <a:r>
              <a:rPr lang="en-US" sz="900" dirty="0"/>
              <a:t>12</a:t>
            </a:r>
          </a:p>
        </p:txBody>
      </p:sp>
      <p:sp>
        <p:nvSpPr>
          <p:cNvPr id="66" name="TextBox 65">
            <a:extLst>
              <a:ext uri="{FF2B5EF4-FFF2-40B4-BE49-F238E27FC236}">
                <a16:creationId xmlns:a16="http://schemas.microsoft.com/office/drawing/2014/main" id="{32E97E70-19B4-82FF-E659-E629E4471545}"/>
              </a:ext>
            </a:extLst>
          </p:cNvPr>
          <p:cNvSpPr txBox="1"/>
          <p:nvPr/>
        </p:nvSpPr>
        <p:spPr>
          <a:xfrm>
            <a:off x="6152446" y="4408541"/>
            <a:ext cx="570089" cy="230832"/>
          </a:xfrm>
          <a:prstGeom prst="rect">
            <a:avLst/>
          </a:prstGeom>
          <a:noFill/>
        </p:spPr>
        <p:txBody>
          <a:bodyPr wrap="square" rtlCol="0">
            <a:spAutoFit/>
          </a:bodyPr>
          <a:lstStyle/>
          <a:p>
            <a:pPr algn="ctr"/>
            <a:r>
              <a:rPr lang="en-US" sz="900" dirty="0"/>
              <a:t>21</a:t>
            </a:r>
          </a:p>
        </p:txBody>
      </p:sp>
      <p:sp>
        <p:nvSpPr>
          <p:cNvPr id="71" name="TextBox 70">
            <a:extLst>
              <a:ext uri="{FF2B5EF4-FFF2-40B4-BE49-F238E27FC236}">
                <a16:creationId xmlns:a16="http://schemas.microsoft.com/office/drawing/2014/main" id="{89A81015-F724-1D90-77FA-0EFE0BBF0769}"/>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FDA991E1-2083-FEF5-8178-474FA59EFC17}"/>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F6566FA8-C305-E6A0-A55C-462CB2D51911}"/>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9D8548AD-71A1-4099-88CF-CF42FFD5E3AD}"/>
              </a:ext>
            </a:extLst>
          </p:cNvPr>
          <p:cNvSpPr txBox="1"/>
          <p:nvPr/>
        </p:nvSpPr>
        <p:spPr>
          <a:xfrm>
            <a:off x="3138310" y="390759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244ED371-0353-CA12-4E62-9805E411B6AB}"/>
              </a:ext>
            </a:extLst>
          </p:cNvPr>
          <p:cNvSpPr txBox="1"/>
          <p:nvPr/>
        </p:nvSpPr>
        <p:spPr>
          <a:xfrm>
            <a:off x="3138310" y="4909484"/>
            <a:ext cx="570089" cy="230832"/>
          </a:xfrm>
          <a:prstGeom prst="rect">
            <a:avLst/>
          </a:prstGeom>
          <a:noFill/>
        </p:spPr>
        <p:txBody>
          <a:bodyPr wrap="square" rtlCol="0">
            <a:spAutoFit/>
          </a:bodyPr>
          <a:lstStyle/>
          <a:p>
            <a:pPr algn="ctr"/>
            <a:r>
              <a:rPr lang="en-US" sz="900" dirty="0"/>
              <a:t>97</a:t>
            </a:r>
          </a:p>
        </p:txBody>
      </p:sp>
      <p:sp>
        <p:nvSpPr>
          <p:cNvPr id="74" name="TextBox 73">
            <a:extLst>
              <a:ext uri="{FF2B5EF4-FFF2-40B4-BE49-F238E27FC236}">
                <a16:creationId xmlns:a16="http://schemas.microsoft.com/office/drawing/2014/main" id="{C442C891-4580-6459-DD54-90BD0F9724D4}"/>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CDA8858B-5D23-A8A7-5977-075EF9C9913E}"/>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B54CDBC1-4EC0-4419-9769-CA3FFE1D72CC}"/>
              </a:ext>
            </a:extLst>
          </p:cNvPr>
          <p:cNvSpPr txBox="1"/>
          <p:nvPr/>
        </p:nvSpPr>
        <p:spPr>
          <a:xfrm>
            <a:off x="4645378" y="3907597"/>
            <a:ext cx="570089" cy="230832"/>
          </a:xfrm>
          <a:prstGeom prst="rect">
            <a:avLst/>
          </a:prstGeom>
          <a:noFill/>
        </p:spPr>
        <p:txBody>
          <a:bodyPr wrap="square" rtlCol="0">
            <a:spAutoFit/>
          </a:bodyPr>
          <a:lstStyle/>
          <a:p>
            <a:pPr algn="ctr"/>
            <a:r>
              <a:rPr lang="en-US" sz="900" dirty="0"/>
              <a:t>53</a:t>
            </a:r>
          </a:p>
        </p:txBody>
      </p:sp>
      <p:sp>
        <p:nvSpPr>
          <p:cNvPr id="77" name="TextBox 76">
            <a:extLst>
              <a:ext uri="{FF2B5EF4-FFF2-40B4-BE49-F238E27FC236}">
                <a16:creationId xmlns:a16="http://schemas.microsoft.com/office/drawing/2014/main" id="{2B092C92-F442-1A9F-4B63-9D9616C4D828}"/>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D287A752-C6BD-E250-17B7-99C3B0AF6F1D}"/>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5AB7A692-00B2-55A6-3157-249F73D4C355}"/>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2347</a:t>
            </a:r>
          </a:p>
        </p:txBody>
      </p:sp>
      <p:sp>
        <p:nvSpPr>
          <p:cNvPr id="80" name="TextBox 79">
            <a:extLst>
              <a:ext uri="{FF2B5EF4-FFF2-40B4-BE49-F238E27FC236}">
                <a16:creationId xmlns:a16="http://schemas.microsoft.com/office/drawing/2014/main" id="{BC5BB49F-7E3E-11C0-6F43-F4B7A221F29B}"/>
              </a:ext>
            </a:extLst>
          </p:cNvPr>
          <p:cNvSpPr txBox="1"/>
          <p:nvPr/>
        </p:nvSpPr>
        <p:spPr>
          <a:xfrm>
            <a:off x="6654802" y="3907597"/>
            <a:ext cx="570089" cy="230832"/>
          </a:xfrm>
          <a:prstGeom prst="rect">
            <a:avLst/>
          </a:prstGeom>
          <a:noFill/>
        </p:spPr>
        <p:txBody>
          <a:bodyPr wrap="square" rtlCol="0">
            <a:spAutoFit/>
          </a:bodyPr>
          <a:lstStyle/>
          <a:p>
            <a:pPr algn="ctr"/>
            <a:r>
              <a:rPr lang="en-US" sz="900" dirty="0"/>
              <a:t>236</a:t>
            </a:r>
          </a:p>
        </p:txBody>
      </p:sp>
      <p:sp>
        <p:nvSpPr>
          <p:cNvPr id="81" name="TextBox 80">
            <a:extLst>
              <a:ext uri="{FF2B5EF4-FFF2-40B4-BE49-F238E27FC236}">
                <a16:creationId xmlns:a16="http://schemas.microsoft.com/office/drawing/2014/main" id="{60A2020B-7E99-4FB6-280A-104E9D562302}"/>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23467</a:t>
            </a:r>
          </a:p>
        </p:txBody>
      </p:sp>
      <p:sp>
        <p:nvSpPr>
          <p:cNvPr id="86" name="TextBox 85">
            <a:extLst>
              <a:ext uri="{FF2B5EF4-FFF2-40B4-BE49-F238E27FC236}">
                <a16:creationId xmlns:a16="http://schemas.microsoft.com/office/drawing/2014/main" id="{3C57E653-6E23-AE1D-0057-440ACC510341}"/>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A75C6C1F-D91F-731B-928B-1DDBA8BBCC22}"/>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8C11B474-184B-9297-2517-05422BF6C5F6}"/>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8714BE88-3B2E-79E3-37BA-03D5AAF72FBB}"/>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1169510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3FB5B-511B-1D2F-E88F-BDE7CAE49DB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1E96A5-A070-4B80-DE54-1511E23AFFB8}"/>
              </a:ext>
            </a:extLst>
          </p:cNvPr>
          <p:cNvSpPr>
            <a:spLocks noGrp="1"/>
          </p:cNvSpPr>
          <p:nvPr>
            <p:ph sz="half" idx="1"/>
          </p:nvPr>
        </p:nvSpPr>
        <p:spPr/>
        <p:txBody>
          <a:bodyPr/>
          <a:lstStyle/>
          <a:p>
            <a:r>
              <a:rPr lang="en-US" dirty="0"/>
              <a:t>In the upper left block, 5 is in Column 1.</a:t>
            </a:r>
          </a:p>
        </p:txBody>
      </p:sp>
      <p:pic>
        <p:nvPicPr>
          <p:cNvPr id="4" name="Picture 3" descr="A grid of sudoku puzzle&#10;&#10;Description automatically generated">
            <a:extLst>
              <a:ext uri="{FF2B5EF4-FFF2-40B4-BE49-F238E27FC236}">
                <a16:creationId xmlns:a16="http://schemas.microsoft.com/office/drawing/2014/main" id="{265564B1-AA97-C7B7-D466-84D5FD1C063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DAD0496-E3A8-8164-5E98-7B3C62ADDD1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0391BF8-4738-6029-BA87-1C0DC6839C9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28DF8F9-1DB3-FE8E-6FE9-536F4C845A0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A1F0DBA-E638-B89D-74ED-BDF9C54B49D2}"/>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2E1AAEBE-0C79-55E8-1D9A-6D3D58671941}"/>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B5F8DEAF-CF92-6AE8-6E65-22C54F7FEF3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22A33BB9-F567-3E54-FF28-A627C1FF5D10}"/>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EFC1C4A8-438F-4908-5B06-1DD16FE84D44}"/>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65D779E0-12B9-53B6-942B-CF3FD04F6BD8}"/>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A54B8031-3308-E4E6-1D1C-C28B0670CD96}"/>
              </a:ext>
            </a:extLst>
          </p:cNvPr>
          <p:cNvSpPr txBox="1"/>
          <p:nvPr/>
        </p:nvSpPr>
        <p:spPr>
          <a:xfrm>
            <a:off x="3640666" y="1402877"/>
            <a:ext cx="570089" cy="230832"/>
          </a:xfrm>
          <a:prstGeom prst="rect">
            <a:avLst/>
          </a:prstGeom>
          <a:no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B0F64DE2-FDC9-5DF0-FAD6-BB8033ADAC49}"/>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468E7001-1D86-3180-67D1-6E2819AAD714}"/>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DD1FF3D2-E3A1-BC94-EE38-C0C255C9FEA2}"/>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C63A840B-0454-17BF-DC13-86A5DD1B19B1}"/>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C292C5CA-2FF6-1E96-0F65-71F329612F20}"/>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1F6BAB09-3DE0-FFB6-7E50-E1D6AA5F9F44}"/>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5356F9C8-B7F0-6330-7E73-237CB0EE46C5}"/>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EBAD6837-97F6-9E35-B69A-EE73B6E1BDD1}"/>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B4268D88-FC5D-77F8-047D-1F57AA85464B}"/>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ED5B4FB0-C58B-2CF5-5ABA-DC140297E442}"/>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3C6ECC1A-2C93-6E02-947A-13E288DAAB2A}"/>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DED5EECD-F503-BAC0-80B6-032968DFC7E9}"/>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1665DA52-898F-CD68-E0D5-3CB64A3645D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9D02AB3A-935D-E82F-161A-BCE0319686E2}"/>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E7F48DE3-2D4B-4ADF-C71E-B08579677DE2}"/>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4DB3F2BD-2F30-6E51-A811-7C658261E138}"/>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F961045F-BA9E-D45C-9CCF-E1703C903060}"/>
              </a:ext>
            </a:extLst>
          </p:cNvPr>
          <p:cNvSpPr txBox="1"/>
          <p:nvPr/>
        </p:nvSpPr>
        <p:spPr>
          <a:xfrm>
            <a:off x="7157158" y="901933"/>
            <a:ext cx="570089" cy="230832"/>
          </a:xfrm>
          <a:prstGeom prst="rect">
            <a:avLst/>
          </a:prstGeom>
          <a:noFill/>
        </p:spPr>
        <p:txBody>
          <a:bodyPr wrap="square" rtlCol="0">
            <a:spAutoFit/>
          </a:bodyPr>
          <a:lstStyle/>
          <a:p>
            <a:pPr algn="ctr"/>
            <a:r>
              <a:rPr lang="en-US" sz="900" dirty="0"/>
              <a:t>1358</a:t>
            </a:r>
          </a:p>
        </p:txBody>
      </p:sp>
      <p:sp>
        <p:nvSpPr>
          <p:cNvPr id="37" name="TextBox 36">
            <a:extLst>
              <a:ext uri="{FF2B5EF4-FFF2-40B4-BE49-F238E27FC236}">
                <a16:creationId xmlns:a16="http://schemas.microsoft.com/office/drawing/2014/main" id="{45D4D2A4-5877-B8E5-BA02-97B23438B98E}"/>
              </a:ext>
            </a:extLst>
          </p:cNvPr>
          <p:cNvSpPr txBox="1"/>
          <p:nvPr/>
        </p:nvSpPr>
        <p:spPr>
          <a:xfrm>
            <a:off x="6654802" y="1903821"/>
            <a:ext cx="570089" cy="230832"/>
          </a:xfrm>
          <a:prstGeom prst="rect">
            <a:avLst/>
          </a:prstGeom>
          <a:noFill/>
        </p:spPr>
        <p:txBody>
          <a:bodyPr wrap="square" rtlCol="0">
            <a:spAutoFit/>
          </a:bodyPr>
          <a:lstStyle/>
          <a:p>
            <a:pPr algn="ctr"/>
            <a:r>
              <a:rPr lang="en-US" sz="900" dirty="0"/>
              <a:t>235</a:t>
            </a:r>
          </a:p>
        </p:txBody>
      </p:sp>
      <p:sp>
        <p:nvSpPr>
          <p:cNvPr id="38" name="TextBox 37">
            <a:extLst>
              <a:ext uri="{FF2B5EF4-FFF2-40B4-BE49-F238E27FC236}">
                <a16:creationId xmlns:a16="http://schemas.microsoft.com/office/drawing/2014/main" id="{02A4CD0D-6739-561A-2128-188D1A786CD3}"/>
              </a:ext>
            </a:extLst>
          </p:cNvPr>
          <p:cNvSpPr txBox="1"/>
          <p:nvPr/>
        </p:nvSpPr>
        <p:spPr>
          <a:xfrm>
            <a:off x="7157158" y="1903821"/>
            <a:ext cx="570089" cy="230832"/>
          </a:xfrm>
          <a:prstGeom prst="rect">
            <a:avLst/>
          </a:prstGeom>
          <a:noFill/>
        </p:spPr>
        <p:txBody>
          <a:bodyPr wrap="square" rtlCol="0">
            <a:spAutoFit/>
          </a:bodyPr>
          <a:lstStyle/>
          <a:p>
            <a:pPr algn="ctr"/>
            <a:r>
              <a:rPr lang="en-US" sz="900" dirty="0"/>
              <a:t>542</a:t>
            </a:r>
          </a:p>
        </p:txBody>
      </p:sp>
      <p:sp>
        <p:nvSpPr>
          <p:cNvPr id="39" name="TextBox 38">
            <a:extLst>
              <a:ext uri="{FF2B5EF4-FFF2-40B4-BE49-F238E27FC236}">
                <a16:creationId xmlns:a16="http://schemas.microsoft.com/office/drawing/2014/main" id="{4DF70896-3CEA-66B4-11D9-513476FB328F}"/>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04809CDC-156D-FD0D-E880-10B816D82963}"/>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4DA281A4-8645-C68B-883A-BAF9A7556D49}"/>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62BECE18-D299-A78C-ABDC-F4E2CB97C2DF}"/>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D48A6562-02F1-73AF-DDF4-1E4CBCB5957B}"/>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C72E8136-3347-F6D2-5E7E-E68813FEAE40}"/>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F0DC527B-131F-DA5D-E89F-EE40BCAC637F}"/>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4D044801-1C74-5C80-6C57-A915A2D001A4}"/>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24D57532-D9E3-6EEC-B6A4-1605217E8657}"/>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4F7D8C90-4857-DB75-88A2-A3DE4A7495ED}"/>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F2AC9BCE-AF58-412D-839A-5B369B4AF523}"/>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C053E14F-542C-3A05-4AD0-39AF22D78D10}"/>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8838994E-87F3-04FA-54E7-F3FFD794B74C}"/>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6007D8AB-6F24-51B5-CC55-4EFFC7855511}"/>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7C66B2B4-DE49-C776-0E56-17354AC8C1F0}"/>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7DD049B7-3560-15B5-D5A7-04E90E8181E3}"/>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7EE3BFDE-0C23-6A51-76D9-C9D2DF4AC376}"/>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91B5789F-7244-1603-A4C4-865B7AFCDE51}"/>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6179B05D-B2EF-4DD1-604C-4A3525DF8677}"/>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D14CB306-2087-B328-F6B4-9FEF732620B4}"/>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3EBC7E75-4CD1-1DAB-9499-9E63DB78F317}"/>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8A737D63-18FF-FFCC-D09B-42C4DD27C456}"/>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7FA41481-80E8-204F-7040-AE6C00B9C9D1}"/>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DA0BDE36-EE62-4F2F-7F0B-AAB17790C7D3}"/>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D0EC5195-8320-FFB0-F998-A6E36C568A88}"/>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5EAC32DD-573A-7A55-4DEA-65D603924503}"/>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E99C135B-DDC3-C205-C557-96F37F734003}"/>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FB343A77-D107-9628-50B9-6F9332FA5F0E}"/>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8D8B9AA6-3BBF-1C8E-C00E-B9799031D19A}"/>
              </a:ext>
            </a:extLst>
          </p:cNvPr>
          <p:cNvSpPr txBox="1"/>
          <p:nvPr/>
        </p:nvSpPr>
        <p:spPr>
          <a:xfrm>
            <a:off x="5650090" y="4408541"/>
            <a:ext cx="570089" cy="230832"/>
          </a:xfrm>
          <a:prstGeom prst="rect">
            <a:avLst/>
          </a:prstGeom>
          <a:noFill/>
        </p:spPr>
        <p:txBody>
          <a:bodyPr wrap="square" rtlCol="0">
            <a:spAutoFit/>
          </a:bodyPr>
          <a:lstStyle/>
          <a:p>
            <a:pPr algn="ctr"/>
            <a:r>
              <a:rPr lang="en-US" sz="900" dirty="0"/>
              <a:t>12</a:t>
            </a:r>
          </a:p>
        </p:txBody>
      </p:sp>
      <p:sp>
        <p:nvSpPr>
          <p:cNvPr id="66" name="TextBox 65">
            <a:extLst>
              <a:ext uri="{FF2B5EF4-FFF2-40B4-BE49-F238E27FC236}">
                <a16:creationId xmlns:a16="http://schemas.microsoft.com/office/drawing/2014/main" id="{6A94BFE6-2DDE-D0DB-ADF4-AD4C42E70A2D}"/>
              </a:ext>
            </a:extLst>
          </p:cNvPr>
          <p:cNvSpPr txBox="1"/>
          <p:nvPr/>
        </p:nvSpPr>
        <p:spPr>
          <a:xfrm>
            <a:off x="6152446" y="4408541"/>
            <a:ext cx="570089" cy="230832"/>
          </a:xfrm>
          <a:prstGeom prst="rect">
            <a:avLst/>
          </a:prstGeom>
          <a:noFill/>
        </p:spPr>
        <p:txBody>
          <a:bodyPr wrap="square" rtlCol="0">
            <a:spAutoFit/>
          </a:bodyPr>
          <a:lstStyle/>
          <a:p>
            <a:pPr algn="ctr"/>
            <a:r>
              <a:rPr lang="en-US" sz="900" dirty="0"/>
              <a:t>21</a:t>
            </a:r>
          </a:p>
        </p:txBody>
      </p:sp>
      <p:sp>
        <p:nvSpPr>
          <p:cNvPr id="71" name="TextBox 70">
            <a:extLst>
              <a:ext uri="{FF2B5EF4-FFF2-40B4-BE49-F238E27FC236}">
                <a16:creationId xmlns:a16="http://schemas.microsoft.com/office/drawing/2014/main" id="{A9383906-02D0-0BE6-E17D-8E23ED1EACE1}"/>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A1BEDEBA-9BB6-3E68-2AC1-97DFE6753F5A}"/>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2CE4CF91-0422-E227-6939-CEBA422862A9}"/>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65E46932-F7E5-1F80-F892-4C611F44CC70}"/>
              </a:ext>
            </a:extLst>
          </p:cNvPr>
          <p:cNvSpPr txBox="1"/>
          <p:nvPr/>
        </p:nvSpPr>
        <p:spPr>
          <a:xfrm>
            <a:off x="3138310" y="390759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005FF2D4-04B6-631E-DD26-1C3F139CC94A}"/>
              </a:ext>
            </a:extLst>
          </p:cNvPr>
          <p:cNvSpPr txBox="1"/>
          <p:nvPr/>
        </p:nvSpPr>
        <p:spPr>
          <a:xfrm>
            <a:off x="3138310" y="4909484"/>
            <a:ext cx="570089" cy="230832"/>
          </a:xfrm>
          <a:prstGeom prst="rect">
            <a:avLst/>
          </a:prstGeom>
          <a:noFill/>
        </p:spPr>
        <p:txBody>
          <a:bodyPr wrap="square" rtlCol="0">
            <a:spAutoFit/>
          </a:bodyPr>
          <a:lstStyle/>
          <a:p>
            <a:pPr algn="ctr"/>
            <a:r>
              <a:rPr lang="en-US" sz="900" dirty="0"/>
              <a:t>97</a:t>
            </a:r>
          </a:p>
        </p:txBody>
      </p:sp>
      <p:sp>
        <p:nvSpPr>
          <p:cNvPr id="74" name="TextBox 73">
            <a:extLst>
              <a:ext uri="{FF2B5EF4-FFF2-40B4-BE49-F238E27FC236}">
                <a16:creationId xmlns:a16="http://schemas.microsoft.com/office/drawing/2014/main" id="{3200A641-138E-8B39-8E9F-026C7CC099E2}"/>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F65DB778-4224-125D-14AD-94C809FA63BD}"/>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8D75613C-BDC6-1820-A215-B9DD447405F0}"/>
              </a:ext>
            </a:extLst>
          </p:cNvPr>
          <p:cNvSpPr txBox="1"/>
          <p:nvPr/>
        </p:nvSpPr>
        <p:spPr>
          <a:xfrm>
            <a:off x="4645378" y="3907597"/>
            <a:ext cx="570089" cy="230832"/>
          </a:xfrm>
          <a:prstGeom prst="rect">
            <a:avLst/>
          </a:prstGeom>
          <a:noFill/>
        </p:spPr>
        <p:txBody>
          <a:bodyPr wrap="square" rtlCol="0">
            <a:spAutoFit/>
          </a:bodyPr>
          <a:lstStyle/>
          <a:p>
            <a:pPr algn="ctr"/>
            <a:r>
              <a:rPr lang="en-US" sz="900" dirty="0"/>
              <a:t>53</a:t>
            </a:r>
          </a:p>
        </p:txBody>
      </p:sp>
      <p:sp>
        <p:nvSpPr>
          <p:cNvPr id="77" name="TextBox 76">
            <a:extLst>
              <a:ext uri="{FF2B5EF4-FFF2-40B4-BE49-F238E27FC236}">
                <a16:creationId xmlns:a16="http://schemas.microsoft.com/office/drawing/2014/main" id="{5C55BCD6-B89B-0F41-EE0B-0A3F425E2A7D}"/>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3955F5A4-0705-5824-82D2-D11D8EA7DF55}"/>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FD759786-9051-ECC2-2AD5-6A63311509EC}"/>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2347</a:t>
            </a:r>
          </a:p>
        </p:txBody>
      </p:sp>
      <p:sp>
        <p:nvSpPr>
          <p:cNvPr id="80" name="TextBox 79">
            <a:extLst>
              <a:ext uri="{FF2B5EF4-FFF2-40B4-BE49-F238E27FC236}">
                <a16:creationId xmlns:a16="http://schemas.microsoft.com/office/drawing/2014/main" id="{58CEAD65-8985-2614-4845-020DF3EEA8FA}"/>
              </a:ext>
            </a:extLst>
          </p:cNvPr>
          <p:cNvSpPr txBox="1"/>
          <p:nvPr/>
        </p:nvSpPr>
        <p:spPr>
          <a:xfrm>
            <a:off x="6654802" y="3907597"/>
            <a:ext cx="570089" cy="230832"/>
          </a:xfrm>
          <a:prstGeom prst="rect">
            <a:avLst/>
          </a:prstGeom>
          <a:noFill/>
        </p:spPr>
        <p:txBody>
          <a:bodyPr wrap="square" rtlCol="0">
            <a:spAutoFit/>
          </a:bodyPr>
          <a:lstStyle/>
          <a:p>
            <a:pPr algn="ctr"/>
            <a:r>
              <a:rPr lang="en-US" sz="900" dirty="0"/>
              <a:t>236</a:t>
            </a:r>
          </a:p>
        </p:txBody>
      </p:sp>
      <p:sp>
        <p:nvSpPr>
          <p:cNvPr id="81" name="TextBox 80">
            <a:extLst>
              <a:ext uri="{FF2B5EF4-FFF2-40B4-BE49-F238E27FC236}">
                <a16:creationId xmlns:a16="http://schemas.microsoft.com/office/drawing/2014/main" id="{DA250646-052C-02C7-4091-F33AA4518B76}"/>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23467</a:t>
            </a:r>
          </a:p>
        </p:txBody>
      </p:sp>
      <p:sp>
        <p:nvSpPr>
          <p:cNvPr id="86" name="TextBox 85">
            <a:extLst>
              <a:ext uri="{FF2B5EF4-FFF2-40B4-BE49-F238E27FC236}">
                <a16:creationId xmlns:a16="http://schemas.microsoft.com/office/drawing/2014/main" id="{397FA507-5314-34E5-DB0E-23F264C82107}"/>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73C23301-98F2-B186-5A97-8DD0CB3A0DD3}"/>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79AA8899-9B6C-FB45-9244-9DF07AC239FD}"/>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37B0DD83-3DB6-EB92-5F29-60971A8942E8}"/>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11363014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2833B-386A-AE0F-35BF-9B7D8C65C86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D7A5D2-52EA-2310-E8ED-F885733263DC}"/>
              </a:ext>
            </a:extLst>
          </p:cNvPr>
          <p:cNvSpPr>
            <a:spLocks noGrp="1"/>
          </p:cNvSpPr>
          <p:nvPr>
            <p:ph sz="half" idx="1"/>
          </p:nvPr>
        </p:nvSpPr>
        <p:spPr/>
        <p:txBody>
          <a:bodyPr/>
          <a:lstStyle/>
          <a:p>
            <a:r>
              <a:rPr lang="en-US" dirty="0"/>
              <a:t>In Column 9, note the 65/56 pair.</a:t>
            </a:r>
          </a:p>
        </p:txBody>
      </p:sp>
      <p:pic>
        <p:nvPicPr>
          <p:cNvPr id="4" name="Picture 3" descr="A grid of sudoku puzzle&#10;&#10;Description automatically generated">
            <a:extLst>
              <a:ext uri="{FF2B5EF4-FFF2-40B4-BE49-F238E27FC236}">
                <a16:creationId xmlns:a16="http://schemas.microsoft.com/office/drawing/2014/main" id="{6207EB2B-6CFB-0C92-5168-6D72EAF9E59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734F408-7FDA-24F7-68AC-939503417AF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435436F-F711-3BC9-728F-46D97A32755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DAD9C60-8EE7-9EB8-8F33-F0E9E9D627A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E34F3C7-5664-3669-9C32-27AFE784A88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623B8F6A-870F-0AD0-D2ED-F50C716A832B}"/>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BFA358FC-1661-C7E0-1EE3-86585DB0013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39EDA5C6-8AEE-E6E3-D5C1-B9ED4BAFEEE6}"/>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64AB19FB-959B-C06D-E87D-8C555C4CC120}"/>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C8F12DFC-4361-9D9C-2F04-F56E763EB86E}"/>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83236BA8-03B5-6CDE-DC95-4B8BA7CDBBBE}"/>
              </a:ext>
            </a:extLst>
          </p:cNvPr>
          <p:cNvSpPr txBox="1"/>
          <p:nvPr/>
        </p:nvSpPr>
        <p:spPr>
          <a:xfrm>
            <a:off x="3640666" y="1402877"/>
            <a:ext cx="570089" cy="230832"/>
          </a:xfrm>
          <a:prstGeom prst="rect">
            <a:avLst/>
          </a:prstGeom>
          <a:no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896C37DC-312A-FF03-9A2F-212C9B5B57F8}"/>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12307BF1-DCFE-8CBD-A22A-AF4D231A48DB}"/>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F7B77A46-75F2-D320-EA75-82826DE2EBAC}"/>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0F59C181-3EA2-928E-8C6F-02493D816598}"/>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4FE9A61A-718D-5A8B-DCA7-E0BE83C3A70D}"/>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9AAE01AF-9C2C-9414-36E2-7FE3449F55A6}"/>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70D2AEBB-A15B-1B63-21E4-5EDE3D0E835A}"/>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89AE334F-5FD7-6E5B-9E24-56E98AC352D3}"/>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E02457BA-D3E6-1481-2AE6-D64335D2FAB3}"/>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0BBF3B75-9CE4-A51C-773C-E1C839B65D12}"/>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65356813-83FA-23F8-FC81-DF6E16F4F37B}"/>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A090E9BB-F6FE-31FB-B8B2-C2F09BBD9757}"/>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9E681112-DCE2-581F-762E-B7FF764DB65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80FA8D95-E813-CAC2-0678-DE1B3C0995F3}"/>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3F3F6126-4FD5-04DB-7693-9D0EA0464BB1}"/>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DB01E80E-B4ED-0A02-5685-83AF41E0A921}"/>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FDA65F8F-D5EB-2211-4326-C1AADFCB40B8}"/>
              </a:ext>
            </a:extLst>
          </p:cNvPr>
          <p:cNvSpPr txBox="1"/>
          <p:nvPr/>
        </p:nvSpPr>
        <p:spPr>
          <a:xfrm>
            <a:off x="7157158" y="901933"/>
            <a:ext cx="570089" cy="230832"/>
          </a:xfrm>
          <a:prstGeom prst="rect">
            <a:avLst/>
          </a:prstGeom>
          <a:noFill/>
        </p:spPr>
        <p:txBody>
          <a:bodyPr wrap="square" rtlCol="0">
            <a:spAutoFit/>
          </a:bodyPr>
          <a:lstStyle/>
          <a:p>
            <a:pPr algn="ctr"/>
            <a:r>
              <a:rPr lang="en-US" sz="900" dirty="0"/>
              <a:t>138</a:t>
            </a:r>
          </a:p>
        </p:txBody>
      </p:sp>
      <p:sp>
        <p:nvSpPr>
          <p:cNvPr id="37" name="TextBox 36">
            <a:extLst>
              <a:ext uri="{FF2B5EF4-FFF2-40B4-BE49-F238E27FC236}">
                <a16:creationId xmlns:a16="http://schemas.microsoft.com/office/drawing/2014/main" id="{9160651B-6F33-0558-FE3E-576001935C06}"/>
              </a:ext>
            </a:extLst>
          </p:cNvPr>
          <p:cNvSpPr txBox="1"/>
          <p:nvPr/>
        </p:nvSpPr>
        <p:spPr>
          <a:xfrm>
            <a:off x="6654802" y="1903821"/>
            <a:ext cx="570089" cy="230832"/>
          </a:xfrm>
          <a:prstGeom prst="rect">
            <a:avLst/>
          </a:prstGeom>
          <a:solidFill>
            <a:srgbClr val="62FF00">
              <a:alpha val="30000"/>
            </a:srgbClr>
          </a:solidFill>
        </p:spPr>
        <p:txBody>
          <a:bodyPr wrap="square" rtlCol="0">
            <a:spAutoFit/>
          </a:bodyPr>
          <a:lstStyle/>
          <a:p>
            <a:pPr algn="ctr"/>
            <a:r>
              <a:rPr lang="en-US" sz="900" dirty="0"/>
              <a:t>53</a:t>
            </a:r>
          </a:p>
        </p:txBody>
      </p:sp>
      <p:sp>
        <p:nvSpPr>
          <p:cNvPr id="38" name="TextBox 37">
            <a:extLst>
              <a:ext uri="{FF2B5EF4-FFF2-40B4-BE49-F238E27FC236}">
                <a16:creationId xmlns:a16="http://schemas.microsoft.com/office/drawing/2014/main" id="{33A698D4-258F-EEA6-2248-44271C1FFE2C}"/>
              </a:ext>
            </a:extLst>
          </p:cNvPr>
          <p:cNvSpPr txBox="1"/>
          <p:nvPr/>
        </p:nvSpPr>
        <p:spPr>
          <a:xfrm>
            <a:off x="7157158" y="1903821"/>
            <a:ext cx="570089" cy="230832"/>
          </a:xfrm>
          <a:prstGeom prst="rect">
            <a:avLst/>
          </a:prstGeom>
          <a:solidFill>
            <a:srgbClr val="62FF00">
              <a:alpha val="30000"/>
            </a:srgbClr>
          </a:solidFill>
        </p:spPr>
        <p:txBody>
          <a:bodyPr wrap="square" rtlCol="0">
            <a:spAutoFit/>
          </a:bodyPr>
          <a:lstStyle/>
          <a:p>
            <a:pPr algn="ctr"/>
            <a:r>
              <a:rPr lang="en-US" sz="900" dirty="0"/>
              <a:t>24</a:t>
            </a:r>
          </a:p>
        </p:txBody>
      </p:sp>
      <p:sp>
        <p:nvSpPr>
          <p:cNvPr id="39" name="TextBox 38">
            <a:extLst>
              <a:ext uri="{FF2B5EF4-FFF2-40B4-BE49-F238E27FC236}">
                <a16:creationId xmlns:a16="http://schemas.microsoft.com/office/drawing/2014/main" id="{FD0F6858-65ED-3A7F-3B5F-8C07C803864A}"/>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6F0AF092-0A34-12DD-E728-3E091D82C38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7D5658BA-E9B0-6DD8-5E1D-629E772B7CAC}"/>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8EAE1667-1991-7FB8-D4C1-447F4110F7FC}"/>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9E4A2FB7-B44B-2D28-55F6-4F161CDB4D0F}"/>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30331443-5FD9-F8D0-A79C-14951D164A57}"/>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BDF7733B-E546-97A3-F3DB-688B42115B59}"/>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01294286-204F-479F-367D-248F6E195070}"/>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5A864957-FAAE-14B9-9EAD-15F7B773D22E}"/>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27BBE78A-EEF3-89B7-DC96-C97280BF0841}"/>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5F22C5C3-2AA5-F25E-57D9-CB006F25C070}"/>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02F6F00F-1172-16AB-6647-DA817B426EEC}"/>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04204C49-3828-F800-EEB8-6F72A7345810}"/>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B93C2566-ABEB-BB03-1060-77C721315735}"/>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4A4598E4-D442-3B8F-8478-BD70B07A932A}"/>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59329CA1-ADF4-0C53-6308-90454D8F6112}"/>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464EF0C8-468E-1775-6D80-782EC2661A74}"/>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A93BD761-9C54-6690-2D48-B25ADF94BF5B}"/>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F99A553F-042A-C11A-5BDD-BB6E61FC100A}"/>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800DAB1E-1353-2B3D-5F38-3B364AD6E4B5}"/>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0675F313-F1E9-038A-BEC6-BF7C0C4D479C}"/>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D67CD000-F36A-F9D2-BDA9-D464352E6558}"/>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2582C530-0F05-808D-DE43-A9803FB71E23}"/>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3E15D616-A93F-D0FF-46AD-2E50633BC315}"/>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A007F564-DF44-6054-AB3D-090C703E7A51}"/>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07D86A72-A805-D6A9-D274-0AC54168E5CE}"/>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941C117A-A9FA-C4B2-BD0D-FC4B5A2E6E5A}"/>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CE1570EA-53A8-CD41-BEDF-E669B10A4DE4}"/>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A2B61D73-3C1C-B4AE-74D9-27B367CC1318}"/>
              </a:ext>
            </a:extLst>
          </p:cNvPr>
          <p:cNvSpPr txBox="1"/>
          <p:nvPr/>
        </p:nvSpPr>
        <p:spPr>
          <a:xfrm>
            <a:off x="5650090" y="4408541"/>
            <a:ext cx="570089" cy="230832"/>
          </a:xfrm>
          <a:prstGeom prst="rect">
            <a:avLst/>
          </a:prstGeom>
          <a:noFill/>
        </p:spPr>
        <p:txBody>
          <a:bodyPr wrap="square" rtlCol="0">
            <a:spAutoFit/>
          </a:bodyPr>
          <a:lstStyle/>
          <a:p>
            <a:pPr algn="ctr"/>
            <a:r>
              <a:rPr lang="en-US" sz="900" dirty="0"/>
              <a:t>12</a:t>
            </a:r>
          </a:p>
        </p:txBody>
      </p:sp>
      <p:sp>
        <p:nvSpPr>
          <p:cNvPr id="66" name="TextBox 65">
            <a:extLst>
              <a:ext uri="{FF2B5EF4-FFF2-40B4-BE49-F238E27FC236}">
                <a16:creationId xmlns:a16="http://schemas.microsoft.com/office/drawing/2014/main" id="{471B7324-A952-880C-958C-D4724CBFE087}"/>
              </a:ext>
            </a:extLst>
          </p:cNvPr>
          <p:cNvSpPr txBox="1"/>
          <p:nvPr/>
        </p:nvSpPr>
        <p:spPr>
          <a:xfrm>
            <a:off x="6152446" y="4408541"/>
            <a:ext cx="570089" cy="230832"/>
          </a:xfrm>
          <a:prstGeom prst="rect">
            <a:avLst/>
          </a:prstGeom>
          <a:noFill/>
        </p:spPr>
        <p:txBody>
          <a:bodyPr wrap="square" rtlCol="0">
            <a:spAutoFit/>
          </a:bodyPr>
          <a:lstStyle/>
          <a:p>
            <a:pPr algn="ctr"/>
            <a:r>
              <a:rPr lang="en-US" sz="900" dirty="0"/>
              <a:t>21</a:t>
            </a:r>
          </a:p>
        </p:txBody>
      </p:sp>
      <p:sp>
        <p:nvSpPr>
          <p:cNvPr id="71" name="TextBox 70">
            <a:extLst>
              <a:ext uri="{FF2B5EF4-FFF2-40B4-BE49-F238E27FC236}">
                <a16:creationId xmlns:a16="http://schemas.microsoft.com/office/drawing/2014/main" id="{F72EDEEE-33DF-293E-C023-F06DD48E1EB4}"/>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607C6CC8-CD18-BE0C-D312-31F06B6D54E2}"/>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D8136917-C9EA-45D6-9968-4EA7CC212B91}"/>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9BDDF1A3-337C-FAAF-947A-674D1D1C6E4C}"/>
              </a:ext>
            </a:extLst>
          </p:cNvPr>
          <p:cNvSpPr txBox="1"/>
          <p:nvPr/>
        </p:nvSpPr>
        <p:spPr>
          <a:xfrm>
            <a:off x="3138310" y="390759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1E213A7F-E5E5-9640-4E3F-74B5637FCA81}"/>
              </a:ext>
            </a:extLst>
          </p:cNvPr>
          <p:cNvSpPr txBox="1"/>
          <p:nvPr/>
        </p:nvSpPr>
        <p:spPr>
          <a:xfrm>
            <a:off x="3138310" y="4909484"/>
            <a:ext cx="570089" cy="230832"/>
          </a:xfrm>
          <a:prstGeom prst="rect">
            <a:avLst/>
          </a:prstGeom>
          <a:noFill/>
        </p:spPr>
        <p:txBody>
          <a:bodyPr wrap="square" rtlCol="0">
            <a:spAutoFit/>
          </a:bodyPr>
          <a:lstStyle/>
          <a:p>
            <a:pPr algn="ctr"/>
            <a:r>
              <a:rPr lang="en-US" sz="900" dirty="0"/>
              <a:t>97</a:t>
            </a:r>
          </a:p>
        </p:txBody>
      </p:sp>
      <p:sp>
        <p:nvSpPr>
          <p:cNvPr id="74" name="TextBox 73">
            <a:extLst>
              <a:ext uri="{FF2B5EF4-FFF2-40B4-BE49-F238E27FC236}">
                <a16:creationId xmlns:a16="http://schemas.microsoft.com/office/drawing/2014/main" id="{C195F2D7-FD90-C73C-C409-CD600DFFABEA}"/>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67D046A5-C0A6-32F0-9A27-155E7E3C3A95}"/>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901302F2-58AD-3EFB-0D0F-F45A7421F052}"/>
              </a:ext>
            </a:extLst>
          </p:cNvPr>
          <p:cNvSpPr txBox="1"/>
          <p:nvPr/>
        </p:nvSpPr>
        <p:spPr>
          <a:xfrm>
            <a:off x="4645378" y="3907597"/>
            <a:ext cx="570089" cy="230832"/>
          </a:xfrm>
          <a:prstGeom prst="rect">
            <a:avLst/>
          </a:prstGeom>
          <a:noFill/>
        </p:spPr>
        <p:txBody>
          <a:bodyPr wrap="square" rtlCol="0">
            <a:spAutoFit/>
          </a:bodyPr>
          <a:lstStyle/>
          <a:p>
            <a:pPr algn="ctr"/>
            <a:r>
              <a:rPr lang="en-US" sz="900" dirty="0"/>
              <a:t>53</a:t>
            </a:r>
          </a:p>
        </p:txBody>
      </p:sp>
      <p:sp>
        <p:nvSpPr>
          <p:cNvPr id="77" name="TextBox 76">
            <a:extLst>
              <a:ext uri="{FF2B5EF4-FFF2-40B4-BE49-F238E27FC236}">
                <a16:creationId xmlns:a16="http://schemas.microsoft.com/office/drawing/2014/main" id="{B5BAD788-0B31-A445-6153-B4ED90590A15}"/>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66CDFA41-CD4D-1814-3D46-14B86C01D2C5}"/>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8ABE4B8E-AF89-2BFF-7064-EAB234DD3D2B}"/>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2347</a:t>
            </a:r>
          </a:p>
        </p:txBody>
      </p:sp>
      <p:sp>
        <p:nvSpPr>
          <p:cNvPr id="80" name="TextBox 79">
            <a:extLst>
              <a:ext uri="{FF2B5EF4-FFF2-40B4-BE49-F238E27FC236}">
                <a16:creationId xmlns:a16="http://schemas.microsoft.com/office/drawing/2014/main" id="{802D0328-A397-2C11-DE09-F1E56FD9FA75}"/>
              </a:ext>
            </a:extLst>
          </p:cNvPr>
          <p:cNvSpPr txBox="1"/>
          <p:nvPr/>
        </p:nvSpPr>
        <p:spPr>
          <a:xfrm>
            <a:off x="6654802" y="3907597"/>
            <a:ext cx="570089" cy="230832"/>
          </a:xfrm>
          <a:prstGeom prst="rect">
            <a:avLst/>
          </a:prstGeom>
          <a:noFill/>
        </p:spPr>
        <p:txBody>
          <a:bodyPr wrap="square" rtlCol="0">
            <a:spAutoFit/>
          </a:bodyPr>
          <a:lstStyle/>
          <a:p>
            <a:pPr algn="ctr"/>
            <a:r>
              <a:rPr lang="en-US" sz="900" dirty="0"/>
              <a:t>236</a:t>
            </a:r>
          </a:p>
        </p:txBody>
      </p:sp>
      <p:sp>
        <p:nvSpPr>
          <p:cNvPr id="81" name="TextBox 80">
            <a:extLst>
              <a:ext uri="{FF2B5EF4-FFF2-40B4-BE49-F238E27FC236}">
                <a16:creationId xmlns:a16="http://schemas.microsoft.com/office/drawing/2014/main" id="{83102E27-8D4F-D7B1-6348-730B8EB34E6C}"/>
              </a:ext>
            </a:extLst>
          </p:cNvPr>
          <p:cNvSpPr txBox="1"/>
          <p:nvPr/>
        </p:nvSpPr>
        <p:spPr>
          <a:xfrm>
            <a:off x="7157158" y="3907597"/>
            <a:ext cx="570089" cy="230832"/>
          </a:xfrm>
          <a:prstGeom prst="rect">
            <a:avLst/>
          </a:prstGeom>
          <a:noFill/>
        </p:spPr>
        <p:txBody>
          <a:bodyPr wrap="square" rtlCol="0">
            <a:spAutoFit/>
          </a:bodyPr>
          <a:lstStyle/>
          <a:p>
            <a:pPr algn="ctr"/>
            <a:r>
              <a:rPr lang="en-US" sz="900" dirty="0"/>
              <a:t>2347</a:t>
            </a:r>
          </a:p>
        </p:txBody>
      </p:sp>
      <p:sp>
        <p:nvSpPr>
          <p:cNvPr id="86" name="TextBox 85">
            <a:extLst>
              <a:ext uri="{FF2B5EF4-FFF2-40B4-BE49-F238E27FC236}">
                <a16:creationId xmlns:a16="http://schemas.microsoft.com/office/drawing/2014/main" id="{AF85C6B2-D3B1-4832-0613-47695D984F70}"/>
              </a:ext>
            </a:extLst>
          </p:cNvPr>
          <p:cNvSpPr txBox="1"/>
          <p:nvPr/>
        </p:nvSpPr>
        <p:spPr>
          <a:xfrm>
            <a:off x="6152446" y="2404765"/>
            <a:ext cx="570089" cy="230832"/>
          </a:xfrm>
          <a:prstGeom prst="rect">
            <a:avLst/>
          </a:prstGeom>
          <a:no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F4326547-6F60-02F6-A4C0-3676AA1EC178}"/>
              </a:ext>
            </a:extLst>
          </p:cNvPr>
          <p:cNvSpPr txBox="1"/>
          <p:nvPr/>
        </p:nvSpPr>
        <p:spPr>
          <a:xfrm>
            <a:off x="7157158" y="2404765"/>
            <a:ext cx="570089" cy="230832"/>
          </a:xfrm>
          <a:prstGeom prst="rect">
            <a:avLst/>
          </a:prstGeom>
          <a:no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8D947773-C27B-F8F9-201F-CF4F3F1F2659}"/>
              </a:ext>
            </a:extLst>
          </p:cNvPr>
          <p:cNvSpPr txBox="1"/>
          <p:nvPr/>
        </p:nvSpPr>
        <p:spPr>
          <a:xfrm>
            <a:off x="7157158" y="2905709"/>
            <a:ext cx="570089" cy="230832"/>
          </a:xfrm>
          <a:prstGeom prst="rect">
            <a:avLst/>
          </a:prstGeom>
          <a:no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13088131-11C7-685A-4810-50035BB2162A}"/>
              </a:ext>
            </a:extLst>
          </p:cNvPr>
          <p:cNvSpPr txBox="1"/>
          <p:nvPr/>
        </p:nvSpPr>
        <p:spPr>
          <a:xfrm>
            <a:off x="6152446" y="2905709"/>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39375302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6FA4D-A06B-B254-5CAF-F64528C2E12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9B8D2E-9DF9-B7D0-0EEA-7A855B1592B0}"/>
              </a:ext>
            </a:extLst>
          </p:cNvPr>
          <p:cNvSpPr>
            <a:spLocks noGrp="1"/>
          </p:cNvSpPr>
          <p:nvPr>
            <p:ph sz="half" idx="1"/>
          </p:nvPr>
        </p:nvSpPr>
        <p:spPr/>
        <p:txBody>
          <a:bodyPr/>
          <a:lstStyle/>
          <a:p>
            <a:r>
              <a:rPr lang="en-US" dirty="0"/>
              <a:t>In both Rows 3 and 5, 2’s are only possible in Columns 7 and 9. This is an X-wing configuration, that links the 23/32 pair to the green cells. It also links the 87/78 pair and excludes 2’s elsewhere in Columns 7 and 9.</a:t>
            </a:r>
          </a:p>
        </p:txBody>
      </p:sp>
      <p:pic>
        <p:nvPicPr>
          <p:cNvPr id="4" name="Picture 3" descr="A grid of sudoku puzzle&#10;&#10;Description automatically generated">
            <a:extLst>
              <a:ext uri="{FF2B5EF4-FFF2-40B4-BE49-F238E27FC236}">
                <a16:creationId xmlns:a16="http://schemas.microsoft.com/office/drawing/2014/main" id="{B557D81E-6ABB-B1B7-F610-4B04840FCDB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33CDE3B-8DE2-78C4-D465-6313DAF2A64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D48574C-7CE0-6625-1692-E524DA81765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7FAB67B-CFDF-4FF3-7133-5519E018A9A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D51FF62-E5A5-A2A0-B7CF-F3FE5A63BE98}"/>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BC214864-1B95-2A5D-DA08-6D22C12E3775}"/>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EFF9A03-8DA5-EE27-625B-762902ECB5BD}"/>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85DCAF18-3B86-3ADE-C695-99A195DAC79E}"/>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608A2D2-BA10-910E-6948-0520F7EC9269}"/>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71A6AECB-E676-0F75-CD8B-BB691213FCBA}"/>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28D62168-D5CC-249A-5A8F-3E0F25C81F9F}"/>
              </a:ext>
            </a:extLst>
          </p:cNvPr>
          <p:cNvSpPr txBox="1"/>
          <p:nvPr/>
        </p:nvSpPr>
        <p:spPr>
          <a:xfrm>
            <a:off x="3640666" y="1402877"/>
            <a:ext cx="570089" cy="230832"/>
          </a:xfrm>
          <a:prstGeom prst="rect">
            <a:avLst/>
          </a:prstGeom>
          <a:no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9E828399-6FA5-87FC-638B-B1A4E8EF74FE}"/>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28F67013-7590-3578-4773-CAF8D9636E9A}"/>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48BF7781-2A97-A0F8-D726-D655244AB3E6}"/>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E6ACF316-3F4B-8CD2-F56A-E6C755C3CD30}"/>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4CA045A6-8543-0A90-5D3F-9B266D06828D}"/>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05DA8D6D-921A-5563-C5E5-BDA248F2A90A}"/>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BAAD8080-6F3E-0913-DCEA-E37C57DBC78E}"/>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C939D062-BC41-00D0-4432-DBFB5F2C68FB}"/>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3744809B-8500-5F24-3F27-7CC987FAC166}"/>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36E54C0D-F4C5-61A5-087F-9BA821801DB3}"/>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3DB3A59F-737D-2B61-7981-3DD8837B30AC}"/>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69A0EE04-6744-3EF8-9251-B64EDB887D87}"/>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E4B535BC-A9D8-2508-BE03-13E2861D6199}"/>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CE3DE602-57A6-FCF5-32EA-DB4804CFB0C5}"/>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93649026-8463-A080-AB64-F04FB58A0BA9}"/>
              </a:ext>
            </a:extLst>
          </p:cNvPr>
          <p:cNvSpPr txBox="1"/>
          <p:nvPr/>
        </p:nvSpPr>
        <p:spPr>
          <a:xfrm>
            <a:off x="6152446" y="901933"/>
            <a:ext cx="570089" cy="230832"/>
          </a:xfrm>
          <a:prstGeom prst="rect">
            <a:avLst/>
          </a:prstGeom>
          <a:noFill/>
        </p:spPr>
        <p:txBody>
          <a:bodyPr wrap="square" rtlCol="0">
            <a:spAutoFit/>
          </a:bodyPr>
          <a:lstStyle/>
          <a:p>
            <a:pPr algn="ctr"/>
            <a:r>
              <a:rPr lang="en-US" sz="900" dirty="0"/>
              <a:t>1358</a:t>
            </a:r>
          </a:p>
        </p:txBody>
      </p:sp>
      <p:sp>
        <p:nvSpPr>
          <p:cNvPr id="29" name="TextBox 28">
            <a:extLst>
              <a:ext uri="{FF2B5EF4-FFF2-40B4-BE49-F238E27FC236}">
                <a16:creationId xmlns:a16="http://schemas.microsoft.com/office/drawing/2014/main" id="{E10D8F0C-16E2-FCB7-DE63-71E771458AEB}"/>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4196DB60-45B6-A46F-9906-CA9A9AA3D6A7}"/>
              </a:ext>
            </a:extLst>
          </p:cNvPr>
          <p:cNvSpPr txBox="1"/>
          <p:nvPr/>
        </p:nvSpPr>
        <p:spPr>
          <a:xfrm>
            <a:off x="7157158" y="901933"/>
            <a:ext cx="570089" cy="230832"/>
          </a:xfrm>
          <a:prstGeom prst="rect">
            <a:avLst/>
          </a:prstGeom>
          <a:noFill/>
        </p:spPr>
        <p:txBody>
          <a:bodyPr wrap="square" rtlCol="0">
            <a:spAutoFit/>
          </a:bodyPr>
          <a:lstStyle/>
          <a:p>
            <a:pPr algn="ctr"/>
            <a:r>
              <a:rPr lang="en-US" sz="900" dirty="0"/>
              <a:t>138</a:t>
            </a:r>
          </a:p>
        </p:txBody>
      </p:sp>
      <p:sp>
        <p:nvSpPr>
          <p:cNvPr id="37" name="TextBox 36">
            <a:extLst>
              <a:ext uri="{FF2B5EF4-FFF2-40B4-BE49-F238E27FC236}">
                <a16:creationId xmlns:a16="http://schemas.microsoft.com/office/drawing/2014/main" id="{BA6C8A15-19A4-3635-6431-DC5FD9E1045A}"/>
              </a:ext>
            </a:extLst>
          </p:cNvPr>
          <p:cNvSpPr txBox="1"/>
          <p:nvPr/>
        </p:nvSpPr>
        <p:spPr>
          <a:xfrm>
            <a:off x="6654802" y="1903821"/>
            <a:ext cx="570089" cy="230832"/>
          </a:xfrm>
          <a:prstGeom prst="rect">
            <a:avLst/>
          </a:prstGeom>
          <a:solidFill>
            <a:srgbClr val="62FF00">
              <a:alpha val="30000"/>
            </a:srgbClr>
          </a:solidFill>
        </p:spPr>
        <p:txBody>
          <a:bodyPr wrap="square" rtlCol="0">
            <a:spAutoFit/>
          </a:bodyPr>
          <a:lstStyle/>
          <a:p>
            <a:pPr algn="ctr"/>
            <a:r>
              <a:rPr lang="en-US" sz="900" dirty="0"/>
              <a:t>53</a:t>
            </a:r>
          </a:p>
        </p:txBody>
      </p:sp>
      <p:sp>
        <p:nvSpPr>
          <p:cNvPr id="38" name="TextBox 37">
            <a:extLst>
              <a:ext uri="{FF2B5EF4-FFF2-40B4-BE49-F238E27FC236}">
                <a16:creationId xmlns:a16="http://schemas.microsoft.com/office/drawing/2014/main" id="{B81DBFB7-D6C5-6E0C-93E2-052D01F23421}"/>
              </a:ext>
            </a:extLst>
          </p:cNvPr>
          <p:cNvSpPr txBox="1"/>
          <p:nvPr/>
        </p:nvSpPr>
        <p:spPr>
          <a:xfrm>
            <a:off x="7157158" y="1903821"/>
            <a:ext cx="570089" cy="230832"/>
          </a:xfrm>
          <a:prstGeom prst="rect">
            <a:avLst/>
          </a:prstGeom>
          <a:solidFill>
            <a:srgbClr val="62FF00">
              <a:alpha val="30000"/>
            </a:srgbClr>
          </a:solidFill>
        </p:spPr>
        <p:txBody>
          <a:bodyPr wrap="square" rtlCol="0">
            <a:spAutoFit/>
          </a:bodyPr>
          <a:lstStyle/>
          <a:p>
            <a:pPr algn="ctr"/>
            <a:r>
              <a:rPr lang="en-US" sz="900" dirty="0"/>
              <a:t>24</a:t>
            </a:r>
          </a:p>
        </p:txBody>
      </p:sp>
      <p:sp>
        <p:nvSpPr>
          <p:cNvPr id="39" name="TextBox 38">
            <a:extLst>
              <a:ext uri="{FF2B5EF4-FFF2-40B4-BE49-F238E27FC236}">
                <a16:creationId xmlns:a16="http://schemas.microsoft.com/office/drawing/2014/main" id="{FB1DF70B-EF5A-9CD0-675B-D848179BA269}"/>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28E9E929-0E51-55F9-ACCA-059150A85650}"/>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0E1CD7F0-A4E3-FB91-CA5F-CC2BDBB70429}"/>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4BD85B8F-A0FD-6D17-8113-B4968ADB8592}"/>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860CFB43-C3D1-0460-2055-71394467E322}"/>
              </a:ext>
            </a:extLst>
          </p:cNvPr>
          <p:cNvSpPr txBox="1"/>
          <p:nvPr/>
        </p:nvSpPr>
        <p:spPr>
          <a:xfrm>
            <a:off x="5650090"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08E180DA-040A-A344-CCF0-91F37C559703}"/>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A49599A9-030C-2B82-7662-9356081002FC}"/>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4FB4AC6C-455A-8C3B-9AB5-9445952CDD0F}"/>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A7E076B8-5FE4-6BA3-8252-13018B9C80F9}"/>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677C48F5-E0AE-1B1F-28E1-97FABB097420}"/>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984FE549-5A54-97AF-935B-BDD2BE3556CB}"/>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AAB1AE4C-B109-76A7-15A5-A182002196BD}"/>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75E202FC-CD9F-DC5D-582B-83760B593FB0}"/>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3AD13B3A-A170-2A3C-86EA-061839B6F558}"/>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12060733-6999-D80B-A087-A52F2A34BC38}"/>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6DA2CC9E-A2A5-A716-D8B7-656CD73EF71F}"/>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A7CC9FFA-6084-04C6-F76A-1703E78C63E9}"/>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6B9E71E9-C19A-5185-CD0B-D0BAB2A6CC2A}"/>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7451EDBD-4401-D61B-0729-9E9B2947FEFF}"/>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B5BC23F4-4E18-32E4-5B6E-5603BD6F5185}"/>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78CE7DE1-03F8-CEAE-8BBF-FF19C6A86E85}"/>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F60EE024-0A65-7E4A-804A-F9099D1C3C11}"/>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8582C842-D77C-14E6-D909-93E8B82228ED}"/>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A299561E-46B3-7B28-AE09-58C5B0DAB460}"/>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60632B96-966F-5441-0944-064D9E163DFF}"/>
              </a:ext>
            </a:extLst>
          </p:cNvPr>
          <p:cNvSpPr txBox="1"/>
          <p:nvPr/>
        </p:nvSpPr>
        <p:spPr>
          <a:xfrm>
            <a:off x="5147734" y="3907597"/>
            <a:ext cx="570089" cy="230832"/>
          </a:xfrm>
          <a:prstGeom prst="rect">
            <a:avLst/>
          </a:prstGeom>
          <a:noFill/>
        </p:spPr>
        <p:txBody>
          <a:bodyPr wrap="square" rtlCol="0">
            <a:spAutoFit/>
          </a:bodyPr>
          <a:lstStyle/>
          <a:p>
            <a:pPr algn="ctr"/>
            <a:r>
              <a:rPr lang="en-US" sz="900" dirty="0"/>
              <a:t>569</a:t>
            </a:r>
          </a:p>
        </p:txBody>
      </p:sp>
      <p:sp>
        <p:nvSpPr>
          <p:cNvPr id="68" name="TextBox 67">
            <a:extLst>
              <a:ext uri="{FF2B5EF4-FFF2-40B4-BE49-F238E27FC236}">
                <a16:creationId xmlns:a16="http://schemas.microsoft.com/office/drawing/2014/main" id="{3ABBE24F-AF73-1056-0C5E-6E44B6300070}"/>
              </a:ext>
            </a:extLst>
          </p:cNvPr>
          <p:cNvSpPr txBox="1"/>
          <p:nvPr/>
        </p:nvSpPr>
        <p:spPr>
          <a:xfrm>
            <a:off x="5650090" y="3907597"/>
            <a:ext cx="570089" cy="230832"/>
          </a:xfrm>
          <a:prstGeom prst="rect">
            <a:avLst/>
          </a:prstGeom>
          <a:noFill/>
        </p:spPr>
        <p:txBody>
          <a:bodyPr wrap="square" rtlCol="0">
            <a:spAutoFit/>
          </a:bodyPr>
          <a:lstStyle/>
          <a:p>
            <a:pPr algn="ctr"/>
            <a:r>
              <a:rPr lang="en-US" sz="900" dirty="0"/>
              <a:t>652</a:t>
            </a:r>
          </a:p>
        </p:txBody>
      </p:sp>
      <p:sp>
        <p:nvSpPr>
          <p:cNvPr id="69" name="TextBox 68">
            <a:extLst>
              <a:ext uri="{FF2B5EF4-FFF2-40B4-BE49-F238E27FC236}">
                <a16:creationId xmlns:a16="http://schemas.microsoft.com/office/drawing/2014/main" id="{9435B64D-BB2F-EDDC-C305-789B110B4C27}"/>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164639E8-5DDA-FF62-E85C-A93CB2B80CDC}"/>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00D31EE6-797F-1227-8783-2FC607B0587F}"/>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FDEF91AF-7A28-F000-1185-F8F5AB64273E}"/>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0262895E-DECF-D2B1-F952-D4611C860C65}"/>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D15959CE-7FB7-1115-A019-87916D424591}"/>
              </a:ext>
            </a:extLst>
          </p:cNvPr>
          <p:cNvSpPr txBox="1"/>
          <p:nvPr/>
        </p:nvSpPr>
        <p:spPr>
          <a:xfrm>
            <a:off x="3138310" y="390759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47CD8521-8664-8262-55CF-B86F66BCC798}"/>
              </a:ext>
            </a:extLst>
          </p:cNvPr>
          <p:cNvSpPr txBox="1"/>
          <p:nvPr/>
        </p:nvSpPr>
        <p:spPr>
          <a:xfrm>
            <a:off x="3138310" y="4909484"/>
            <a:ext cx="570089" cy="230832"/>
          </a:xfrm>
          <a:prstGeom prst="rect">
            <a:avLst/>
          </a:prstGeom>
          <a:noFill/>
        </p:spPr>
        <p:txBody>
          <a:bodyPr wrap="square" rtlCol="0">
            <a:spAutoFit/>
          </a:bodyPr>
          <a:lstStyle/>
          <a:p>
            <a:pPr algn="ctr"/>
            <a:r>
              <a:rPr lang="en-US" sz="900" dirty="0"/>
              <a:t>97</a:t>
            </a:r>
          </a:p>
        </p:txBody>
      </p:sp>
      <p:sp>
        <p:nvSpPr>
          <p:cNvPr id="74" name="TextBox 73">
            <a:extLst>
              <a:ext uri="{FF2B5EF4-FFF2-40B4-BE49-F238E27FC236}">
                <a16:creationId xmlns:a16="http://schemas.microsoft.com/office/drawing/2014/main" id="{0FF88C13-5C8F-1D42-33CD-C3B0D3EC306A}"/>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98CFD2A1-5E92-C0BC-ABF3-8984648DDC31}"/>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68358148-E860-657D-D5AB-E9E702A6D1C6}"/>
              </a:ext>
            </a:extLst>
          </p:cNvPr>
          <p:cNvSpPr txBox="1"/>
          <p:nvPr/>
        </p:nvSpPr>
        <p:spPr>
          <a:xfrm>
            <a:off x="4645378" y="3907597"/>
            <a:ext cx="570089" cy="230832"/>
          </a:xfrm>
          <a:prstGeom prst="rect">
            <a:avLst/>
          </a:prstGeom>
          <a:noFill/>
        </p:spPr>
        <p:txBody>
          <a:bodyPr wrap="square" rtlCol="0">
            <a:spAutoFit/>
          </a:bodyPr>
          <a:lstStyle/>
          <a:p>
            <a:pPr algn="ctr"/>
            <a:r>
              <a:rPr lang="en-US" sz="900" dirty="0"/>
              <a:t>53</a:t>
            </a:r>
          </a:p>
        </p:txBody>
      </p:sp>
      <p:sp>
        <p:nvSpPr>
          <p:cNvPr id="77" name="TextBox 76">
            <a:extLst>
              <a:ext uri="{FF2B5EF4-FFF2-40B4-BE49-F238E27FC236}">
                <a16:creationId xmlns:a16="http://schemas.microsoft.com/office/drawing/2014/main" id="{86E98218-E3D1-0B5D-C119-2658DDB81CF1}"/>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CCF4F25A-4044-87AD-7349-F2DD7F600FED}"/>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80063A60-F8AD-8609-F84B-5AA3DF60DE39}"/>
              </a:ext>
            </a:extLst>
          </p:cNvPr>
          <p:cNvSpPr txBox="1"/>
          <p:nvPr/>
        </p:nvSpPr>
        <p:spPr>
          <a:xfrm>
            <a:off x="6152446" y="3907597"/>
            <a:ext cx="570089" cy="230832"/>
          </a:xfrm>
          <a:prstGeom prst="rect">
            <a:avLst/>
          </a:prstGeom>
          <a:noFill/>
        </p:spPr>
        <p:txBody>
          <a:bodyPr wrap="square" rtlCol="0">
            <a:spAutoFit/>
          </a:bodyPr>
          <a:lstStyle/>
          <a:p>
            <a:pPr algn="ctr"/>
            <a:r>
              <a:rPr lang="en-US" sz="900" dirty="0"/>
              <a:t>347</a:t>
            </a:r>
          </a:p>
        </p:txBody>
      </p:sp>
      <p:sp>
        <p:nvSpPr>
          <p:cNvPr id="80" name="TextBox 79">
            <a:extLst>
              <a:ext uri="{FF2B5EF4-FFF2-40B4-BE49-F238E27FC236}">
                <a16:creationId xmlns:a16="http://schemas.microsoft.com/office/drawing/2014/main" id="{F3DB6F41-9D40-2D78-89FD-6A724F441993}"/>
              </a:ext>
            </a:extLst>
          </p:cNvPr>
          <p:cNvSpPr txBox="1"/>
          <p:nvPr/>
        </p:nvSpPr>
        <p:spPr>
          <a:xfrm>
            <a:off x="6654802" y="3907597"/>
            <a:ext cx="570089" cy="230832"/>
          </a:xfrm>
          <a:prstGeom prst="rect">
            <a:avLst/>
          </a:prstGeom>
          <a:noFill/>
        </p:spPr>
        <p:txBody>
          <a:bodyPr wrap="square" rtlCol="0">
            <a:spAutoFit/>
          </a:bodyPr>
          <a:lstStyle/>
          <a:p>
            <a:pPr algn="ctr"/>
            <a:r>
              <a:rPr lang="en-US" sz="900" dirty="0"/>
              <a:t>236</a:t>
            </a:r>
          </a:p>
        </p:txBody>
      </p:sp>
      <p:sp>
        <p:nvSpPr>
          <p:cNvPr id="81" name="TextBox 80">
            <a:extLst>
              <a:ext uri="{FF2B5EF4-FFF2-40B4-BE49-F238E27FC236}">
                <a16:creationId xmlns:a16="http://schemas.microsoft.com/office/drawing/2014/main" id="{66B40004-F86B-A56C-82E7-58B2159D4BD0}"/>
              </a:ext>
            </a:extLst>
          </p:cNvPr>
          <p:cNvSpPr txBox="1"/>
          <p:nvPr/>
        </p:nvSpPr>
        <p:spPr>
          <a:xfrm>
            <a:off x="7157158" y="3907597"/>
            <a:ext cx="570089" cy="230832"/>
          </a:xfrm>
          <a:prstGeom prst="rect">
            <a:avLst/>
          </a:prstGeom>
          <a:noFill/>
        </p:spPr>
        <p:txBody>
          <a:bodyPr wrap="square" rtlCol="0">
            <a:spAutoFit/>
          </a:bodyPr>
          <a:lstStyle/>
          <a:p>
            <a:pPr algn="ctr"/>
            <a:r>
              <a:rPr lang="en-US" sz="900" dirty="0"/>
              <a:t>347</a:t>
            </a:r>
          </a:p>
        </p:txBody>
      </p:sp>
      <p:sp>
        <p:nvSpPr>
          <p:cNvPr id="86" name="TextBox 85">
            <a:extLst>
              <a:ext uri="{FF2B5EF4-FFF2-40B4-BE49-F238E27FC236}">
                <a16:creationId xmlns:a16="http://schemas.microsoft.com/office/drawing/2014/main" id="{50CF7BAD-2382-53B3-5AB1-ED31AFF28A66}"/>
              </a:ext>
            </a:extLst>
          </p:cNvPr>
          <p:cNvSpPr txBox="1"/>
          <p:nvPr/>
        </p:nvSpPr>
        <p:spPr>
          <a:xfrm>
            <a:off x="6152446" y="2404765"/>
            <a:ext cx="570089" cy="230832"/>
          </a:xfrm>
          <a:prstGeom prst="rect">
            <a:avLst/>
          </a:prstGeom>
          <a:solidFill>
            <a:srgbClr val="62FF00">
              <a:alpha val="30000"/>
            </a:srgbClr>
          </a:solid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23C011FF-1CCA-B52E-1AE6-DFC803845538}"/>
              </a:ext>
            </a:extLst>
          </p:cNvPr>
          <p:cNvSpPr txBox="1"/>
          <p:nvPr/>
        </p:nvSpPr>
        <p:spPr>
          <a:xfrm>
            <a:off x="7157158" y="2404765"/>
            <a:ext cx="570089" cy="230832"/>
          </a:xfrm>
          <a:prstGeom prst="rect">
            <a:avLst/>
          </a:prstGeom>
          <a:solidFill>
            <a:srgbClr val="62FF00">
              <a:alpha val="30000"/>
            </a:srgbClr>
          </a:solid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56E31DD1-77E0-253F-669A-0C50A19816BA}"/>
              </a:ext>
            </a:extLst>
          </p:cNvPr>
          <p:cNvSpPr txBox="1"/>
          <p:nvPr/>
        </p:nvSpPr>
        <p:spPr>
          <a:xfrm>
            <a:off x="7157158" y="2905709"/>
            <a:ext cx="570089" cy="230832"/>
          </a:xfrm>
          <a:prstGeom prst="rect">
            <a:avLst/>
          </a:prstGeom>
          <a:solidFill>
            <a:srgbClr val="62FF00">
              <a:alpha val="30000"/>
            </a:srgbClr>
          </a:solid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FA2B1904-E9E3-EE6F-F0CD-C38AE87B046D}"/>
              </a:ext>
            </a:extLst>
          </p:cNvPr>
          <p:cNvSpPr txBox="1"/>
          <p:nvPr/>
        </p:nvSpPr>
        <p:spPr>
          <a:xfrm>
            <a:off x="6152446" y="2905709"/>
            <a:ext cx="570089" cy="230832"/>
          </a:xfrm>
          <a:prstGeom prst="rect">
            <a:avLst/>
          </a:prstGeom>
          <a:solidFill>
            <a:srgbClr val="62FF00">
              <a:alpha val="30000"/>
            </a:srgbClr>
          </a:solid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7FAA177F-04D7-D2E4-8CFE-B411FAA68791}"/>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13B887EE-22E0-2AFE-7470-AA0C934913A5}"/>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7597956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B6132-FF47-6158-C794-14F60180D27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8D28E1-EADE-6B8A-A60B-5741F3B0E69F}"/>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24BC1F0-05A9-48E4-E4A8-732273EF95B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3CF456C-1DE4-4EDA-7C1E-FB72F7727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9C55E19-E94A-7FF7-34A9-BE2C049AA7C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4B2134C-21C1-9834-59F5-12DD4D46B76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CAFE8F6-2C0D-DFFE-9700-AAA443876DF7}"/>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F3EA383A-1C0B-809A-F815-28F8B1124A68}"/>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F0F60065-D2A9-A235-4FC7-0AD69D4C9581}"/>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6503BA56-5308-7796-58FA-DC98D24D127A}"/>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EB8CACDA-9C7A-0E26-FEF3-5E648CB395B6}"/>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86F3ACFE-74FB-B22F-07A5-53CBA151A72E}"/>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79EF1760-C911-CA8B-74B8-2DF5B633FBB0}"/>
              </a:ext>
            </a:extLst>
          </p:cNvPr>
          <p:cNvSpPr txBox="1"/>
          <p:nvPr/>
        </p:nvSpPr>
        <p:spPr>
          <a:xfrm>
            <a:off x="3640666" y="1402877"/>
            <a:ext cx="570089" cy="230832"/>
          </a:xfrm>
          <a:prstGeom prst="rect">
            <a:avLst/>
          </a:prstGeom>
          <a:no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D60EE722-9BD0-6BF4-34EE-321BBCF846F9}"/>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D63B29DF-BD61-4AD0-49DC-5EFE81FE015B}"/>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9CCD6A81-A75D-FA5A-6DE7-8E82A98FE710}"/>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B35DF2F1-15CF-ED97-BC12-A68D7C3722F5}"/>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30FE243F-C558-EDCC-11F6-C6F0F89787B0}"/>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7E9A7DED-B37E-CAF0-6A2C-56AC095822C5}"/>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3A85E617-9035-0C97-1995-30ACA83437C9}"/>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9DF9087F-4B46-8782-456E-2FDD650D7168}"/>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D95D28E7-3590-A3F9-43F8-C5B5A521190E}"/>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91F9428D-7D25-9F45-2C3E-EF44BC1CC2D2}"/>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D0CF7127-160B-3AC8-E992-97D42918F058}"/>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F5B58D08-B46B-66EF-DF3E-5FF5348DA892}"/>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9A16E4C1-54E8-45F5-BCF0-276F0F68A1B8}"/>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DB09B950-B842-0D8C-5B82-F93B216B9AF1}"/>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13DBFB9B-46F2-340B-A816-F2C86DA3EB6F}"/>
              </a:ext>
            </a:extLst>
          </p:cNvPr>
          <p:cNvSpPr txBox="1"/>
          <p:nvPr/>
        </p:nvSpPr>
        <p:spPr>
          <a:xfrm>
            <a:off x="6152446" y="901933"/>
            <a:ext cx="570089" cy="230832"/>
          </a:xfrm>
          <a:prstGeom prst="rect">
            <a:avLst/>
          </a:prstGeom>
          <a:noFill/>
        </p:spPr>
        <p:txBody>
          <a:bodyPr wrap="square" rtlCol="0">
            <a:spAutoFit/>
          </a:bodyPr>
          <a:lstStyle/>
          <a:p>
            <a:pPr algn="ctr"/>
            <a:r>
              <a:rPr lang="en-US" sz="900" dirty="0"/>
              <a:t>358</a:t>
            </a:r>
          </a:p>
        </p:txBody>
      </p:sp>
      <p:sp>
        <p:nvSpPr>
          <p:cNvPr id="29" name="TextBox 28">
            <a:extLst>
              <a:ext uri="{FF2B5EF4-FFF2-40B4-BE49-F238E27FC236}">
                <a16:creationId xmlns:a16="http://schemas.microsoft.com/office/drawing/2014/main" id="{AAEC64D3-750D-C744-A56A-BDF6A9F8A3C2}"/>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6" name="TextBox 35">
            <a:extLst>
              <a:ext uri="{FF2B5EF4-FFF2-40B4-BE49-F238E27FC236}">
                <a16:creationId xmlns:a16="http://schemas.microsoft.com/office/drawing/2014/main" id="{0F59B1E2-EFA3-29F5-57B4-99E6DD2309FC}"/>
              </a:ext>
            </a:extLst>
          </p:cNvPr>
          <p:cNvSpPr txBox="1"/>
          <p:nvPr/>
        </p:nvSpPr>
        <p:spPr>
          <a:xfrm>
            <a:off x="7157158" y="901933"/>
            <a:ext cx="570089" cy="230832"/>
          </a:xfrm>
          <a:prstGeom prst="rect">
            <a:avLst/>
          </a:prstGeom>
          <a:noFill/>
        </p:spPr>
        <p:txBody>
          <a:bodyPr wrap="square" rtlCol="0">
            <a:spAutoFit/>
          </a:bodyPr>
          <a:lstStyle/>
          <a:p>
            <a:pPr algn="ctr"/>
            <a:r>
              <a:rPr lang="en-US" sz="900" dirty="0"/>
              <a:t>138</a:t>
            </a:r>
          </a:p>
        </p:txBody>
      </p:sp>
      <p:sp>
        <p:nvSpPr>
          <p:cNvPr id="37" name="TextBox 36">
            <a:extLst>
              <a:ext uri="{FF2B5EF4-FFF2-40B4-BE49-F238E27FC236}">
                <a16:creationId xmlns:a16="http://schemas.microsoft.com/office/drawing/2014/main" id="{0987847C-8466-756F-68AA-7473CA4BFA93}"/>
              </a:ext>
            </a:extLst>
          </p:cNvPr>
          <p:cNvSpPr txBox="1"/>
          <p:nvPr/>
        </p:nvSpPr>
        <p:spPr>
          <a:xfrm>
            <a:off x="6654802" y="1903821"/>
            <a:ext cx="570089" cy="230832"/>
          </a:xfrm>
          <a:prstGeom prst="rect">
            <a:avLst/>
          </a:prstGeom>
          <a:solidFill>
            <a:srgbClr val="62FF00">
              <a:alpha val="30000"/>
            </a:srgbClr>
          </a:solidFill>
        </p:spPr>
        <p:txBody>
          <a:bodyPr wrap="square" rtlCol="0">
            <a:spAutoFit/>
          </a:bodyPr>
          <a:lstStyle/>
          <a:p>
            <a:pPr algn="ctr"/>
            <a:r>
              <a:rPr lang="en-US" sz="900" dirty="0"/>
              <a:t>53</a:t>
            </a:r>
          </a:p>
        </p:txBody>
      </p:sp>
      <p:sp>
        <p:nvSpPr>
          <p:cNvPr id="38" name="TextBox 37">
            <a:extLst>
              <a:ext uri="{FF2B5EF4-FFF2-40B4-BE49-F238E27FC236}">
                <a16:creationId xmlns:a16="http://schemas.microsoft.com/office/drawing/2014/main" id="{95388AAA-09EC-BCD0-C33A-A4DC007C591F}"/>
              </a:ext>
            </a:extLst>
          </p:cNvPr>
          <p:cNvSpPr txBox="1"/>
          <p:nvPr/>
        </p:nvSpPr>
        <p:spPr>
          <a:xfrm>
            <a:off x="7157158" y="1903821"/>
            <a:ext cx="570089" cy="230832"/>
          </a:xfrm>
          <a:prstGeom prst="rect">
            <a:avLst/>
          </a:prstGeom>
          <a:solidFill>
            <a:srgbClr val="62FF00">
              <a:alpha val="30000"/>
            </a:srgbClr>
          </a:solidFill>
        </p:spPr>
        <p:txBody>
          <a:bodyPr wrap="square" rtlCol="0">
            <a:spAutoFit/>
          </a:bodyPr>
          <a:lstStyle/>
          <a:p>
            <a:pPr algn="ctr"/>
            <a:r>
              <a:rPr lang="en-US" sz="900" dirty="0"/>
              <a:t>24</a:t>
            </a:r>
          </a:p>
        </p:txBody>
      </p:sp>
      <p:sp>
        <p:nvSpPr>
          <p:cNvPr id="39" name="TextBox 38">
            <a:extLst>
              <a:ext uri="{FF2B5EF4-FFF2-40B4-BE49-F238E27FC236}">
                <a16:creationId xmlns:a16="http://schemas.microsoft.com/office/drawing/2014/main" id="{3504DD91-E77B-1715-D72B-7DA0DD2FBE14}"/>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666C0BF3-C44A-7C72-580E-0EDACC7EC817}"/>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8604E7E0-92B2-80C6-59B6-10BDB50CF678}"/>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32D895E2-46D3-1410-ACB8-75FE2521286C}"/>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B2A37FE1-42FE-D34D-C4BB-2348DFFD50E6}"/>
              </a:ext>
            </a:extLst>
          </p:cNvPr>
          <p:cNvSpPr txBox="1"/>
          <p:nvPr/>
        </p:nvSpPr>
        <p:spPr>
          <a:xfrm>
            <a:off x="5650090" y="2404765"/>
            <a:ext cx="570089" cy="230832"/>
          </a:xfrm>
          <a:prstGeom prst="rect">
            <a:avLst/>
          </a:prstGeom>
          <a:noFill/>
        </p:spPr>
        <p:txBody>
          <a:bodyPr wrap="square" rtlCol="0">
            <a:spAutoFit/>
          </a:bodyPr>
          <a:lstStyle/>
          <a:p>
            <a:pPr algn="ctr"/>
            <a:r>
              <a:rPr lang="en-US" sz="900" dirty="0"/>
              <a:t>51</a:t>
            </a:r>
          </a:p>
        </p:txBody>
      </p:sp>
      <p:sp>
        <p:nvSpPr>
          <p:cNvPr id="48" name="TextBox 47">
            <a:extLst>
              <a:ext uri="{FF2B5EF4-FFF2-40B4-BE49-F238E27FC236}">
                <a16:creationId xmlns:a16="http://schemas.microsoft.com/office/drawing/2014/main" id="{59D379C8-29D2-B6E0-2197-FD1F917FD8D7}"/>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B75BE88E-2C64-0144-60A7-9E0145E48CA7}"/>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46E81553-57DE-C5EB-9073-08D1D2CDAAEF}"/>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843F0290-481E-2975-A020-29AE23285D64}"/>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D9AA7D6C-ACFF-36B9-48BC-46D7748D9455}"/>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9F03D63F-88B7-CC5E-D10E-9BA77D533E46}"/>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F6ED539E-EE1E-C7F1-98E4-257A906B6C95}"/>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69966168-C258-70D2-A10E-9A921E608190}"/>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AB2F5CE2-7024-402F-17E0-75ADD3477528}"/>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24E4A631-B329-E907-52CD-CD5CABD626D9}"/>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C228ECA2-6855-CC03-EA3A-45CC188D5C76}"/>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A67DCFF4-D669-A994-6735-F7570A9B6C19}"/>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D7C3DE21-EBF0-9E70-5491-7DC1640A3EB5}"/>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FDE3BCA1-D64F-A7E2-275C-9790D13FD646}"/>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E9E79755-715E-2D6F-EE5F-11E2A5ED92A6}"/>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0756C419-1542-CB3F-16AF-F106B4AB48B7}"/>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05613513-6268-5AB1-BEBE-2CEBAD602232}"/>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0FE27ADE-80B0-825D-C1E3-031BA823C08A}"/>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A131301F-8F62-800F-2B2C-458250E0C74E}"/>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C135808C-35FF-9337-32C8-8E597C84FB7B}"/>
              </a:ext>
            </a:extLst>
          </p:cNvPr>
          <p:cNvSpPr txBox="1"/>
          <p:nvPr/>
        </p:nvSpPr>
        <p:spPr>
          <a:xfrm>
            <a:off x="5147734" y="3907597"/>
            <a:ext cx="570089" cy="230832"/>
          </a:xfrm>
          <a:prstGeom prst="rect">
            <a:avLst/>
          </a:prstGeom>
          <a:noFill/>
        </p:spPr>
        <p:txBody>
          <a:bodyPr wrap="square" rtlCol="0">
            <a:spAutoFit/>
          </a:bodyPr>
          <a:lstStyle/>
          <a:p>
            <a:pPr algn="ctr"/>
            <a:r>
              <a:rPr lang="en-US" sz="900" dirty="0"/>
              <a:t>56</a:t>
            </a:r>
          </a:p>
        </p:txBody>
      </p:sp>
      <p:sp>
        <p:nvSpPr>
          <p:cNvPr id="68" name="TextBox 67">
            <a:extLst>
              <a:ext uri="{FF2B5EF4-FFF2-40B4-BE49-F238E27FC236}">
                <a16:creationId xmlns:a16="http://schemas.microsoft.com/office/drawing/2014/main" id="{5139C33E-F92B-1A22-62B4-629C2B6B1CF8}"/>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69" name="TextBox 68">
            <a:extLst>
              <a:ext uri="{FF2B5EF4-FFF2-40B4-BE49-F238E27FC236}">
                <a16:creationId xmlns:a16="http://schemas.microsoft.com/office/drawing/2014/main" id="{5AB2939A-7C5C-9788-E145-DD1E881ED078}"/>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E48464C2-7341-63D3-E2E4-B96A11232A35}"/>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D845FFDB-9AC5-6A3A-12C3-7A0ED56E6D54}"/>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EEEA0E97-0D8D-9CFC-F6C2-965833517E16}"/>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FEEF612B-D678-59A6-2154-679B9C08BA16}"/>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4389EA0E-BAE0-D274-3F12-9AC8E15246B1}"/>
              </a:ext>
            </a:extLst>
          </p:cNvPr>
          <p:cNvSpPr txBox="1"/>
          <p:nvPr/>
        </p:nvSpPr>
        <p:spPr>
          <a:xfrm>
            <a:off x="3138310" y="3907597"/>
            <a:ext cx="570089" cy="230832"/>
          </a:xfrm>
          <a:prstGeom prst="rect">
            <a:avLst/>
          </a:prstGeom>
          <a:noFill/>
        </p:spPr>
        <p:txBody>
          <a:bodyPr wrap="square" rtlCol="0">
            <a:spAutoFit/>
          </a:bodyPr>
          <a:lstStyle/>
          <a:p>
            <a:pPr algn="ctr"/>
            <a:r>
              <a:rPr lang="en-US" sz="900" dirty="0"/>
              <a:t>79</a:t>
            </a:r>
          </a:p>
        </p:txBody>
      </p:sp>
      <p:sp>
        <p:nvSpPr>
          <p:cNvPr id="33" name="TextBox 32">
            <a:extLst>
              <a:ext uri="{FF2B5EF4-FFF2-40B4-BE49-F238E27FC236}">
                <a16:creationId xmlns:a16="http://schemas.microsoft.com/office/drawing/2014/main" id="{EF4BBC09-46B1-2ACF-9DB8-E38DFB7C7B52}"/>
              </a:ext>
            </a:extLst>
          </p:cNvPr>
          <p:cNvSpPr txBox="1"/>
          <p:nvPr/>
        </p:nvSpPr>
        <p:spPr>
          <a:xfrm>
            <a:off x="3138310" y="4909484"/>
            <a:ext cx="570089" cy="230832"/>
          </a:xfrm>
          <a:prstGeom prst="rect">
            <a:avLst/>
          </a:prstGeom>
          <a:noFill/>
        </p:spPr>
        <p:txBody>
          <a:bodyPr wrap="square" rtlCol="0">
            <a:spAutoFit/>
          </a:bodyPr>
          <a:lstStyle/>
          <a:p>
            <a:pPr algn="ctr"/>
            <a:r>
              <a:rPr lang="en-US" sz="900" dirty="0"/>
              <a:t>97</a:t>
            </a:r>
          </a:p>
        </p:txBody>
      </p:sp>
      <p:sp>
        <p:nvSpPr>
          <p:cNvPr id="74" name="TextBox 73">
            <a:extLst>
              <a:ext uri="{FF2B5EF4-FFF2-40B4-BE49-F238E27FC236}">
                <a16:creationId xmlns:a16="http://schemas.microsoft.com/office/drawing/2014/main" id="{C4DBBE56-AA85-E94F-184E-3B38371CB972}"/>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5E04207A-3EAC-40C0-BC32-E37A8A105542}"/>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3497A271-BFE5-AF12-4944-FEC1B583362A}"/>
              </a:ext>
            </a:extLst>
          </p:cNvPr>
          <p:cNvSpPr txBox="1"/>
          <p:nvPr/>
        </p:nvSpPr>
        <p:spPr>
          <a:xfrm>
            <a:off x="4645378" y="3907597"/>
            <a:ext cx="570089" cy="230832"/>
          </a:xfrm>
          <a:prstGeom prst="rect">
            <a:avLst/>
          </a:prstGeom>
          <a:noFill/>
        </p:spPr>
        <p:txBody>
          <a:bodyPr wrap="square" rtlCol="0">
            <a:spAutoFit/>
          </a:bodyPr>
          <a:lstStyle/>
          <a:p>
            <a:pPr algn="ctr"/>
            <a:r>
              <a:rPr lang="en-US" sz="900" dirty="0"/>
              <a:t>53</a:t>
            </a:r>
          </a:p>
        </p:txBody>
      </p:sp>
      <p:sp>
        <p:nvSpPr>
          <p:cNvPr id="77" name="TextBox 76">
            <a:extLst>
              <a:ext uri="{FF2B5EF4-FFF2-40B4-BE49-F238E27FC236}">
                <a16:creationId xmlns:a16="http://schemas.microsoft.com/office/drawing/2014/main" id="{0ADBF7DE-6231-8713-6FB3-58089CCBA227}"/>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C03812B3-91DE-7617-C46E-7DD0D0AC9FCC}"/>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3AD68B2E-BCAA-A2A7-D804-CA12D7AD8C65}"/>
              </a:ext>
            </a:extLst>
          </p:cNvPr>
          <p:cNvSpPr txBox="1"/>
          <p:nvPr/>
        </p:nvSpPr>
        <p:spPr>
          <a:xfrm>
            <a:off x="6152446" y="3907597"/>
            <a:ext cx="570089" cy="230832"/>
          </a:xfrm>
          <a:prstGeom prst="rect">
            <a:avLst/>
          </a:prstGeom>
          <a:noFill/>
        </p:spPr>
        <p:txBody>
          <a:bodyPr wrap="square" rtlCol="0">
            <a:spAutoFit/>
          </a:bodyPr>
          <a:lstStyle/>
          <a:p>
            <a:pPr algn="ctr"/>
            <a:r>
              <a:rPr lang="en-US" sz="900" dirty="0"/>
              <a:t>347</a:t>
            </a:r>
          </a:p>
        </p:txBody>
      </p:sp>
      <p:sp>
        <p:nvSpPr>
          <p:cNvPr id="80" name="TextBox 79">
            <a:extLst>
              <a:ext uri="{FF2B5EF4-FFF2-40B4-BE49-F238E27FC236}">
                <a16:creationId xmlns:a16="http://schemas.microsoft.com/office/drawing/2014/main" id="{A11FB0B9-0AB0-40BA-35B4-01957860883B}"/>
              </a:ext>
            </a:extLst>
          </p:cNvPr>
          <p:cNvSpPr txBox="1"/>
          <p:nvPr/>
        </p:nvSpPr>
        <p:spPr>
          <a:xfrm>
            <a:off x="6654802" y="3907597"/>
            <a:ext cx="570089" cy="230832"/>
          </a:xfrm>
          <a:prstGeom prst="rect">
            <a:avLst/>
          </a:prstGeom>
          <a:noFill/>
        </p:spPr>
        <p:txBody>
          <a:bodyPr wrap="square" rtlCol="0">
            <a:spAutoFit/>
          </a:bodyPr>
          <a:lstStyle/>
          <a:p>
            <a:pPr algn="ctr"/>
            <a:r>
              <a:rPr lang="en-US" sz="900" dirty="0"/>
              <a:t>236</a:t>
            </a:r>
          </a:p>
        </p:txBody>
      </p:sp>
      <p:sp>
        <p:nvSpPr>
          <p:cNvPr id="81" name="TextBox 80">
            <a:extLst>
              <a:ext uri="{FF2B5EF4-FFF2-40B4-BE49-F238E27FC236}">
                <a16:creationId xmlns:a16="http://schemas.microsoft.com/office/drawing/2014/main" id="{E72E63B1-A52D-A6F7-14F1-64FBCF7C4620}"/>
              </a:ext>
            </a:extLst>
          </p:cNvPr>
          <p:cNvSpPr txBox="1"/>
          <p:nvPr/>
        </p:nvSpPr>
        <p:spPr>
          <a:xfrm>
            <a:off x="7157158" y="3907597"/>
            <a:ext cx="570089" cy="230832"/>
          </a:xfrm>
          <a:prstGeom prst="rect">
            <a:avLst/>
          </a:prstGeom>
          <a:noFill/>
        </p:spPr>
        <p:txBody>
          <a:bodyPr wrap="square" rtlCol="0">
            <a:spAutoFit/>
          </a:bodyPr>
          <a:lstStyle/>
          <a:p>
            <a:pPr algn="ctr"/>
            <a:r>
              <a:rPr lang="en-US" sz="900" dirty="0"/>
              <a:t>347</a:t>
            </a:r>
          </a:p>
        </p:txBody>
      </p:sp>
      <p:sp>
        <p:nvSpPr>
          <p:cNvPr id="86" name="TextBox 85">
            <a:extLst>
              <a:ext uri="{FF2B5EF4-FFF2-40B4-BE49-F238E27FC236}">
                <a16:creationId xmlns:a16="http://schemas.microsoft.com/office/drawing/2014/main" id="{2C41FEEE-84C3-16F4-32DD-9B64D279E961}"/>
              </a:ext>
            </a:extLst>
          </p:cNvPr>
          <p:cNvSpPr txBox="1"/>
          <p:nvPr/>
        </p:nvSpPr>
        <p:spPr>
          <a:xfrm>
            <a:off x="6152446" y="2404765"/>
            <a:ext cx="570089" cy="230832"/>
          </a:xfrm>
          <a:prstGeom prst="rect">
            <a:avLst/>
          </a:prstGeom>
          <a:solidFill>
            <a:srgbClr val="62FF00">
              <a:alpha val="30000"/>
            </a:srgbClr>
          </a:solid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C0AD52EF-8140-6BAF-031C-301FDE777552}"/>
              </a:ext>
            </a:extLst>
          </p:cNvPr>
          <p:cNvSpPr txBox="1"/>
          <p:nvPr/>
        </p:nvSpPr>
        <p:spPr>
          <a:xfrm>
            <a:off x="7157158" y="2404765"/>
            <a:ext cx="570089" cy="230832"/>
          </a:xfrm>
          <a:prstGeom prst="rect">
            <a:avLst/>
          </a:prstGeom>
          <a:solidFill>
            <a:srgbClr val="62FF00">
              <a:alpha val="30000"/>
            </a:srgbClr>
          </a:solid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B37E9077-5ED8-FD5F-E12A-FC213C713F7C}"/>
              </a:ext>
            </a:extLst>
          </p:cNvPr>
          <p:cNvSpPr txBox="1"/>
          <p:nvPr/>
        </p:nvSpPr>
        <p:spPr>
          <a:xfrm>
            <a:off x="7157158" y="2905709"/>
            <a:ext cx="570089" cy="230832"/>
          </a:xfrm>
          <a:prstGeom prst="rect">
            <a:avLst/>
          </a:prstGeom>
          <a:solidFill>
            <a:srgbClr val="62FF00">
              <a:alpha val="30000"/>
            </a:srgbClr>
          </a:solid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B4CEDD8B-B12C-8480-4D6F-1758C9D9CD8D}"/>
              </a:ext>
            </a:extLst>
          </p:cNvPr>
          <p:cNvSpPr txBox="1"/>
          <p:nvPr/>
        </p:nvSpPr>
        <p:spPr>
          <a:xfrm>
            <a:off x="6152446" y="2905709"/>
            <a:ext cx="570089" cy="230832"/>
          </a:xfrm>
          <a:prstGeom prst="rect">
            <a:avLst/>
          </a:prstGeom>
          <a:solidFill>
            <a:srgbClr val="62FF00">
              <a:alpha val="30000"/>
            </a:srgbClr>
          </a:solid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704B27B8-66B6-B842-311B-BDDE2BBE640C}"/>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C69784CC-1990-CDE7-4A83-4B6DB9343287}"/>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9636711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80FE1-E6F8-0822-D006-DF790452D81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F30DD4-111A-401B-FB0C-4366ED824410}"/>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4B6029A-D80C-73F9-2E9D-13E78414EB5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96F25BF-111B-11E8-0FA6-1902A0EAE30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0F265D9-A5CE-1458-5576-71E7CF94339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F5088FC-DA95-ADC5-E90F-09FB7194DFD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61E90F8-EB0E-853A-B85A-348DD39E219B}"/>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C4F11C70-265B-1735-FAEE-FB98D1FF70BA}"/>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9A8E5C9A-1132-966A-23EE-7DF266C817FA}"/>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83C54B8E-9D32-EC48-D6C3-936E11B58C84}"/>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BCE026C4-D560-CB7D-9623-E8CEF0190D28}"/>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3CFEC92D-C4B1-CA7F-475A-D3EF7CB8E5CD}"/>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AF454C47-D30B-EBA5-AD6D-CDD57BA471FD}"/>
              </a:ext>
            </a:extLst>
          </p:cNvPr>
          <p:cNvSpPr txBox="1"/>
          <p:nvPr/>
        </p:nvSpPr>
        <p:spPr>
          <a:xfrm>
            <a:off x="3640666" y="1402877"/>
            <a:ext cx="570089" cy="230832"/>
          </a:xfrm>
          <a:prstGeom prst="rect">
            <a:avLst/>
          </a:prstGeom>
          <a:no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191CE58A-CBEB-863A-6115-41444FA5C2A6}"/>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16922AFC-2DDA-304A-A9F2-14F3A9C553E4}"/>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E7B25012-49EE-C9D3-08D0-3A98481ADC20}"/>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6DBA41C8-ADA1-6268-CA02-21A2F09AF23F}"/>
              </a:ext>
            </a:extLst>
          </p:cNvPr>
          <p:cNvSpPr txBox="1"/>
          <p:nvPr/>
        </p:nvSpPr>
        <p:spPr>
          <a:xfrm>
            <a:off x="4645378" y="901933"/>
            <a:ext cx="570089" cy="230832"/>
          </a:xfrm>
          <a:prstGeom prst="rect">
            <a:avLst/>
          </a:prstGeom>
          <a:noFill/>
        </p:spPr>
        <p:txBody>
          <a:bodyPr wrap="square" rtlCol="0">
            <a:spAutoFit/>
          </a:bodyPr>
          <a:lstStyle/>
          <a:p>
            <a:pPr algn="ctr"/>
            <a:r>
              <a:rPr lang="en-US" sz="900" dirty="0"/>
              <a:t>2345</a:t>
            </a:r>
          </a:p>
        </p:txBody>
      </p:sp>
      <p:sp>
        <p:nvSpPr>
          <p:cNvPr id="23" name="TextBox 22">
            <a:extLst>
              <a:ext uri="{FF2B5EF4-FFF2-40B4-BE49-F238E27FC236}">
                <a16:creationId xmlns:a16="http://schemas.microsoft.com/office/drawing/2014/main" id="{4AB08D9E-EA2B-BD27-E731-FE2F2416C8AD}"/>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FD01B355-E8C4-1FA3-94A9-14745729CE70}"/>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D9EEB744-3CBB-4758-7CAB-B80D2429A41E}"/>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26" name="TextBox 25">
            <a:extLst>
              <a:ext uri="{FF2B5EF4-FFF2-40B4-BE49-F238E27FC236}">
                <a16:creationId xmlns:a16="http://schemas.microsoft.com/office/drawing/2014/main" id="{03F42A98-FE9D-7A74-EF35-6877D1A207F2}"/>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F0372C48-1D08-4E13-AC66-8D4D6CE44B67}"/>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723890F7-C8A8-0A4B-78E0-C170F1058F72}"/>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5C0DC025-6F89-CB3C-8C60-E3C85A7A6F09}"/>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28E095AB-3DDF-93BC-2B0B-E3D0065D1820}"/>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F291119B-988E-0339-18A4-CEC733602C18}"/>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A0BEAF9A-F9AE-710B-E2CE-FFC4731F4693}"/>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6CBC72E5-90BD-40FA-F459-CB7A00222785}"/>
              </a:ext>
            </a:extLst>
          </p:cNvPr>
          <p:cNvSpPr txBox="1"/>
          <p:nvPr/>
        </p:nvSpPr>
        <p:spPr>
          <a:xfrm>
            <a:off x="6152446" y="901933"/>
            <a:ext cx="570089" cy="230832"/>
          </a:xfrm>
          <a:prstGeom prst="rect">
            <a:avLst/>
          </a:prstGeom>
          <a:noFill/>
        </p:spPr>
        <p:txBody>
          <a:bodyPr wrap="square" rtlCol="0">
            <a:spAutoFit/>
          </a:bodyPr>
          <a:lstStyle/>
          <a:p>
            <a:pPr algn="ctr"/>
            <a:r>
              <a:rPr lang="en-US" sz="900" dirty="0"/>
              <a:t>358</a:t>
            </a:r>
          </a:p>
        </p:txBody>
      </p:sp>
      <p:sp>
        <p:nvSpPr>
          <p:cNvPr id="29" name="TextBox 28">
            <a:extLst>
              <a:ext uri="{FF2B5EF4-FFF2-40B4-BE49-F238E27FC236}">
                <a16:creationId xmlns:a16="http://schemas.microsoft.com/office/drawing/2014/main" id="{E03D6372-5E30-12E8-79CA-EAE87B42E6D5}"/>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7" name="TextBox 36">
            <a:extLst>
              <a:ext uri="{FF2B5EF4-FFF2-40B4-BE49-F238E27FC236}">
                <a16:creationId xmlns:a16="http://schemas.microsoft.com/office/drawing/2014/main" id="{E3B68F58-DB29-61AE-344C-93A3B0551046}"/>
              </a:ext>
            </a:extLst>
          </p:cNvPr>
          <p:cNvSpPr txBox="1"/>
          <p:nvPr/>
        </p:nvSpPr>
        <p:spPr>
          <a:xfrm>
            <a:off x="6654802" y="1903821"/>
            <a:ext cx="570089" cy="230832"/>
          </a:xfrm>
          <a:prstGeom prst="rect">
            <a:avLst/>
          </a:prstGeom>
          <a:solidFill>
            <a:srgbClr val="62FF00">
              <a:alpha val="30000"/>
            </a:srgbClr>
          </a:solidFill>
        </p:spPr>
        <p:txBody>
          <a:bodyPr wrap="square" rtlCol="0">
            <a:spAutoFit/>
          </a:bodyPr>
          <a:lstStyle/>
          <a:p>
            <a:pPr algn="ctr"/>
            <a:r>
              <a:rPr lang="en-US" sz="900" dirty="0"/>
              <a:t>53</a:t>
            </a:r>
          </a:p>
        </p:txBody>
      </p:sp>
      <p:sp>
        <p:nvSpPr>
          <p:cNvPr id="38" name="TextBox 37">
            <a:extLst>
              <a:ext uri="{FF2B5EF4-FFF2-40B4-BE49-F238E27FC236}">
                <a16:creationId xmlns:a16="http://schemas.microsoft.com/office/drawing/2014/main" id="{6C6252A8-934A-B993-422F-487F7DDA4F99}"/>
              </a:ext>
            </a:extLst>
          </p:cNvPr>
          <p:cNvSpPr txBox="1"/>
          <p:nvPr/>
        </p:nvSpPr>
        <p:spPr>
          <a:xfrm>
            <a:off x="7157158" y="1903821"/>
            <a:ext cx="570089" cy="230832"/>
          </a:xfrm>
          <a:prstGeom prst="rect">
            <a:avLst/>
          </a:prstGeom>
          <a:solidFill>
            <a:srgbClr val="62FF00">
              <a:alpha val="30000"/>
            </a:srgbClr>
          </a:solidFill>
        </p:spPr>
        <p:txBody>
          <a:bodyPr wrap="square" rtlCol="0">
            <a:spAutoFit/>
          </a:bodyPr>
          <a:lstStyle/>
          <a:p>
            <a:pPr algn="ctr"/>
            <a:r>
              <a:rPr lang="en-US" sz="900" dirty="0"/>
              <a:t>24</a:t>
            </a:r>
          </a:p>
        </p:txBody>
      </p:sp>
      <p:sp>
        <p:nvSpPr>
          <p:cNvPr id="39" name="TextBox 38">
            <a:extLst>
              <a:ext uri="{FF2B5EF4-FFF2-40B4-BE49-F238E27FC236}">
                <a16:creationId xmlns:a16="http://schemas.microsoft.com/office/drawing/2014/main" id="{C369FC79-DF3F-9D26-4415-273167515D45}"/>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24CB1C1C-192B-6045-33DD-21940DB95DF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A6A1473C-2DFD-4B3F-F334-581BBB5C8BAC}"/>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919024F1-9F05-EC2C-9E33-E7B1055091CA}"/>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0776CE9A-73EA-D943-3C41-1E7468238AFF}"/>
              </a:ext>
            </a:extLst>
          </p:cNvPr>
          <p:cNvSpPr txBox="1"/>
          <p:nvPr/>
        </p:nvSpPr>
        <p:spPr>
          <a:xfrm>
            <a:off x="5650090" y="2404765"/>
            <a:ext cx="570089" cy="230832"/>
          </a:xfrm>
          <a:prstGeom prst="rect">
            <a:avLst/>
          </a:prstGeom>
          <a:noFill/>
        </p:spPr>
        <p:txBody>
          <a:bodyPr wrap="square" rtlCol="0">
            <a:spAutoFit/>
          </a:bodyPr>
          <a:lstStyle/>
          <a:p>
            <a:pPr algn="ctr"/>
            <a:r>
              <a:rPr lang="en-US" sz="900" dirty="0"/>
              <a:t>51</a:t>
            </a:r>
          </a:p>
        </p:txBody>
      </p:sp>
      <p:sp>
        <p:nvSpPr>
          <p:cNvPr id="48" name="TextBox 47">
            <a:extLst>
              <a:ext uri="{FF2B5EF4-FFF2-40B4-BE49-F238E27FC236}">
                <a16:creationId xmlns:a16="http://schemas.microsoft.com/office/drawing/2014/main" id="{01E229CF-A416-8334-046B-8A3B91BFAFB8}"/>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D7AE6737-6403-6EC7-4C7B-9BD00EFB87ED}"/>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61EBB98A-4DC9-9CFA-BEE6-3D3F1E503283}"/>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775E7161-04B8-A88C-DC62-5A8156B6595F}"/>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F6EB2770-1B94-7EA8-D7C6-D645BA0C0430}"/>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45D350D1-F07C-0FEB-A613-3BEBBD05BC02}"/>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2F112249-7B5D-BE20-DF88-94589E8A31D8}"/>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8DEE82F8-7786-3899-FCB8-E65A2E1AA5EB}"/>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F2165D9A-8843-6A2E-0E29-573D0F871F1A}"/>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114F8CA9-4E27-C571-A652-2263CA3B7FE6}"/>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165A9477-B053-1164-A6F0-281E8BEDBD25}"/>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36BFCF4D-3F94-FE46-A27C-D9F8D821DEBE}"/>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7B186AC3-05DF-2431-655E-645FB8F1C08A}"/>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31541747-0A44-DC28-F14B-5D650940E6AE}"/>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D7EADAA4-CC1F-3B5E-D979-80D4B131AE64}"/>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940D6925-CDDF-8C42-C5C7-B3FF662F21BB}"/>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32F33572-703C-F5FB-1D24-85D611F79397}"/>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7CCD1C3A-49D3-C803-2434-05A5EAE73A6E}"/>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6A5F1C4B-01FC-3231-497F-22C606EBF016}"/>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2114D518-95B7-7C56-0663-1329FE07AAFF}"/>
              </a:ext>
            </a:extLst>
          </p:cNvPr>
          <p:cNvSpPr txBox="1"/>
          <p:nvPr/>
        </p:nvSpPr>
        <p:spPr>
          <a:xfrm>
            <a:off x="5147734" y="3907597"/>
            <a:ext cx="570089" cy="230832"/>
          </a:xfrm>
          <a:prstGeom prst="rect">
            <a:avLst/>
          </a:prstGeom>
          <a:noFill/>
        </p:spPr>
        <p:txBody>
          <a:bodyPr wrap="square" rtlCol="0">
            <a:spAutoFit/>
          </a:bodyPr>
          <a:lstStyle/>
          <a:p>
            <a:pPr algn="ctr"/>
            <a:r>
              <a:rPr lang="en-US" sz="900" dirty="0"/>
              <a:t>56</a:t>
            </a:r>
          </a:p>
        </p:txBody>
      </p:sp>
      <p:sp>
        <p:nvSpPr>
          <p:cNvPr id="68" name="TextBox 67">
            <a:extLst>
              <a:ext uri="{FF2B5EF4-FFF2-40B4-BE49-F238E27FC236}">
                <a16:creationId xmlns:a16="http://schemas.microsoft.com/office/drawing/2014/main" id="{48A014B1-D904-F8FE-BB95-C3A91D67466E}"/>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69" name="TextBox 68">
            <a:extLst>
              <a:ext uri="{FF2B5EF4-FFF2-40B4-BE49-F238E27FC236}">
                <a16:creationId xmlns:a16="http://schemas.microsoft.com/office/drawing/2014/main" id="{83166928-14BF-7357-C356-D525C11F9650}"/>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46640466-45C0-A7E9-DF16-ACEE63990125}"/>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E01D039E-6DE4-24E8-3923-1CF7E202B1D3}"/>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89C459A9-1767-B842-4556-44D9811E78FE}"/>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AD467CE9-536D-076E-B735-32AD754962BA}"/>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44311CF0-A6C5-428A-B123-66098F836A9B}"/>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22B6E4A5-B59D-1D1F-BDB7-6561CEF6CA2E}"/>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971E301D-2A29-DAB9-6356-A17A5136608B}"/>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E82BD358-A934-2F56-4B6E-268C9B77B041}"/>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1E526E7C-5854-CFBC-C11D-D6F77BF4A52F}"/>
              </a:ext>
            </a:extLst>
          </p:cNvPr>
          <p:cNvSpPr txBox="1"/>
          <p:nvPr/>
        </p:nvSpPr>
        <p:spPr>
          <a:xfrm>
            <a:off x="6152446" y="3907597"/>
            <a:ext cx="570089" cy="230832"/>
          </a:xfrm>
          <a:prstGeom prst="rect">
            <a:avLst/>
          </a:prstGeom>
          <a:noFill/>
        </p:spPr>
        <p:txBody>
          <a:bodyPr wrap="square" rtlCol="0">
            <a:spAutoFit/>
          </a:bodyPr>
          <a:lstStyle/>
          <a:p>
            <a:pPr algn="ctr"/>
            <a:r>
              <a:rPr lang="en-US" sz="900" dirty="0"/>
              <a:t>347</a:t>
            </a:r>
          </a:p>
        </p:txBody>
      </p:sp>
      <p:sp>
        <p:nvSpPr>
          <p:cNvPr id="80" name="TextBox 79">
            <a:extLst>
              <a:ext uri="{FF2B5EF4-FFF2-40B4-BE49-F238E27FC236}">
                <a16:creationId xmlns:a16="http://schemas.microsoft.com/office/drawing/2014/main" id="{0831784A-74B6-A530-6B54-8835AC8255D3}"/>
              </a:ext>
            </a:extLst>
          </p:cNvPr>
          <p:cNvSpPr txBox="1"/>
          <p:nvPr/>
        </p:nvSpPr>
        <p:spPr>
          <a:xfrm>
            <a:off x="6654802" y="3907597"/>
            <a:ext cx="570089" cy="230832"/>
          </a:xfrm>
          <a:prstGeom prst="rect">
            <a:avLst/>
          </a:prstGeom>
          <a:noFill/>
        </p:spPr>
        <p:txBody>
          <a:bodyPr wrap="square" rtlCol="0">
            <a:spAutoFit/>
          </a:bodyPr>
          <a:lstStyle/>
          <a:p>
            <a:pPr algn="ctr"/>
            <a:r>
              <a:rPr lang="en-US" sz="900" dirty="0"/>
              <a:t>23</a:t>
            </a:r>
          </a:p>
        </p:txBody>
      </p:sp>
      <p:sp>
        <p:nvSpPr>
          <p:cNvPr id="81" name="TextBox 80">
            <a:extLst>
              <a:ext uri="{FF2B5EF4-FFF2-40B4-BE49-F238E27FC236}">
                <a16:creationId xmlns:a16="http://schemas.microsoft.com/office/drawing/2014/main" id="{EA3B3642-30C2-1387-F47F-E6FA382E07F3}"/>
              </a:ext>
            </a:extLst>
          </p:cNvPr>
          <p:cNvSpPr txBox="1"/>
          <p:nvPr/>
        </p:nvSpPr>
        <p:spPr>
          <a:xfrm>
            <a:off x="7157158" y="3907597"/>
            <a:ext cx="570089" cy="230832"/>
          </a:xfrm>
          <a:prstGeom prst="rect">
            <a:avLst/>
          </a:prstGeom>
          <a:noFill/>
        </p:spPr>
        <p:txBody>
          <a:bodyPr wrap="square" rtlCol="0">
            <a:spAutoFit/>
          </a:bodyPr>
          <a:lstStyle/>
          <a:p>
            <a:pPr algn="ctr"/>
            <a:r>
              <a:rPr lang="en-US" sz="900" dirty="0"/>
              <a:t>347</a:t>
            </a:r>
          </a:p>
        </p:txBody>
      </p:sp>
      <p:sp>
        <p:nvSpPr>
          <p:cNvPr id="86" name="TextBox 85">
            <a:extLst>
              <a:ext uri="{FF2B5EF4-FFF2-40B4-BE49-F238E27FC236}">
                <a16:creationId xmlns:a16="http://schemas.microsoft.com/office/drawing/2014/main" id="{7A085932-2942-7297-F975-4D0B19F2D93C}"/>
              </a:ext>
            </a:extLst>
          </p:cNvPr>
          <p:cNvSpPr txBox="1"/>
          <p:nvPr/>
        </p:nvSpPr>
        <p:spPr>
          <a:xfrm>
            <a:off x="6152446" y="2404765"/>
            <a:ext cx="570089" cy="230832"/>
          </a:xfrm>
          <a:prstGeom prst="rect">
            <a:avLst/>
          </a:prstGeom>
          <a:solidFill>
            <a:srgbClr val="62FF00">
              <a:alpha val="30000"/>
            </a:srgbClr>
          </a:solid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32BF01A7-4AC0-208A-CE7F-09FBDBB3E0A8}"/>
              </a:ext>
            </a:extLst>
          </p:cNvPr>
          <p:cNvSpPr txBox="1"/>
          <p:nvPr/>
        </p:nvSpPr>
        <p:spPr>
          <a:xfrm>
            <a:off x="7157158" y="2404765"/>
            <a:ext cx="570089" cy="230832"/>
          </a:xfrm>
          <a:prstGeom prst="rect">
            <a:avLst/>
          </a:prstGeom>
          <a:solidFill>
            <a:srgbClr val="62FF00">
              <a:alpha val="30000"/>
            </a:srgbClr>
          </a:solid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01907F64-F0EA-9FBC-650B-40DFD8F90EDB}"/>
              </a:ext>
            </a:extLst>
          </p:cNvPr>
          <p:cNvSpPr txBox="1"/>
          <p:nvPr/>
        </p:nvSpPr>
        <p:spPr>
          <a:xfrm>
            <a:off x="7157158" y="2905709"/>
            <a:ext cx="570089" cy="230832"/>
          </a:xfrm>
          <a:prstGeom prst="rect">
            <a:avLst/>
          </a:prstGeom>
          <a:solidFill>
            <a:srgbClr val="62FF00">
              <a:alpha val="30000"/>
            </a:srgbClr>
          </a:solid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C24865E6-77C0-DEB2-57ED-88405B0DADDB}"/>
              </a:ext>
            </a:extLst>
          </p:cNvPr>
          <p:cNvSpPr txBox="1"/>
          <p:nvPr/>
        </p:nvSpPr>
        <p:spPr>
          <a:xfrm>
            <a:off x="6152446" y="2905709"/>
            <a:ext cx="570089" cy="230832"/>
          </a:xfrm>
          <a:prstGeom prst="rect">
            <a:avLst/>
          </a:prstGeom>
          <a:solidFill>
            <a:srgbClr val="62FF00">
              <a:alpha val="30000"/>
            </a:srgbClr>
          </a:solid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A463509E-F84F-DB83-C18A-8E3AD2AC4E02}"/>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DA2366A2-F5AD-AF7D-B2E6-F31428A6FBB5}"/>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72DD5931-F10F-EA6F-C71A-6AC51B3DA5DE}"/>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C835B190-BDFC-EE3C-B12F-076EE12584DC}"/>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120A4FE9-DD60-4DFF-8B1C-4C9B72946BD6}"/>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D39A907F-C285-6BDD-BDC6-6BF2F158AD9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7743855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AAFD8-E491-2B5D-AF7B-416CC72544E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0A4143-AE3C-64D5-E69F-6E28613A007E}"/>
              </a:ext>
            </a:extLst>
          </p:cNvPr>
          <p:cNvSpPr>
            <a:spLocks noGrp="1"/>
          </p:cNvSpPr>
          <p:nvPr>
            <p:ph sz="half" idx="1"/>
          </p:nvPr>
        </p:nvSpPr>
        <p:spPr/>
        <p:txBody>
          <a:bodyPr/>
          <a:lstStyle/>
          <a:p>
            <a:r>
              <a:rPr lang="en-US" dirty="0"/>
              <a:t>Reduce. (Note the X-wing on 4’s in Rows 3 and 7, and on 7’s in Rows 4 and 7.)</a:t>
            </a:r>
          </a:p>
        </p:txBody>
      </p:sp>
      <p:pic>
        <p:nvPicPr>
          <p:cNvPr id="4" name="Picture 3" descr="A grid of sudoku puzzle&#10;&#10;Description automatically generated">
            <a:extLst>
              <a:ext uri="{FF2B5EF4-FFF2-40B4-BE49-F238E27FC236}">
                <a16:creationId xmlns:a16="http://schemas.microsoft.com/office/drawing/2014/main" id="{D6186288-84DF-96D1-0CC5-2636FE1444F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FE734C3-7876-DB4B-743B-2FCDEB45383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40CA66C-B40E-7971-359B-59268046787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2AA361B-7AAB-40FD-77C9-CD701E74167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260B2BB-5655-2E2C-3CA7-0160FB06D10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3412A941-F751-7791-B647-7CE7AC268856}"/>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DFBE3C30-09B2-7278-5C87-AA5E401CDFCF}"/>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AE881D44-19F7-737F-6040-9783484F8282}"/>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ABB0C745-A08F-9501-B88A-F36E0DD1CEBE}"/>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37F06A32-A09D-3F2B-87BF-D6CA1C9AAA36}"/>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409DB2FD-4EBE-C48D-41CB-3787FAE204CE}"/>
              </a:ext>
            </a:extLst>
          </p:cNvPr>
          <p:cNvSpPr txBox="1"/>
          <p:nvPr/>
        </p:nvSpPr>
        <p:spPr>
          <a:xfrm>
            <a:off x="3640666" y="1402877"/>
            <a:ext cx="570089" cy="230832"/>
          </a:xfrm>
          <a:prstGeom prst="rect">
            <a:avLst/>
          </a:prstGeom>
          <a:no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FCB16F42-FEA7-164F-9243-A6336B21CDFD}"/>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DC407055-10B5-7DFA-B786-F54C561D319C}"/>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2D512771-899B-C141-D597-026BE9845309}"/>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CC213F60-D700-3C15-B68A-F3C782108EDE}"/>
              </a:ext>
            </a:extLst>
          </p:cNvPr>
          <p:cNvSpPr txBox="1"/>
          <p:nvPr/>
        </p:nvSpPr>
        <p:spPr>
          <a:xfrm>
            <a:off x="4645378" y="901933"/>
            <a:ext cx="570089" cy="230832"/>
          </a:xfrm>
          <a:prstGeom prst="rect">
            <a:avLst/>
          </a:prstGeom>
          <a:noFill/>
        </p:spPr>
        <p:txBody>
          <a:bodyPr wrap="square" rtlCol="0">
            <a:spAutoFit/>
          </a:bodyPr>
          <a:lstStyle/>
          <a:p>
            <a:pPr algn="ctr"/>
            <a:r>
              <a:rPr lang="en-US" sz="900" dirty="0"/>
              <a:t>245</a:t>
            </a:r>
          </a:p>
        </p:txBody>
      </p:sp>
      <p:sp>
        <p:nvSpPr>
          <p:cNvPr id="23" name="TextBox 22">
            <a:extLst>
              <a:ext uri="{FF2B5EF4-FFF2-40B4-BE49-F238E27FC236}">
                <a16:creationId xmlns:a16="http://schemas.microsoft.com/office/drawing/2014/main" id="{BD804C4E-3F73-77B6-1143-8B7AF9D1685D}"/>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44F81010-966E-6BF8-FFB8-1F17D95667D8}"/>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5" name="TextBox 24">
            <a:extLst>
              <a:ext uri="{FF2B5EF4-FFF2-40B4-BE49-F238E27FC236}">
                <a16:creationId xmlns:a16="http://schemas.microsoft.com/office/drawing/2014/main" id="{3433F8DB-73C5-2CDD-7663-713AF5F9FAA9}"/>
              </a:ext>
            </a:extLst>
          </p:cNvPr>
          <p:cNvSpPr txBox="1"/>
          <p:nvPr/>
        </p:nvSpPr>
        <p:spPr>
          <a:xfrm>
            <a:off x="4645378" y="1903821"/>
            <a:ext cx="570089" cy="230832"/>
          </a:xfrm>
          <a:prstGeom prst="rect">
            <a:avLst/>
          </a:prstGeom>
          <a:noFill/>
        </p:spPr>
        <p:txBody>
          <a:bodyPr wrap="square" rtlCol="0">
            <a:spAutoFit/>
          </a:bodyPr>
          <a:lstStyle/>
          <a:p>
            <a:pPr algn="ctr"/>
            <a:r>
              <a:rPr lang="en-US" sz="900" dirty="0"/>
              <a:t>56</a:t>
            </a:r>
          </a:p>
        </p:txBody>
      </p:sp>
      <p:sp>
        <p:nvSpPr>
          <p:cNvPr id="26" name="TextBox 25">
            <a:extLst>
              <a:ext uri="{FF2B5EF4-FFF2-40B4-BE49-F238E27FC236}">
                <a16:creationId xmlns:a16="http://schemas.microsoft.com/office/drawing/2014/main" id="{99C6E554-E467-2546-8E49-9D133949A51D}"/>
              </a:ext>
            </a:extLst>
          </p:cNvPr>
          <p:cNvSpPr txBox="1"/>
          <p:nvPr/>
        </p:nvSpPr>
        <p:spPr>
          <a:xfrm>
            <a:off x="5147734" y="1903821"/>
            <a:ext cx="570089" cy="230832"/>
          </a:xfrm>
          <a:prstGeom prst="rect">
            <a:avLst/>
          </a:prstGeom>
          <a:noFill/>
        </p:spPr>
        <p:txBody>
          <a:bodyPr wrap="square" rtlCol="0">
            <a:spAutoFit/>
          </a:bodyPr>
          <a:lstStyle/>
          <a:p>
            <a:pPr algn="ctr"/>
            <a:r>
              <a:rPr lang="en-US" sz="900" dirty="0"/>
              <a:t>356</a:t>
            </a:r>
          </a:p>
        </p:txBody>
      </p:sp>
      <p:sp>
        <p:nvSpPr>
          <p:cNvPr id="27" name="TextBox 26">
            <a:extLst>
              <a:ext uri="{FF2B5EF4-FFF2-40B4-BE49-F238E27FC236}">
                <a16:creationId xmlns:a16="http://schemas.microsoft.com/office/drawing/2014/main" id="{8A2653E4-1648-2753-2320-D2A4D569469E}"/>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21F29ED9-9FA2-B0EA-DCE0-615B574D0444}"/>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96DBB331-A5C7-DBE8-5540-B1DC013F31A5}"/>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0EA5F74A-6B63-672E-A09C-B33DACD451DC}"/>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E5F5A99A-5347-F7E4-EA0E-21CF6E070344}"/>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F02D9F4F-B5CC-FBF7-A08A-E1838F547A54}"/>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5D510CB1-99E6-41B2-A76B-4DDEE606140A}"/>
              </a:ext>
            </a:extLst>
          </p:cNvPr>
          <p:cNvSpPr txBox="1"/>
          <p:nvPr/>
        </p:nvSpPr>
        <p:spPr>
          <a:xfrm>
            <a:off x="6152446" y="901933"/>
            <a:ext cx="570089" cy="230832"/>
          </a:xfrm>
          <a:prstGeom prst="rect">
            <a:avLst/>
          </a:prstGeom>
          <a:noFill/>
        </p:spPr>
        <p:txBody>
          <a:bodyPr wrap="square" rtlCol="0">
            <a:spAutoFit/>
          </a:bodyPr>
          <a:lstStyle/>
          <a:p>
            <a:pPr algn="ctr"/>
            <a:r>
              <a:rPr lang="en-US" sz="900" dirty="0"/>
              <a:t>358</a:t>
            </a:r>
          </a:p>
        </p:txBody>
      </p:sp>
      <p:sp>
        <p:nvSpPr>
          <p:cNvPr id="29" name="TextBox 28">
            <a:extLst>
              <a:ext uri="{FF2B5EF4-FFF2-40B4-BE49-F238E27FC236}">
                <a16:creationId xmlns:a16="http://schemas.microsoft.com/office/drawing/2014/main" id="{DBA3C8BA-BC14-5C6E-0289-09A28979F50F}"/>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7" name="TextBox 36">
            <a:extLst>
              <a:ext uri="{FF2B5EF4-FFF2-40B4-BE49-F238E27FC236}">
                <a16:creationId xmlns:a16="http://schemas.microsoft.com/office/drawing/2014/main" id="{C9ECC708-6B00-D6D9-9BB2-E42B81B93EA5}"/>
              </a:ext>
            </a:extLst>
          </p:cNvPr>
          <p:cNvSpPr txBox="1"/>
          <p:nvPr/>
        </p:nvSpPr>
        <p:spPr>
          <a:xfrm>
            <a:off x="6654802" y="1903821"/>
            <a:ext cx="570089" cy="230832"/>
          </a:xfrm>
          <a:prstGeom prst="rect">
            <a:avLst/>
          </a:prstGeom>
          <a:solidFill>
            <a:srgbClr val="62FF00">
              <a:alpha val="30000"/>
            </a:srgbClr>
          </a:solidFill>
        </p:spPr>
        <p:txBody>
          <a:bodyPr wrap="square" rtlCol="0">
            <a:spAutoFit/>
          </a:bodyPr>
          <a:lstStyle/>
          <a:p>
            <a:pPr algn="ctr"/>
            <a:r>
              <a:rPr lang="en-US" sz="900" dirty="0"/>
              <a:t>53</a:t>
            </a:r>
          </a:p>
        </p:txBody>
      </p:sp>
      <p:sp>
        <p:nvSpPr>
          <p:cNvPr id="38" name="TextBox 37">
            <a:extLst>
              <a:ext uri="{FF2B5EF4-FFF2-40B4-BE49-F238E27FC236}">
                <a16:creationId xmlns:a16="http://schemas.microsoft.com/office/drawing/2014/main" id="{D12A565C-E159-5828-EB09-55E3D5A0F104}"/>
              </a:ext>
            </a:extLst>
          </p:cNvPr>
          <p:cNvSpPr txBox="1"/>
          <p:nvPr/>
        </p:nvSpPr>
        <p:spPr>
          <a:xfrm>
            <a:off x="7157158" y="1903821"/>
            <a:ext cx="570089" cy="230832"/>
          </a:xfrm>
          <a:prstGeom prst="rect">
            <a:avLst/>
          </a:prstGeom>
          <a:solidFill>
            <a:srgbClr val="62FF00">
              <a:alpha val="30000"/>
            </a:srgbClr>
          </a:solidFill>
        </p:spPr>
        <p:txBody>
          <a:bodyPr wrap="square" rtlCol="0">
            <a:spAutoFit/>
          </a:bodyPr>
          <a:lstStyle/>
          <a:p>
            <a:pPr algn="ctr"/>
            <a:r>
              <a:rPr lang="en-US" sz="900" dirty="0"/>
              <a:t>24</a:t>
            </a:r>
          </a:p>
        </p:txBody>
      </p:sp>
      <p:sp>
        <p:nvSpPr>
          <p:cNvPr id="39" name="TextBox 38">
            <a:extLst>
              <a:ext uri="{FF2B5EF4-FFF2-40B4-BE49-F238E27FC236}">
                <a16:creationId xmlns:a16="http://schemas.microsoft.com/office/drawing/2014/main" id="{D1EE5C8D-D260-1813-0BE9-EF2E8E8495C0}"/>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72F9F485-E1C4-8E98-CA4A-679C95BF38C6}"/>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AB8087DE-BDDC-8731-9318-2CDA58FDFA03}"/>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3B973F05-2BDF-BCFB-EFAF-86AC3C63DE3D}"/>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76F8D2CC-E9CB-288B-5DE5-3A46283370DD}"/>
              </a:ext>
            </a:extLst>
          </p:cNvPr>
          <p:cNvSpPr txBox="1"/>
          <p:nvPr/>
        </p:nvSpPr>
        <p:spPr>
          <a:xfrm>
            <a:off x="5650090" y="2404765"/>
            <a:ext cx="570089" cy="230832"/>
          </a:xfrm>
          <a:prstGeom prst="rect">
            <a:avLst/>
          </a:prstGeom>
          <a:noFill/>
        </p:spPr>
        <p:txBody>
          <a:bodyPr wrap="square" rtlCol="0">
            <a:spAutoFit/>
          </a:bodyPr>
          <a:lstStyle/>
          <a:p>
            <a:pPr algn="ctr"/>
            <a:r>
              <a:rPr lang="en-US" sz="900" dirty="0"/>
              <a:t>51</a:t>
            </a:r>
          </a:p>
        </p:txBody>
      </p:sp>
      <p:sp>
        <p:nvSpPr>
          <p:cNvPr id="48" name="TextBox 47">
            <a:extLst>
              <a:ext uri="{FF2B5EF4-FFF2-40B4-BE49-F238E27FC236}">
                <a16:creationId xmlns:a16="http://schemas.microsoft.com/office/drawing/2014/main" id="{F2AC778D-932E-DC97-352C-ABCB802D3F6C}"/>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E4E940FB-9AA3-3930-7203-CA768E2A1DCF}"/>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F72441E9-2DAB-A5B6-E5B2-76DADA733AB8}"/>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CC507E68-7FED-B31C-A419-35D8DD074066}"/>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E0AAC3FC-2E60-3B50-5DFB-ADDC143D7186}"/>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6D28E326-2CB1-48F7-25B9-E9907FE0ABD7}"/>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C354F3E3-771C-4191-585E-8CF73707E9A1}"/>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BF04BDDA-ECE8-822E-558B-8A4E108BAAB7}"/>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5606C5BA-BFB6-D50C-CBC6-704F365BD97F}"/>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6805ABEC-557C-AE99-798A-668BACD6943B}"/>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50091C2F-E985-BAC6-C7A0-085A28BA0ABE}"/>
              </a:ext>
            </a:extLst>
          </p:cNvPr>
          <p:cNvSpPr txBox="1"/>
          <p:nvPr/>
        </p:nvSpPr>
        <p:spPr>
          <a:xfrm>
            <a:off x="5147734" y="2905709"/>
            <a:ext cx="570089" cy="230832"/>
          </a:xfrm>
          <a:prstGeom prst="rect">
            <a:avLst/>
          </a:prstGeom>
          <a:no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181BF290-83A3-B096-4775-5F27340A6170}"/>
              </a:ext>
            </a:extLst>
          </p:cNvPr>
          <p:cNvSpPr txBox="1"/>
          <p:nvPr/>
        </p:nvSpPr>
        <p:spPr>
          <a:xfrm>
            <a:off x="5650090" y="2905709"/>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74BFBD1C-A45F-CF2F-F491-07CA975EFB86}"/>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FA77EF10-AEFB-62D2-121D-29A702C6DA81}"/>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1E18FEA7-5DCB-7C4C-ED9B-E15C661A97D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BB1666ED-2FDF-F5E2-162D-E585058B4089}"/>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F4797288-CFA4-6DCE-97ED-9298091D8361}"/>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ECFE0E06-AE70-DA11-D537-768CCCDABC0A}"/>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7FDA2924-94CE-0F55-303F-7BF32CFDA7AD}"/>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CFCFAA37-A491-BCC9-D75D-82E787A3884C}"/>
              </a:ext>
            </a:extLst>
          </p:cNvPr>
          <p:cNvSpPr txBox="1"/>
          <p:nvPr/>
        </p:nvSpPr>
        <p:spPr>
          <a:xfrm>
            <a:off x="5147734" y="3907597"/>
            <a:ext cx="570089" cy="230832"/>
          </a:xfrm>
          <a:prstGeom prst="rect">
            <a:avLst/>
          </a:prstGeom>
          <a:noFill/>
        </p:spPr>
        <p:txBody>
          <a:bodyPr wrap="square" rtlCol="0">
            <a:spAutoFit/>
          </a:bodyPr>
          <a:lstStyle/>
          <a:p>
            <a:pPr algn="ctr"/>
            <a:r>
              <a:rPr lang="en-US" sz="900" dirty="0"/>
              <a:t>56</a:t>
            </a:r>
          </a:p>
        </p:txBody>
      </p:sp>
      <p:sp>
        <p:nvSpPr>
          <p:cNvPr id="68" name="TextBox 67">
            <a:extLst>
              <a:ext uri="{FF2B5EF4-FFF2-40B4-BE49-F238E27FC236}">
                <a16:creationId xmlns:a16="http://schemas.microsoft.com/office/drawing/2014/main" id="{077E2801-0257-B03F-686F-874CD7020E1B}"/>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69" name="TextBox 68">
            <a:extLst>
              <a:ext uri="{FF2B5EF4-FFF2-40B4-BE49-F238E27FC236}">
                <a16:creationId xmlns:a16="http://schemas.microsoft.com/office/drawing/2014/main" id="{AE51BB82-3D37-E98F-A29D-F653720925ED}"/>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7080565E-5003-2423-197C-FCDAB697E5CE}"/>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3EF92E6A-0858-D689-6E3E-17180C3D8180}"/>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0F932BCB-D43A-C96B-BEB6-6E904007AAF7}"/>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A7396222-EF98-6042-BFD7-720F4450BC82}"/>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D08338F6-109F-5932-BADB-AEA5391B3F2A}"/>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C3FECCBF-BE5D-9DB7-9172-646F4A9BB01B}"/>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0C61F5D9-4BBF-F700-5721-E0F020836591}"/>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1840B6A3-2B07-47B7-6710-2EA7238BB9A7}"/>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72B516AA-D727-C794-042B-D5A85D606B5E}"/>
              </a:ext>
            </a:extLst>
          </p:cNvPr>
          <p:cNvSpPr txBox="1"/>
          <p:nvPr/>
        </p:nvSpPr>
        <p:spPr>
          <a:xfrm>
            <a:off x="6152446" y="3907597"/>
            <a:ext cx="570089" cy="230832"/>
          </a:xfrm>
          <a:prstGeom prst="rect">
            <a:avLst/>
          </a:prstGeom>
          <a:solidFill>
            <a:srgbClr val="62FF00">
              <a:alpha val="30000"/>
            </a:srgb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D54EC4CD-E63E-37AE-0AC5-335E0410805E}"/>
              </a:ext>
            </a:extLst>
          </p:cNvPr>
          <p:cNvSpPr txBox="1"/>
          <p:nvPr/>
        </p:nvSpPr>
        <p:spPr>
          <a:xfrm>
            <a:off x="7157158" y="3907597"/>
            <a:ext cx="570089" cy="230832"/>
          </a:xfrm>
          <a:prstGeom prst="rect">
            <a:avLst/>
          </a:prstGeom>
          <a:solidFill>
            <a:srgbClr val="62FF00">
              <a:alpha val="30000"/>
            </a:srgbClr>
          </a:solidFill>
        </p:spPr>
        <p:txBody>
          <a:bodyPr wrap="square" rtlCol="0">
            <a:spAutoFit/>
          </a:bodyPr>
          <a:lstStyle/>
          <a:p>
            <a:pPr algn="ctr"/>
            <a:r>
              <a:rPr lang="en-US" sz="900" dirty="0"/>
              <a:t>47</a:t>
            </a:r>
          </a:p>
        </p:txBody>
      </p:sp>
      <p:sp>
        <p:nvSpPr>
          <p:cNvPr id="86" name="TextBox 85">
            <a:extLst>
              <a:ext uri="{FF2B5EF4-FFF2-40B4-BE49-F238E27FC236}">
                <a16:creationId xmlns:a16="http://schemas.microsoft.com/office/drawing/2014/main" id="{CBF9600B-50E9-CA90-1450-CD2AD61BA616}"/>
              </a:ext>
            </a:extLst>
          </p:cNvPr>
          <p:cNvSpPr txBox="1"/>
          <p:nvPr/>
        </p:nvSpPr>
        <p:spPr>
          <a:xfrm>
            <a:off x="6152446" y="2404765"/>
            <a:ext cx="570089" cy="230832"/>
          </a:xfrm>
          <a:prstGeom prst="rect">
            <a:avLst/>
          </a:prstGeom>
          <a:solidFill>
            <a:srgbClr val="62FF00">
              <a:alpha val="30000"/>
            </a:srgbClr>
          </a:solid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CDF7C892-5552-47E6-890F-80AFFC6C5B0B}"/>
              </a:ext>
            </a:extLst>
          </p:cNvPr>
          <p:cNvSpPr txBox="1"/>
          <p:nvPr/>
        </p:nvSpPr>
        <p:spPr>
          <a:xfrm>
            <a:off x="7157158" y="2404765"/>
            <a:ext cx="570089" cy="230832"/>
          </a:xfrm>
          <a:prstGeom prst="rect">
            <a:avLst/>
          </a:prstGeom>
          <a:solidFill>
            <a:srgbClr val="62FF00">
              <a:alpha val="30000"/>
            </a:srgbClr>
          </a:solid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3A032EF8-1ED9-4286-A8ED-5B6EC4EC927C}"/>
              </a:ext>
            </a:extLst>
          </p:cNvPr>
          <p:cNvSpPr txBox="1"/>
          <p:nvPr/>
        </p:nvSpPr>
        <p:spPr>
          <a:xfrm>
            <a:off x="7157158" y="2905709"/>
            <a:ext cx="570089" cy="230832"/>
          </a:xfrm>
          <a:prstGeom prst="rect">
            <a:avLst/>
          </a:prstGeom>
          <a:solidFill>
            <a:srgbClr val="62FF00">
              <a:alpha val="30000"/>
            </a:srgbClr>
          </a:solid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406E6388-0890-91C8-C2E7-5C575C7A3A6F}"/>
              </a:ext>
            </a:extLst>
          </p:cNvPr>
          <p:cNvSpPr txBox="1"/>
          <p:nvPr/>
        </p:nvSpPr>
        <p:spPr>
          <a:xfrm>
            <a:off x="6152446" y="2905709"/>
            <a:ext cx="570089" cy="230832"/>
          </a:xfrm>
          <a:prstGeom prst="rect">
            <a:avLst/>
          </a:prstGeom>
          <a:solidFill>
            <a:srgbClr val="62FF00">
              <a:alpha val="30000"/>
            </a:srgbClr>
          </a:solid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7D0D0FA1-38E9-81AD-9EFA-77315AF1387D}"/>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4D526163-9077-1513-5831-1C9B6BDF9A6C}"/>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6A1F9B6A-E792-D3A5-AA68-C490ABA2B246}"/>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BE0EF60C-691A-BFA1-E3D0-367772C2061E}"/>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572BA38D-C73E-8514-56B1-D4845A9D4220}"/>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E21B98E5-65C9-1DE2-9EC3-4FDFA5EC6CD8}"/>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62D43F62-367E-F4F6-9757-87A03AD4418B}"/>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0258314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18475-563D-0010-3B5D-2F662DBADE8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006B8F-2EF0-1DD2-3914-C382D7021D59}"/>
              </a:ext>
            </a:extLst>
          </p:cNvPr>
          <p:cNvSpPr>
            <a:spLocks noGrp="1"/>
          </p:cNvSpPr>
          <p:nvPr>
            <p:ph sz="half" idx="1"/>
          </p:nvPr>
        </p:nvSpPr>
        <p:spPr/>
        <p:txBody>
          <a:bodyPr/>
          <a:lstStyle/>
          <a:p>
            <a:r>
              <a:rPr lang="en-US" dirty="0"/>
              <a:t>Note the X-wing on 6’s in Columns 5 and 6.</a:t>
            </a:r>
          </a:p>
          <a:p>
            <a:r>
              <a:rPr lang="en-US" dirty="0"/>
              <a:t>Then, last possible 6 in Row 3.</a:t>
            </a:r>
          </a:p>
        </p:txBody>
      </p:sp>
      <p:pic>
        <p:nvPicPr>
          <p:cNvPr id="4" name="Picture 3" descr="A grid of sudoku puzzle&#10;&#10;Description automatically generated">
            <a:extLst>
              <a:ext uri="{FF2B5EF4-FFF2-40B4-BE49-F238E27FC236}">
                <a16:creationId xmlns:a16="http://schemas.microsoft.com/office/drawing/2014/main" id="{31C795C9-7E1C-86CB-AFE6-80D09D9618E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EB9F101-226D-4C60-666F-EB879AF9753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23F0483-1BFB-9E01-588A-10177D143F6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C6A73CA-F94E-3F7F-AF69-526023781A7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839D90A-8345-DA90-A6BC-7BF99E1642C5}"/>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5A48073E-B038-0435-3B3B-4D844998A031}"/>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1744F9F7-F6A3-745A-ED24-A1FD4B4BEEBD}"/>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A22B69F4-D4BB-3ED4-36F6-F6342DED0678}"/>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5EB7596-C783-1CA5-ED66-93C79C1B1939}"/>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96451CD6-7794-D854-8FDE-67A149230109}"/>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41EBB213-F497-AA79-5903-81E1E25AD08B}"/>
              </a:ext>
            </a:extLst>
          </p:cNvPr>
          <p:cNvSpPr txBox="1"/>
          <p:nvPr/>
        </p:nvSpPr>
        <p:spPr>
          <a:xfrm>
            <a:off x="3640666" y="1402877"/>
            <a:ext cx="570089" cy="230832"/>
          </a:xfrm>
          <a:prstGeom prst="rect">
            <a:avLst/>
          </a:prstGeom>
          <a:no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26AB76FF-950E-EA3C-E8A1-05ED219BA436}"/>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7BA48224-DC7E-89E9-FB64-E060B3AB76F0}"/>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FAB674CE-24D0-B861-DBF4-40C45E88525A}"/>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CCC20882-BE68-A6A3-4DD4-904D76ACB151}"/>
              </a:ext>
            </a:extLst>
          </p:cNvPr>
          <p:cNvSpPr txBox="1"/>
          <p:nvPr/>
        </p:nvSpPr>
        <p:spPr>
          <a:xfrm>
            <a:off x="4645378" y="901933"/>
            <a:ext cx="570089" cy="230832"/>
          </a:xfrm>
          <a:prstGeom prst="rect">
            <a:avLst/>
          </a:prstGeom>
          <a:noFill/>
        </p:spPr>
        <p:txBody>
          <a:bodyPr wrap="square" rtlCol="0">
            <a:spAutoFit/>
          </a:bodyPr>
          <a:lstStyle/>
          <a:p>
            <a:pPr algn="ctr"/>
            <a:r>
              <a:rPr lang="en-US" sz="900" dirty="0"/>
              <a:t>245</a:t>
            </a:r>
          </a:p>
        </p:txBody>
      </p:sp>
      <p:sp>
        <p:nvSpPr>
          <p:cNvPr id="23" name="TextBox 22">
            <a:extLst>
              <a:ext uri="{FF2B5EF4-FFF2-40B4-BE49-F238E27FC236}">
                <a16:creationId xmlns:a16="http://schemas.microsoft.com/office/drawing/2014/main" id="{7D617C47-C11F-03AF-4851-F2C5CBC0B45E}"/>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8D0620EC-6294-C1A0-F62A-0D54521AEF15}"/>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13774A85-B212-C160-1623-D122F7BC6D33}"/>
              </a:ext>
            </a:extLst>
          </p:cNvPr>
          <p:cNvSpPr txBox="1"/>
          <p:nvPr/>
        </p:nvSpPr>
        <p:spPr>
          <a:xfrm>
            <a:off x="5147734" y="1903821"/>
            <a:ext cx="570089" cy="230832"/>
          </a:xfrm>
          <a:prstGeom prst="rect">
            <a:avLst/>
          </a:prstGeom>
          <a:solidFill>
            <a:srgbClr val="62FF00">
              <a:alpha val="30000"/>
            </a:srgbClr>
          </a:solidFill>
        </p:spPr>
        <p:txBody>
          <a:bodyPr wrap="square" rtlCol="0">
            <a:spAutoFit/>
          </a:bodyPr>
          <a:lstStyle/>
          <a:p>
            <a:pPr algn="ctr"/>
            <a:r>
              <a:rPr lang="en-US" sz="900" dirty="0"/>
              <a:t>35</a:t>
            </a:r>
          </a:p>
        </p:txBody>
      </p:sp>
      <p:sp>
        <p:nvSpPr>
          <p:cNvPr id="27" name="TextBox 26">
            <a:extLst>
              <a:ext uri="{FF2B5EF4-FFF2-40B4-BE49-F238E27FC236}">
                <a16:creationId xmlns:a16="http://schemas.microsoft.com/office/drawing/2014/main" id="{02F15B4B-3D70-06D3-8A18-3A5E8C4B6D1F}"/>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A40F695D-0206-F5F8-D647-56496744B6B6}"/>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450AE4FA-F893-9853-EAB4-DECADC933707}"/>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68A00932-9E81-F5E0-5817-4C58A59D2604}"/>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EB9E3221-2FE7-3965-7D03-AA6A07CB8E88}"/>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ABDBA8E6-1F33-4163-F176-8CD670B95786}"/>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3242A053-CA75-8A12-7642-4CE0406932DC}"/>
              </a:ext>
            </a:extLst>
          </p:cNvPr>
          <p:cNvSpPr txBox="1"/>
          <p:nvPr/>
        </p:nvSpPr>
        <p:spPr>
          <a:xfrm>
            <a:off x="6152446" y="901933"/>
            <a:ext cx="570089" cy="230832"/>
          </a:xfrm>
          <a:prstGeom prst="rect">
            <a:avLst/>
          </a:prstGeom>
          <a:noFill/>
        </p:spPr>
        <p:txBody>
          <a:bodyPr wrap="square" rtlCol="0">
            <a:spAutoFit/>
          </a:bodyPr>
          <a:lstStyle/>
          <a:p>
            <a:pPr algn="ctr"/>
            <a:r>
              <a:rPr lang="en-US" sz="900" dirty="0"/>
              <a:t>358</a:t>
            </a:r>
          </a:p>
        </p:txBody>
      </p:sp>
      <p:sp>
        <p:nvSpPr>
          <p:cNvPr id="29" name="TextBox 28">
            <a:extLst>
              <a:ext uri="{FF2B5EF4-FFF2-40B4-BE49-F238E27FC236}">
                <a16:creationId xmlns:a16="http://schemas.microsoft.com/office/drawing/2014/main" id="{188F73A6-6BDE-5637-57AD-2C2504AAC2D9}"/>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7" name="TextBox 36">
            <a:extLst>
              <a:ext uri="{FF2B5EF4-FFF2-40B4-BE49-F238E27FC236}">
                <a16:creationId xmlns:a16="http://schemas.microsoft.com/office/drawing/2014/main" id="{CEFEE138-F391-0C41-09F9-BAE0B98D4574}"/>
              </a:ext>
            </a:extLst>
          </p:cNvPr>
          <p:cNvSpPr txBox="1"/>
          <p:nvPr/>
        </p:nvSpPr>
        <p:spPr>
          <a:xfrm>
            <a:off x="6654802" y="1903821"/>
            <a:ext cx="570089" cy="230832"/>
          </a:xfrm>
          <a:prstGeom prst="rect">
            <a:avLst/>
          </a:prstGeom>
          <a:solidFill>
            <a:srgbClr val="62FF00">
              <a:alpha val="30000"/>
            </a:srgbClr>
          </a:solidFill>
        </p:spPr>
        <p:txBody>
          <a:bodyPr wrap="square" rtlCol="0">
            <a:spAutoFit/>
          </a:bodyPr>
          <a:lstStyle/>
          <a:p>
            <a:pPr algn="ctr"/>
            <a:r>
              <a:rPr lang="en-US" sz="900" dirty="0"/>
              <a:t>53</a:t>
            </a:r>
          </a:p>
        </p:txBody>
      </p:sp>
      <p:sp>
        <p:nvSpPr>
          <p:cNvPr id="38" name="TextBox 37">
            <a:extLst>
              <a:ext uri="{FF2B5EF4-FFF2-40B4-BE49-F238E27FC236}">
                <a16:creationId xmlns:a16="http://schemas.microsoft.com/office/drawing/2014/main" id="{F9741A2C-010F-4074-405A-3980FD0AA3F4}"/>
              </a:ext>
            </a:extLst>
          </p:cNvPr>
          <p:cNvSpPr txBox="1"/>
          <p:nvPr/>
        </p:nvSpPr>
        <p:spPr>
          <a:xfrm>
            <a:off x="7157158" y="1903821"/>
            <a:ext cx="570089" cy="230832"/>
          </a:xfrm>
          <a:prstGeom prst="rect">
            <a:avLst/>
          </a:prstGeom>
          <a:solidFill>
            <a:srgbClr val="62FF00">
              <a:alpha val="30000"/>
            </a:srgbClr>
          </a:solidFill>
        </p:spPr>
        <p:txBody>
          <a:bodyPr wrap="square" rtlCol="0">
            <a:spAutoFit/>
          </a:bodyPr>
          <a:lstStyle/>
          <a:p>
            <a:pPr algn="ctr"/>
            <a:r>
              <a:rPr lang="en-US" sz="900" dirty="0"/>
              <a:t>24</a:t>
            </a:r>
          </a:p>
        </p:txBody>
      </p:sp>
      <p:sp>
        <p:nvSpPr>
          <p:cNvPr id="39" name="TextBox 38">
            <a:extLst>
              <a:ext uri="{FF2B5EF4-FFF2-40B4-BE49-F238E27FC236}">
                <a16:creationId xmlns:a16="http://schemas.microsoft.com/office/drawing/2014/main" id="{E3F23407-B9B6-A543-CB7D-F5437518A220}"/>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EB5C3B21-B12F-1547-4F36-5F9F30889653}"/>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58D5A97E-6B81-AFB1-F4FB-5DCABB666057}"/>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B3D356C0-D71C-2825-D5E5-3B5CFB5C4EE2}"/>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9E08B22F-0EAD-54ED-1DFE-16D265D779FD}"/>
              </a:ext>
            </a:extLst>
          </p:cNvPr>
          <p:cNvSpPr txBox="1"/>
          <p:nvPr/>
        </p:nvSpPr>
        <p:spPr>
          <a:xfrm>
            <a:off x="5650090" y="2404765"/>
            <a:ext cx="570089" cy="230832"/>
          </a:xfrm>
          <a:prstGeom prst="rect">
            <a:avLst/>
          </a:prstGeom>
          <a:noFill/>
        </p:spPr>
        <p:txBody>
          <a:bodyPr wrap="square" rtlCol="0">
            <a:spAutoFit/>
          </a:bodyPr>
          <a:lstStyle/>
          <a:p>
            <a:pPr algn="ctr"/>
            <a:r>
              <a:rPr lang="en-US" sz="900" dirty="0"/>
              <a:t>51</a:t>
            </a:r>
          </a:p>
        </p:txBody>
      </p:sp>
      <p:sp>
        <p:nvSpPr>
          <p:cNvPr id="48" name="TextBox 47">
            <a:extLst>
              <a:ext uri="{FF2B5EF4-FFF2-40B4-BE49-F238E27FC236}">
                <a16:creationId xmlns:a16="http://schemas.microsoft.com/office/drawing/2014/main" id="{B8CA4980-6268-E331-5F2F-EA22F1F34A3D}"/>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CE822BB4-151F-62CC-EF09-21B596CE02C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FCD1C527-56A6-FD25-7268-BE55CA94DBA2}"/>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0358C467-142A-C46B-846A-BED73F8599A0}"/>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C7E05930-B20A-B75C-15C6-E8A9D5F9D558}"/>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C93745D3-424F-280C-18E4-CD369BB735ED}"/>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508A0F17-9E78-AD18-CAA2-CAC1CD626BFD}"/>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436280B4-33A1-4219-2EB6-C1AFABCF6637}"/>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E9BDDB90-15A3-8E70-BF93-0066FADECA91}"/>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8FDEC12B-66E7-2541-2838-995C9F91987A}"/>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D62D81E3-A08E-9BB9-0EF0-53EABAB00A40}"/>
              </a:ext>
            </a:extLst>
          </p:cNvPr>
          <p:cNvSpPr txBox="1"/>
          <p:nvPr/>
        </p:nvSpPr>
        <p:spPr>
          <a:xfrm>
            <a:off x="5147734" y="2905709"/>
            <a:ext cx="570089" cy="230832"/>
          </a:xfrm>
          <a:prstGeom prst="rect">
            <a:avLst/>
          </a:prstGeom>
          <a:solidFill>
            <a:srgbClr val="B900FF">
              <a:alpha val="29804"/>
            </a:srgbClr>
          </a:solid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8E48A311-42DE-87CB-A64A-8C1946D0C859}"/>
              </a:ext>
            </a:extLst>
          </p:cNvPr>
          <p:cNvSpPr txBox="1"/>
          <p:nvPr/>
        </p:nvSpPr>
        <p:spPr>
          <a:xfrm>
            <a:off x="5650090" y="2905709"/>
            <a:ext cx="570089" cy="230832"/>
          </a:xfrm>
          <a:prstGeom prst="rect">
            <a:avLst/>
          </a:prstGeom>
          <a:solidFill>
            <a:srgbClr val="B900FF">
              <a:alpha val="29804"/>
            </a:srgbClr>
          </a:solid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F96C1F4A-E705-1222-6C86-385DC6D46271}"/>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259E6B4B-49F9-4DA7-8710-3AA91FF69D75}"/>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F56629A8-EFAF-950E-7705-EA88E12AD449}"/>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8A49422C-D84D-2A96-28C5-DDE74BD1EAD2}"/>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094F4743-7E65-6506-405F-0ED6ADA22B5C}"/>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4BCA951E-69B4-0825-6B4A-E9C0A7B83B96}"/>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FD760A40-5E70-9B6B-0181-A9A396BE13A1}"/>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66394724-7266-0B0E-CD61-B9044955C279}"/>
              </a:ext>
            </a:extLst>
          </p:cNvPr>
          <p:cNvSpPr txBox="1"/>
          <p:nvPr/>
        </p:nvSpPr>
        <p:spPr>
          <a:xfrm>
            <a:off x="5147734" y="3907597"/>
            <a:ext cx="570089" cy="230832"/>
          </a:xfrm>
          <a:prstGeom prst="rect">
            <a:avLst/>
          </a:prstGeom>
          <a:solidFill>
            <a:srgbClr val="B900FF">
              <a:alpha val="29804"/>
            </a:srgbClr>
          </a:solidFill>
        </p:spPr>
        <p:txBody>
          <a:bodyPr wrap="square" rtlCol="0">
            <a:spAutoFit/>
          </a:bodyPr>
          <a:lstStyle/>
          <a:p>
            <a:pPr algn="ctr"/>
            <a:r>
              <a:rPr lang="en-US" sz="900" dirty="0"/>
              <a:t>56</a:t>
            </a:r>
          </a:p>
        </p:txBody>
      </p:sp>
      <p:sp>
        <p:nvSpPr>
          <p:cNvPr id="68" name="TextBox 67">
            <a:extLst>
              <a:ext uri="{FF2B5EF4-FFF2-40B4-BE49-F238E27FC236}">
                <a16:creationId xmlns:a16="http://schemas.microsoft.com/office/drawing/2014/main" id="{4CC82EEC-E67C-B1C9-CDD1-ADA300DE441C}"/>
              </a:ext>
            </a:extLst>
          </p:cNvPr>
          <p:cNvSpPr txBox="1"/>
          <p:nvPr/>
        </p:nvSpPr>
        <p:spPr>
          <a:xfrm>
            <a:off x="5650090" y="3907597"/>
            <a:ext cx="570089" cy="230832"/>
          </a:xfrm>
          <a:prstGeom prst="rect">
            <a:avLst/>
          </a:prstGeom>
          <a:solidFill>
            <a:srgbClr val="B900FF">
              <a:alpha val="29804"/>
            </a:srgbClr>
          </a:solidFill>
        </p:spPr>
        <p:txBody>
          <a:bodyPr wrap="square" rtlCol="0">
            <a:spAutoFit/>
          </a:bodyPr>
          <a:lstStyle/>
          <a:p>
            <a:pPr algn="ctr"/>
            <a:r>
              <a:rPr lang="en-US" sz="900" dirty="0"/>
              <a:t>65</a:t>
            </a:r>
          </a:p>
        </p:txBody>
      </p:sp>
      <p:sp>
        <p:nvSpPr>
          <p:cNvPr id="69" name="TextBox 68">
            <a:extLst>
              <a:ext uri="{FF2B5EF4-FFF2-40B4-BE49-F238E27FC236}">
                <a16:creationId xmlns:a16="http://schemas.microsoft.com/office/drawing/2014/main" id="{14BEDC46-F860-72C5-A9C2-AC14A83F8EA1}"/>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CF4A4A86-EA26-5301-0A57-8FE63D45481A}"/>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14A01786-5E12-182A-476B-E83ABC64F80E}"/>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06B976F5-B9CB-F33E-6D29-B8808F2EFA87}"/>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E6E38030-5CF1-D5F6-3505-D9DEE846AF4C}"/>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8B7BB0ED-8615-9954-2839-2FF93C68DB08}"/>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658BAA86-534F-10C5-EF1F-F5F0924EE4F0}"/>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B5B9F6D2-5676-F6DD-820B-CB03E413CC89}"/>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7A514224-1111-0546-5731-8F2B3D32F9C3}"/>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6D6F1409-6B92-15AE-020A-DE7E6CC9F310}"/>
              </a:ext>
            </a:extLst>
          </p:cNvPr>
          <p:cNvSpPr txBox="1"/>
          <p:nvPr/>
        </p:nvSpPr>
        <p:spPr>
          <a:xfrm>
            <a:off x="6152446" y="3907597"/>
            <a:ext cx="570089" cy="230832"/>
          </a:xfrm>
          <a:prstGeom prst="rect">
            <a:avLst/>
          </a:prstGeom>
          <a:solidFill>
            <a:srgbClr val="62FF00">
              <a:alpha val="30000"/>
            </a:srgb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CE2D8A31-F62A-4D4C-FC3C-E57C7C246555}"/>
              </a:ext>
            </a:extLst>
          </p:cNvPr>
          <p:cNvSpPr txBox="1"/>
          <p:nvPr/>
        </p:nvSpPr>
        <p:spPr>
          <a:xfrm>
            <a:off x="7157158" y="3907597"/>
            <a:ext cx="570089" cy="230832"/>
          </a:xfrm>
          <a:prstGeom prst="rect">
            <a:avLst/>
          </a:prstGeom>
          <a:solidFill>
            <a:srgbClr val="62FF00">
              <a:alpha val="30000"/>
            </a:srgbClr>
          </a:solidFill>
        </p:spPr>
        <p:txBody>
          <a:bodyPr wrap="square" rtlCol="0">
            <a:spAutoFit/>
          </a:bodyPr>
          <a:lstStyle/>
          <a:p>
            <a:pPr algn="ctr"/>
            <a:r>
              <a:rPr lang="en-US" sz="900" dirty="0"/>
              <a:t>47</a:t>
            </a:r>
          </a:p>
        </p:txBody>
      </p:sp>
      <p:sp>
        <p:nvSpPr>
          <p:cNvPr id="86" name="TextBox 85">
            <a:extLst>
              <a:ext uri="{FF2B5EF4-FFF2-40B4-BE49-F238E27FC236}">
                <a16:creationId xmlns:a16="http://schemas.microsoft.com/office/drawing/2014/main" id="{6FA9B2D1-1146-D460-BB18-9CC78156366A}"/>
              </a:ext>
            </a:extLst>
          </p:cNvPr>
          <p:cNvSpPr txBox="1"/>
          <p:nvPr/>
        </p:nvSpPr>
        <p:spPr>
          <a:xfrm>
            <a:off x="6152446" y="2404765"/>
            <a:ext cx="570089" cy="230832"/>
          </a:xfrm>
          <a:prstGeom prst="rect">
            <a:avLst/>
          </a:prstGeom>
          <a:solidFill>
            <a:srgbClr val="62FF00">
              <a:alpha val="30000"/>
            </a:srgbClr>
          </a:solid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803D546A-F13B-225B-8C0E-5049C9C788DF}"/>
              </a:ext>
            </a:extLst>
          </p:cNvPr>
          <p:cNvSpPr txBox="1"/>
          <p:nvPr/>
        </p:nvSpPr>
        <p:spPr>
          <a:xfrm>
            <a:off x="7157158" y="2404765"/>
            <a:ext cx="570089" cy="230832"/>
          </a:xfrm>
          <a:prstGeom prst="rect">
            <a:avLst/>
          </a:prstGeom>
          <a:solidFill>
            <a:srgbClr val="62FF00">
              <a:alpha val="30000"/>
            </a:srgbClr>
          </a:solid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C1BF35CA-9126-522B-D702-C063D279E95B}"/>
              </a:ext>
            </a:extLst>
          </p:cNvPr>
          <p:cNvSpPr txBox="1"/>
          <p:nvPr/>
        </p:nvSpPr>
        <p:spPr>
          <a:xfrm>
            <a:off x="7157158" y="2905709"/>
            <a:ext cx="570089" cy="230832"/>
          </a:xfrm>
          <a:prstGeom prst="rect">
            <a:avLst/>
          </a:prstGeom>
          <a:solidFill>
            <a:srgbClr val="62FF00">
              <a:alpha val="30000"/>
            </a:srgbClr>
          </a:solid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68C3B812-AC35-4E30-E69B-C1A4F6347285}"/>
              </a:ext>
            </a:extLst>
          </p:cNvPr>
          <p:cNvSpPr txBox="1"/>
          <p:nvPr/>
        </p:nvSpPr>
        <p:spPr>
          <a:xfrm>
            <a:off x="6152446" y="2905709"/>
            <a:ext cx="570089" cy="230832"/>
          </a:xfrm>
          <a:prstGeom prst="rect">
            <a:avLst/>
          </a:prstGeom>
          <a:solidFill>
            <a:srgbClr val="62FF00">
              <a:alpha val="30000"/>
            </a:srgbClr>
          </a:solid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1B9D140B-DF84-D1E9-8A83-DE073A9D9720}"/>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E6163D35-3544-C922-634F-8835AB5B197F}"/>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98691583-86C8-72BA-441D-EA4C90BDB105}"/>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DA3A6394-5EAF-0AEE-0413-319D666F5857}"/>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8E9D1C3A-BFDD-F882-7298-57493379C3BC}"/>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20C59C86-9625-8132-67CF-62C6897AFBCE}"/>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74071A6E-0B4D-288B-3B2A-B6749B984F50}"/>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5613EAAC-B322-1181-CC2D-690D0E669CD7}"/>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5377480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0D060-CB61-1FD8-8CC1-B397A1E8126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3BBED8-3527-CB94-5300-749CA8BE4189}"/>
              </a:ext>
            </a:extLst>
          </p:cNvPr>
          <p:cNvSpPr>
            <a:spLocks noGrp="1"/>
          </p:cNvSpPr>
          <p:nvPr>
            <p:ph sz="half" idx="1"/>
          </p:nvPr>
        </p:nvSpPr>
        <p:spPr/>
        <p:txBody>
          <a:bodyPr/>
          <a:lstStyle/>
          <a:p>
            <a:r>
              <a:rPr lang="en-US" dirty="0"/>
              <a:t>Complete Columns 2 and 3.</a:t>
            </a:r>
          </a:p>
        </p:txBody>
      </p:sp>
      <p:pic>
        <p:nvPicPr>
          <p:cNvPr id="4" name="Picture 3" descr="A grid of sudoku puzzle&#10;&#10;Description automatically generated">
            <a:extLst>
              <a:ext uri="{FF2B5EF4-FFF2-40B4-BE49-F238E27FC236}">
                <a16:creationId xmlns:a16="http://schemas.microsoft.com/office/drawing/2014/main" id="{A8809035-6D26-835B-7943-D7FA193B840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92615CE-3338-A40B-97FC-A39E2F44C6C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22E841D-AB2F-1F94-1ED7-3AB916DC98E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B508B56-73F7-E459-F6B1-14D6B4A0D6A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E225AF0-9C76-751C-9EF3-96148C6B7CF2}"/>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E116368F-3D4B-2024-902E-491488E2038A}"/>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002B010F-58C8-C2C4-0087-BA3A7199BA2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8B68B352-E6B2-56AE-4ECC-8EE7C8CB1DC3}"/>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927DA327-574C-8B3E-8173-C3981856647A}"/>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1BAD13A0-708F-5465-7679-DAB95FEB8374}"/>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0C63048D-BC1D-1613-8FFA-1B1EFCB4B6D1}"/>
              </a:ext>
            </a:extLst>
          </p:cNvPr>
          <p:cNvSpPr txBox="1"/>
          <p:nvPr/>
        </p:nvSpPr>
        <p:spPr>
          <a:xfrm>
            <a:off x="3640666" y="1402877"/>
            <a:ext cx="570089" cy="230832"/>
          </a:xfrm>
          <a:prstGeom prst="rect">
            <a:avLst/>
          </a:prstGeom>
          <a:no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DC6C65FF-0F0B-3D2B-493B-549076EB10FF}"/>
              </a:ext>
            </a:extLst>
          </p:cNvPr>
          <p:cNvSpPr txBox="1"/>
          <p:nvPr/>
        </p:nvSpPr>
        <p:spPr>
          <a:xfrm>
            <a:off x="4143022" y="1402877"/>
            <a:ext cx="570089" cy="230832"/>
          </a:xfrm>
          <a:prstGeom prst="rect">
            <a:avLst/>
          </a:prstGeom>
          <a:no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19ECA05D-81F8-08C5-D9D6-A84D46AA772D}"/>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2B3C6384-1BE7-2EF9-022D-16041922E709}"/>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E0F3B707-607F-D8B2-A3C1-AEA1DC804939}"/>
              </a:ext>
            </a:extLst>
          </p:cNvPr>
          <p:cNvSpPr txBox="1"/>
          <p:nvPr/>
        </p:nvSpPr>
        <p:spPr>
          <a:xfrm>
            <a:off x="4645378" y="901933"/>
            <a:ext cx="570089" cy="230832"/>
          </a:xfrm>
          <a:prstGeom prst="rect">
            <a:avLst/>
          </a:prstGeom>
          <a:noFill/>
        </p:spPr>
        <p:txBody>
          <a:bodyPr wrap="square" rtlCol="0">
            <a:spAutoFit/>
          </a:bodyPr>
          <a:lstStyle/>
          <a:p>
            <a:pPr algn="ctr"/>
            <a:r>
              <a:rPr lang="en-US" sz="900" dirty="0"/>
              <a:t>245</a:t>
            </a:r>
          </a:p>
        </p:txBody>
      </p:sp>
      <p:sp>
        <p:nvSpPr>
          <p:cNvPr id="23" name="TextBox 22">
            <a:extLst>
              <a:ext uri="{FF2B5EF4-FFF2-40B4-BE49-F238E27FC236}">
                <a16:creationId xmlns:a16="http://schemas.microsoft.com/office/drawing/2014/main" id="{14A4A84C-386B-5CA0-4534-9A977753FACD}"/>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A7513058-6C55-146F-5FCC-85917DAC0ED9}"/>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AC9FCB6C-8751-35F8-989A-5FA0E8A55298}"/>
              </a:ext>
            </a:extLst>
          </p:cNvPr>
          <p:cNvSpPr txBox="1"/>
          <p:nvPr/>
        </p:nvSpPr>
        <p:spPr>
          <a:xfrm>
            <a:off x="5147734" y="1903821"/>
            <a:ext cx="570089" cy="230832"/>
          </a:xfrm>
          <a:prstGeom prst="rect">
            <a:avLst/>
          </a:prstGeom>
          <a:solidFill>
            <a:srgbClr val="62FF00">
              <a:alpha val="30000"/>
            </a:srgbClr>
          </a:solidFill>
        </p:spPr>
        <p:txBody>
          <a:bodyPr wrap="square" rtlCol="0">
            <a:spAutoFit/>
          </a:bodyPr>
          <a:lstStyle/>
          <a:p>
            <a:pPr algn="ctr"/>
            <a:r>
              <a:rPr lang="en-US" sz="900" dirty="0"/>
              <a:t>35</a:t>
            </a:r>
          </a:p>
        </p:txBody>
      </p:sp>
      <p:sp>
        <p:nvSpPr>
          <p:cNvPr id="27" name="TextBox 26">
            <a:extLst>
              <a:ext uri="{FF2B5EF4-FFF2-40B4-BE49-F238E27FC236}">
                <a16:creationId xmlns:a16="http://schemas.microsoft.com/office/drawing/2014/main" id="{D2A185F9-79D0-5BF9-0301-6E089CB8A376}"/>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9221EE6F-99D8-86F3-A90E-75FA8482CBC5}"/>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DF4C709D-6BD4-E5B9-BC8B-3A0D7611FD47}"/>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394DEABC-4621-906B-71CD-B13B29E26E60}"/>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0F968D4E-234D-30D4-5037-014B43F3C80B}"/>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FF724FF2-A6C8-6723-173B-A140CB110C75}"/>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4BC006F2-F643-A407-5C11-E733E904D11C}"/>
              </a:ext>
            </a:extLst>
          </p:cNvPr>
          <p:cNvSpPr txBox="1"/>
          <p:nvPr/>
        </p:nvSpPr>
        <p:spPr>
          <a:xfrm>
            <a:off x="6152446" y="901933"/>
            <a:ext cx="570089" cy="230832"/>
          </a:xfrm>
          <a:prstGeom prst="rect">
            <a:avLst/>
          </a:prstGeom>
          <a:noFill/>
        </p:spPr>
        <p:txBody>
          <a:bodyPr wrap="square" rtlCol="0">
            <a:spAutoFit/>
          </a:bodyPr>
          <a:lstStyle/>
          <a:p>
            <a:pPr algn="ctr"/>
            <a:r>
              <a:rPr lang="en-US" sz="900" dirty="0"/>
              <a:t>358</a:t>
            </a:r>
          </a:p>
        </p:txBody>
      </p:sp>
      <p:sp>
        <p:nvSpPr>
          <p:cNvPr id="29" name="TextBox 28">
            <a:extLst>
              <a:ext uri="{FF2B5EF4-FFF2-40B4-BE49-F238E27FC236}">
                <a16:creationId xmlns:a16="http://schemas.microsoft.com/office/drawing/2014/main" id="{0AA306EF-91FC-E371-449D-2D170CF1A79A}"/>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7" name="TextBox 36">
            <a:extLst>
              <a:ext uri="{FF2B5EF4-FFF2-40B4-BE49-F238E27FC236}">
                <a16:creationId xmlns:a16="http://schemas.microsoft.com/office/drawing/2014/main" id="{634D1FD3-6F88-0108-AA15-B7D0374BF115}"/>
              </a:ext>
            </a:extLst>
          </p:cNvPr>
          <p:cNvSpPr txBox="1"/>
          <p:nvPr/>
        </p:nvSpPr>
        <p:spPr>
          <a:xfrm>
            <a:off x="6654802" y="1903821"/>
            <a:ext cx="570089" cy="230832"/>
          </a:xfrm>
          <a:prstGeom prst="rect">
            <a:avLst/>
          </a:prstGeom>
          <a:solidFill>
            <a:srgbClr val="62FF00">
              <a:alpha val="30000"/>
            </a:srgbClr>
          </a:solidFill>
        </p:spPr>
        <p:txBody>
          <a:bodyPr wrap="square" rtlCol="0">
            <a:spAutoFit/>
          </a:bodyPr>
          <a:lstStyle/>
          <a:p>
            <a:pPr algn="ctr"/>
            <a:r>
              <a:rPr lang="en-US" sz="900" dirty="0"/>
              <a:t>53</a:t>
            </a:r>
          </a:p>
        </p:txBody>
      </p:sp>
      <p:sp>
        <p:nvSpPr>
          <p:cNvPr id="38" name="TextBox 37">
            <a:extLst>
              <a:ext uri="{FF2B5EF4-FFF2-40B4-BE49-F238E27FC236}">
                <a16:creationId xmlns:a16="http://schemas.microsoft.com/office/drawing/2014/main" id="{1B844E67-78E3-403F-F1E6-CBF0DA7BFCC5}"/>
              </a:ext>
            </a:extLst>
          </p:cNvPr>
          <p:cNvSpPr txBox="1"/>
          <p:nvPr/>
        </p:nvSpPr>
        <p:spPr>
          <a:xfrm>
            <a:off x="7157158" y="1903821"/>
            <a:ext cx="570089" cy="230832"/>
          </a:xfrm>
          <a:prstGeom prst="rect">
            <a:avLst/>
          </a:prstGeom>
          <a:solidFill>
            <a:srgbClr val="62FF00">
              <a:alpha val="30000"/>
            </a:srgbClr>
          </a:solidFill>
        </p:spPr>
        <p:txBody>
          <a:bodyPr wrap="square" rtlCol="0">
            <a:spAutoFit/>
          </a:bodyPr>
          <a:lstStyle/>
          <a:p>
            <a:pPr algn="ctr"/>
            <a:r>
              <a:rPr lang="en-US" sz="900" dirty="0"/>
              <a:t>24</a:t>
            </a:r>
          </a:p>
        </p:txBody>
      </p:sp>
      <p:sp>
        <p:nvSpPr>
          <p:cNvPr id="39" name="TextBox 38">
            <a:extLst>
              <a:ext uri="{FF2B5EF4-FFF2-40B4-BE49-F238E27FC236}">
                <a16:creationId xmlns:a16="http://schemas.microsoft.com/office/drawing/2014/main" id="{6929F8D8-0E2C-8A8B-C658-841EE756A41C}"/>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43A09A6C-B9A0-455F-E584-611FD4EF7CC6}"/>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D59B0515-4F3A-EE8A-3DE3-2BDCFB66808C}"/>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749A5821-3F58-5AB4-55D8-EB522CEE3D7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897D713F-77BE-F54D-240A-07058D94E14D}"/>
              </a:ext>
            </a:extLst>
          </p:cNvPr>
          <p:cNvSpPr txBox="1"/>
          <p:nvPr/>
        </p:nvSpPr>
        <p:spPr>
          <a:xfrm>
            <a:off x="5650090" y="2404765"/>
            <a:ext cx="570089" cy="230832"/>
          </a:xfrm>
          <a:prstGeom prst="rect">
            <a:avLst/>
          </a:prstGeom>
          <a:noFill/>
        </p:spPr>
        <p:txBody>
          <a:bodyPr wrap="square" rtlCol="0">
            <a:spAutoFit/>
          </a:bodyPr>
          <a:lstStyle/>
          <a:p>
            <a:pPr algn="ctr"/>
            <a:r>
              <a:rPr lang="en-US" sz="900" dirty="0"/>
              <a:t>51</a:t>
            </a:r>
          </a:p>
        </p:txBody>
      </p:sp>
      <p:sp>
        <p:nvSpPr>
          <p:cNvPr id="48" name="TextBox 47">
            <a:extLst>
              <a:ext uri="{FF2B5EF4-FFF2-40B4-BE49-F238E27FC236}">
                <a16:creationId xmlns:a16="http://schemas.microsoft.com/office/drawing/2014/main" id="{D571BACB-AC7E-69C1-7061-0FB1D0AF5B0C}"/>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D0D26B36-1A52-404A-7CC4-79697B80B781}"/>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9BC3FC56-9AD7-5048-54F4-55089D658741}"/>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397C1B68-B253-5D5F-43BC-AC1370E856D2}"/>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789E34A6-B70B-48B6-B5E3-9B1C41E73A4D}"/>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07FA2D57-6E1B-78E2-58A6-5A05F22259CB}"/>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F39CC0AB-F4AD-46A5-E826-2A1260287959}"/>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5C4E8B17-D714-CC35-62C0-CE9D54F380F2}"/>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8E314DBF-CB6C-6EAB-3913-F8E3A80C19CC}"/>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C7495143-2865-67C8-AD61-466676B11C84}"/>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78487223-DE2D-766F-1D47-8B9717988070}"/>
              </a:ext>
            </a:extLst>
          </p:cNvPr>
          <p:cNvSpPr txBox="1"/>
          <p:nvPr/>
        </p:nvSpPr>
        <p:spPr>
          <a:xfrm>
            <a:off x="5147734" y="2905709"/>
            <a:ext cx="570089" cy="230832"/>
          </a:xfrm>
          <a:prstGeom prst="rect">
            <a:avLst/>
          </a:prstGeom>
          <a:solidFill>
            <a:srgbClr val="B900FF">
              <a:alpha val="30000"/>
            </a:srgbClr>
          </a:solid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04FD56A9-76FD-B15A-0D51-F53B223D9C7D}"/>
              </a:ext>
            </a:extLst>
          </p:cNvPr>
          <p:cNvSpPr txBox="1"/>
          <p:nvPr/>
        </p:nvSpPr>
        <p:spPr>
          <a:xfrm>
            <a:off x="5650090" y="2905709"/>
            <a:ext cx="570089" cy="230832"/>
          </a:xfrm>
          <a:prstGeom prst="rect">
            <a:avLst/>
          </a:prstGeom>
          <a:solidFill>
            <a:srgbClr val="B900FF">
              <a:alpha val="30000"/>
            </a:srgbClr>
          </a:solid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5565FB9D-C9E4-0A34-48AD-671F1DCE8FA1}"/>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E290CA13-5549-B807-2335-80B12B4A0988}"/>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D8C87818-9156-E5F3-A7BE-3B292341D709}"/>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207E9616-7258-B030-7289-C1038F85FAEF}"/>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A1755151-02AD-0A63-D4C2-ABDFDD94E421}"/>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50B5FD28-629B-B070-57AD-AFA0F5749479}"/>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1F963853-2845-D7E4-94D4-0843DE5FE6B7}"/>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D982A26B-475F-EF35-2838-D0A48BBADCB4}"/>
              </a:ext>
            </a:extLst>
          </p:cNvPr>
          <p:cNvSpPr txBox="1"/>
          <p:nvPr/>
        </p:nvSpPr>
        <p:spPr>
          <a:xfrm>
            <a:off x="5147734" y="3907597"/>
            <a:ext cx="570089" cy="230832"/>
          </a:xfrm>
          <a:prstGeom prst="rect">
            <a:avLst/>
          </a:prstGeom>
          <a:solidFill>
            <a:srgbClr val="B900FF">
              <a:alpha val="30000"/>
            </a:srgbClr>
          </a:solidFill>
        </p:spPr>
        <p:txBody>
          <a:bodyPr wrap="square" rtlCol="0">
            <a:spAutoFit/>
          </a:bodyPr>
          <a:lstStyle/>
          <a:p>
            <a:pPr algn="ctr"/>
            <a:r>
              <a:rPr lang="en-US" sz="900" dirty="0"/>
              <a:t>56</a:t>
            </a:r>
          </a:p>
        </p:txBody>
      </p:sp>
      <p:sp>
        <p:nvSpPr>
          <p:cNvPr id="68" name="TextBox 67">
            <a:extLst>
              <a:ext uri="{FF2B5EF4-FFF2-40B4-BE49-F238E27FC236}">
                <a16:creationId xmlns:a16="http://schemas.microsoft.com/office/drawing/2014/main" id="{85CFA938-D1E5-70D7-888E-493DCB8D2E7E}"/>
              </a:ext>
            </a:extLst>
          </p:cNvPr>
          <p:cNvSpPr txBox="1"/>
          <p:nvPr/>
        </p:nvSpPr>
        <p:spPr>
          <a:xfrm>
            <a:off x="5650090" y="3907597"/>
            <a:ext cx="570089" cy="230832"/>
          </a:xfrm>
          <a:prstGeom prst="rect">
            <a:avLst/>
          </a:prstGeom>
          <a:solidFill>
            <a:srgbClr val="B900FF">
              <a:alpha val="30000"/>
            </a:srgbClr>
          </a:solidFill>
        </p:spPr>
        <p:txBody>
          <a:bodyPr wrap="square" rtlCol="0">
            <a:spAutoFit/>
          </a:bodyPr>
          <a:lstStyle/>
          <a:p>
            <a:pPr algn="ctr"/>
            <a:r>
              <a:rPr lang="en-US" sz="900" dirty="0"/>
              <a:t>65</a:t>
            </a:r>
          </a:p>
        </p:txBody>
      </p:sp>
      <p:sp>
        <p:nvSpPr>
          <p:cNvPr id="69" name="TextBox 68">
            <a:extLst>
              <a:ext uri="{FF2B5EF4-FFF2-40B4-BE49-F238E27FC236}">
                <a16:creationId xmlns:a16="http://schemas.microsoft.com/office/drawing/2014/main" id="{2A8B1B4E-DD44-DC3C-A0FE-721D33D557A1}"/>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90B4E437-C752-21B7-B1A3-ACA2C9888AEE}"/>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EDB39A0B-FC42-FFCA-7C25-35882614A46E}"/>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87F6D7C4-84A5-997D-96FC-82F5E392D56F}"/>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457722BC-2B91-3A2F-20D6-F45B05BCE691}"/>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BB5505D1-4F53-600B-F06E-1D1570A631BB}"/>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8969AEC2-61C0-6486-1B21-82EE0B825F71}"/>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2829B435-AEA0-301F-07C7-07C4E6C3BD7A}"/>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1D21E7CE-3377-D9CC-8E84-DD37082475D9}"/>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42" name="TextBox 41">
            <a:extLst>
              <a:ext uri="{FF2B5EF4-FFF2-40B4-BE49-F238E27FC236}">
                <a16:creationId xmlns:a16="http://schemas.microsoft.com/office/drawing/2014/main" id="{B0957629-2876-CBC1-EB67-B7927C3BE0A7}"/>
              </a:ext>
            </a:extLst>
          </p:cNvPr>
          <p:cNvSpPr txBox="1"/>
          <p:nvPr/>
        </p:nvSpPr>
        <p:spPr>
          <a:xfrm>
            <a:off x="3640666" y="4909484"/>
            <a:ext cx="570089" cy="230832"/>
          </a:xfrm>
          <a:prstGeom prst="rect">
            <a:avLst/>
          </a:prstGeom>
          <a:noFill/>
        </p:spPr>
        <p:txBody>
          <a:bodyPr wrap="square" rtlCol="0">
            <a:spAutoFit/>
          </a:bodyPr>
          <a:lstStyle/>
          <a:p>
            <a:pPr algn="ctr"/>
            <a:r>
              <a:rPr lang="en-US" sz="900" dirty="0"/>
              <a:t>235</a:t>
            </a:r>
          </a:p>
        </p:txBody>
      </p:sp>
      <p:sp>
        <p:nvSpPr>
          <p:cNvPr id="43" name="TextBox 42">
            <a:extLst>
              <a:ext uri="{FF2B5EF4-FFF2-40B4-BE49-F238E27FC236}">
                <a16:creationId xmlns:a16="http://schemas.microsoft.com/office/drawing/2014/main" id="{0F6C1AE2-46DE-AD46-33A6-7E8FE94B4444}"/>
              </a:ext>
            </a:extLst>
          </p:cNvPr>
          <p:cNvSpPr txBox="1"/>
          <p:nvPr/>
        </p:nvSpPr>
        <p:spPr>
          <a:xfrm>
            <a:off x="4143022" y="4909484"/>
            <a:ext cx="570089" cy="230832"/>
          </a:xfrm>
          <a:prstGeom prst="rect">
            <a:avLst/>
          </a:prstGeom>
          <a:noFill/>
        </p:spPr>
        <p:txBody>
          <a:bodyPr wrap="square" rtlCol="0">
            <a:spAutoFit/>
          </a:bodyPr>
          <a:lstStyle/>
          <a:p>
            <a:pPr algn="ctr"/>
            <a:r>
              <a:rPr lang="en-US" sz="900" dirty="0"/>
              <a:t>246</a:t>
            </a:r>
          </a:p>
        </p:txBody>
      </p:sp>
      <p:sp>
        <p:nvSpPr>
          <p:cNvPr id="79" name="TextBox 78">
            <a:extLst>
              <a:ext uri="{FF2B5EF4-FFF2-40B4-BE49-F238E27FC236}">
                <a16:creationId xmlns:a16="http://schemas.microsoft.com/office/drawing/2014/main" id="{E4617CAC-6214-94F5-7C7C-77117DFEC539}"/>
              </a:ext>
            </a:extLst>
          </p:cNvPr>
          <p:cNvSpPr txBox="1"/>
          <p:nvPr/>
        </p:nvSpPr>
        <p:spPr>
          <a:xfrm>
            <a:off x="6152446" y="3907597"/>
            <a:ext cx="570089" cy="230832"/>
          </a:xfrm>
          <a:prstGeom prst="rect">
            <a:avLst/>
          </a:prstGeom>
          <a:solidFill>
            <a:srgbClr val="62FF00">
              <a:alpha val="30000"/>
            </a:srgb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78A7C800-F02D-AB9A-EBDA-A1C3419679AD}"/>
              </a:ext>
            </a:extLst>
          </p:cNvPr>
          <p:cNvSpPr txBox="1"/>
          <p:nvPr/>
        </p:nvSpPr>
        <p:spPr>
          <a:xfrm>
            <a:off x="7157158" y="3907597"/>
            <a:ext cx="570089" cy="230832"/>
          </a:xfrm>
          <a:prstGeom prst="rect">
            <a:avLst/>
          </a:prstGeom>
          <a:solidFill>
            <a:srgbClr val="62FF00">
              <a:alpha val="30000"/>
            </a:srgbClr>
          </a:solidFill>
        </p:spPr>
        <p:txBody>
          <a:bodyPr wrap="square" rtlCol="0">
            <a:spAutoFit/>
          </a:bodyPr>
          <a:lstStyle/>
          <a:p>
            <a:pPr algn="ctr"/>
            <a:r>
              <a:rPr lang="en-US" sz="900" dirty="0"/>
              <a:t>47</a:t>
            </a:r>
          </a:p>
        </p:txBody>
      </p:sp>
      <p:sp>
        <p:nvSpPr>
          <p:cNvPr id="86" name="TextBox 85">
            <a:extLst>
              <a:ext uri="{FF2B5EF4-FFF2-40B4-BE49-F238E27FC236}">
                <a16:creationId xmlns:a16="http://schemas.microsoft.com/office/drawing/2014/main" id="{C23FEA4D-CC3D-A1E7-4048-30FDC957E196}"/>
              </a:ext>
            </a:extLst>
          </p:cNvPr>
          <p:cNvSpPr txBox="1"/>
          <p:nvPr/>
        </p:nvSpPr>
        <p:spPr>
          <a:xfrm>
            <a:off x="6152446" y="2404765"/>
            <a:ext cx="570089" cy="230832"/>
          </a:xfrm>
          <a:prstGeom prst="rect">
            <a:avLst/>
          </a:prstGeom>
          <a:solidFill>
            <a:srgbClr val="62FF00">
              <a:alpha val="30000"/>
            </a:srgbClr>
          </a:solid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A2D89AB5-84E7-7078-E021-2907EA031772}"/>
              </a:ext>
            </a:extLst>
          </p:cNvPr>
          <p:cNvSpPr txBox="1"/>
          <p:nvPr/>
        </p:nvSpPr>
        <p:spPr>
          <a:xfrm>
            <a:off x="7157158" y="2404765"/>
            <a:ext cx="570089" cy="230832"/>
          </a:xfrm>
          <a:prstGeom prst="rect">
            <a:avLst/>
          </a:prstGeom>
          <a:solidFill>
            <a:srgbClr val="62FF00">
              <a:alpha val="30000"/>
            </a:srgbClr>
          </a:solid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A3CEFAFF-4CD4-6A54-BFD2-9F99268890EC}"/>
              </a:ext>
            </a:extLst>
          </p:cNvPr>
          <p:cNvSpPr txBox="1"/>
          <p:nvPr/>
        </p:nvSpPr>
        <p:spPr>
          <a:xfrm>
            <a:off x="7157158" y="2905709"/>
            <a:ext cx="570089" cy="230832"/>
          </a:xfrm>
          <a:prstGeom prst="rect">
            <a:avLst/>
          </a:prstGeom>
          <a:solidFill>
            <a:srgbClr val="62FF00">
              <a:alpha val="30000"/>
            </a:srgbClr>
          </a:solid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41F99F1C-A9E3-462A-2F9F-DC3CCDB9AAD8}"/>
              </a:ext>
            </a:extLst>
          </p:cNvPr>
          <p:cNvSpPr txBox="1"/>
          <p:nvPr/>
        </p:nvSpPr>
        <p:spPr>
          <a:xfrm>
            <a:off x="6152446" y="2905709"/>
            <a:ext cx="570089" cy="230832"/>
          </a:xfrm>
          <a:prstGeom prst="rect">
            <a:avLst/>
          </a:prstGeom>
          <a:solidFill>
            <a:srgbClr val="62FF00">
              <a:alpha val="30000"/>
            </a:srgbClr>
          </a:solid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7D3F1EEF-CB9B-C3D6-B993-711F3572BECB}"/>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2B6D08AC-6809-75D4-AAC7-26108FEDE7D5}"/>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8C6D14F5-45B2-B8A5-0ACB-F5AC0044BD91}"/>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B57FFB12-3392-F639-08B9-A093C8CDB31B}"/>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F5B2C8D0-E726-4B2B-4A05-11604B16EFBE}"/>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63D060E1-A6BD-8B2C-98FC-E3D4DBA1025A}"/>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047D78D-4059-FCEF-5B48-D42D55B983AC}"/>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5C21EA25-939F-CF68-343E-52F340163B7C}"/>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0810079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A14FB-4639-36AF-AEC8-F873594641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0F5931-69D8-012E-F285-969F9F59A9DF}"/>
              </a:ext>
            </a:extLst>
          </p:cNvPr>
          <p:cNvSpPr>
            <a:spLocks noGrp="1"/>
          </p:cNvSpPr>
          <p:nvPr>
            <p:ph sz="half" idx="1"/>
          </p:nvPr>
        </p:nvSpPr>
        <p:spPr/>
        <p:txBody>
          <a:bodyPr/>
          <a:lstStyle/>
          <a:p>
            <a:r>
              <a:rPr lang="en-US" dirty="0"/>
              <a:t>In the lower left block, 3 and 4 are in Row 8.</a:t>
            </a:r>
          </a:p>
        </p:txBody>
      </p:sp>
      <p:pic>
        <p:nvPicPr>
          <p:cNvPr id="4" name="Picture 3" descr="A grid of sudoku puzzle&#10;&#10;Description automatically generated">
            <a:extLst>
              <a:ext uri="{FF2B5EF4-FFF2-40B4-BE49-F238E27FC236}">
                <a16:creationId xmlns:a16="http://schemas.microsoft.com/office/drawing/2014/main" id="{BAC13805-0474-2F72-569F-D8B54AC5346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F41CAE9-0B98-9DB8-FE42-DB44B48D328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90C6191-E70D-B9ED-4586-431DC3A1C81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562FE7E-6A3C-F296-4E60-46D0C180EB0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D91069C-AF03-2044-E741-D00190A06F62}"/>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7F755BA3-E9F2-64BB-1226-1881D28D81D6}"/>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65A44E4-D730-A699-392B-F69CBA59BA6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40900AA7-5257-ADC2-57F8-6E467C0D0FFE}"/>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2DEC9AB8-B8BF-1F26-70AC-62F0D21A9219}"/>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935EA18C-7636-B77F-E2D2-3E47BE6C8EA9}"/>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A8827606-1263-856C-1645-ECCB67217798}"/>
              </a:ext>
            </a:extLst>
          </p:cNvPr>
          <p:cNvSpPr txBox="1"/>
          <p:nvPr/>
        </p:nvSpPr>
        <p:spPr>
          <a:xfrm>
            <a:off x="3640666" y="1402877"/>
            <a:ext cx="570089" cy="230832"/>
          </a:xfrm>
          <a:prstGeom prst="rect">
            <a:avLst/>
          </a:prstGeom>
          <a:solidFill>
            <a:srgbClr val="FF0000">
              <a:alpha val="30000"/>
            </a:srgbClr>
          </a:solid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B0D5B1E3-74AA-4041-16CD-4326E04F0883}"/>
              </a:ext>
            </a:extLst>
          </p:cNvPr>
          <p:cNvSpPr txBox="1"/>
          <p:nvPr/>
        </p:nvSpPr>
        <p:spPr>
          <a:xfrm>
            <a:off x="4143022" y="1402877"/>
            <a:ext cx="570089" cy="230832"/>
          </a:xfrm>
          <a:prstGeom prst="rect">
            <a:avLst/>
          </a:prstGeom>
          <a:solidFill>
            <a:srgbClr val="FF0000">
              <a:alpha val="30000"/>
            </a:srgbClr>
          </a:solid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5D8E77B0-402F-0918-630F-45C2D78D47E6}"/>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5D1DFA4E-04AE-44E3-2E8B-7106D833CFF4}"/>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E46BA038-7827-59D6-743F-349C3FD8ABFB}"/>
              </a:ext>
            </a:extLst>
          </p:cNvPr>
          <p:cNvSpPr txBox="1"/>
          <p:nvPr/>
        </p:nvSpPr>
        <p:spPr>
          <a:xfrm>
            <a:off x="4645378" y="901933"/>
            <a:ext cx="570089" cy="230832"/>
          </a:xfrm>
          <a:prstGeom prst="rect">
            <a:avLst/>
          </a:prstGeom>
          <a:noFill/>
        </p:spPr>
        <p:txBody>
          <a:bodyPr wrap="square" rtlCol="0">
            <a:spAutoFit/>
          </a:bodyPr>
          <a:lstStyle/>
          <a:p>
            <a:pPr algn="ctr"/>
            <a:r>
              <a:rPr lang="en-US" sz="900" dirty="0"/>
              <a:t>245</a:t>
            </a:r>
          </a:p>
        </p:txBody>
      </p:sp>
      <p:sp>
        <p:nvSpPr>
          <p:cNvPr id="23" name="TextBox 22">
            <a:extLst>
              <a:ext uri="{FF2B5EF4-FFF2-40B4-BE49-F238E27FC236}">
                <a16:creationId xmlns:a16="http://schemas.microsoft.com/office/drawing/2014/main" id="{4E2EC3C6-409D-8E8E-71CE-DBE98306FCB2}"/>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5037E3D0-328A-69AD-A218-756D4122ABFE}"/>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AED6C344-7885-9AC5-5CF8-AC53762B0ACD}"/>
              </a:ext>
            </a:extLst>
          </p:cNvPr>
          <p:cNvSpPr txBox="1"/>
          <p:nvPr/>
        </p:nvSpPr>
        <p:spPr>
          <a:xfrm>
            <a:off x="5147734" y="1903821"/>
            <a:ext cx="570089" cy="230832"/>
          </a:xfrm>
          <a:prstGeom prst="rect">
            <a:avLst/>
          </a:prstGeom>
          <a:solidFill>
            <a:srgbClr val="62FF00">
              <a:alpha val="30000"/>
            </a:srgbClr>
          </a:solidFill>
        </p:spPr>
        <p:txBody>
          <a:bodyPr wrap="square" rtlCol="0">
            <a:spAutoFit/>
          </a:bodyPr>
          <a:lstStyle/>
          <a:p>
            <a:pPr algn="ctr"/>
            <a:r>
              <a:rPr lang="en-US" sz="900" dirty="0"/>
              <a:t>35</a:t>
            </a:r>
          </a:p>
        </p:txBody>
      </p:sp>
      <p:sp>
        <p:nvSpPr>
          <p:cNvPr id="27" name="TextBox 26">
            <a:extLst>
              <a:ext uri="{FF2B5EF4-FFF2-40B4-BE49-F238E27FC236}">
                <a16:creationId xmlns:a16="http://schemas.microsoft.com/office/drawing/2014/main" id="{A258502B-5F27-67B1-3B5A-7396A33DEC9D}"/>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F073D8D6-CD6A-07A0-C186-76C880458118}"/>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35F447CF-4665-94BA-066C-ED8E0C5289E7}"/>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875CB973-AD18-90EA-73D3-39F47651038F}"/>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A4DF1440-1B13-CDB9-29F5-D2C721C16F10}"/>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CD64EFE3-59C3-F04C-BDFB-5320860AA76A}"/>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4E600BBC-A3B4-6EB5-50B7-6888B01B755F}"/>
              </a:ext>
            </a:extLst>
          </p:cNvPr>
          <p:cNvSpPr txBox="1"/>
          <p:nvPr/>
        </p:nvSpPr>
        <p:spPr>
          <a:xfrm>
            <a:off x="6152446" y="901933"/>
            <a:ext cx="570089" cy="230832"/>
          </a:xfrm>
          <a:prstGeom prst="rect">
            <a:avLst/>
          </a:prstGeom>
          <a:noFill/>
        </p:spPr>
        <p:txBody>
          <a:bodyPr wrap="square" rtlCol="0">
            <a:spAutoFit/>
          </a:bodyPr>
          <a:lstStyle/>
          <a:p>
            <a:pPr algn="ctr"/>
            <a:r>
              <a:rPr lang="en-US" sz="900" dirty="0"/>
              <a:t>358</a:t>
            </a:r>
          </a:p>
        </p:txBody>
      </p:sp>
      <p:sp>
        <p:nvSpPr>
          <p:cNvPr id="29" name="TextBox 28">
            <a:extLst>
              <a:ext uri="{FF2B5EF4-FFF2-40B4-BE49-F238E27FC236}">
                <a16:creationId xmlns:a16="http://schemas.microsoft.com/office/drawing/2014/main" id="{3E589990-919D-7798-F193-DF05026810B3}"/>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7" name="TextBox 36">
            <a:extLst>
              <a:ext uri="{FF2B5EF4-FFF2-40B4-BE49-F238E27FC236}">
                <a16:creationId xmlns:a16="http://schemas.microsoft.com/office/drawing/2014/main" id="{A0E15AB3-485F-AE51-5BE5-829568E4D9A4}"/>
              </a:ext>
            </a:extLst>
          </p:cNvPr>
          <p:cNvSpPr txBox="1"/>
          <p:nvPr/>
        </p:nvSpPr>
        <p:spPr>
          <a:xfrm>
            <a:off x="6654802" y="1903821"/>
            <a:ext cx="570089" cy="230832"/>
          </a:xfrm>
          <a:prstGeom prst="rect">
            <a:avLst/>
          </a:prstGeom>
          <a:solidFill>
            <a:srgbClr val="62FF00">
              <a:alpha val="30000"/>
            </a:srgbClr>
          </a:solidFill>
        </p:spPr>
        <p:txBody>
          <a:bodyPr wrap="square" rtlCol="0">
            <a:spAutoFit/>
          </a:bodyPr>
          <a:lstStyle/>
          <a:p>
            <a:pPr algn="ctr"/>
            <a:r>
              <a:rPr lang="en-US" sz="900" dirty="0"/>
              <a:t>53</a:t>
            </a:r>
          </a:p>
        </p:txBody>
      </p:sp>
      <p:sp>
        <p:nvSpPr>
          <p:cNvPr id="38" name="TextBox 37">
            <a:extLst>
              <a:ext uri="{FF2B5EF4-FFF2-40B4-BE49-F238E27FC236}">
                <a16:creationId xmlns:a16="http://schemas.microsoft.com/office/drawing/2014/main" id="{5C8193BE-EEB3-9DE9-0006-92CF52FB9FFA}"/>
              </a:ext>
            </a:extLst>
          </p:cNvPr>
          <p:cNvSpPr txBox="1"/>
          <p:nvPr/>
        </p:nvSpPr>
        <p:spPr>
          <a:xfrm>
            <a:off x="7157158" y="1903821"/>
            <a:ext cx="570089" cy="230832"/>
          </a:xfrm>
          <a:prstGeom prst="rect">
            <a:avLst/>
          </a:prstGeom>
          <a:solidFill>
            <a:srgbClr val="62FF00">
              <a:alpha val="30000"/>
            </a:srgbClr>
          </a:solidFill>
        </p:spPr>
        <p:txBody>
          <a:bodyPr wrap="square" rtlCol="0">
            <a:spAutoFit/>
          </a:bodyPr>
          <a:lstStyle/>
          <a:p>
            <a:pPr algn="ctr"/>
            <a:r>
              <a:rPr lang="en-US" sz="900" dirty="0"/>
              <a:t>24</a:t>
            </a:r>
          </a:p>
        </p:txBody>
      </p:sp>
      <p:sp>
        <p:nvSpPr>
          <p:cNvPr id="39" name="TextBox 38">
            <a:extLst>
              <a:ext uri="{FF2B5EF4-FFF2-40B4-BE49-F238E27FC236}">
                <a16:creationId xmlns:a16="http://schemas.microsoft.com/office/drawing/2014/main" id="{815DCD9F-9DB4-79C9-24A1-566588FE65D4}"/>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4947A20F-2E7C-832B-9E80-73AEDD52C4AB}"/>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3EA43D7E-DC0D-73B6-A2CF-85EF18096636}"/>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1FDC0BBA-CE46-B9DE-1D28-E1286B2C36D9}"/>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F9712122-0548-3D19-2227-E2AB9689F3B4}"/>
              </a:ext>
            </a:extLst>
          </p:cNvPr>
          <p:cNvSpPr txBox="1"/>
          <p:nvPr/>
        </p:nvSpPr>
        <p:spPr>
          <a:xfrm>
            <a:off x="5650090" y="2404765"/>
            <a:ext cx="570089" cy="230832"/>
          </a:xfrm>
          <a:prstGeom prst="rect">
            <a:avLst/>
          </a:prstGeom>
          <a:noFill/>
        </p:spPr>
        <p:txBody>
          <a:bodyPr wrap="square" rtlCol="0">
            <a:spAutoFit/>
          </a:bodyPr>
          <a:lstStyle/>
          <a:p>
            <a:pPr algn="ctr"/>
            <a:r>
              <a:rPr lang="en-US" sz="900" dirty="0"/>
              <a:t>51</a:t>
            </a:r>
          </a:p>
        </p:txBody>
      </p:sp>
      <p:sp>
        <p:nvSpPr>
          <p:cNvPr id="48" name="TextBox 47">
            <a:extLst>
              <a:ext uri="{FF2B5EF4-FFF2-40B4-BE49-F238E27FC236}">
                <a16:creationId xmlns:a16="http://schemas.microsoft.com/office/drawing/2014/main" id="{58D013DB-4FA9-8060-FDAB-FA067345C1DB}"/>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78520136-58E0-1674-C5AD-174F07610DD9}"/>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101B0FD1-5502-3414-877E-0B74BDACD235}"/>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7294F3D0-3D60-C162-55B6-E77B1F138A49}"/>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73F2FFFE-FBE8-7D1E-B45B-99E19B4F774B}"/>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B45BCEB1-B3E2-64D4-9FFC-BA9CF0730684}"/>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FBCD15B3-FF40-7F07-8356-708F1909BB32}"/>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7377BA26-6289-67D2-4742-337A1B6DB2D4}"/>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9E4E532A-11F7-57C8-839C-00A276FF40E7}"/>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22A06CAC-43D8-67C2-FD3F-757608A8200A}"/>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7E0FFE3B-5F97-8850-8F04-FF3C2814B266}"/>
              </a:ext>
            </a:extLst>
          </p:cNvPr>
          <p:cNvSpPr txBox="1"/>
          <p:nvPr/>
        </p:nvSpPr>
        <p:spPr>
          <a:xfrm>
            <a:off x="5147734" y="2905709"/>
            <a:ext cx="570089" cy="230832"/>
          </a:xfrm>
          <a:prstGeom prst="rect">
            <a:avLst/>
          </a:prstGeom>
          <a:solidFill>
            <a:srgbClr val="B900FF">
              <a:alpha val="30000"/>
            </a:srgbClr>
          </a:solid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FCFF7D1D-A051-A423-1D73-A46AC2DCBF5E}"/>
              </a:ext>
            </a:extLst>
          </p:cNvPr>
          <p:cNvSpPr txBox="1"/>
          <p:nvPr/>
        </p:nvSpPr>
        <p:spPr>
          <a:xfrm>
            <a:off x="5650090" y="2905709"/>
            <a:ext cx="570089" cy="230832"/>
          </a:xfrm>
          <a:prstGeom prst="rect">
            <a:avLst/>
          </a:prstGeom>
          <a:solidFill>
            <a:srgbClr val="B900FF">
              <a:alpha val="30000"/>
            </a:srgbClr>
          </a:solid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3D9844D7-2995-CD42-3F83-03524ED8ED3D}"/>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7496395B-CA8E-6267-F39A-5ABD166E3AB0}"/>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EC0FCE7B-CB14-791E-0EB5-B84852BB2B8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FCA22656-8598-937C-68F5-A3977CB710EF}"/>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C51E4186-C4C4-0D8B-4609-74A4331E1BE2}"/>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CC0BC0FE-3D62-0534-FA5E-529AC4C6D630}"/>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A672BCBC-1E83-5107-88A8-C88E4DF6FEFC}"/>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39D3D7AF-B3D3-2BEC-D35D-8F79452C00A8}"/>
              </a:ext>
            </a:extLst>
          </p:cNvPr>
          <p:cNvSpPr txBox="1"/>
          <p:nvPr/>
        </p:nvSpPr>
        <p:spPr>
          <a:xfrm>
            <a:off x="5147734" y="3907597"/>
            <a:ext cx="570089" cy="230832"/>
          </a:xfrm>
          <a:prstGeom prst="rect">
            <a:avLst/>
          </a:prstGeom>
          <a:solidFill>
            <a:srgbClr val="B900FF">
              <a:alpha val="30000"/>
            </a:srgbClr>
          </a:solidFill>
        </p:spPr>
        <p:txBody>
          <a:bodyPr wrap="square" rtlCol="0">
            <a:spAutoFit/>
          </a:bodyPr>
          <a:lstStyle/>
          <a:p>
            <a:pPr algn="ctr"/>
            <a:r>
              <a:rPr lang="en-US" sz="900" dirty="0"/>
              <a:t>56</a:t>
            </a:r>
          </a:p>
        </p:txBody>
      </p:sp>
      <p:sp>
        <p:nvSpPr>
          <p:cNvPr id="68" name="TextBox 67">
            <a:extLst>
              <a:ext uri="{FF2B5EF4-FFF2-40B4-BE49-F238E27FC236}">
                <a16:creationId xmlns:a16="http://schemas.microsoft.com/office/drawing/2014/main" id="{C369701E-6753-E32F-5D40-4F536F6FB215}"/>
              </a:ext>
            </a:extLst>
          </p:cNvPr>
          <p:cNvSpPr txBox="1"/>
          <p:nvPr/>
        </p:nvSpPr>
        <p:spPr>
          <a:xfrm>
            <a:off x="5650090" y="3907597"/>
            <a:ext cx="570089" cy="230832"/>
          </a:xfrm>
          <a:prstGeom prst="rect">
            <a:avLst/>
          </a:prstGeom>
          <a:solidFill>
            <a:srgbClr val="B900FF">
              <a:alpha val="30000"/>
            </a:srgbClr>
          </a:solidFill>
        </p:spPr>
        <p:txBody>
          <a:bodyPr wrap="square" rtlCol="0">
            <a:spAutoFit/>
          </a:bodyPr>
          <a:lstStyle/>
          <a:p>
            <a:pPr algn="ctr"/>
            <a:r>
              <a:rPr lang="en-US" sz="900" dirty="0"/>
              <a:t>65</a:t>
            </a:r>
          </a:p>
        </p:txBody>
      </p:sp>
      <p:sp>
        <p:nvSpPr>
          <p:cNvPr id="69" name="TextBox 68">
            <a:extLst>
              <a:ext uri="{FF2B5EF4-FFF2-40B4-BE49-F238E27FC236}">
                <a16:creationId xmlns:a16="http://schemas.microsoft.com/office/drawing/2014/main" id="{31326DE5-2BD7-240E-B88F-7E0C53FE6F48}"/>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3448168D-9644-8ED0-AC76-542800A1D386}"/>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762C29DC-E107-02FF-0FFE-DB9EA5A1D5B6}"/>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C0152AA1-3EF3-D3A1-9D00-E42503FEF282}"/>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3166589E-C391-6245-F4D4-6AEBC2AEE616}"/>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D039F932-97C5-8031-D9F1-295B20B7FA3D}"/>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6AC22065-D80D-B3D2-7E75-6E4534C8588D}"/>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EAF57FDE-3C02-B9EA-6297-7A9FDFEEFB00}"/>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E448866C-2AF2-38DB-BAA8-EECFD437C282}"/>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42" name="TextBox 41">
            <a:extLst>
              <a:ext uri="{FF2B5EF4-FFF2-40B4-BE49-F238E27FC236}">
                <a16:creationId xmlns:a16="http://schemas.microsoft.com/office/drawing/2014/main" id="{5FE59CE1-287E-D44B-599E-9279EACB5869}"/>
              </a:ext>
            </a:extLst>
          </p:cNvPr>
          <p:cNvSpPr txBox="1"/>
          <p:nvPr/>
        </p:nvSpPr>
        <p:spPr>
          <a:xfrm>
            <a:off x="3640666" y="4909484"/>
            <a:ext cx="570089" cy="230832"/>
          </a:xfrm>
          <a:prstGeom prst="rect">
            <a:avLst/>
          </a:prstGeom>
          <a:solidFill>
            <a:srgbClr val="FF0000">
              <a:alpha val="30000"/>
            </a:srgbClr>
          </a:solidFill>
        </p:spPr>
        <p:txBody>
          <a:bodyPr wrap="square" rtlCol="0">
            <a:spAutoFit/>
          </a:bodyPr>
          <a:lstStyle/>
          <a:p>
            <a:pPr algn="ctr"/>
            <a:r>
              <a:rPr lang="en-US" sz="900" dirty="0"/>
              <a:t>52</a:t>
            </a:r>
          </a:p>
        </p:txBody>
      </p:sp>
      <p:sp>
        <p:nvSpPr>
          <p:cNvPr id="43" name="TextBox 42">
            <a:extLst>
              <a:ext uri="{FF2B5EF4-FFF2-40B4-BE49-F238E27FC236}">
                <a16:creationId xmlns:a16="http://schemas.microsoft.com/office/drawing/2014/main" id="{6CB7D1E5-1756-BA37-9255-87FBD25E73A1}"/>
              </a:ext>
            </a:extLst>
          </p:cNvPr>
          <p:cNvSpPr txBox="1"/>
          <p:nvPr/>
        </p:nvSpPr>
        <p:spPr>
          <a:xfrm>
            <a:off x="4143022" y="4909484"/>
            <a:ext cx="570089" cy="230832"/>
          </a:xfrm>
          <a:prstGeom prst="rect">
            <a:avLst/>
          </a:prstGeom>
          <a:solidFill>
            <a:srgbClr val="FF0000">
              <a:alpha val="30000"/>
            </a:srgbClr>
          </a:solidFill>
        </p:spPr>
        <p:txBody>
          <a:bodyPr wrap="square" rtlCol="0">
            <a:spAutoFit/>
          </a:bodyPr>
          <a:lstStyle/>
          <a:p>
            <a:pPr algn="ctr"/>
            <a:r>
              <a:rPr lang="en-US" sz="900" dirty="0"/>
              <a:t>26</a:t>
            </a:r>
          </a:p>
        </p:txBody>
      </p:sp>
      <p:sp>
        <p:nvSpPr>
          <p:cNvPr id="79" name="TextBox 78">
            <a:extLst>
              <a:ext uri="{FF2B5EF4-FFF2-40B4-BE49-F238E27FC236}">
                <a16:creationId xmlns:a16="http://schemas.microsoft.com/office/drawing/2014/main" id="{772C881C-8189-A0D1-F536-0561233EA2F3}"/>
              </a:ext>
            </a:extLst>
          </p:cNvPr>
          <p:cNvSpPr txBox="1"/>
          <p:nvPr/>
        </p:nvSpPr>
        <p:spPr>
          <a:xfrm>
            <a:off x="6152446" y="3907597"/>
            <a:ext cx="570089" cy="230832"/>
          </a:xfrm>
          <a:prstGeom prst="rect">
            <a:avLst/>
          </a:prstGeom>
          <a:solidFill>
            <a:srgbClr val="62FF00">
              <a:alpha val="30000"/>
            </a:srgb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80A72180-5AB4-7B5E-24F6-98B426811B4A}"/>
              </a:ext>
            </a:extLst>
          </p:cNvPr>
          <p:cNvSpPr txBox="1"/>
          <p:nvPr/>
        </p:nvSpPr>
        <p:spPr>
          <a:xfrm>
            <a:off x="7157158" y="3907597"/>
            <a:ext cx="570089" cy="230832"/>
          </a:xfrm>
          <a:prstGeom prst="rect">
            <a:avLst/>
          </a:prstGeom>
          <a:solidFill>
            <a:srgbClr val="62FF00">
              <a:alpha val="30000"/>
            </a:srgbClr>
          </a:solidFill>
        </p:spPr>
        <p:txBody>
          <a:bodyPr wrap="square" rtlCol="0">
            <a:spAutoFit/>
          </a:bodyPr>
          <a:lstStyle/>
          <a:p>
            <a:pPr algn="ctr"/>
            <a:r>
              <a:rPr lang="en-US" sz="900" dirty="0"/>
              <a:t>47</a:t>
            </a:r>
          </a:p>
        </p:txBody>
      </p:sp>
      <p:sp>
        <p:nvSpPr>
          <p:cNvPr id="86" name="TextBox 85">
            <a:extLst>
              <a:ext uri="{FF2B5EF4-FFF2-40B4-BE49-F238E27FC236}">
                <a16:creationId xmlns:a16="http://schemas.microsoft.com/office/drawing/2014/main" id="{EF80CCE2-448F-7412-74EF-9E128EE24356}"/>
              </a:ext>
            </a:extLst>
          </p:cNvPr>
          <p:cNvSpPr txBox="1"/>
          <p:nvPr/>
        </p:nvSpPr>
        <p:spPr>
          <a:xfrm>
            <a:off x="6152446" y="2404765"/>
            <a:ext cx="570089" cy="230832"/>
          </a:xfrm>
          <a:prstGeom prst="rect">
            <a:avLst/>
          </a:prstGeom>
          <a:solidFill>
            <a:srgbClr val="62FF00">
              <a:alpha val="30000"/>
            </a:srgbClr>
          </a:solid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0DF8EC1C-520F-A571-0209-81AE2E20D583}"/>
              </a:ext>
            </a:extLst>
          </p:cNvPr>
          <p:cNvSpPr txBox="1"/>
          <p:nvPr/>
        </p:nvSpPr>
        <p:spPr>
          <a:xfrm>
            <a:off x="7157158" y="2404765"/>
            <a:ext cx="570089" cy="230832"/>
          </a:xfrm>
          <a:prstGeom prst="rect">
            <a:avLst/>
          </a:prstGeom>
          <a:solidFill>
            <a:srgbClr val="62FF00">
              <a:alpha val="30000"/>
            </a:srgbClr>
          </a:solid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2D566AFA-5440-EAB3-86FD-8781712FDF6F}"/>
              </a:ext>
            </a:extLst>
          </p:cNvPr>
          <p:cNvSpPr txBox="1"/>
          <p:nvPr/>
        </p:nvSpPr>
        <p:spPr>
          <a:xfrm>
            <a:off x="7157158" y="2905709"/>
            <a:ext cx="570089" cy="230832"/>
          </a:xfrm>
          <a:prstGeom prst="rect">
            <a:avLst/>
          </a:prstGeom>
          <a:solidFill>
            <a:srgbClr val="62FF00">
              <a:alpha val="30000"/>
            </a:srgbClr>
          </a:solid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DACA97CB-3FC5-A130-FBB2-DE336003F04A}"/>
              </a:ext>
            </a:extLst>
          </p:cNvPr>
          <p:cNvSpPr txBox="1"/>
          <p:nvPr/>
        </p:nvSpPr>
        <p:spPr>
          <a:xfrm>
            <a:off x="6152446" y="2905709"/>
            <a:ext cx="570089" cy="230832"/>
          </a:xfrm>
          <a:prstGeom prst="rect">
            <a:avLst/>
          </a:prstGeom>
          <a:solidFill>
            <a:srgbClr val="62FF00">
              <a:alpha val="30000"/>
            </a:srgbClr>
          </a:solid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9186477A-6924-BED3-5525-006334BDE1EA}"/>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15A5A2BC-B2A4-AEB7-5352-FD0137191528}"/>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EE61D673-AADD-471B-F8C8-5A42AC1BDF19}"/>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907F30AD-3BE9-21F7-BAF9-8720DD2BCE0F}"/>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41FAD1B6-3D26-6911-FE6D-9311188CF3D5}"/>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BBAF1767-8150-490B-D1E9-2D93E4683E7A}"/>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2360520-8319-83BE-5DEF-27B2016782FC}"/>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A58A6972-DFDA-7AAE-C752-1D8FFFA5A0D4}"/>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1857342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56798-A111-B169-2DFA-DFB762F737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863187-839D-BBCC-7A45-FE5F361C0B2C}"/>
              </a:ext>
            </a:extLst>
          </p:cNvPr>
          <p:cNvSpPr>
            <a:spLocks noGrp="1"/>
          </p:cNvSpPr>
          <p:nvPr>
            <p:ph sz="half" idx="1"/>
          </p:nvPr>
        </p:nvSpPr>
        <p:spPr/>
        <p:txBody>
          <a:bodyPr/>
          <a:lstStyle/>
          <a:p>
            <a:r>
              <a:rPr lang="en-US" dirty="0"/>
              <a:t>Complete the lower center block.  The remaining digits, 149, fit in only one way.</a:t>
            </a:r>
          </a:p>
        </p:txBody>
      </p:sp>
      <p:pic>
        <p:nvPicPr>
          <p:cNvPr id="4" name="Picture 3" descr="A grid of sudoku puzzle&#10;&#10;Description automatically generated">
            <a:extLst>
              <a:ext uri="{FF2B5EF4-FFF2-40B4-BE49-F238E27FC236}">
                <a16:creationId xmlns:a16="http://schemas.microsoft.com/office/drawing/2014/main" id="{7E5379B7-E713-4919-1698-BE039E8A4AC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1581978-341B-9A41-DCB4-2D7A1999FB5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894F07A-F101-947B-BCCB-B2B447850B2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1511E39-1C9F-E679-978A-5860ED3C9FB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14C970F-2961-A3BE-8525-9F77BD2781F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6F48F29F-9202-8775-7ABE-1F4514B88F81}"/>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05097209-90F1-0066-9E59-14CFB425472D}"/>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4786BD1D-5F50-C219-589E-15151A3B1862}"/>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191764A-20CA-02E4-66DD-C0309D1027D1}"/>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3D7416AF-A0FB-A737-B405-C8C903633814}"/>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87931035-4289-FA7C-A36D-CA3D4171F8EF}"/>
              </a:ext>
            </a:extLst>
          </p:cNvPr>
          <p:cNvSpPr txBox="1"/>
          <p:nvPr/>
        </p:nvSpPr>
        <p:spPr>
          <a:xfrm>
            <a:off x="3640666" y="1402877"/>
            <a:ext cx="570089" cy="230832"/>
          </a:xfrm>
          <a:prstGeom prst="rect">
            <a:avLst/>
          </a:prstGeom>
          <a:solidFill>
            <a:srgbClr val="FF0000">
              <a:alpha val="30000"/>
            </a:srgbClr>
          </a:solid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544C7289-C4A1-81A5-8099-29CD7F34BE23}"/>
              </a:ext>
            </a:extLst>
          </p:cNvPr>
          <p:cNvSpPr txBox="1"/>
          <p:nvPr/>
        </p:nvSpPr>
        <p:spPr>
          <a:xfrm>
            <a:off x="4143022" y="1402877"/>
            <a:ext cx="570089" cy="230832"/>
          </a:xfrm>
          <a:prstGeom prst="rect">
            <a:avLst/>
          </a:prstGeom>
          <a:solidFill>
            <a:srgbClr val="FF0000">
              <a:alpha val="30000"/>
            </a:srgbClr>
          </a:solid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707867FF-16EE-4FDA-7795-BEE6EB9031AB}"/>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75006030-B8E8-9175-6203-E7CA60C16071}"/>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AB4DC3DD-8A5E-8D7A-49B7-0CF86C516792}"/>
              </a:ext>
            </a:extLst>
          </p:cNvPr>
          <p:cNvSpPr txBox="1"/>
          <p:nvPr/>
        </p:nvSpPr>
        <p:spPr>
          <a:xfrm>
            <a:off x="4645378" y="901933"/>
            <a:ext cx="570089" cy="230832"/>
          </a:xfrm>
          <a:prstGeom prst="rect">
            <a:avLst/>
          </a:prstGeom>
          <a:noFill/>
        </p:spPr>
        <p:txBody>
          <a:bodyPr wrap="square" rtlCol="0">
            <a:spAutoFit/>
          </a:bodyPr>
          <a:lstStyle/>
          <a:p>
            <a:pPr algn="ctr"/>
            <a:r>
              <a:rPr lang="en-US" sz="900" dirty="0"/>
              <a:t>245</a:t>
            </a:r>
          </a:p>
        </p:txBody>
      </p:sp>
      <p:sp>
        <p:nvSpPr>
          <p:cNvPr id="23" name="TextBox 22">
            <a:extLst>
              <a:ext uri="{FF2B5EF4-FFF2-40B4-BE49-F238E27FC236}">
                <a16:creationId xmlns:a16="http://schemas.microsoft.com/office/drawing/2014/main" id="{BD7171AA-9E03-61AB-86CC-664219FC292F}"/>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87DE01E8-A854-EFDC-F0CC-819E3984842B}"/>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C7A82044-1CA5-2243-77D9-70D9580FFF4A}"/>
              </a:ext>
            </a:extLst>
          </p:cNvPr>
          <p:cNvSpPr txBox="1"/>
          <p:nvPr/>
        </p:nvSpPr>
        <p:spPr>
          <a:xfrm>
            <a:off x="5147734" y="1903821"/>
            <a:ext cx="570089" cy="230832"/>
          </a:xfrm>
          <a:prstGeom prst="rect">
            <a:avLst/>
          </a:prstGeom>
          <a:solidFill>
            <a:srgbClr val="62FF00">
              <a:alpha val="30000"/>
            </a:srgbClr>
          </a:solidFill>
        </p:spPr>
        <p:txBody>
          <a:bodyPr wrap="square" rtlCol="0">
            <a:spAutoFit/>
          </a:bodyPr>
          <a:lstStyle/>
          <a:p>
            <a:pPr algn="ctr"/>
            <a:r>
              <a:rPr lang="en-US" sz="900" dirty="0"/>
              <a:t>35</a:t>
            </a:r>
          </a:p>
        </p:txBody>
      </p:sp>
      <p:sp>
        <p:nvSpPr>
          <p:cNvPr id="27" name="TextBox 26">
            <a:extLst>
              <a:ext uri="{FF2B5EF4-FFF2-40B4-BE49-F238E27FC236}">
                <a16:creationId xmlns:a16="http://schemas.microsoft.com/office/drawing/2014/main" id="{089406C5-AF82-EC74-9C10-59242269C01B}"/>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9872A341-49CF-6E4D-4292-8F082BA0AF29}"/>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0472DEE5-FB8E-0ABB-1C59-61A9187AED4D}"/>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01A9AA62-77B1-8588-838F-D733AD7DAC9E}"/>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691B4837-E039-4F8D-2170-E662DF99086D}"/>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F767139B-895A-6469-2E1C-DFD35B202F99}"/>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EAB37DA8-B412-0BCE-7C68-55A912402E58}"/>
              </a:ext>
            </a:extLst>
          </p:cNvPr>
          <p:cNvSpPr txBox="1"/>
          <p:nvPr/>
        </p:nvSpPr>
        <p:spPr>
          <a:xfrm>
            <a:off x="6152446" y="901933"/>
            <a:ext cx="570089" cy="230832"/>
          </a:xfrm>
          <a:prstGeom prst="rect">
            <a:avLst/>
          </a:prstGeom>
          <a:noFill/>
        </p:spPr>
        <p:txBody>
          <a:bodyPr wrap="square" rtlCol="0">
            <a:spAutoFit/>
          </a:bodyPr>
          <a:lstStyle/>
          <a:p>
            <a:pPr algn="ctr"/>
            <a:r>
              <a:rPr lang="en-US" sz="900" dirty="0"/>
              <a:t>358</a:t>
            </a:r>
          </a:p>
        </p:txBody>
      </p:sp>
      <p:sp>
        <p:nvSpPr>
          <p:cNvPr id="29" name="TextBox 28">
            <a:extLst>
              <a:ext uri="{FF2B5EF4-FFF2-40B4-BE49-F238E27FC236}">
                <a16:creationId xmlns:a16="http://schemas.microsoft.com/office/drawing/2014/main" id="{A67B218A-F675-0319-85B8-1CAC6833D9F8}"/>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7" name="TextBox 36">
            <a:extLst>
              <a:ext uri="{FF2B5EF4-FFF2-40B4-BE49-F238E27FC236}">
                <a16:creationId xmlns:a16="http://schemas.microsoft.com/office/drawing/2014/main" id="{77E05E44-787F-E9F1-BDCE-DFB842E4EE49}"/>
              </a:ext>
            </a:extLst>
          </p:cNvPr>
          <p:cNvSpPr txBox="1"/>
          <p:nvPr/>
        </p:nvSpPr>
        <p:spPr>
          <a:xfrm>
            <a:off x="6654802" y="1903821"/>
            <a:ext cx="570089" cy="230832"/>
          </a:xfrm>
          <a:prstGeom prst="rect">
            <a:avLst/>
          </a:prstGeom>
          <a:solidFill>
            <a:srgbClr val="62FF00">
              <a:alpha val="30000"/>
            </a:srgbClr>
          </a:solidFill>
        </p:spPr>
        <p:txBody>
          <a:bodyPr wrap="square" rtlCol="0">
            <a:spAutoFit/>
          </a:bodyPr>
          <a:lstStyle/>
          <a:p>
            <a:pPr algn="ctr"/>
            <a:r>
              <a:rPr lang="en-US" sz="900" dirty="0"/>
              <a:t>53</a:t>
            </a:r>
          </a:p>
        </p:txBody>
      </p:sp>
      <p:sp>
        <p:nvSpPr>
          <p:cNvPr id="38" name="TextBox 37">
            <a:extLst>
              <a:ext uri="{FF2B5EF4-FFF2-40B4-BE49-F238E27FC236}">
                <a16:creationId xmlns:a16="http://schemas.microsoft.com/office/drawing/2014/main" id="{4F254CF3-C2F3-C003-8053-73C28DF53D30}"/>
              </a:ext>
            </a:extLst>
          </p:cNvPr>
          <p:cNvSpPr txBox="1"/>
          <p:nvPr/>
        </p:nvSpPr>
        <p:spPr>
          <a:xfrm>
            <a:off x="7157158" y="1903821"/>
            <a:ext cx="570089" cy="230832"/>
          </a:xfrm>
          <a:prstGeom prst="rect">
            <a:avLst/>
          </a:prstGeom>
          <a:solidFill>
            <a:srgbClr val="62FF00">
              <a:alpha val="30000"/>
            </a:srgbClr>
          </a:solidFill>
        </p:spPr>
        <p:txBody>
          <a:bodyPr wrap="square" rtlCol="0">
            <a:spAutoFit/>
          </a:bodyPr>
          <a:lstStyle/>
          <a:p>
            <a:pPr algn="ctr"/>
            <a:r>
              <a:rPr lang="en-US" sz="900" dirty="0"/>
              <a:t>24</a:t>
            </a:r>
          </a:p>
        </p:txBody>
      </p:sp>
      <p:sp>
        <p:nvSpPr>
          <p:cNvPr id="39" name="TextBox 38">
            <a:extLst>
              <a:ext uri="{FF2B5EF4-FFF2-40B4-BE49-F238E27FC236}">
                <a16:creationId xmlns:a16="http://schemas.microsoft.com/office/drawing/2014/main" id="{5BE0DE21-15C6-1367-1FCA-BE5E0CBF6804}"/>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9E90C250-DD33-B1AF-48E4-A6ABBA0E9914}"/>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84703DB7-0B27-5C02-6844-6362A7EEC648}"/>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BE6BBCEA-A128-E290-9B98-556E0FFC5FE2}"/>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6" name="TextBox 45">
            <a:extLst>
              <a:ext uri="{FF2B5EF4-FFF2-40B4-BE49-F238E27FC236}">
                <a16:creationId xmlns:a16="http://schemas.microsoft.com/office/drawing/2014/main" id="{2435C4A2-78E7-675F-B6D2-00FFE55E8310}"/>
              </a:ext>
            </a:extLst>
          </p:cNvPr>
          <p:cNvSpPr txBox="1"/>
          <p:nvPr/>
        </p:nvSpPr>
        <p:spPr>
          <a:xfrm>
            <a:off x="5650090" y="2404765"/>
            <a:ext cx="570089" cy="230832"/>
          </a:xfrm>
          <a:prstGeom prst="rect">
            <a:avLst/>
          </a:prstGeom>
          <a:noFill/>
        </p:spPr>
        <p:txBody>
          <a:bodyPr wrap="square" rtlCol="0">
            <a:spAutoFit/>
          </a:bodyPr>
          <a:lstStyle/>
          <a:p>
            <a:pPr algn="ctr"/>
            <a:r>
              <a:rPr lang="en-US" sz="900" dirty="0"/>
              <a:t>51</a:t>
            </a:r>
          </a:p>
        </p:txBody>
      </p:sp>
      <p:sp>
        <p:nvSpPr>
          <p:cNvPr id="48" name="TextBox 47">
            <a:extLst>
              <a:ext uri="{FF2B5EF4-FFF2-40B4-BE49-F238E27FC236}">
                <a16:creationId xmlns:a16="http://schemas.microsoft.com/office/drawing/2014/main" id="{5D4D1373-9EE3-518A-E8AC-25125B0EAA19}"/>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F798411F-252F-6B2C-8E0F-AAEB2351DF49}"/>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8A55CC86-42C7-8B45-08CC-AB4CBB1AED37}"/>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0122BEC9-FCFE-79E6-7438-E98621AECCDA}"/>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C987B106-515E-CB86-3F2F-710F33B81BA8}"/>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1FCC471E-A246-CB90-971D-61C0FDB50B55}"/>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1D398DE7-34C1-4492-477C-D98A6132A37A}"/>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82A31A19-4DB7-D8E2-130A-AF6EB2D5FF3A}"/>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561AA9EF-3423-162E-BF00-806E0EF7816D}"/>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33810D5E-CF37-B17F-8AFE-2CF85CC826AF}"/>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D894472A-E70E-B81C-8B18-15B51DA6938E}"/>
              </a:ext>
            </a:extLst>
          </p:cNvPr>
          <p:cNvSpPr txBox="1"/>
          <p:nvPr/>
        </p:nvSpPr>
        <p:spPr>
          <a:xfrm>
            <a:off x="5147734" y="2905709"/>
            <a:ext cx="570089" cy="230832"/>
          </a:xfrm>
          <a:prstGeom prst="rect">
            <a:avLst/>
          </a:prstGeom>
          <a:solidFill>
            <a:srgbClr val="B900FF">
              <a:alpha val="30000"/>
            </a:srgbClr>
          </a:solid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75B497BC-8E2B-A720-8FF4-CD9394683042}"/>
              </a:ext>
            </a:extLst>
          </p:cNvPr>
          <p:cNvSpPr txBox="1"/>
          <p:nvPr/>
        </p:nvSpPr>
        <p:spPr>
          <a:xfrm>
            <a:off x="5650090" y="2905709"/>
            <a:ext cx="570089" cy="230832"/>
          </a:xfrm>
          <a:prstGeom prst="rect">
            <a:avLst/>
          </a:prstGeom>
          <a:solidFill>
            <a:srgbClr val="B900FF">
              <a:alpha val="30000"/>
            </a:srgbClr>
          </a:solid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62FD6F1A-99A8-1A1B-C52A-BC67EED3127A}"/>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D81486F8-0D1F-6D78-C47B-3D54E814C7AA}"/>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39DE9931-4894-4460-8977-D65E98FEF96D}"/>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81F455D7-6054-7882-61E7-0A262CD41386}"/>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B6E3E224-B181-0559-D4CB-013C62D8E347}"/>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1794E80D-23D2-E7C4-C02C-3013124CB7FF}"/>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54F1115E-E495-F5E2-DDF5-54B023512047}"/>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68BC9EDD-E499-EC37-5BC6-8B451FB87766}"/>
              </a:ext>
            </a:extLst>
          </p:cNvPr>
          <p:cNvSpPr txBox="1"/>
          <p:nvPr/>
        </p:nvSpPr>
        <p:spPr>
          <a:xfrm>
            <a:off x="5147734" y="3907597"/>
            <a:ext cx="570089" cy="230832"/>
          </a:xfrm>
          <a:prstGeom prst="rect">
            <a:avLst/>
          </a:prstGeom>
          <a:solidFill>
            <a:srgbClr val="B900FF">
              <a:alpha val="30000"/>
            </a:srgbClr>
          </a:solidFill>
        </p:spPr>
        <p:txBody>
          <a:bodyPr wrap="square" rtlCol="0">
            <a:spAutoFit/>
          </a:bodyPr>
          <a:lstStyle/>
          <a:p>
            <a:pPr algn="ctr"/>
            <a:r>
              <a:rPr lang="en-US" sz="900" dirty="0"/>
              <a:t>56</a:t>
            </a:r>
          </a:p>
        </p:txBody>
      </p:sp>
      <p:sp>
        <p:nvSpPr>
          <p:cNvPr id="68" name="TextBox 67">
            <a:extLst>
              <a:ext uri="{FF2B5EF4-FFF2-40B4-BE49-F238E27FC236}">
                <a16:creationId xmlns:a16="http://schemas.microsoft.com/office/drawing/2014/main" id="{63692850-A44E-4B53-7136-AB5E26A18A01}"/>
              </a:ext>
            </a:extLst>
          </p:cNvPr>
          <p:cNvSpPr txBox="1"/>
          <p:nvPr/>
        </p:nvSpPr>
        <p:spPr>
          <a:xfrm>
            <a:off x="5650090" y="3907597"/>
            <a:ext cx="570089" cy="230832"/>
          </a:xfrm>
          <a:prstGeom prst="rect">
            <a:avLst/>
          </a:prstGeom>
          <a:solidFill>
            <a:srgbClr val="B900FF">
              <a:alpha val="30000"/>
            </a:srgbClr>
          </a:solidFill>
        </p:spPr>
        <p:txBody>
          <a:bodyPr wrap="square" rtlCol="0">
            <a:spAutoFit/>
          </a:bodyPr>
          <a:lstStyle/>
          <a:p>
            <a:pPr algn="ctr"/>
            <a:r>
              <a:rPr lang="en-US" sz="900" dirty="0"/>
              <a:t>65</a:t>
            </a:r>
          </a:p>
        </p:txBody>
      </p:sp>
      <p:sp>
        <p:nvSpPr>
          <p:cNvPr id="69" name="TextBox 68">
            <a:extLst>
              <a:ext uri="{FF2B5EF4-FFF2-40B4-BE49-F238E27FC236}">
                <a16:creationId xmlns:a16="http://schemas.microsoft.com/office/drawing/2014/main" id="{FE2B0D6C-BF70-1C91-4F26-DB68866DE2DD}"/>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BC932167-F131-8442-F82F-DBE8B15D435D}"/>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2622AD50-4AA6-367B-AD43-28763912C6AF}"/>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42C8E5E7-C4FD-E6C6-5EBE-4FA3717BB762}"/>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9B651650-9F88-584C-DA70-2B34765EB54F}"/>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10FC82A1-25DC-4337-516F-5B830A250E05}"/>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C064B0EE-69B0-5E98-9AFE-0744EE36AC95}"/>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B0D6FABB-5DC4-AB6F-CD9A-2CCB8AD3E5D0}"/>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2AB95953-773F-A633-3C53-F2BE72E0B631}"/>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42" name="TextBox 41">
            <a:extLst>
              <a:ext uri="{FF2B5EF4-FFF2-40B4-BE49-F238E27FC236}">
                <a16:creationId xmlns:a16="http://schemas.microsoft.com/office/drawing/2014/main" id="{E01D5992-6117-AE3A-83E7-98374B79D9F5}"/>
              </a:ext>
            </a:extLst>
          </p:cNvPr>
          <p:cNvSpPr txBox="1"/>
          <p:nvPr/>
        </p:nvSpPr>
        <p:spPr>
          <a:xfrm>
            <a:off x="3640666" y="4909484"/>
            <a:ext cx="570089" cy="230832"/>
          </a:xfrm>
          <a:prstGeom prst="rect">
            <a:avLst/>
          </a:prstGeom>
          <a:solidFill>
            <a:srgbClr val="FF0000">
              <a:alpha val="30000"/>
            </a:srgbClr>
          </a:solidFill>
        </p:spPr>
        <p:txBody>
          <a:bodyPr wrap="square" rtlCol="0">
            <a:spAutoFit/>
          </a:bodyPr>
          <a:lstStyle/>
          <a:p>
            <a:pPr algn="ctr"/>
            <a:r>
              <a:rPr lang="en-US" sz="900" dirty="0"/>
              <a:t>52</a:t>
            </a:r>
          </a:p>
        </p:txBody>
      </p:sp>
      <p:sp>
        <p:nvSpPr>
          <p:cNvPr id="43" name="TextBox 42">
            <a:extLst>
              <a:ext uri="{FF2B5EF4-FFF2-40B4-BE49-F238E27FC236}">
                <a16:creationId xmlns:a16="http://schemas.microsoft.com/office/drawing/2014/main" id="{652A3F58-AD60-A265-65F9-68611FFA2ABD}"/>
              </a:ext>
            </a:extLst>
          </p:cNvPr>
          <p:cNvSpPr txBox="1"/>
          <p:nvPr/>
        </p:nvSpPr>
        <p:spPr>
          <a:xfrm>
            <a:off x="4143022" y="4909484"/>
            <a:ext cx="570089" cy="230832"/>
          </a:xfrm>
          <a:prstGeom prst="rect">
            <a:avLst/>
          </a:prstGeom>
          <a:solidFill>
            <a:srgbClr val="FF0000">
              <a:alpha val="30000"/>
            </a:srgbClr>
          </a:solidFill>
        </p:spPr>
        <p:txBody>
          <a:bodyPr wrap="square" rtlCol="0">
            <a:spAutoFit/>
          </a:bodyPr>
          <a:lstStyle/>
          <a:p>
            <a:pPr algn="ctr"/>
            <a:r>
              <a:rPr lang="en-US" sz="900" dirty="0"/>
              <a:t>26</a:t>
            </a:r>
          </a:p>
        </p:txBody>
      </p:sp>
      <p:sp>
        <p:nvSpPr>
          <p:cNvPr id="79" name="TextBox 78">
            <a:extLst>
              <a:ext uri="{FF2B5EF4-FFF2-40B4-BE49-F238E27FC236}">
                <a16:creationId xmlns:a16="http://schemas.microsoft.com/office/drawing/2014/main" id="{06CF3438-4EB1-B310-BB5D-EC02D077763B}"/>
              </a:ext>
            </a:extLst>
          </p:cNvPr>
          <p:cNvSpPr txBox="1"/>
          <p:nvPr/>
        </p:nvSpPr>
        <p:spPr>
          <a:xfrm>
            <a:off x="6152446" y="3907597"/>
            <a:ext cx="570089" cy="230832"/>
          </a:xfrm>
          <a:prstGeom prst="rect">
            <a:avLst/>
          </a:prstGeom>
          <a:solidFill>
            <a:srgbClr val="62FF00">
              <a:alpha val="30000"/>
            </a:srgb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2970DE2A-8BD9-628C-0F5B-214FE6A48E07}"/>
              </a:ext>
            </a:extLst>
          </p:cNvPr>
          <p:cNvSpPr txBox="1"/>
          <p:nvPr/>
        </p:nvSpPr>
        <p:spPr>
          <a:xfrm>
            <a:off x="7157158" y="3907597"/>
            <a:ext cx="570089" cy="230832"/>
          </a:xfrm>
          <a:prstGeom prst="rect">
            <a:avLst/>
          </a:prstGeom>
          <a:solidFill>
            <a:srgbClr val="62FF00">
              <a:alpha val="30000"/>
            </a:srgbClr>
          </a:solidFill>
        </p:spPr>
        <p:txBody>
          <a:bodyPr wrap="square" rtlCol="0">
            <a:spAutoFit/>
          </a:bodyPr>
          <a:lstStyle/>
          <a:p>
            <a:pPr algn="ctr"/>
            <a:r>
              <a:rPr lang="en-US" sz="900" dirty="0"/>
              <a:t>47</a:t>
            </a:r>
          </a:p>
        </p:txBody>
      </p:sp>
      <p:sp>
        <p:nvSpPr>
          <p:cNvPr id="86" name="TextBox 85">
            <a:extLst>
              <a:ext uri="{FF2B5EF4-FFF2-40B4-BE49-F238E27FC236}">
                <a16:creationId xmlns:a16="http://schemas.microsoft.com/office/drawing/2014/main" id="{04912AAE-BDB6-F70B-2261-E45ECB13A2D9}"/>
              </a:ext>
            </a:extLst>
          </p:cNvPr>
          <p:cNvSpPr txBox="1"/>
          <p:nvPr/>
        </p:nvSpPr>
        <p:spPr>
          <a:xfrm>
            <a:off x="6152446" y="2404765"/>
            <a:ext cx="570089" cy="230832"/>
          </a:xfrm>
          <a:prstGeom prst="rect">
            <a:avLst/>
          </a:prstGeom>
          <a:solidFill>
            <a:srgbClr val="62FF00">
              <a:alpha val="30000"/>
            </a:srgbClr>
          </a:solid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10E19FE1-8173-B735-73E8-F706E89E73EE}"/>
              </a:ext>
            </a:extLst>
          </p:cNvPr>
          <p:cNvSpPr txBox="1"/>
          <p:nvPr/>
        </p:nvSpPr>
        <p:spPr>
          <a:xfrm>
            <a:off x="7157158" y="2404765"/>
            <a:ext cx="570089" cy="230832"/>
          </a:xfrm>
          <a:prstGeom prst="rect">
            <a:avLst/>
          </a:prstGeom>
          <a:solidFill>
            <a:srgbClr val="62FF00">
              <a:alpha val="30000"/>
            </a:srgbClr>
          </a:solid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5AD72C8A-3FEA-68B1-D35C-75B15A5E23DF}"/>
              </a:ext>
            </a:extLst>
          </p:cNvPr>
          <p:cNvSpPr txBox="1"/>
          <p:nvPr/>
        </p:nvSpPr>
        <p:spPr>
          <a:xfrm>
            <a:off x="7157158" y="2905709"/>
            <a:ext cx="570089" cy="230832"/>
          </a:xfrm>
          <a:prstGeom prst="rect">
            <a:avLst/>
          </a:prstGeom>
          <a:solidFill>
            <a:srgbClr val="62FF00">
              <a:alpha val="30000"/>
            </a:srgbClr>
          </a:solid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7714AFDE-9F68-39BA-8AE4-24DBC39F3B5D}"/>
              </a:ext>
            </a:extLst>
          </p:cNvPr>
          <p:cNvSpPr txBox="1"/>
          <p:nvPr/>
        </p:nvSpPr>
        <p:spPr>
          <a:xfrm>
            <a:off x="6152446" y="2905709"/>
            <a:ext cx="570089" cy="230832"/>
          </a:xfrm>
          <a:prstGeom prst="rect">
            <a:avLst/>
          </a:prstGeom>
          <a:solidFill>
            <a:srgbClr val="62FF00">
              <a:alpha val="30000"/>
            </a:srgbClr>
          </a:solid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81B8B3B3-9A43-1D15-E7F8-287778BEF7C1}"/>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013104B9-14BD-2461-8D21-188396A4050B}"/>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0E9F1E48-C62C-9178-1C1B-A4B7DCDF7EAE}"/>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C4E60449-8640-3E67-578E-395DB4FD84E5}"/>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58F44A0A-4008-AF9F-82D4-29E591010BFE}"/>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75504B72-2A30-539B-48FF-E6E6198DCF17}"/>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C7D59170-D6A2-E582-F851-25CBB61277CC}"/>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BA7D27BA-799D-969E-C802-332780E4EA5C}"/>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EA8A0B95-5427-328B-D615-6C30FAEE0388}"/>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2ABC381F-C50B-DFD1-37F6-AB71F41E44B4}"/>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388D6BB3-5722-C536-44FD-C0BF3242429C}"/>
              </a:ext>
            </a:extLst>
          </p:cNvPr>
          <p:cNvSpPr txBox="1"/>
          <p:nvPr/>
        </p:nvSpPr>
        <p:spPr>
          <a:xfrm>
            <a:off x="5215469" y="4747898"/>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8404531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CB1C8-6F5D-8CF8-7F37-F0E2950E1E1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A734E3-22F3-49DD-8C99-479EDEFF2FA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E799DC4-E104-0781-0B3A-2199DE99F67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EC26B8E-75EB-CD60-2C69-CA1BB205C31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0C1362D-44BD-B1EB-0C17-93293D7D244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C3E69A9-7CB0-8611-E109-4EC0E133857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6882376-A679-F64D-EC31-E6CDB73529A7}"/>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BB42DBFF-3D7E-2394-CE68-0E7AC7477629}"/>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349008B0-3945-DC4F-21F9-FD88970DD986}"/>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0D93F604-9BE2-9E7C-4DD3-69F0DA5420DD}"/>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AA4FAEA4-35FB-0A33-0B19-98B2D91AD755}"/>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14F1DFC2-5109-B5DA-C1DB-140C6F40582D}"/>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28C18A9E-7B5D-5A08-0908-E3FF1A1B49EB}"/>
              </a:ext>
            </a:extLst>
          </p:cNvPr>
          <p:cNvSpPr txBox="1"/>
          <p:nvPr/>
        </p:nvSpPr>
        <p:spPr>
          <a:xfrm>
            <a:off x="3640666" y="1402877"/>
            <a:ext cx="570089" cy="230832"/>
          </a:xfrm>
          <a:prstGeom prst="rect">
            <a:avLst/>
          </a:prstGeom>
          <a:solidFill>
            <a:srgbClr val="FF0000">
              <a:alpha val="30000"/>
            </a:srgbClr>
          </a:solid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5555E8FA-33E3-DA5B-E498-615268DFDE76}"/>
              </a:ext>
            </a:extLst>
          </p:cNvPr>
          <p:cNvSpPr txBox="1"/>
          <p:nvPr/>
        </p:nvSpPr>
        <p:spPr>
          <a:xfrm>
            <a:off x="4143022" y="1402877"/>
            <a:ext cx="570089" cy="230832"/>
          </a:xfrm>
          <a:prstGeom prst="rect">
            <a:avLst/>
          </a:prstGeom>
          <a:solidFill>
            <a:srgbClr val="FF0000">
              <a:alpha val="30000"/>
            </a:srgbClr>
          </a:solid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1AC19F08-5E1F-1A3E-C359-B275CF898176}"/>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2210AC67-28FC-CE0B-327F-362FCD545049}"/>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0518395D-71B7-25BB-B7DA-AB64F3C5B675}"/>
              </a:ext>
            </a:extLst>
          </p:cNvPr>
          <p:cNvSpPr txBox="1"/>
          <p:nvPr/>
        </p:nvSpPr>
        <p:spPr>
          <a:xfrm>
            <a:off x="4645378" y="901933"/>
            <a:ext cx="570089" cy="230832"/>
          </a:xfrm>
          <a:prstGeom prst="rect">
            <a:avLst/>
          </a:prstGeom>
          <a:noFill/>
        </p:spPr>
        <p:txBody>
          <a:bodyPr wrap="square" rtlCol="0">
            <a:spAutoFit/>
          </a:bodyPr>
          <a:lstStyle/>
          <a:p>
            <a:pPr algn="ctr"/>
            <a:r>
              <a:rPr lang="en-US" sz="900" dirty="0"/>
              <a:t>52</a:t>
            </a:r>
          </a:p>
        </p:txBody>
      </p:sp>
      <p:sp>
        <p:nvSpPr>
          <p:cNvPr id="23" name="TextBox 22">
            <a:extLst>
              <a:ext uri="{FF2B5EF4-FFF2-40B4-BE49-F238E27FC236}">
                <a16:creationId xmlns:a16="http://schemas.microsoft.com/office/drawing/2014/main" id="{2DC7B738-F358-67EB-11C2-721B570A3964}"/>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454E78CA-C88B-F1C2-07AD-C2E93495C1AD}"/>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17ED4D1E-F903-4AE2-4934-363489757BB6}"/>
              </a:ext>
            </a:extLst>
          </p:cNvPr>
          <p:cNvSpPr txBox="1"/>
          <p:nvPr/>
        </p:nvSpPr>
        <p:spPr>
          <a:xfrm>
            <a:off x="5147734" y="1903821"/>
            <a:ext cx="570089" cy="230832"/>
          </a:xfrm>
          <a:prstGeom prst="rect">
            <a:avLst/>
          </a:prstGeom>
          <a:solidFill>
            <a:srgbClr val="62FF00">
              <a:alpha val="30000"/>
            </a:srgbClr>
          </a:solidFill>
        </p:spPr>
        <p:txBody>
          <a:bodyPr wrap="square" rtlCol="0">
            <a:spAutoFit/>
          </a:bodyPr>
          <a:lstStyle/>
          <a:p>
            <a:pPr algn="ctr"/>
            <a:r>
              <a:rPr lang="en-US" sz="900" dirty="0"/>
              <a:t>35</a:t>
            </a:r>
          </a:p>
        </p:txBody>
      </p:sp>
      <p:sp>
        <p:nvSpPr>
          <p:cNvPr id="27" name="TextBox 26">
            <a:extLst>
              <a:ext uri="{FF2B5EF4-FFF2-40B4-BE49-F238E27FC236}">
                <a16:creationId xmlns:a16="http://schemas.microsoft.com/office/drawing/2014/main" id="{BFF58ACC-8E31-9539-91F7-69993C0C0104}"/>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0A869D8C-9FD0-F35E-30A2-E29A8960AEEB}"/>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523F2AF2-80C9-E601-27B8-8F627D4ADC39}"/>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0BF9398E-E4D2-786B-3762-478C157561D5}"/>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FC44F5F1-79FC-2775-8AD5-2774D14AA0CC}"/>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75D66B4B-6154-78DB-18A1-1AB8CB63AB96}"/>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4E0007D5-BA0F-D356-2D1A-D56E8F1EA053}"/>
              </a:ext>
            </a:extLst>
          </p:cNvPr>
          <p:cNvSpPr txBox="1"/>
          <p:nvPr/>
        </p:nvSpPr>
        <p:spPr>
          <a:xfrm>
            <a:off x="6152446" y="901933"/>
            <a:ext cx="570089" cy="230832"/>
          </a:xfrm>
          <a:prstGeom prst="rect">
            <a:avLst/>
          </a:prstGeom>
          <a:noFill/>
        </p:spPr>
        <p:txBody>
          <a:bodyPr wrap="square" rtlCol="0">
            <a:spAutoFit/>
          </a:bodyPr>
          <a:lstStyle/>
          <a:p>
            <a:pPr algn="ctr"/>
            <a:r>
              <a:rPr lang="en-US" sz="900" dirty="0"/>
              <a:t>358</a:t>
            </a:r>
          </a:p>
        </p:txBody>
      </p:sp>
      <p:sp>
        <p:nvSpPr>
          <p:cNvPr id="29" name="TextBox 28">
            <a:extLst>
              <a:ext uri="{FF2B5EF4-FFF2-40B4-BE49-F238E27FC236}">
                <a16:creationId xmlns:a16="http://schemas.microsoft.com/office/drawing/2014/main" id="{830656FA-E346-9738-FC51-C3F2F55B20B1}"/>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7" name="TextBox 36">
            <a:extLst>
              <a:ext uri="{FF2B5EF4-FFF2-40B4-BE49-F238E27FC236}">
                <a16:creationId xmlns:a16="http://schemas.microsoft.com/office/drawing/2014/main" id="{C31EF577-AFD2-244A-16A1-075F28E5FA7E}"/>
              </a:ext>
            </a:extLst>
          </p:cNvPr>
          <p:cNvSpPr txBox="1"/>
          <p:nvPr/>
        </p:nvSpPr>
        <p:spPr>
          <a:xfrm>
            <a:off x="6654802" y="1903821"/>
            <a:ext cx="570089" cy="230832"/>
          </a:xfrm>
          <a:prstGeom prst="rect">
            <a:avLst/>
          </a:prstGeom>
          <a:solidFill>
            <a:srgbClr val="62FF00">
              <a:alpha val="30000"/>
            </a:srgbClr>
          </a:solidFill>
        </p:spPr>
        <p:txBody>
          <a:bodyPr wrap="square" rtlCol="0">
            <a:spAutoFit/>
          </a:bodyPr>
          <a:lstStyle/>
          <a:p>
            <a:pPr algn="ctr"/>
            <a:r>
              <a:rPr lang="en-US" sz="900" dirty="0"/>
              <a:t>53</a:t>
            </a:r>
          </a:p>
        </p:txBody>
      </p:sp>
      <p:sp>
        <p:nvSpPr>
          <p:cNvPr id="38" name="TextBox 37">
            <a:extLst>
              <a:ext uri="{FF2B5EF4-FFF2-40B4-BE49-F238E27FC236}">
                <a16:creationId xmlns:a16="http://schemas.microsoft.com/office/drawing/2014/main" id="{E822B886-E3DA-46D1-9A36-5228B3D09CA2}"/>
              </a:ext>
            </a:extLst>
          </p:cNvPr>
          <p:cNvSpPr txBox="1"/>
          <p:nvPr/>
        </p:nvSpPr>
        <p:spPr>
          <a:xfrm>
            <a:off x="7157158" y="1903821"/>
            <a:ext cx="570089" cy="230832"/>
          </a:xfrm>
          <a:prstGeom prst="rect">
            <a:avLst/>
          </a:prstGeom>
          <a:solidFill>
            <a:srgbClr val="62FF00">
              <a:alpha val="30000"/>
            </a:srgbClr>
          </a:solidFill>
        </p:spPr>
        <p:txBody>
          <a:bodyPr wrap="square" rtlCol="0">
            <a:spAutoFit/>
          </a:bodyPr>
          <a:lstStyle/>
          <a:p>
            <a:pPr algn="ctr"/>
            <a:r>
              <a:rPr lang="en-US" sz="900" dirty="0"/>
              <a:t>24</a:t>
            </a:r>
          </a:p>
        </p:txBody>
      </p:sp>
      <p:sp>
        <p:nvSpPr>
          <p:cNvPr id="39" name="TextBox 38">
            <a:extLst>
              <a:ext uri="{FF2B5EF4-FFF2-40B4-BE49-F238E27FC236}">
                <a16:creationId xmlns:a16="http://schemas.microsoft.com/office/drawing/2014/main" id="{0AA3DAF3-C75F-0861-CD82-2CB23F1A44C7}"/>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80DB7A75-B699-F238-63A8-AB2CFAA24878}"/>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711808F6-E535-DD6B-E79E-6465B6F12EF7}"/>
              </a:ext>
            </a:extLst>
          </p:cNvPr>
          <p:cNvSpPr txBox="1"/>
          <p:nvPr/>
        </p:nvSpPr>
        <p:spPr>
          <a:xfrm>
            <a:off x="4645378" y="2404765"/>
            <a:ext cx="570089" cy="230832"/>
          </a:xfrm>
          <a:prstGeom prst="rect">
            <a:avLst/>
          </a:prstGeom>
          <a:noFill/>
        </p:spPr>
        <p:txBody>
          <a:bodyPr wrap="square" rtlCol="0">
            <a:spAutoFit/>
          </a:bodyPr>
          <a:lstStyle/>
          <a:p>
            <a:pPr algn="ctr"/>
            <a:r>
              <a:rPr lang="en-US" sz="900" dirty="0"/>
              <a:t>25</a:t>
            </a:r>
          </a:p>
        </p:txBody>
      </p:sp>
      <p:sp>
        <p:nvSpPr>
          <p:cNvPr id="45" name="TextBox 44">
            <a:extLst>
              <a:ext uri="{FF2B5EF4-FFF2-40B4-BE49-F238E27FC236}">
                <a16:creationId xmlns:a16="http://schemas.microsoft.com/office/drawing/2014/main" id="{B7401514-F6A8-A9F2-47AD-96DC59B1CF76}"/>
              </a:ext>
            </a:extLst>
          </p:cNvPr>
          <p:cNvSpPr txBox="1"/>
          <p:nvPr/>
        </p:nvSpPr>
        <p:spPr>
          <a:xfrm>
            <a:off x="5147734" y="2404765"/>
            <a:ext cx="570089" cy="230832"/>
          </a:xfrm>
          <a:prstGeom prst="rect">
            <a:avLst/>
          </a:prstGeom>
          <a:noFill/>
        </p:spPr>
        <p:txBody>
          <a:bodyPr wrap="square" rtlCol="0">
            <a:spAutoFit/>
          </a:bodyPr>
          <a:lstStyle/>
          <a:p>
            <a:pPr algn="ctr"/>
            <a:r>
              <a:rPr lang="en-US" sz="900" dirty="0"/>
              <a:t>125</a:t>
            </a:r>
          </a:p>
        </p:txBody>
      </p:sp>
      <p:sp>
        <p:nvSpPr>
          <p:cNvPr id="48" name="TextBox 47">
            <a:extLst>
              <a:ext uri="{FF2B5EF4-FFF2-40B4-BE49-F238E27FC236}">
                <a16:creationId xmlns:a16="http://schemas.microsoft.com/office/drawing/2014/main" id="{54484C82-F0EF-0D43-4A55-8AC5BADA028C}"/>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ADC39353-0241-AEE4-87F8-CCBC5688D821}"/>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328862B8-53A9-D4C3-E5A2-8BB47D2BF0C4}"/>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6B27B214-4022-DA4C-3B4D-6D00BA78B132}"/>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AFD582DB-42A4-5275-B965-AD7DED53A3DB}"/>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32A468E0-9817-6A78-524A-B457438511DB}"/>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A98CF702-8A77-213D-8C4A-47F571CA84DD}"/>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F669FD88-2669-F360-D02B-DFDECCD97A76}"/>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DDF6BB15-986E-D723-70A0-E649F5127D2E}"/>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684CD2D0-7C40-FC3F-B54A-0C6C7B1A350D}"/>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FDF140B8-613E-E40C-5998-7044B4A9AF28}"/>
              </a:ext>
            </a:extLst>
          </p:cNvPr>
          <p:cNvSpPr txBox="1"/>
          <p:nvPr/>
        </p:nvSpPr>
        <p:spPr>
          <a:xfrm>
            <a:off x="5147734" y="2905709"/>
            <a:ext cx="570089" cy="230832"/>
          </a:xfrm>
          <a:prstGeom prst="rect">
            <a:avLst/>
          </a:prstGeom>
          <a:solidFill>
            <a:srgbClr val="B900FF">
              <a:alpha val="30000"/>
            </a:srgbClr>
          </a:solidFill>
        </p:spPr>
        <p:txBody>
          <a:bodyPr wrap="square" rtlCol="0">
            <a:spAutoFit/>
          </a:bodyPr>
          <a:lstStyle/>
          <a:p>
            <a:pPr algn="ctr"/>
            <a:r>
              <a:rPr lang="en-US" sz="900" dirty="0"/>
              <a:t>64</a:t>
            </a:r>
          </a:p>
        </p:txBody>
      </p:sp>
      <p:sp>
        <p:nvSpPr>
          <p:cNvPr id="41" name="TextBox 40">
            <a:extLst>
              <a:ext uri="{FF2B5EF4-FFF2-40B4-BE49-F238E27FC236}">
                <a16:creationId xmlns:a16="http://schemas.microsoft.com/office/drawing/2014/main" id="{2C448099-C5E1-CDC6-C62E-15A97AE3719D}"/>
              </a:ext>
            </a:extLst>
          </p:cNvPr>
          <p:cNvSpPr txBox="1"/>
          <p:nvPr/>
        </p:nvSpPr>
        <p:spPr>
          <a:xfrm>
            <a:off x="5650090" y="2905709"/>
            <a:ext cx="570089" cy="230832"/>
          </a:xfrm>
          <a:prstGeom prst="rect">
            <a:avLst/>
          </a:prstGeom>
          <a:solidFill>
            <a:srgbClr val="B900FF">
              <a:alpha val="30000"/>
            </a:srgbClr>
          </a:solid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FD48E0E3-92B5-0A51-2EAA-842C15218C0A}"/>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8AE6DF17-ACB5-2118-69A5-4874BADD8CC0}"/>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635AE382-6CE6-F6F9-B806-BEE6E385F628}"/>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312191F9-9492-9374-6315-A72FC569AC68}"/>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DA4BCBDF-CD28-5784-B229-53C9002B7EEA}"/>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6C3F689B-43EC-04C6-5503-DCB6048D30E0}"/>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AC155817-44F6-1F6C-C8D1-F3B1D1A09B80}"/>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7" name="TextBox 66">
            <a:extLst>
              <a:ext uri="{FF2B5EF4-FFF2-40B4-BE49-F238E27FC236}">
                <a16:creationId xmlns:a16="http://schemas.microsoft.com/office/drawing/2014/main" id="{6878404E-D8FF-142E-B30F-6DB3FD7B5C48}"/>
              </a:ext>
            </a:extLst>
          </p:cNvPr>
          <p:cNvSpPr txBox="1"/>
          <p:nvPr/>
        </p:nvSpPr>
        <p:spPr>
          <a:xfrm>
            <a:off x="5147734" y="3907597"/>
            <a:ext cx="570089" cy="230832"/>
          </a:xfrm>
          <a:prstGeom prst="rect">
            <a:avLst/>
          </a:prstGeom>
          <a:solidFill>
            <a:srgbClr val="B900FF">
              <a:alpha val="30000"/>
            </a:srgbClr>
          </a:solidFill>
        </p:spPr>
        <p:txBody>
          <a:bodyPr wrap="square" rtlCol="0">
            <a:spAutoFit/>
          </a:bodyPr>
          <a:lstStyle/>
          <a:p>
            <a:pPr algn="ctr"/>
            <a:r>
              <a:rPr lang="en-US" sz="900" dirty="0"/>
              <a:t>56</a:t>
            </a:r>
          </a:p>
        </p:txBody>
      </p:sp>
      <p:sp>
        <p:nvSpPr>
          <p:cNvPr id="68" name="TextBox 67">
            <a:extLst>
              <a:ext uri="{FF2B5EF4-FFF2-40B4-BE49-F238E27FC236}">
                <a16:creationId xmlns:a16="http://schemas.microsoft.com/office/drawing/2014/main" id="{4C7BEA07-40CB-9A6B-70BE-D35D047FE956}"/>
              </a:ext>
            </a:extLst>
          </p:cNvPr>
          <p:cNvSpPr txBox="1"/>
          <p:nvPr/>
        </p:nvSpPr>
        <p:spPr>
          <a:xfrm>
            <a:off x="5650090" y="3907597"/>
            <a:ext cx="570089" cy="230832"/>
          </a:xfrm>
          <a:prstGeom prst="rect">
            <a:avLst/>
          </a:prstGeom>
          <a:solidFill>
            <a:srgbClr val="B900FF">
              <a:alpha val="30000"/>
            </a:srgbClr>
          </a:solidFill>
        </p:spPr>
        <p:txBody>
          <a:bodyPr wrap="square" rtlCol="0">
            <a:spAutoFit/>
          </a:bodyPr>
          <a:lstStyle/>
          <a:p>
            <a:pPr algn="ctr"/>
            <a:r>
              <a:rPr lang="en-US" sz="900" dirty="0"/>
              <a:t>65</a:t>
            </a:r>
          </a:p>
        </p:txBody>
      </p:sp>
      <p:sp>
        <p:nvSpPr>
          <p:cNvPr id="69" name="TextBox 68">
            <a:extLst>
              <a:ext uri="{FF2B5EF4-FFF2-40B4-BE49-F238E27FC236}">
                <a16:creationId xmlns:a16="http://schemas.microsoft.com/office/drawing/2014/main" id="{8978631B-9545-8262-EC6F-4DA4EF851E8F}"/>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D3567C09-A1E1-CE1D-4262-BB0084C3A13F}"/>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9F7EB6D0-8620-0FAE-79CC-A7636960353C}"/>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9948E15E-AD18-A2D1-4A8A-E2B6ACE78572}"/>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5AE3BBA7-F0CF-C3F6-7095-3093CE396626}"/>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79A0F546-9065-82B8-5385-B70199A5752D}"/>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143D33A0-61D9-4690-4CB4-1F61A87465A1}"/>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C93AEDF0-6AF2-0F94-FC00-C1D6B0D6CB47}"/>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6635C057-E7B9-EEF0-9E89-57AC520DE03F}"/>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42" name="TextBox 41">
            <a:extLst>
              <a:ext uri="{FF2B5EF4-FFF2-40B4-BE49-F238E27FC236}">
                <a16:creationId xmlns:a16="http://schemas.microsoft.com/office/drawing/2014/main" id="{5A498734-B9BA-1635-BE84-299FCD7528D9}"/>
              </a:ext>
            </a:extLst>
          </p:cNvPr>
          <p:cNvSpPr txBox="1"/>
          <p:nvPr/>
        </p:nvSpPr>
        <p:spPr>
          <a:xfrm>
            <a:off x="3640666" y="4909484"/>
            <a:ext cx="570089" cy="230832"/>
          </a:xfrm>
          <a:prstGeom prst="rect">
            <a:avLst/>
          </a:prstGeom>
          <a:solidFill>
            <a:srgbClr val="FF0000">
              <a:alpha val="30000"/>
            </a:srgbClr>
          </a:solidFill>
        </p:spPr>
        <p:txBody>
          <a:bodyPr wrap="square" rtlCol="0">
            <a:spAutoFit/>
          </a:bodyPr>
          <a:lstStyle/>
          <a:p>
            <a:pPr algn="ctr"/>
            <a:r>
              <a:rPr lang="en-US" sz="900" dirty="0"/>
              <a:t>52</a:t>
            </a:r>
          </a:p>
        </p:txBody>
      </p:sp>
      <p:sp>
        <p:nvSpPr>
          <p:cNvPr id="43" name="TextBox 42">
            <a:extLst>
              <a:ext uri="{FF2B5EF4-FFF2-40B4-BE49-F238E27FC236}">
                <a16:creationId xmlns:a16="http://schemas.microsoft.com/office/drawing/2014/main" id="{DC548AF9-A90D-23B9-EB38-A8D9C3044615}"/>
              </a:ext>
            </a:extLst>
          </p:cNvPr>
          <p:cNvSpPr txBox="1"/>
          <p:nvPr/>
        </p:nvSpPr>
        <p:spPr>
          <a:xfrm>
            <a:off x="4143022" y="4909484"/>
            <a:ext cx="570089" cy="230832"/>
          </a:xfrm>
          <a:prstGeom prst="rect">
            <a:avLst/>
          </a:prstGeom>
          <a:solidFill>
            <a:srgbClr val="FF0000">
              <a:alpha val="30000"/>
            </a:srgbClr>
          </a:solidFill>
        </p:spPr>
        <p:txBody>
          <a:bodyPr wrap="square" rtlCol="0">
            <a:spAutoFit/>
          </a:bodyPr>
          <a:lstStyle/>
          <a:p>
            <a:pPr algn="ctr"/>
            <a:r>
              <a:rPr lang="en-US" sz="900" dirty="0"/>
              <a:t>26</a:t>
            </a:r>
          </a:p>
        </p:txBody>
      </p:sp>
      <p:sp>
        <p:nvSpPr>
          <p:cNvPr id="79" name="TextBox 78">
            <a:extLst>
              <a:ext uri="{FF2B5EF4-FFF2-40B4-BE49-F238E27FC236}">
                <a16:creationId xmlns:a16="http://schemas.microsoft.com/office/drawing/2014/main" id="{6ACDBE10-2899-E417-60E1-0B024289A734}"/>
              </a:ext>
            </a:extLst>
          </p:cNvPr>
          <p:cNvSpPr txBox="1"/>
          <p:nvPr/>
        </p:nvSpPr>
        <p:spPr>
          <a:xfrm>
            <a:off x="6152446" y="3907597"/>
            <a:ext cx="570089" cy="230832"/>
          </a:xfrm>
          <a:prstGeom prst="rect">
            <a:avLst/>
          </a:prstGeom>
          <a:solidFill>
            <a:srgbClr val="62FF00">
              <a:alpha val="30000"/>
            </a:srgb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68ECC07E-1DAE-16CE-5269-A2BF22689C51}"/>
              </a:ext>
            </a:extLst>
          </p:cNvPr>
          <p:cNvSpPr txBox="1"/>
          <p:nvPr/>
        </p:nvSpPr>
        <p:spPr>
          <a:xfrm>
            <a:off x="7157158" y="3907597"/>
            <a:ext cx="570089" cy="230832"/>
          </a:xfrm>
          <a:prstGeom prst="rect">
            <a:avLst/>
          </a:prstGeom>
          <a:solidFill>
            <a:srgbClr val="62FF00">
              <a:alpha val="30000"/>
            </a:srgbClr>
          </a:solidFill>
        </p:spPr>
        <p:txBody>
          <a:bodyPr wrap="square" rtlCol="0">
            <a:spAutoFit/>
          </a:bodyPr>
          <a:lstStyle/>
          <a:p>
            <a:pPr algn="ctr"/>
            <a:r>
              <a:rPr lang="en-US" sz="900" dirty="0"/>
              <a:t>47</a:t>
            </a:r>
          </a:p>
        </p:txBody>
      </p:sp>
      <p:sp>
        <p:nvSpPr>
          <p:cNvPr id="86" name="TextBox 85">
            <a:extLst>
              <a:ext uri="{FF2B5EF4-FFF2-40B4-BE49-F238E27FC236}">
                <a16:creationId xmlns:a16="http://schemas.microsoft.com/office/drawing/2014/main" id="{B68A655C-BFB2-0C53-D22E-7B9CB4C5993C}"/>
              </a:ext>
            </a:extLst>
          </p:cNvPr>
          <p:cNvSpPr txBox="1"/>
          <p:nvPr/>
        </p:nvSpPr>
        <p:spPr>
          <a:xfrm>
            <a:off x="6152446" y="2404765"/>
            <a:ext cx="570089" cy="230832"/>
          </a:xfrm>
          <a:prstGeom prst="rect">
            <a:avLst/>
          </a:prstGeom>
          <a:solidFill>
            <a:srgbClr val="62FF00">
              <a:alpha val="30000"/>
            </a:srgbClr>
          </a:solid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0B78B435-C0D9-BC78-F8AC-92E3085F94FE}"/>
              </a:ext>
            </a:extLst>
          </p:cNvPr>
          <p:cNvSpPr txBox="1"/>
          <p:nvPr/>
        </p:nvSpPr>
        <p:spPr>
          <a:xfrm>
            <a:off x="7157158" y="2404765"/>
            <a:ext cx="570089" cy="230832"/>
          </a:xfrm>
          <a:prstGeom prst="rect">
            <a:avLst/>
          </a:prstGeom>
          <a:solidFill>
            <a:srgbClr val="62FF00">
              <a:alpha val="30000"/>
            </a:srgbClr>
          </a:solid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D37E97F8-30C2-E40A-C3BA-CE62A299D891}"/>
              </a:ext>
            </a:extLst>
          </p:cNvPr>
          <p:cNvSpPr txBox="1"/>
          <p:nvPr/>
        </p:nvSpPr>
        <p:spPr>
          <a:xfrm>
            <a:off x="7157158" y="2905709"/>
            <a:ext cx="570089" cy="230832"/>
          </a:xfrm>
          <a:prstGeom prst="rect">
            <a:avLst/>
          </a:prstGeom>
          <a:solidFill>
            <a:srgbClr val="62FF00">
              <a:alpha val="30000"/>
            </a:srgbClr>
          </a:solid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E4AFB8EF-EE0E-D4AD-9330-DC5F0527E986}"/>
              </a:ext>
            </a:extLst>
          </p:cNvPr>
          <p:cNvSpPr txBox="1"/>
          <p:nvPr/>
        </p:nvSpPr>
        <p:spPr>
          <a:xfrm>
            <a:off x="6152446" y="2905709"/>
            <a:ext cx="570089" cy="230832"/>
          </a:xfrm>
          <a:prstGeom prst="rect">
            <a:avLst/>
          </a:prstGeom>
          <a:solidFill>
            <a:srgbClr val="62FF00">
              <a:alpha val="30000"/>
            </a:srgbClr>
          </a:solid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18D0E6C4-20A6-0C59-0980-3EA1F63E5100}"/>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208854EE-30FD-C3B3-13A7-A943F1DD55E5}"/>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AD03AE66-DF5C-5937-AD33-58245E9277B8}"/>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B666A1D5-2463-0660-14A0-5887F64275D7}"/>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4EB5A33E-7A2F-1932-BFE6-7F4941264661}"/>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A1DE88B7-78F1-78DF-0725-CAB1AC382ED2}"/>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96ADB1EC-7F3D-288D-60F8-FCAA7623B6E6}"/>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F213DAA7-485F-9420-DEE8-BB1F146028F4}"/>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708CFB18-A227-8176-E19D-081C599F43CE}"/>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41C135D9-0BB4-24F8-5F31-584590AD50F4}"/>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9F6BE8B7-BB4C-AA72-3C06-3B6C273297CF}"/>
              </a:ext>
            </a:extLst>
          </p:cNvPr>
          <p:cNvSpPr txBox="1"/>
          <p:nvPr/>
        </p:nvSpPr>
        <p:spPr>
          <a:xfrm>
            <a:off x="5215469"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70C758DD-7E7D-EADC-5382-B030B1C43C5B}"/>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9546967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164AB-FB5C-34D3-2BD1-6EEF16501B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90C914-E205-ADDB-7564-73200B137D17}"/>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D04E473-B01B-B21E-3482-4D37EEE6A23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19297DF-6E22-77D1-F8BF-198C08A6C8A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90D4044-C441-B4CD-6546-721715CE5D5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6C8C322-6D92-7D0F-0E68-55C5EED7693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94782B1-C53D-BEC7-52AA-6B86672C5D49}"/>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2DB72CE5-F6E3-B184-9EB2-04ACBE56121F}"/>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FA91DB65-82CE-283F-689D-53C539E3973B}"/>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E9D34D17-22AF-EB15-E9C3-2FC8DA403CB4}"/>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DF930453-C120-D903-079F-6A5B6858298D}"/>
              </a:ext>
            </a:extLst>
          </p:cNvPr>
          <p:cNvSpPr txBox="1"/>
          <p:nvPr/>
        </p:nvSpPr>
        <p:spPr>
          <a:xfrm>
            <a:off x="4143022" y="901933"/>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16" name="TextBox 15">
            <a:extLst>
              <a:ext uri="{FF2B5EF4-FFF2-40B4-BE49-F238E27FC236}">
                <a16:creationId xmlns:a16="http://schemas.microsoft.com/office/drawing/2014/main" id="{77C21212-EAEE-CC57-E71C-4D6ABB57941A}"/>
              </a:ext>
            </a:extLst>
          </p:cNvPr>
          <p:cNvSpPr txBox="1"/>
          <p:nvPr/>
        </p:nvSpPr>
        <p:spPr>
          <a:xfrm>
            <a:off x="3138310" y="901933"/>
            <a:ext cx="570089" cy="230832"/>
          </a:xfrm>
          <a:prstGeom prst="rect">
            <a:avLst/>
          </a:prstGeom>
          <a:noFill/>
        </p:spPr>
        <p:txBody>
          <a:bodyPr wrap="square" rtlCol="0">
            <a:spAutoFit/>
          </a:bodyPr>
          <a:lstStyle/>
          <a:p>
            <a:pPr algn="ctr"/>
            <a:r>
              <a:rPr lang="en-US" sz="900" dirty="0"/>
              <a:t>345</a:t>
            </a:r>
          </a:p>
        </p:txBody>
      </p:sp>
      <p:sp>
        <p:nvSpPr>
          <p:cNvPr id="17" name="TextBox 16">
            <a:extLst>
              <a:ext uri="{FF2B5EF4-FFF2-40B4-BE49-F238E27FC236}">
                <a16:creationId xmlns:a16="http://schemas.microsoft.com/office/drawing/2014/main" id="{4FFCFF58-AFA5-DD41-E971-FD7C94880800}"/>
              </a:ext>
            </a:extLst>
          </p:cNvPr>
          <p:cNvSpPr txBox="1"/>
          <p:nvPr/>
        </p:nvSpPr>
        <p:spPr>
          <a:xfrm>
            <a:off x="3640666" y="1402877"/>
            <a:ext cx="570089" cy="230832"/>
          </a:xfrm>
          <a:prstGeom prst="rect">
            <a:avLst/>
          </a:prstGeom>
          <a:solidFill>
            <a:srgbClr val="FF0000">
              <a:alpha val="30000"/>
            </a:srgbClr>
          </a:solid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44397917-4D25-6809-5DEA-C48A9ED765EE}"/>
              </a:ext>
            </a:extLst>
          </p:cNvPr>
          <p:cNvSpPr txBox="1"/>
          <p:nvPr/>
        </p:nvSpPr>
        <p:spPr>
          <a:xfrm>
            <a:off x="4143022" y="1402877"/>
            <a:ext cx="570089" cy="230832"/>
          </a:xfrm>
          <a:prstGeom prst="rect">
            <a:avLst/>
          </a:prstGeom>
          <a:solidFill>
            <a:srgbClr val="FF0000">
              <a:alpha val="30000"/>
            </a:srgbClr>
          </a:solid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76380981-8079-03CB-FD10-072770FE49A3}"/>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1" name="TextBox 20">
            <a:extLst>
              <a:ext uri="{FF2B5EF4-FFF2-40B4-BE49-F238E27FC236}">
                <a16:creationId xmlns:a16="http://schemas.microsoft.com/office/drawing/2014/main" id="{E8B58285-B6EA-2195-37EA-3F05FBE70C8C}"/>
              </a:ext>
            </a:extLst>
          </p:cNvPr>
          <p:cNvSpPr txBox="1"/>
          <p:nvPr/>
        </p:nvSpPr>
        <p:spPr>
          <a:xfrm>
            <a:off x="4143022" y="1903821"/>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2A768277-DB38-A95A-8394-15F193EF2F4A}"/>
              </a:ext>
            </a:extLst>
          </p:cNvPr>
          <p:cNvSpPr txBox="1"/>
          <p:nvPr/>
        </p:nvSpPr>
        <p:spPr>
          <a:xfrm>
            <a:off x="5147734" y="901933"/>
            <a:ext cx="570089" cy="230832"/>
          </a:xfrm>
          <a:prstGeom prst="rect">
            <a:avLst/>
          </a:prstGeom>
          <a:noFill/>
        </p:spPr>
        <p:txBody>
          <a:bodyPr wrap="square" rtlCol="0">
            <a:spAutoFit/>
          </a:bodyPr>
          <a:lstStyle/>
          <a:p>
            <a:pPr algn="ctr"/>
            <a:r>
              <a:rPr lang="en-US" sz="900" dirty="0"/>
              <a:t>2345</a:t>
            </a:r>
          </a:p>
        </p:txBody>
      </p:sp>
      <p:sp>
        <p:nvSpPr>
          <p:cNvPr id="24" name="TextBox 23">
            <a:extLst>
              <a:ext uri="{FF2B5EF4-FFF2-40B4-BE49-F238E27FC236}">
                <a16:creationId xmlns:a16="http://schemas.microsoft.com/office/drawing/2014/main" id="{F7E6C543-1BF7-40BE-BF4C-1DCAAFC11098}"/>
              </a:ext>
            </a:extLst>
          </p:cNvPr>
          <p:cNvSpPr txBox="1"/>
          <p:nvPr/>
        </p:nvSpPr>
        <p:spPr>
          <a:xfrm>
            <a:off x="5147734" y="1402877"/>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41DF0D3C-3AFC-2DE7-FF96-22E10FB4606D}"/>
              </a:ext>
            </a:extLst>
          </p:cNvPr>
          <p:cNvSpPr txBox="1"/>
          <p:nvPr/>
        </p:nvSpPr>
        <p:spPr>
          <a:xfrm>
            <a:off x="5147734" y="1903821"/>
            <a:ext cx="570089" cy="230832"/>
          </a:xfrm>
          <a:prstGeom prst="rect">
            <a:avLst/>
          </a:prstGeom>
          <a:solidFill>
            <a:srgbClr val="62FF00">
              <a:alpha val="30000"/>
            </a:srgbClr>
          </a:solidFill>
        </p:spPr>
        <p:txBody>
          <a:bodyPr wrap="square" rtlCol="0">
            <a:spAutoFit/>
          </a:bodyPr>
          <a:lstStyle/>
          <a:p>
            <a:pPr algn="ctr"/>
            <a:r>
              <a:rPr lang="en-US" sz="900" dirty="0"/>
              <a:t>35</a:t>
            </a:r>
          </a:p>
        </p:txBody>
      </p:sp>
      <p:sp>
        <p:nvSpPr>
          <p:cNvPr id="27" name="TextBox 26">
            <a:extLst>
              <a:ext uri="{FF2B5EF4-FFF2-40B4-BE49-F238E27FC236}">
                <a16:creationId xmlns:a16="http://schemas.microsoft.com/office/drawing/2014/main" id="{B28F649A-DF77-4EA3-9FC4-0285DAD2E46C}"/>
              </a:ext>
            </a:extLst>
          </p:cNvPr>
          <p:cNvSpPr txBox="1"/>
          <p:nvPr/>
        </p:nvSpPr>
        <p:spPr>
          <a:xfrm>
            <a:off x="5650090" y="901933"/>
            <a:ext cx="570089" cy="230832"/>
          </a:xfrm>
          <a:prstGeom prst="rect">
            <a:avLst/>
          </a:prstGeom>
          <a:solidFill>
            <a:srgbClr val="62FF00">
              <a:alpha val="30000"/>
            </a:srgbClr>
          </a:solidFill>
        </p:spPr>
        <p:txBody>
          <a:bodyPr wrap="square" rtlCol="0">
            <a:spAutoFit/>
          </a:bodyPr>
          <a:lstStyle/>
          <a:p>
            <a:pPr algn="ctr"/>
            <a:r>
              <a:rPr lang="en-US" sz="900" dirty="0"/>
              <a:t>97</a:t>
            </a:r>
          </a:p>
        </p:txBody>
      </p:sp>
      <p:sp>
        <p:nvSpPr>
          <p:cNvPr id="30" name="TextBox 29">
            <a:extLst>
              <a:ext uri="{FF2B5EF4-FFF2-40B4-BE49-F238E27FC236}">
                <a16:creationId xmlns:a16="http://schemas.microsoft.com/office/drawing/2014/main" id="{E949FC72-708A-41A4-C4E9-0144097484DC}"/>
              </a:ext>
            </a:extLst>
          </p:cNvPr>
          <p:cNvSpPr txBox="1"/>
          <p:nvPr/>
        </p:nvSpPr>
        <p:spPr>
          <a:xfrm>
            <a:off x="5650090" y="1903821"/>
            <a:ext cx="570089" cy="230832"/>
          </a:xfrm>
          <a:prstGeom prst="rect">
            <a:avLst/>
          </a:prstGeom>
          <a:solidFill>
            <a:srgbClr val="62FF00">
              <a:alpha val="30000"/>
            </a:srgbClr>
          </a:solidFill>
        </p:spPr>
        <p:txBody>
          <a:bodyPr wrap="square" rtlCol="0">
            <a:spAutoFit/>
          </a:bodyPr>
          <a:lstStyle/>
          <a:p>
            <a:pPr algn="ctr"/>
            <a:r>
              <a:rPr lang="en-US" sz="900" dirty="0"/>
              <a:t>79</a:t>
            </a:r>
          </a:p>
        </p:txBody>
      </p:sp>
      <p:sp>
        <p:nvSpPr>
          <p:cNvPr id="31" name="TextBox 30">
            <a:extLst>
              <a:ext uri="{FF2B5EF4-FFF2-40B4-BE49-F238E27FC236}">
                <a16:creationId xmlns:a16="http://schemas.microsoft.com/office/drawing/2014/main" id="{D3C56F9D-B968-3135-2DE7-B4FB15511634}"/>
              </a:ext>
            </a:extLst>
          </p:cNvPr>
          <p:cNvSpPr txBox="1"/>
          <p:nvPr/>
        </p:nvSpPr>
        <p:spPr>
          <a:xfrm>
            <a:off x="6152446" y="1903821"/>
            <a:ext cx="570089" cy="230832"/>
          </a:xfrm>
          <a:prstGeom prst="rect">
            <a:avLst/>
          </a:prstGeom>
          <a:solidFill>
            <a:srgbClr val="62FF00">
              <a:alpha val="30000"/>
            </a:srgbClr>
          </a:solid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EDD16481-DE24-6C63-46F8-8D340CE9D2E1}"/>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7ABEB1B3-83AC-DACF-F613-83F9C8E54E87}"/>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F7098082-CE9C-1FAC-1031-727652B6D431}"/>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F99D4080-0B96-E4F0-DEED-127400C08352}"/>
              </a:ext>
            </a:extLst>
          </p:cNvPr>
          <p:cNvSpPr txBox="1"/>
          <p:nvPr/>
        </p:nvSpPr>
        <p:spPr>
          <a:xfrm>
            <a:off x="6152446" y="901933"/>
            <a:ext cx="570089" cy="230832"/>
          </a:xfrm>
          <a:prstGeom prst="rect">
            <a:avLst/>
          </a:prstGeom>
          <a:noFill/>
        </p:spPr>
        <p:txBody>
          <a:bodyPr wrap="square" rtlCol="0">
            <a:spAutoFit/>
          </a:bodyPr>
          <a:lstStyle/>
          <a:p>
            <a:pPr algn="ctr"/>
            <a:r>
              <a:rPr lang="en-US" sz="900" dirty="0"/>
              <a:t>358</a:t>
            </a:r>
          </a:p>
        </p:txBody>
      </p:sp>
      <p:sp>
        <p:nvSpPr>
          <p:cNvPr id="29" name="TextBox 28">
            <a:extLst>
              <a:ext uri="{FF2B5EF4-FFF2-40B4-BE49-F238E27FC236}">
                <a16:creationId xmlns:a16="http://schemas.microsoft.com/office/drawing/2014/main" id="{250FD32E-491D-8397-74BA-FEEABE4947DC}"/>
              </a:ext>
            </a:extLst>
          </p:cNvPr>
          <p:cNvSpPr txBox="1"/>
          <p:nvPr/>
        </p:nvSpPr>
        <p:spPr>
          <a:xfrm>
            <a:off x="6654802" y="901933"/>
            <a:ext cx="570089" cy="230832"/>
          </a:xfrm>
          <a:prstGeom prst="rect">
            <a:avLst/>
          </a:prstGeom>
          <a:noFill/>
        </p:spPr>
        <p:txBody>
          <a:bodyPr wrap="square" rtlCol="0">
            <a:spAutoFit/>
          </a:bodyPr>
          <a:lstStyle/>
          <a:p>
            <a:pPr algn="ctr"/>
            <a:r>
              <a:rPr lang="en-US" sz="900" dirty="0"/>
              <a:t>358</a:t>
            </a:r>
          </a:p>
        </p:txBody>
      </p:sp>
      <p:sp>
        <p:nvSpPr>
          <p:cNvPr id="37" name="TextBox 36">
            <a:extLst>
              <a:ext uri="{FF2B5EF4-FFF2-40B4-BE49-F238E27FC236}">
                <a16:creationId xmlns:a16="http://schemas.microsoft.com/office/drawing/2014/main" id="{ACE323AA-8027-4F6B-3941-B604F0A8379A}"/>
              </a:ext>
            </a:extLst>
          </p:cNvPr>
          <p:cNvSpPr txBox="1"/>
          <p:nvPr/>
        </p:nvSpPr>
        <p:spPr>
          <a:xfrm>
            <a:off x="6654802" y="1903821"/>
            <a:ext cx="570089" cy="230832"/>
          </a:xfrm>
          <a:prstGeom prst="rect">
            <a:avLst/>
          </a:prstGeom>
          <a:solidFill>
            <a:srgbClr val="62FF00">
              <a:alpha val="30000"/>
            </a:srgbClr>
          </a:solidFill>
        </p:spPr>
        <p:txBody>
          <a:bodyPr wrap="square" rtlCol="0">
            <a:spAutoFit/>
          </a:bodyPr>
          <a:lstStyle/>
          <a:p>
            <a:pPr algn="ctr"/>
            <a:r>
              <a:rPr lang="en-US" sz="900" dirty="0"/>
              <a:t>53</a:t>
            </a:r>
          </a:p>
        </p:txBody>
      </p:sp>
      <p:sp>
        <p:nvSpPr>
          <p:cNvPr id="38" name="TextBox 37">
            <a:extLst>
              <a:ext uri="{FF2B5EF4-FFF2-40B4-BE49-F238E27FC236}">
                <a16:creationId xmlns:a16="http://schemas.microsoft.com/office/drawing/2014/main" id="{41FD755B-75EC-F18B-41DC-84479D3AF0B2}"/>
              </a:ext>
            </a:extLst>
          </p:cNvPr>
          <p:cNvSpPr txBox="1"/>
          <p:nvPr/>
        </p:nvSpPr>
        <p:spPr>
          <a:xfrm>
            <a:off x="7157158" y="1903821"/>
            <a:ext cx="570089" cy="230832"/>
          </a:xfrm>
          <a:prstGeom prst="rect">
            <a:avLst/>
          </a:prstGeom>
          <a:solidFill>
            <a:srgbClr val="62FF00">
              <a:alpha val="30000"/>
            </a:srgbClr>
          </a:solidFill>
        </p:spPr>
        <p:txBody>
          <a:bodyPr wrap="square" rtlCol="0">
            <a:spAutoFit/>
          </a:bodyPr>
          <a:lstStyle/>
          <a:p>
            <a:pPr algn="ctr"/>
            <a:r>
              <a:rPr lang="en-US" sz="900" dirty="0"/>
              <a:t>24</a:t>
            </a:r>
          </a:p>
        </p:txBody>
      </p:sp>
      <p:sp>
        <p:nvSpPr>
          <p:cNvPr id="39" name="TextBox 38">
            <a:extLst>
              <a:ext uri="{FF2B5EF4-FFF2-40B4-BE49-F238E27FC236}">
                <a16:creationId xmlns:a16="http://schemas.microsoft.com/office/drawing/2014/main" id="{C06F0BF8-7EFE-5190-5380-3620135567BD}"/>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B0E2D366-1DBA-F143-4F42-D2052F286D20}"/>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5" name="TextBox 44">
            <a:extLst>
              <a:ext uri="{FF2B5EF4-FFF2-40B4-BE49-F238E27FC236}">
                <a16:creationId xmlns:a16="http://schemas.microsoft.com/office/drawing/2014/main" id="{79813AD4-2D74-8A5A-5CD9-9255F2A929E7}"/>
              </a:ext>
            </a:extLst>
          </p:cNvPr>
          <p:cNvSpPr txBox="1"/>
          <p:nvPr/>
        </p:nvSpPr>
        <p:spPr>
          <a:xfrm>
            <a:off x="5147734" y="2404765"/>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0FDF9532-2078-F526-9383-D64C8ABE2FE8}"/>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26A33383-B1BC-8F7A-AD35-ACFF68601E39}"/>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39949D31-7FBB-6569-3096-22F06911AE24}"/>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52FDA466-8B05-E27E-E14C-F06C0EB4D8A8}"/>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AD309D1A-5052-A3C7-1936-0B102F0FFCB3}"/>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0FD5B1B8-6485-BE22-B41B-A071DCEB0935}"/>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96F88BEC-220B-D10D-DA1E-3D7B78B4EF38}"/>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7194C96D-275D-97AD-3ECB-ACA05F0422B0}"/>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FADCDB46-1099-0D6A-77A6-D38F87283331}"/>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D2CDBB59-7975-B929-9B1F-42C9DB492D9C}"/>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CC897A81-0BBF-369C-3F46-135F2EF0DDEF}"/>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7BF82FBE-F058-029F-1C45-741883271F29}"/>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70D647E2-49DE-90D4-69D2-9F97B80059F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03028639-3BEC-096A-149C-D763933558AF}"/>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5D3168A2-270D-CE85-A11A-ACC5F06C349C}"/>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63A80CCA-8632-CEF7-7E03-08A18EDD60BC}"/>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D11BFCF8-B912-518B-3BBC-F47479991AA5}"/>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9" name="TextBox 68">
            <a:extLst>
              <a:ext uri="{FF2B5EF4-FFF2-40B4-BE49-F238E27FC236}">
                <a16:creationId xmlns:a16="http://schemas.microsoft.com/office/drawing/2014/main" id="{DD5926C3-88F2-FE4D-9B05-C1E669E541BA}"/>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C1100D31-DC5A-B4FE-7C65-08CCFFF3B3E0}"/>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30D9A25A-7E17-FA7D-EC68-EA33F8CDA841}"/>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5B0F1CA6-F955-72AF-9D0A-7B6228D174D3}"/>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67A5935F-BCBD-92D7-D811-7AC3B663E528}"/>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DA0F1860-84E4-1896-B468-09755FF4B36B}"/>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447CD16D-30C9-B72A-81CC-6A1814895D4A}"/>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8DDF3EC2-CF1E-BC36-F41A-FC2E5F04DDD8}"/>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D340CB05-C2F3-668D-B534-13A6340EB396}"/>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42" name="TextBox 41">
            <a:extLst>
              <a:ext uri="{FF2B5EF4-FFF2-40B4-BE49-F238E27FC236}">
                <a16:creationId xmlns:a16="http://schemas.microsoft.com/office/drawing/2014/main" id="{4C4F5738-E7E5-7BE4-628D-F13504209441}"/>
              </a:ext>
            </a:extLst>
          </p:cNvPr>
          <p:cNvSpPr txBox="1"/>
          <p:nvPr/>
        </p:nvSpPr>
        <p:spPr>
          <a:xfrm>
            <a:off x="3640666" y="4909484"/>
            <a:ext cx="570089" cy="230832"/>
          </a:xfrm>
          <a:prstGeom prst="rect">
            <a:avLst/>
          </a:prstGeom>
          <a:solidFill>
            <a:srgbClr val="FF0000">
              <a:alpha val="30000"/>
            </a:srgbClr>
          </a:solidFill>
        </p:spPr>
        <p:txBody>
          <a:bodyPr wrap="square" rtlCol="0">
            <a:spAutoFit/>
          </a:bodyPr>
          <a:lstStyle/>
          <a:p>
            <a:pPr algn="ctr"/>
            <a:r>
              <a:rPr lang="en-US" sz="900" dirty="0"/>
              <a:t>52</a:t>
            </a:r>
          </a:p>
        </p:txBody>
      </p:sp>
      <p:sp>
        <p:nvSpPr>
          <p:cNvPr id="43" name="TextBox 42">
            <a:extLst>
              <a:ext uri="{FF2B5EF4-FFF2-40B4-BE49-F238E27FC236}">
                <a16:creationId xmlns:a16="http://schemas.microsoft.com/office/drawing/2014/main" id="{7EFB9A41-45D1-9A7E-61B7-5FA660060C53}"/>
              </a:ext>
            </a:extLst>
          </p:cNvPr>
          <p:cNvSpPr txBox="1"/>
          <p:nvPr/>
        </p:nvSpPr>
        <p:spPr>
          <a:xfrm>
            <a:off x="4143022" y="4909484"/>
            <a:ext cx="570089" cy="230832"/>
          </a:xfrm>
          <a:prstGeom prst="rect">
            <a:avLst/>
          </a:prstGeom>
          <a:solidFill>
            <a:srgbClr val="FF0000">
              <a:alpha val="30000"/>
            </a:srgbClr>
          </a:solidFill>
        </p:spPr>
        <p:txBody>
          <a:bodyPr wrap="square" rtlCol="0">
            <a:spAutoFit/>
          </a:bodyPr>
          <a:lstStyle/>
          <a:p>
            <a:pPr algn="ctr"/>
            <a:r>
              <a:rPr lang="en-US" sz="900" dirty="0"/>
              <a:t>26</a:t>
            </a:r>
          </a:p>
        </p:txBody>
      </p:sp>
      <p:sp>
        <p:nvSpPr>
          <p:cNvPr id="79" name="TextBox 78">
            <a:extLst>
              <a:ext uri="{FF2B5EF4-FFF2-40B4-BE49-F238E27FC236}">
                <a16:creationId xmlns:a16="http://schemas.microsoft.com/office/drawing/2014/main" id="{65BBE315-8616-777E-3D82-54BA2DDE3640}"/>
              </a:ext>
            </a:extLst>
          </p:cNvPr>
          <p:cNvSpPr txBox="1"/>
          <p:nvPr/>
        </p:nvSpPr>
        <p:spPr>
          <a:xfrm>
            <a:off x="6152446" y="3907597"/>
            <a:ext cx="570089" cy="230832"/>
          </a:xfrm>
          <a:prstGeom prst="rect">
            <a:avLst/>
          </a:prstGeom>
          <a:solidFill>
            <a:srgbClr val="62FF00">
              <a:alpha val="30000"/>
            </a:srgb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27477B39-26CB-BE71-E5AB-585D21E1E586}"/>
              </a:ext>
            </a:extLst>
          </p:cNvPr>
          <p:cNvSpPr txBox="1"/>
          <p:nvPr/>
        </p:nvSpPr>
        <p:spPr>
          <a:xfrm>
            <a:off x="7157158" y="3907597"/>
            <a:ext cx="570089" cy="230832"/>
          </a:xfrm>
          <a:prstGeom prst="rect">
            <a:avLst/>
          </a:prstGeom>
          <a:solidFill>
            <a:srgbClr val="62FF00">
              <a:alpha val="30000"/>
            </a:srgbClr>
          </a:solidFill>
        </p:spPr>
        <p:txBody>
          <a:bodyPr wrap="square" rtlCol="0">
            <a:spAutoFit/>
          </a:bodyPr>
          <a:lstStyle/>
          <a:p>
            <a:pPr algn="ctr"/>
            <a:r>
              <a:rPr lang="en-US" sz="900" dirty="0"/>
              <a:t>47</a:t>
            </a:r>
          </a:p>
        </p:txBody>
      </p:sp>
      <p:sp>
        <p:nvSpPr>
          <p:cNvPr id="86" name="TextBox 85">
            <a:extLst>
              <a:ext uri="{FF2B5EF4-FFF2-40B4-BE49-F238E27FC236}">
                <a16:creationId xmlns:a16="http://schemas.microsoft.com/office/drawing/2014/main" id="{44080E12-DAFB-9BA7-922C-1EC0EF5036C7}"/>
              </a:ext>
            </a:extLst>
          </p:cNvPr>
          <p:cNvSpPr txBox="1"/>
          <p:nvPr/>
        </p:nvSpPr>
        <p:spPr>
          <a:xfrm>
            <a:off x="6152446" y="2404765"/>
            <a:ext cx="570089" cy="230832"/>
          </a:xfrm>
          <a:prstGeom prst="rect">
            <a:avLst/>
          </a:prstGeom>
          <a:solidFill>
            <a:srgbClr val="62FF00">
              <a:alpha val="30000"/>
            </a:srgbClr>
          </a:solidFill>
        </p:spPr>
        <p:txBody>
          <a:bodyPr wrap="square" rtlCol="0">
            <a:spAutoFit/>
          </a:bodyPr>
          <a:lstStyle/>
          <a:p>
            <a:pPr algn="ctr"/>
            <a:r>
              <a:rPr lang="en-US" sz="900" dirty="0"/>
              <a:t>87</a:t>
            </a:r>
          </a:p>
        </p:txBody>
      </p:sp>
      <p:sp>
        <p:nvSpPr>
          <p:cNvPr id="87" name="TextBox 86">
            <a:extLst>
              <a:ext uri="{FF2B5EF4-FFF2-40B4-BE49-F238E27FC236}">
                <a16:creationId xmlns:a16="http://schemas.microsoft.com/office/drawing/2014/main" id="{0B0F119C-F643-F73D-31B1-36C45413DBFA}"/>
              </a:ext>
            </a:extLst>
          </p:cNvPr>
          <p:cNvSpPr txBox="1"/>
          <p:nvPr/>
        </p:nvSpPr>
        <p:spPr>
          <a:xfrm>
            <a:off x="7157158" y="2404765"/>
            <a:ext cx="570089" cy="230832"/>
          </a:xfrm>
          <a:prstGeom prst="rect">
            <a:avLst/>
          </a:prstGeom>
          <a:solidFill>
            <a:srgbClr val="62FF00">
              <a:alpha val="30000"/>
            </a:srgbClr>
          </a:solidFill>
        </p:spPr>
        <p:txBody>
          <a:bodyPr wrap="square" rtlCol="0">
            <a:spAutoFit/>
          </a:bodyPr>
          <a:lstStyle/>
          <a:p>
            <a:pPr algn="ctr"/>
            <a:r>
              <a:rPr lang="en-US" sz="900" dirty="0"/>
              <a:t>78</a:t>
            </a:r>
          </a:p>
        </p:txBody>
      </p:sp>
      <p:sp>
        <p:nvSpPr>
          <p:cNvPr id="88" name="TextBox 87">
            <a:extLst>
              <a:ext uri="{FF2B5EF4-FFF2-40B4-BE49-F238E27FC236}">
                <a16:creationId xmlns:a16="http://schemas.microsoft.com/office/drawing/2014/main" id="{84DEFC21-9867-EE2D-C394-62D8C2C402E7}"/>
              </a:ext>
            </a:extLst>
          </p:cNvPr>
          <p:cNvSpPr txBox="1"/>
          <p:nvPr/>
        </p:nvSpPr>
        <p:spPr>
          <a:xfrm>
            <a:off x="7157158" y="2905709"/>
            <a:ext cx="570089" cy="230832"/>
          </a:xfrm>
          <a:prstGeom prst="rect">
            <a:avLst/>
          </a:prstGeom>
          <a:solidFill>
            <a:srgbClr val="62FF00">
              <a:alpha val="30000"/>
            </a:srgbClr>
          </a:solid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3CDE0A38-8BF6-10A6-CC11-61ABFD6768ED}"/>
              </a:ext>
            </a:extLst>
          </p:cNvPr>
          <p:cNvSpPr txBox="1"/>
          <p:nvPr/>
        </p:nvSpPr>
        <p:spPr>
          <a:xfrm>
            <a:off x="6152446" y="2905709"/>
            <a:ext cx="570089" cy="230832"/>
          </a:xfrm>
          <a:prstGeom prst="rect">
            <a:avLst/>
          </a:prstGeom>
          <a:solidFill>
            <a:srgbClr val="62FF00">
              <a:alpha val="30000"/>
            </a:srgbClr>
          </a:solid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FF36B090-6601-9E15-1B8D-893813BF2495}"/>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97B3C0F6-B8EE-FC74-83DB-AF3841712E5B}"/>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448B1A94-C193-BEFA-6273-903BFB7D25A7}"/>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8F3AAA35-38D4-7AAA-840B-DED7D56C2D2E}"/>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61E13171-C41C-6892-58B0-0310A582E8DD}"/>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902E925E-1AEA-CE08-4C4E-E3564FD46477}"/>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A55AAB3-5FC3-F528-679E-A9195234ECA9}"/>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184B59EF-27BE-4BB2-34CB-ACDB4C6C6F0E}"/>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E8AF64AA-B3F8-AA05-E669-F3A0358DF39A}"/>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DC4204B8-BFDC-B778-08F3-B25F65085AA7}"/>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0848911A-27D5-B105-D326-CE3B55169B98}"/>
              </a:ext>
            </a:extLst>
          </p:cNvPr>
          <p:cNvSpPr txBox="1"/>
          <p:nvPr/>
        </p:nvSpPr>
        <p:spPr>
          <a:xfrm>
            <a:off x="5215469"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75997463-D1B2-200C-41E7-7099A2842407}"/>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7A3398E8-F48D-F673-26B6-C092A2AAD597}"/>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4DA02C5E-0B06-6A2A-B75C-90FE51B191A9}"/>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6" name="TextBox 75">
            <a:extLst>
              <a:ext uri="{FF2B5EF4-FFF2-40B4-BE49-F238E27FC236}">
                <a16:creationId xmlns:a16="http://schemas.microsoft.com/office/drawing/2014/main" id="{E15C6026-10E6-3E9A-7683-8F7DC3A310E0}"/>
              </a:ext>
            </a:extLst>
          </p:cNvPr>
          <p:cNvSpPr txBox="1"/>
          <p:nvPr/>
        </p:nvSpPr>
        <p:spPr>
          <a:xfrm>
            <a:off x="5215469" y="3741226"/>
            <a:ext cx="462845" cy="584775"/>
          </a:xfrm>
          <a:prstGeom prst="rect">
            <a:avLst/>
          </a:prstGeom>
          <a:noFill/>
        </p:spPr>
        <p:txBody>
          <a:bodyPr wrap="square" rtlCol="0">
            <a:spAutoFit/>
          </a:bodyPr>
          <a:lstStyle/>
          <a:p>
            <a:pPr algn="ctr"/>
            <a:r>
              <a:rPr lang="en-US" sz="3200" dirty="0"/>
              <a:t>5</a:t>
            </a:r>
          </a:p>
        </p:txBody>
      </p:sp>
      <p:sp>
        <p:nvSpPr>
          <p:cNvPr id="84" name="TextBox 83">
            <a:extLst>
              <a:ext uri="{FF2B5EF4-FFF2-40B4-BE49-F238E27FC236}">
                <a16:creationId xmlns:a16="http://schemas.microsoft.com/office/drawing/2014/main" id="{22E35CFC-B87A-09E9-E9F6-DA6856C8B080}"/>
              </a:ext>
            </a:extLst>
          </p:cNvPr>
          <p:cNvSpPr txBox="1"/>
          <p:nvPr/>
        </p:nvSpPr>
        <p:spPr>
          <a:xfrm>
            <a:off x="5715003" y="3741226"/>
            <a:ext cx="462845" cy="584775"/>
          </a:xfrm>
          <a:prstGeom prst="rect">
            <a:avLst/>
          </a:prstGeom>
          <a:noFill/>
        </p:spPr>
        <p:txBody>
          <a:bodyPr wrap="square" rtlCol="0">
            <a:spAutoFit/>
          </a:bodyPr>
          <a:lstStyle/>
          <a:p>
            <a:pPr algn="ctr"/>
            <a:r>
              <a:rPr lang="en-US" sz="3200" dirty="0"/>
              <a:t>6</a:t>
            </a:r>
          </a:p>
        </p:txBody>
      </p:sp>
      <p:sp>
        <p:nvSpPr>
          <p:cNvPr id="85" name="TextBox 84">
            <a:extLst>
              <a:ext uri="{FF2B5EF4-FFF2-40B4-BE49-F238E27FC236}">
                <a16:creationId xmlns:a16="http://schemas.microsoft.com/office/drawing/2014/main" id="{F357E20B-AB81-9B7E-0915-0604FA7C0BDA}"/>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EFF67C39-C9A4-1422-0742-88EE7AEA6C4E}"/>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1206978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7D264-C742-4442-2E11-F7BE6CA343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CABE52-FCDF-9743-A27C-37F87D0B8A10}"/>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C80CC49-59B2-5991-39E2-9C193F65F93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F88F914-3EFF-3E02-465F-1AB664C1C78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906F9EA-A001-2733-6ABB-25DBC1C759F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1E1C2D4-4660-90CF-8BC9-24C7C82671A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D37A219-5FAF-ED4D-8089-00CE513B0AF8}"/>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9E9CC42C-9047-ADCA-A60F-DA98892A0AD0}"/>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0CF09361-AAD3-6744-D1C0-46A42EC023BD}"/>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486B9DDE-BC29-01F0-451D-D73134041EA9}"/>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FCFE590A-F7CB-8209-C07A-36BB97F3FEFC}"/>
              </a:ext>
            </a:extLst>
          </p:cNvPr>
          <p:cNvSpPr txBox="1"/>
          <p:nvPr/>
        </p:nvSpPr>
        <p:spPr>
          <a:xfrm>
            <a:off x="3138310" y="901933"/>
            <a:ext cx="570089" cy="230832"/>
          </a:xfrm>
          <a:prstGeom prst="rect">
            <a:avLst/>
          </a:prstGeom>
          <a:solidFill>
            <a:srgbClr val="FF0000">
              <a:alpha val="30000"/>
            </a:srgbClr>
          </a:solid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44A28AAD-ADAB-568B-9038-C7029DFD6E5C}"/>
              </a:ext>
            </a:extLst>
          </p:cNvPr>
          <p:cNvSpPr txBox="1"/>
          <p:nvPr/>
        </p:nvSpPr>
        <p:spPr>
          <a:xfrm>
            <a:off x="3640666" y="1402877"/>
            <a:ext cx="570089" cy="230832"/>
          </a:xfrm>
          <a:prstGeom prst="rect">
            <a:avLst/>
          </a:prstGeom>
          <a:solidFill>
            <a:srgbClr val="FF0000">
              <a:alpha val="30000"/>
            </a:srgbClr>
          </a:solidFill>
        </p:spPr>
        <p:txBody>
          <a:bodyPr wrap="square" rtlCol="0">
            <a:spAutoFit/>
          </a:bodyPr>
          <a:lstStyle/>
          <a:p>
            <a:pPr algn="ctr"/>
            <a:r>
              <a:rPr lang="en-US" sz="900" dirty="0"/>
              <a:t>23</a:t>
            </a:r>
          </a:p>
        </p:txBody>
      </p:sp>
      <p:sp>
        <p:nvSpPr>
          <p:cNvPr id="18" name="TextBox 17">
            <a:extLst>
              <a:ext uri="{FF2B5EF4-FFF2-40B4-BE49-F238E27FC236}">
                <a16:creationId xmlns:a16="http://schemas.microsoft.com/office/drawing/2014/main" id="{42D0385E-6FB7-542D-58EE-D83D6FA2F667}"/>
              </a:ext>
            </a:extLst>
          </p:cNvPr>
          <p:cNvSpPr txBox="1"/>
          <p:nvPr/>
        </p:nvSpPr>
        <p:spPr>
          <a:xfrm>
            <a:off x="4143022" y="1402877"/>
            <a:ext cx="570089" cy="230832"/>
          </a:xfrm>
          <a:prstGeom prst="rect">
            <a:avLst/>
          </a:prstGeom>
          <a:solidFill>
            <a:srgbClr val="FF0000">
              <a:alpha val="30000"/>
            </a:srgbClr>
          </a:solidFill>
        </p:spPr>
        <p:txBody>
          <a:bodyPr wrap="square" rtlCol="0">
            <a:spAutoFit/>
          </a:bodyPr>
          <a:lstStyle/>
          <a:p>
            <a:pPr algn="ctr"/>
            <a:r>
              <a:rPr lang="en-US" sz="900" dirty="0"/>
              <a:t>42</a:t>
            </a:r>
          </a:p>
        </p:txBody>
      </p:sp>
      <p:sp>
        <p:nvSpPr>
          <p:cNvPr id="19" name="TextBox 18">
            <a:extLst>
              <a:ext uri="{FF2B5EF4-FFF2-40B4-BE49-F238E27FC236}">
                <a16:creationId xmlns:a16="http://schemas.microsoft.com/office/drawing/2014/main" id="{8A0FF021-D14F-DA79-2E87-1C9AA17E3E6D}"/>
              </a:ext>
            </a:extLst>
          </p:cNvPr>
          <p:cNvSpPr txBox="1"/>
          <p:nvPr/>
        </p:nvSpPr>
        <p:spPr>
          <a:xfrm>
            <a:off x="3138310" y="1402877"/>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62FEBB5E-2359-CF23-0DB2-9CCA14B8C059}"/>
              </a:ext>
            </a:extLst>
          </p:cNvPr>
          <p:cNvSpPr txBox="1"/>
          <p:nvPr/>
        </p:nvSpPr>
        <p:spPr>
          <a:xfrm>
            <a:off x="5147734" y="901933"/>
            <a:ext cx="570089" cy="230832"/>
          </a:xfrm>
          <a:prstGeom prst="rect">
            <a:avLst/>
          </a:prstGeom>
          <a:noFill/>
        </p:spPr>
        <p:txBody>
          <a:bodyPr wrap="square" rtlCol="0">
            <a:spAutoFit/>
          </a:bodyPr>
          <a:lstStyle/>
          <a:p>
            <a:pPr algn="ctr"/>
            <a:r>
              <a:rPr lang="en-US" sz="900" dirty="0"/>
              <a:t>234</a:t>
            </a:r>
          </a:p>
        </p:txBody>
      </p:sp>
      <p:sp>
        <p:nvSpPr>
          <p:cNvPr id="24" name="TextBox 23">
            <a:extLst>
              <a:ext uri="{FF2B5EF4-FFF2-40B4-BE49-F238E27FC236}">
                <a16:creationId xmlns:a16="http://schemas.microsoft.com/office/drawing/2014/main" id="{FFEC357B-8A38-C355-976C-0F04FEC299A4}"/>
              </a:ext>
            </a:extLst>
          </p:cNvPr>
          <p:cNvSpPr txBox="1"/>
          <p:nvPr/>
        </p:nvSpPr>
        <p:spPr>
          <a:xfrm>
            <a:off x="5147734" y="1402877"/>
            <a:ext cx="570089" cy="230832"/>
          </a:xfrm>
          <a:prstGeom prst="rect">
            <a:avLst/>
          </a:prstGeom>
          <a:solidFill>
            <a:srgbClr val="FF0000">
              <a:alpha val="30000"/>
            </a:srgbClr>
          </a:solidFill>
        </p:spPr>
        <p:txBody>
          <a:bodyPr wrap="square" rtlCol="0">
            <a:spAutoFit/>
          </a:bodyPr>
          <a:lstStyle/>
          <a:p>
            <a:pPr algn="ctr"/>
            <a:r>
              <a:rPr lang="en-US" sz="900" dirty="0"/>
              <a:t>34</a:t>
            </a:r>
          </a:p>
        </p:txBody>
      </p:sp>
      <p:sp>
        <p:nvSpPr>
          <p:cNvPr id="34" name="TextBox 33">
            <a:extLst>
              <a:ext uri="{FF2B5EF4-FFF2-40B4-BE49-F238E27FC236}">
                <a16:creationId xmlns:a16="http://schemas.microsoft.com/office/drawing/2014/main" id="{CFEFF3CF-0E0D-7990-1C7D-D31306F2EEB4}"/>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D282CDC1-F1D1-241A-D200-18F7566AD7C7}"/>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AEFBD58D-18AF-C626-273F-ACF330DBEE28}"/>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B452B92D-4CB5-D7D1-D4CC-8D225E03B275}"/>
              </a:ext>
            </a:extLst>
          </p:cNvPr>
          <p:cNvSpPr txBox="1"/>
          <p:nvPr/>
        </p:nvSpPr>
        <p:spPr>
          <a:xfrm>
            <a:off x="6152446" y="901933"/>
            <a:ext cx="570089" cy="230832"/>
          </a:xfrm>
          <a:prstGeom prst="rect">
            <a:avLst/>
          </a:prstGeom>
          <a:noFill/>
        </p:spPr>
        <p:txBody>
          <a:bodyPr wrap="square" rtlCol="0">
            <a:spAutoFit/>
          </a:bodyPr>
          <a:lstStyle/>
          <a:p>
            <a:pPr algn="ctr"/>
            <a:r>
              <a:rPr lang="en-US" sz="900" dirty="0"/>
              <a:t>38</a:t>
            </a:r>
          </a:p>
        </p:txBody>
      </p:sp>
      <p:sp>
        <p:nvSpPr>
          <p:cNvPr id="29" name="TextBox 28">
            <a:extLst>
              <a:ext uri="{FF2B5EF4-FFF2-40B4-BE49-F238E27FC236}">
                <a16:creationId xmlns:a16="http://schemas.microsoft.com/office/drawing/2014/main" id="{929C627A-6AF9-4515-82C5-5C06D9575C06}"/>
              </a:ext>
            </a:extLst>
          </p:cNvPr>
          <p:cNvSpPr txBox="1"/>
          <p:nvPr/>
        </p:nvSpPr>
        <p:spPr>
          <a:xfrm>
            <a:off x="6654802" y="901933"/>
            <a:ext cx="570089" cy="230832"/>
          </a:xfrm>
          <a:prstGeom prst="rect">
            <a:avLst/>
          </a:prstGeom>
          <a:noFill/>
        </p:spPr>
        <p:txBody>
          <a:bodyPr wrap="square" rtlCol="0">
            <a:spAutoFit/>
          </a:bodyPr>
          <a:lstStyle/>
          <a:p>
            <a:pPr algn="ctr"/>
            <a:r>
              <a:rPr lang="en-US" sz="900" dirty="0"/>
              <a:t>83</a:t>
            </a:r>
          </a:p>
        </p:txBody>
      </p:sp>
      <p:sp>
        <p:nvSpPr>
          <p:cNvPr id="39" name="TextBox 38">
            <a:extLst>
              <a:ext uri="{FF2B5EF4-FFF2-40B4-BE49-F238E27FC236}">
                <a16:creationId xmlns:a16="http://schemas.microsoft.com/office/drawing/2014/main" id="{3269472A-A3A7-59C7-B866-ABEF6C30DE8A}"/>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3E41A85F-95D9-60C6-E180-CC0DBC03604C}"/>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30ECFCA0-8C89-ECE4-FEFF-879443F1C912}"/>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B864DA10-C6BF-D868-9A17-0369279D79F2}"/>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121F589B-E0AA-BACC-1112-32B6C9092B02}"/>
              </a:ext>
            </a:extLst>
          </p:cNvPr>
          <p:cNvSpPr txBox="1"/>
          <p:nvPr/>
        </p:nvSpPr>
        <p:spPr>
          <a:xfrm>
            <a:off x="6654802" y="3406653"/>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3" name="TextBox 52">
            <a:extLst>
              <a:ext uri="{FF2B5EF4-FFF2-40B4-BE49-F238E27FC236}">
                <a16:creationId xmlns:a16="http://schemas.microsoft.com/office/drawing/2014/main" id="{C30A0010-04DD-27FC-8D30-65A3DAB1A53F}"/>
              </a:ext>
            </a:extLst>
          </p:cNvPr>
          <p:cNvSpPr txBox="1"/>
          <p:nvPr/>
        </p:nvSpPr>
        <p:spPr>
          <a:xfrm>
            <a:off x="7157158" y="3406653"/>
            <a:ext cx="570089" cy="230832"/>
          </a:xfrm>
          <a:prstGeom prst="rect">
            <a:avLst/>
          </a:prstGeom>
          <a:solidFill>
            <a:srgbClr val="FF0000">
              <a:alpha val="30000"/>
            </a:srgbClr>
          </a:solidFill>
        </p:spPr>
        <p:txBody>
          <a:bodyPr wrap="square" rtlCol="0">
            <a:spAutoFit/>
          </a:bodyPr>
          <a:lstStyle/>
          <a:p>
            <a:pPr algn="ctr"/>
            <a:r>
              <a:rPr lang="en-US" sz="900" dirty="0"/>
              <a:t>65</a:t>
            </a:r>
          </a:p>
        </p:txBody>
      </p:sp>
      <p:sp>
        <p:nvSpPr>
          <p:cNvPr id="55" name="TextBox 54">
            <a:extLst>
              <a:ext uri="{FF2B5EF4-FFF2-40B4-BE49-F238E27FC236}">
                <a16:creationId xmlns:a16="http://schemas.microsoft.com/office/drawing/2014/main" id="{F0BEF737-6163-3BBB-9671-A728D9141420}"/>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B43C08F9-1FB4-E6CF-33F4-F3B544DDF5E0}"/>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3DA36647-C8E3-72C2-BDA4-60B1189271E2}"/>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F8902AF7-4DB4-520B-AB2F-B6B2600E8269}"/>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EE679CEA-E3B6-90E8-EDF3-2CCB9CBA0140}"/>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6E60566A-BCE0-8783-29AE-15C115511855}"/>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5B23A07F-E526-4E9B-9CBB-2772B7EDCEA5}"/>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63174B19-2F19-981D-A64A-A02A6AF46FA9}"/>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252BD2F9-C968-93F8-03BD-D8F458AC0DE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58FD42C3-0F41-FA7F-60D9-0C9A882D3DA5}"/>
              </a:ext>
            </a:extLst>
          </p:cNvPr>
          <p:cNvSpPr txBox="1"/>
          <p:nvPr/>
        </p:nvSpPr>
        <p:spPr>
          <a:xfrm>
            <a:off x="7157158" y="4408541"/>
            <a:ext cx="570089" cy="230832"/>
          </a:xfrm>
          <a:prstGeom prst="rect">
            <a:avLst/>
          </a:prstGeom>
          <a:solidFill>
            <a:srgbClr val="FF0000">
              <a:alpha val="30000"/>
            </a:srgbClr>
          </a:solid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F3242700-1C90-D7C2-F92B-F3882B326A3E}"/>
              </a:ext>
            </a:extLst>
          </p:cNvPr>
          <p:cNvSpPr txBox="1"/>
          <p:nvPr/>
        </p:nvSpPr>
        <p:spPr>
          <a:xfrm>
            <a:off x="3138310" y="4408541"/>
            <a:ext cx="570089" cy="230832"/>
          </a:xfrm>
          <a:prstGeom prst="rect">
            <a:avLst/>
          </a:prstGeom>
          <a:solidFill>
            <a:srgbClr val="FF0000">
              <a:alpha val="30000"/>
            </a:srgbClr>
          </a:solidFill>
        </p:spPr>
        <p:txBody>
          <a:bodyPr wrap="square" rtlCol="0">
            <a:spAutoFit/>
          </a:bodyPr>
          <a:lstStyle/>
          <a:p>
            <a:pPr algn="ctr"/>
            <a:r>
              <a:rPr lang="en-US" sz="900" dirty="0"/>
              <a:t>43</a:t>
            </a:r>
          </a:p>
        </p:txBody>
      </p:sp>
      <p:sp>
        <p:nvSpPr>
          <p:cNvPr id="60" name="TextBox 59">
            <a:extLst>
              <a:ext uri="{FF2B5EF4-FFF2-40B4-BE49-F238E27FC236}">
                <a16:creationId xmlns:a16="http://schemas.microsoft.com/office/drawing/2014/main" id="{74B789F1-5586-464A-1F9E-40B0BAC55AB2}"/>
              </a:ext>
            </a:extLst>
          </p:cNvPr>
          <p:cNvSpPr txBox="1"/>
          <p:nvPr/>
        </p:nvSpPr>
        <p:spPr>
          <a:xfrm>
            <a:off x="3640666" y="4408541"/>
            <a:ext cx="570089" cy="230832"/>
          </a:xfrm>
          <a:prstGeom prst="rect">
            <a:avLst/>
          </a:prstGeom>
          <a:solidFill>
            <a:srgbClr val="FF0000">
              <a:alpha val="30000"/>
            </a:srgbClr>
          </a:solidFill>
        </p:spPr>
        <p:txBody>
          <a:bodyPr wrap="square" rtlCol="0">
            <a:spAutoFit/>
          </a:bodyPr>
          <a:lstStyle/>
          <a:p>
            <a:pPr algn="ctr"/>
            <a:r>
              <a:rPr lang="en-US" sz="900" dirty="0"/>
              <a:t>35</a:t>
            </a:r>
          </a:p>
        </p:txBody>
      </p:sp>
      <p:sp>
        <p:nvSpPr>
          <p:cNvPr id="64" name="TextBox 63">
            <a:extLst>
              <a:ext uri="{FF2B5EF4-FFF2-40B4-BE49-F238E27FC236}">
                <a16:creationId xmlns:a16="http://schemas.microsoft.com/office/drawing/2014/main" id="{D570181F-4F52-8ADA-8B83-48FC2245BA90}"/>
              </a:ext>
            </a:extLst>
          </p:cNvPr>
          <p:cNvSpPr txBox="1"/>
          <p:nvPr/>
        </p:nvSpPr>
        <p:spPr>
          <a:xfrm>
            <a:off x="4143022" y="4408541"/>
            <a:ext cx="570089" cy="230832"/>
          </a:xfrm>
          <a:prstGeom prst="rect">
            <a:avLst/>
          </a:prstGeom>
          <a:solidFill>
            <a:srgbClr val="FF0000">
              <a:alpha val="30000"/>
            </a:srgbClr>
          </a:solidFill>
        </p:spPr>
        <p:txBody>
          <a:bodyPr wrap="square" rtlCol="0">
            <a:spAutoFit/>
          </a:bodyPr>
          <a:lstStyle/>
          <a:p>
            <a:pPr algn="ctr"/>
            <a:r>
              <a:rPr lang="en-US" sz="900" dirty="0"/>
              <a:t>64</a:t>
            </a:r>
          </a:p>
        </p:txBody>
      </p:sp>
      <p:sp>
        <p:nvSpPr>
          <p:cNvPr id="69" name="TextBox 68">
            <a:extLst>
              <a:ext uri="{FF2B5EF4-FFF2-40B4-BE49-F238E27FC236}">
                <a16:creationId xmlns:a16="http://schemas.microsoft.com/office/drawing/2014/main" id="{116BA52D-67AF-E0EA-704E-A78CA6DF9602}"/>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42748D20-7123-F393-C5A4-9511619AB6DB}"/>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FFD8B7A4-1637-28C8-1B37-6077C86E7B16}"/>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E73578CE-5B8F-FAD0-B45C-FC843CF81D71}"/>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29EBBAFA-E7ED-4877-9004-B53AACC27BDC}"/>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8DB19C23-898B-5161-9438-35FB95265189}"/>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50A9F87A-1081-0736-EB07-D72D4ABD823E}"/>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77A6A658-339B-96EC-18E4-348AD8003268}"/>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451D910E-1750-234E-42EB-1152FEB15B85}"/>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42" name="TextBox 41">
            <a:extLst>
              <a:ext uri="{FF2B5EF4-FFF2-40B4-BE49-F238E27FC236}">
                <a16:creationId xmlns:a16="http://schemas.microsoft.com/office/drawing/2014/main" id="{A4387631-9F29-7BB4-02CA-AF1F4112891D}"/>
              </a:ext>
            </a:extLst>
          </p:cNvPr>
          <p:cNvSpPr txBox="1"/>
          <p:nvPr/>
        </p:nvSpPr>
        <p:spPr>
          <a:xfrm>
            <a:off x="3640666" y="4909484"/>
            <a:ext cx="570089" cy="230832"/>
          </a:xfrm>
          <a:prstGeom prst="rect">
            <a:avLst/>
          </a:prstGeom>
          <a:solidFill>
            <a:srgbClr val="FF0000">
              <a:alpha val="30000"/>
            </a:srgbClr>
          </a:solidFill>
        </p:spPr>
        <p:txBody>
          <a:bodyPr wrap="square" rtlCol="0">
            <a:spAutoFit/>
          </a:bodyPr>
          <a:lstStyle/>
          <a:p>
            <a:pPr algn="ctr"/>
            <a:r>
              <a:rPr lang="en-US" sz="900" dirty="0"/>
              <a:t>52</a:t>
            </a:r>
          </a:p>
        </p:txBody>
      </p:sp>
      <p:sp>
        <p:nvSpPr>
          <p:cNvPr id="43" name="TextBox 42">
            <a:extLst>
              <a:ext uri="{FF2B5EF4-FFF2-40B4-BE49-F238E27FC236}">
                <a16:creationId xmlns:a16="http://schemas.microsoft.com/office/drawing/2014/main" id="{60123684-9483-33C5-C67D-C9AD78F7AB4B}"/>
              </a:ext>
            </a:extLst>
          </p:cNvPr>
          <p:cNvSpPr txBox="1"/>
          <p:nvPr/>
        </p:nvSpPr>
        <p:spPr>
          <a:xfrm>
            <a:off x="4143022" y="4909484"/>
            <a:ext cx="570089" cy="230832"/>
          </a:xfrm>
          <a:prstGeom prst="rect">
            <a:avLst/>
          </a:prstGeom>
          <a:solidFill>
            <a:srgbClr val="FF0000">
              <a:alpha val="30000"/>
            </a:srgbClr>
          </a:solidFill>
        </p:spPr>
        <p:txBody>
          <a:bodyPr wrap="square" rtlCol="0">
            <a:spAutoFit/>
          </a:bodyPr>
          <a:lstStyle/>
          <a:p>
            <a:pPr algn="ctr"/>
            <a:r>
              <a:rPr lang="en-US" sz="900" dirty="0"/>
              <a:t>26</a:t>
            </a:r>
          </a:p>
        </p:txBody>
      </p:sp>
      <p:sp>
        <p:nvSpPr>
          <p:cNvPr id="50" name="TextBox 49">
            <a:extLst>
              <a:ext uri="{FF2B5EF4-FFF2-40B4-BE49-F238E27FC236}">
                <a16:creationId xmlns:a16="http://schemas.microsoft.com/office/drawing/2014/main" id="{A93E3871-813C-9489-A256-898B59AA27D1}"/>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84377609-3842-E59E-4A38-CF63D802F68A}"/>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31E2FB5F-0E42-4C06-445B-1E3E8819F219}"/>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0962EE17-AE68-6A15-6244-8348B3EDDCE8}"/>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8898F3A9-9675-7F91-0BEF-0BB9CEA56B7E}"/>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600F2526-F389-AC27-B8E5-35945ACB9685}"/>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A8B899E1-9AE5-5E7D-B45B-BB240A7E7DF3}"/>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3FBA8D28-8798-1314-4A31-5B21106F2CB6}"/>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E0EAC169-33DD-FA6F-3E48-70FC69155D48}"/>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EA049B61-1082-E955-8D72-97B8AAD74A47}"/>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38578836-E24A-E85D-7BF4-C494A574220D}"/>
              </a:ext>
            </a:extLst>
          </p:cNvPr>
          <p:cNvSpPr txBox="1"/>
          <p:nvPr/>
        </p:nvSpPr>
        <p:spPr>
          <a:xfrm>
            <a:off x="5215469"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61C204E6-E24E-35A0-960C-E0B9935B329E}"/>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937DAC29-FFDC-55F0-6696-08550EE6D623}"/>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766BEC42-FF90-F798-1A61-4727D65530D6}"/>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6" name="TextBox 75">
            <a:extLst>
              <a:ext uri="{FF2B5EF4-FFF2-40B4-BE49-F238E27FC236}">
                <a16:creationId xmlns:a16="http://schemas.microsoft.com/office/drawing/2014/main" id="{8B968391-D9D7-651D-617D-FCAF77EB7EDD}"/>
              </a:ext>
            </a:extLst>
          </p:cNvPr>
          <p:cNvSpPr txBox="1"/>
          <p:nvPr/>
        </p:nvSpPr>
        <p:spPr>
          <a:xfrm>
            <a:off x="5215469" y="3741226"/>
            <a:ext cx="462845" cy="584775"/>
          </a:xfrm>
          <a:prstGeom prst="rect">
            <a:avLst/>
          </a:prstGeom>
          <a:noFill/>
        </p:spPr>
        <p:txBody>
          <a:bodyPr wrap="square" rtlCol="0">
            <a:spAutoFit/>
          </a:bodyPr>
          <a:lstStyle/>
          <a:p>
            <a:pPr algn="ctr"/>
            <a:r>
              <a:rPr lang="en-US" sz="3200" dirty="0"/>
              <a:t>5</a:t>
            </a:r>
          </a:p>
        </p:txBody>
      </p:sp>
      <p:sp>
        <p:nvSpPr>
          <p:cNvPr id="84" name="TextBox 83">
            <a:extLst>
              <a:ext uri="{FF2B5EF4-FFF2-40B4-BE49-F238E27FC236}">
                <a16:creationId xmlns:a16="http://schemas.microsoft.com/office/drawing/2014/main" id="{74B607D1-99D0-438F-44A1-AA57591F90A3}"/>
              </a:ext>
            </a:extLst>
          </p:cNvPr>
          <p:cNvSpPr txBox="1"/>
          <p:nvPr/>
        </p:nvSpPr>
        <p:spPr>
          <a:xfrm>
            <a:off x="5715003" y="3741226"/>
            <a:ext cx="462845" cy="584775"/>
          </a:xfrm>
          <a:prstGeom prst="rect">
            <a:avLst/>
          </a:prstGeom>
          <a:noFill/>
        </p:spPr>
        <p:txBody>
          <a:bodyPr wrap="square" rtlCol="0">
            <a:spAutoFit/>
          </a:bodyPr>
          <a:lstStyle/>
          <a:p>
            <a:pPr algn="ctr"/>
            <a:r>
              <a:rPr lang="en-US" sz="3200" dirty="0"/>
              <a:t>6</a:t>
            </a:r>
          </a:p>
        </p:txBody>
      </p:sp>
      <p:sp>
        <p:nvSpPr>
          <p:cNvPr id="85" name="TextBox 84">
            <a:extLst>
              <a:ext uri="{FF2B5EF4-FFF2-40B4-BE49-F238E27FC236}">
                <a16:creationId xmlns:a16="http://schemas.microsoft.com/office/drawing/2014/main" id="{7FA1FBDA-A7D2-7C0D-FA26-264A9E1AEC16}"/>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1E2F9B7B-B4CB-6B20-95C2-5A51FD0AD349}"/>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1D852DD8-5C35-D0D6-06F5-CA48D24DC3A8}"/>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F87DB22-8C81-D749-6706-C03FB415CD99}"/>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8B3E2109-9955-0A89-06FF-03AE99AB2421}"/>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67C7FE25-1FC9-0315-0BE0-B513A4998220}"/>
              </a:ext>
            </a:extLst>
          </p:cNvPr>
          <p:cNvSpPr txBox="1"/>
          <p:nvPr/>
        </p:nvSpPr>
        <p:spPr>
          <a:xfrm>
            <a:off x="5715003" y="721216"/>
            <a:ext cx="462845" cy="584775"/>
          </a:xfrm>
          <a:prstGeom prst="rect">
            <a:avLst/>
          </a:prstGeom>
          <a:noFill/>
        </p:spPr>
        <p:txBody>
          <a:bodyPr wrap="square" rtlCol="0">
            <a:spAutoFit/>
          </a:bodyPr>
          <a:lstStyle/>
          <a:p>
            <a:pPr algn="ctr"/>
            <a:r>
              <a:rPr lang="en-US" sz="3200" dirty="0"/>
              <a:t>9</a:t>
            </a:r>
          </a:p>
        </p:txBody>
      </p:sp>
      <p:sp>
        <p:nvSpPr>
          <p:cNvPr id="67" name="TextBox 66">
            <a:extLst>
              <a:ext uri="{FF2B5EF4-FFF2-40B4-BE49-F238E27FC236}">
                <a16:creationId xmlns:a16="http://schemas.microsoft.com/office/drawing/2014/main" id="{BC0096BE-B273-5917-97E8-54189FA9BA04}"/>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341B5559-BA3D-248D-289C-8FC3BD764F77}"/>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91" name="TextBox 90">
            <a:extLst>
              <a:ext uri="{FF2B5EF4-FFF2-40B4-BE49-F238E27FC236}">
                <a16:creationId xmlns:a16="http://schemas.microsoft.com/office/drawing/2014/main" id="{66B2F207-A2C2-AB8F-E2E8-1C52BD5F6699}"/>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92" name="TextBox 91">
            <a:extLst>
              <a:ext uri="{FF2B5EF4-FFF2-40B4-BE49-F238E27FC236}">
                <a16:creationId xmlns:a16="http://schemas.microsoft.com/office/drawing/2014/main" id="{BA9DBC19-352C-DFAA-FBC1-6F42AAB9E67C}"/>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93" name="TextBox 92">
            <a:extLst>
              <a:ext uri="{FF2B5EF4-FFF2-40B4-BE49-F238E27FC236}">
                <a16:creationId xmlns:a16="http://schemas.microsoft.com/office/drawing/2014/main" id="{B0898D15-BAAC-A9A7-FABB-9A958FFA69A0}"/>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94" name="TextBox 93">
            <a:extLst>
              <a:ext uri="{FF2B5EF4-FFF2-40B4-BE49-F238E27FC236}">
                <a16:creationId xmlns:a16="http://schemas.microsoft.com/office/drawing/2014/main" id="{05D0604A-C3C6-F6B3-CAD2-9DA4EB16A127}"/>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5" name="TextBox 94">
            <a:extLst>
              <a:ext uri="{FF2B5EF4-FFF2-40B4-BE49-F238E27FC236}">
                <a16:creationId xmlns:a16="http://schemas.microsoft.com/office/drawing/2014/main" id="{C05C26B8-035C-6C09-1419-FF09E86CC4A4}"/>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96" name="TextBox 95">
            <a:extLst>
              <a:ext uri="{FF2B5EF4-FFF2-40B4-BE49-F238E27FC236}">
                <a16:creationId xmlns:a16="http://schemas.microsoft.com/office/drawing/2014/main" id="{9C237F59-13A8-9212-8283-2F9C0C6F1927}"/>
              </a:ext>
            </a:extLst>
          </p:cNvPr>
          <p:cNvSpPr txBox="1"/>
          <p:nvPr/>
        </p:nvSpPr>
        <p:spPr>
          <a:xfrm>
            <a:off x="6214537" y="3741226"/>
            <a:ext cx="462845" cy="584775"/>
          </a:xfrm>
          <a:prstGeom prst="rect">
            <a:avLst/>
          </a:prstGeom>
          <a:noFill/>
        </p:spPr>
        <p:txBody>
          <a:bodyPr wrap="square" rtlCol="0">
            <a:spAutoFit/>
          </a:bodyPr>
          <a:lstStyle/>
          <a:p>
            <a:pPr algn="ctr"/>
            <a:r>
              <a:rPr lang="en-US" sz="3200" dirty="0"/>
              <a:t>7</a:t>
            </a:r>
          </a:p>
        </p:txBody>
      </p:sp>
      <p:sp>
        <p:nvSpPr>
          <p:cNvPr id="97" name="TextBox 96">
            <a:extLst>
              <a:ext uri="{FF2B5EF4-FFF2-40B4-BE49-F238E27FC236}">
                <a16:creationId xmlns:a16="http://schemas.microsoft.com/office/drawing/2014/main" id="{596B2722-79FC-228E-9A9D-9A52F7E7A73D}"/>
              </a:ext>
            </a:extLst>
          </p:cNvPr>
          <p:cNvSpPr txBox="1"/>
          <p:nvPr/>
        </p:nvSpPr>
        <p:spPr>
          <a:xfrm>
            <a:off x="7213604" y="3741226"/>
            <a:ext cx="462845" cy="584775"/>
          </a:xfrm>
          <a:prstGeom prst="rect">
            <a:avLst/>
          </a:prstGeom>
          <a:noFill/>
        </p:spPr>
        <p:txBody>
          <a:bodyPr wrap="square" rtlCol="0">
            <a:spAutoFit/>
          </a:bodyPr>
          <a:lstStyle/>
          <a:p>
            <a:pPr algn="ctr"/>
            <a:r>
              <a:rPr lang="en-US" sz="3200" dirty="0"/>
              <a:t>4</a:t>
            </a:r>
          </a:p>
        </p:txBody>
      </p:sp>
      <p:sp>
        <p:nvSpPr>
          <p:cNvPr id="98" name="TextBox 97">
            <a:extLst>
              <a:ext uri="{FF2B5EF4-FFF2-40B4-BE49-F238E27FC236}">
                <a16:creationId xmlns:a16="http://schemas.microsoft.com/office/drawing/2014/main" id="{20D1881D-1938-8C04-A8F4-3853F754393E}"/>
              </a:ext>
            </a:extLst>
          </p:cNvPr>
          <p:cNvSpPr txBox="1"/>
          <p:nvPr/>
        </p:nvSpPr>
        <p:spPr>
          <a:xfrm>
            <a:off x="6214537" y="2231221"/>
            <a:ext cx="462845" cy="584775"/>
          </a:xfrm>
          <a:prstGeom prst="rect">
            <a:avLst/>
          </a:prstGeom>
          <a:noFill/>
        </p:spPr>
        <p:txBody>
          <a:bodyPr wrap="square" rtlCol="0">
            <a:spAutoFit/>
          </a:bodyPr>
          <a:lstStyle/>
          <a:p>
            <a:pPr algn="ctr"/>
            <a:r>
              <a:rPr lang="en-US" sz="3200" dirty="0"/>
              <a:t>8</a:t>
            </a:r>
          </a:p>
        </p:txBody>
      </p:sp>
      <p:sp>
        <p:nvSpPr>
          <p:cNvPr id="99" name="TextBox 98">
            <a:extLst>
              <a:ext uri="{FF2B5EF4-FFF2-40B4-BE49-F238E27FC236}">
                <a16:creationId xmlns:a16="http://schemas.microsoft.com/office/drawing/2014/main" id="{CF5609D0-3B52-CF1A-3794-3C6DD95A6C0D}"/>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0578399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A8BAA-62E6-DDE3-D5E3-37A49480757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F5AB82-D3A9-AF82-1249-D8C57FEE389E}"/>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BBD303B-968B-5618-D3B4-0848C453C5F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74C2E07-615C-1991-1411-B640B73330C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C3A80C3-5F84-F341-ED9F-D01644E1EF8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C17AF9C-0D4F-B52D-6F87-BCFD6E58ED9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90B7720-66E6-65C8-62CB-2F53DDCAA87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87511002-A553-ABFF-4A3F-A41E71928B7D}"/>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AE547EA2-958D-E8E5-7F10-59AE300FDC07}"/>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F98B7991-B3DC-ACA0-9213-520D87113A41}"/>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9F6C7731-2B45-2BDD-22C4-A013D9110ABE}"/>
              </a:ext>
            </a:extLst>
          </p:cNvPr>
          <p:cNvSpPr txBox="1"/>
          <p:nvPr/>
        </p:nvSpPr>
        <p:spPr>
          <a:xfrm>
            <a:off x="5147734" y="901933"/>
            <a:ext cx="570089" cy="230832"/>
          </a:xfrm>
          <a:prstGeom prst="rect">
            <a:avLst/>
          </a:prstGeom>
          <a:noFill/>
        </p:spPr>
        <p:txBody>
          <a:bodyPr wrap="square" rtlCol="0">
            <a:spAutoFit/>
          </a:bodyPr>
          <a:lstStyle/>
          <a:p>
            <a:pPr algn="ctr"/>
            <a:r>
              <a:rPr lang="en-US" sz="900" dirty="0"/>
              <a:t>24</a:t>
            </a:r>
          </a:p>
        </p:txBody>
      </p:sp>
      <p:sp>
        <p:nvSpPr>
          <p:cNvPr id="34" name="TextBox 33">
            <a:extLst>
              <a:ext uri="{FF2B5EF4-FFF2-40B4-BE49-F238E27FC236}">
                <a16:creationId xmlns:a16="http://schemas.microsoft.com/office/drawing/2014/main" id="{B36E50C3-51FB-A8D0-EF3E-A8B0C22138D6}"/>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B82A7491-425C-0627-ED41-DC8B33594880}"/>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FF5F0E8F-B30D-398A-DBAE-F2A798BD38D8}"/>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3531C6FE-B5DF-BF89-2714-14804630CDF8}"/>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F9AFE38D-2EB7-1C50-C2B8-CF25C6C25DAC}"/>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8B9585CF-5A04-BC3A-65A2-351F3F05F576}"/>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D3FFC3AE-94E3-5BBF-5569-07A227CF5C7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4F5F57D0-BB86-B56B-300A-BB5FBD514DE3}"/>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8111C481-F7D5-587C-7443-1779CD7A9D42}"/>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F2F91FE0-1503-0503-3BA2-27E77CDA20B8}"/>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EDAE3487-9CD4-D426-07D9-275A87DEAFD3}"/>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CECB83F0-3E2B-478D-5231-641F6797B9FB}"/>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2C842569-AC00-E0C7-EA47-67D37DDD42B5}"/>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DD9F93FF-A1DE-2188-0AA1-A6E5FD88DC84}"/>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29DD87C0-FE1D-A9C4-01B4-6197C961C01F}"/>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C83CD9E8-5EE3-7926-00D9-7ABCD9F811B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9" name="TextBox 68">
            <a:extLst>
              <a:ext uri="{FF2B5EF4-FFF2-40B4-BE49-F238E27FC236}">
                <a16:creationId xmlns:a16="http://schemas.microsoft.com/office/drawing/2014/main" id="{F9DD460A-2F3E-786D-0F94-25E04074466A}"/>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5A4E35B4-791C-6C26-E510-190DC502FE79}"/>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68ED94BF-1B6D-83DD-F46F-560DE68C3100}"/>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7B4CEAD9-55F4-6D5F-20F7-C8697955594A}"/>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08A2A462-E8D2-40E5-0FA5-20458F6E8C2C}"/>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C824CEEC-9811-F372-2118-ED7C849B2FEA}"/>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DD467381-EA66-CEF8-B860-5025EF49AB0B}"/>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7C3551A0-B520-6F28-99C1-B6785FED7854}"/>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28AA1705-0CCA-312D-9C6C-BB282A39ECDE}"/>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5EE4D43C-3920-C49D-1297-34196492438C}"/>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82A43900-6F28-C08F-8EA1-DDD4D35C462A}"/>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7780CD1E-CD25-1958-61AD-605EE5FADA1F}"/>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E9F3333E-36C1-3A63-456C-F7C534BF3CD5}"/>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91A0FB4E-480F-E886-2A65-E3AC7A2707B0}"/>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91DBE902-B338-6A2E-A4E0-0957104EEA16}"/>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B5C8538F-CBA7-C967-24CC-22C6968895CC}"/>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D2969832-873F-9481-7E7D-F4879910016C}"/>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515C7D8B-A80A-9D03-AC3A-37CDD41E4E76}"/>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478CB965-CC01-1690-0AD4-126A5574B787}"/>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36266A89-E0A1-68B6-9F58-F41EAC68EF23}"/>
              </a:ext>
            </a:extLst>
          </p:cNvPr>
          <p:cNvSpPr txBox="1"/>
          <p:nvPr/>
        </p:nvSpPr>
        <p:spPr>
          <a:xfrm>
            <a:off x="5215469"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9A4F34E2-002D-B874-C2F7-DD0E3B4D5109}"/>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4558D3DB-B23F-ED45-59EE-01D6A95821C1}"/>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0D032B26-3CC5-F952-E54E-4BEAD6D9C83A}"/>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6" name="TextBox 75">
            <a:extLst>
              <a:ext uri="{FF2B5EF4-FFF2-40B4-BE49-F238E27FC236}">
                <a16:creationId xmlns:a16="http://schemas.microsoft.com/office/drawing/2014/main" id="{D51877CC-7778-5652-B1DE-11DA6D16701E}"/>
              </a:ext>
            </a:extLst>
          </p:cNvPr>
          <p:cNvSpPr txBox="1"/>
          <p:nvPr/>
        </p:nvSpPr>
        <p:spPr>
          <a:xfrm>
            <a:off x="5215469" y="3741226"/>
            <a:ext cx="462845" cy="584775"/>
          </a:xfrm>
          <a:prstGeom prst="rect">
            <a:avLst/>
          </a:prstGeom>
          <a:noFill/>
        </p:spPr>
        <p:txBody>
          <a:bodyPr wrap="square" rtlCol="0">
            <a:spAutoFit/>
          </a:bodyPr>
          <a:lstStyle/>
          <a:p>
            <a:pPr algn="ctr"/>
            <a:r>
              <a:rPr lang="en-US" sz="3200" dirty="0"/>
              <a:t>5</a:t>
            </a:r>
          </a:p>
        </p:txBody>
      </p:sp>
      <p:sp>
        <p:nvSpPr>
          <p:cNvPr id="84" name="TextBox 83">
            <a:extLst>
              <a:ext uri="{FF2B5EF4-FFF2-40B4-BE49-F238E27FC236}">
                <a16:creationId xmlns:a16="http://schemas.microsoft.com/office/drawing/2014/main" id="{96BBB0C2-0C18-D012-3948-AC6447E914F0}"/>
              </a:ext>
            </a:extLst>
          </p:cNvPr>
          <p:cNvSpPr txBox="1"/>
          <p:nvPr/>
        </p:nvSpPr>
        <p:spPr>
          <a:xfrm>
            <a:off x="5715003" y="3741226"/>
            <a:ext cx="462845" cy="584775"/>
          </a:xfrm>
          <a:prstGeom prst="rect">
            <a:avLst/>
          </a:prstGeom>
          <a:noFill/>
        </p:spPr>
        <p:txBody>
          <a:bodyPr wrap="square" rtlCol="0">
            <a:spAutoFit/>
          </a:bodyPr>
          <a:lstStyle/>
          <a:p>
            <a:pPr algn="ctr"/>
            <a:r>
              <a:rPr lang="en-US" sz="3200" dirty="0"/>
              <a:t>6</a:t>
            </a:r>
          </a:p>
        </p:txBody>
      </p:sp>
      <p:sp>
        <p:nvSpPr>
          <p:cNvPr id="85" name="TextBox 84">
            <a:extLst>
              <a:ext uri="{FF2B5EF4-FFF2-40B4-BE49-F238E27FC236}">
                <a16:creationId xmlns:a16="http://schemas.microsoft.com/office/drawing/2014/main" id="{4CE7FEB2-0AC3-49A2-29B4-D18536443A22}"/>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430932DF-6FE8-F114-EBBE-29EF916A129F}"/>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9C96D31-D18F-9B42-FE0A-BA0EBDC2DBA2}"/>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D2C4ADA-B87D-DB75-9B03-6C84E19F9E75}"/>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E3504FA2-7E4F-C531-2FE0-096B86226CA8}"/>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709165C0-A8A1-710A-1876-8D93A3310691}"/>
              </a:ext>
            </a:extLst>
          </p:cNvPr>
          <p:cNvSpPr txBox="1"/>
          <p:nvPr/>
        </p:nvSpPr>
        <p:spPr>
          <a:xfrm>
            <a:off x="5715003" y="721216"/>
            <a:ext cx="462845" cy="584775"/>
          </a:xfrm>
          <a:prstGeom prst="rect">
            <a:avLst/>
          </a:prstGeom>
          <a:noFill/>
        </p:spPr>
        <p:txBody>
          <a:bodyPr wrap="square" rtlCol="0">
            <a:spAutoFit/>
          </a:bodyPr>
          <a:lstStyle/>
          <a:p>
            <a:pPr algn="ctr"/>
            <a:r>
              <a:rPr lang="en-US" sz="3200" dirty="0"/>
              <a:t>9</a:t>
            </a:r>
          </a:p>
        </p:txBody>
      </p:sp>
      <p:sp>
        <p:nvSpPr>
          <p:cNvPr id="67" name="TextBox 66">
            <a:extLst>
              <a:ext uri="{FF2B5EF4-FFF2-40B4-BE49-F238E27FC236}">
                <a16:creationId xmlns:a16="http://schemas.microsoft.com/office/drawing/2014/main" id="{4650CC08-1CC3-04BE-F3BE-38BB0AF4396E}"/>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838A333C-937C-C5D6-BFDD-AE872BB0C67C}"/>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91" name="TextBox 90">
            <a:extLst>
              <a:ext uri="{FF2B5EF4-FFF2-40B4-BE49-F238E27FC236}">
                <a16:creationId xmlns:a16="http://schemas.microsoft.com/office/drawing/2014/main" id="{5ADAF8CA-49AB-71B2-61B4-375E62FA9E79}"/>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92" name="TextBox 91">
            <a:extLst>
              <a:ext uri="{FF2B5EF4-FFF2-40B4-BE49-F238E27FC236}">
                <a16:creationId xmlns:a16="http://schemas.microsoft.com/office/drawing/2014/main" id="{FC8CDCB5-BCCF-70BE-41DE-CAC44235DC19}"/>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93" name="TextBox 92">
            <a:extLst>
              <a:ext uri="{FF2B5EF4-FFF2-40B4-BE49-F238E27FC236}">
                <a16:creationId xmlns:a16="http://schemas.microsoft.com/office/drawing/2014/main" id="{49067156-310F-A3A1-12CA-E1C9697CD723}"/>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94" name="TextBox 93">
            <a:extLst>
              <a:ext uri="{FF2B5EF4-FFF2-40B4-BE49-F238E27FC236}">
                <a16:creationId xmlns:a16="http://schemas.microsoft.com/office/drawing/2014/main" id="{BCEE42A5-CD02-B118-10FF-E1B4862E8438}"/>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5" name="TextBox 94">
            <a:extLst>
              <a:ext uri="{FF2B5EF4-FFF2-40B4-BE49-F238E27FC236}">
                <a16:creationId xmlns:a16="http://schemas.microsoft.com/office/drawing/2014/main" id="{4A7E5D3B-223C-7273-7A9D-294FBD7AF290}"/>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96" name="TextBox 95">
            <a:extLst>
              <a:ext uri="{FF2B5EF4-FFF2-40B4-BE49-F238E27FC236}">
                <a16:creationId xmlns:a16="http://schemas.microsoft.com/office/drawing/2014/main" id="{C4227A68-067B-7EF3-A9FD-EE827F04CF39}"/>
              </a:ext>
            </a:extLst>
          </p:cNvPr>
          <p:cNvSpPr txBox="1"/>
          <p:nvPr/>
        </p:nvSpPr>
        <p:spPr>
          <a:xfrm>
            <a:off x="6214537" y="3741226"/>
            <a:ext cx="462845" cy="584775"/>
          </a:xfrm>
          <a:prstGeom prst="rect">
            <a:avLst/>
          </a:prstGeom>
          <a:noFill/>
        </p:spPr>
        <p:txBody>
          <a:bodyPr wrap="square" rtlCol="0">
            <a:spAutoFit/>
          </a:bodyPr>
          <a:lstStyle/>
          <a:p>
            <a:pPr algn="ctr"/>
            <a:r>
              <a:rPr lang="en-US" sz="3200" dirty="0"/>
              <a:t>7</a:t>
            </a:r>
          </a:p>
        </p:txBody>
      </p:sp>
      <p:sp>
        <p:nvSpPr>
          <p:cNvPr id="97" name="TextBox 96">
            <a:extLst>
              <a:ext uri="{FF2B5EF4-FFF2-40B4-BE49-F238E27FC236}">
                <a16:creationId xmlns:a16="http://schemas.microsoft.com/office/drawing/2014/main" id="{2160826E-92DB-275A-0407-C6B88BC6CD16}"/>
              </a:ext>
            </a:extLst>
          </p:cNvPr>
          <p:cNvSpPr txBox="1"/>
          <p:nvPr/>
        </p:nvSpPr>
        <p:spPr>
          <a:xfrm>
            <a:off x="7213604" y="3741226"/>
            <a:ext cx="462845" cy="584775"/>
          </a:xfrm>
          <a:prstGeom prst="rect">
            <a:avLst/>
          </a:prstGeom>
          <a:noFill/>
        </p:spPr>
        <p:txBody>
          <a:bodyPr wrap="square" rtlCol="0">
            <a:spAutoFit/>
          </a:bodyPr>
          <a:lstStyle/>
          <a:p>
            <a:pPr algn="ctr"/>
            <a:r>
              <a:rPr lang="en-US" sz="3200" dirty="0"/>
              <a:t>4</a:t>
            </a:r>
          </a:p>
        </p:txBody>
      </p:sp>
      <p:sp>
        <p:nvSpPr>
          <p:cNvPr id="98" name="TextBox 97">
            <a:extLst>
              <a:ext uri="{FF2B5EF4-FFF2-40B4-BE49-F238E27FC236}">
                <a16:creationId xmlns:a16="http://schemas.microsoft.com/office/drawing/2014/main" id="{09072E0C-D869-D3C8-3CCF-E6F8A38F3C57}"/>
              </a:ext>
            </a:extLst>
          </p:cNvPr>
          <p:cNvSpPr txBox="1"/>
          <p:nvPr/>
        </p:nvSpPr>
        <p:spPr>
          <a:xfrm>
            <a:off x="6214537" y="2231221"/>
            <a:ext cx="462845" cy="584775"/>
          </a:xfrm>
          <a:prstGeom prst="rect">
            <a:avLst/>
          </a:prstGeom>
          <a:noFill/>
        </p:spPr>
        <p:txBody>
          <a:bodyPr wrap="square" rtlCol="0">
            <a:spAutoFit/>
          </a:bodyPr>
          <a:lstStyle/>
          <a:p>
            <a:pPr algn="ctr"/>
            <a:r>
              <a:rPr lang="en-US" sz="3200" dirty="0"/>
              <a:t>8</a:t>
            </a:r>
          </a:p>
        </p:txBody>
      </p:sp>
      <p:sp>
        <p:nvSpPr>
          <p:cNvPr id="99" name="TextBox 98">
            <a:extLst>
              <a:ext uri="{FF2B5EF4-FFF2-40B4-BE49-F238E27FC236}">
                <a16:creationId xmlns:a16="http://schemas.microsoft.com/office/drawing/2014/main" id="{3EBCE62E-E154-540B-8E76-B437178793D2}"/>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96AB782C-D9D9-9FFE-75DE-4D13029A5CBA}"/>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CD3512C5-7CC0-12C6-F527-C4F1606CCCEB}"/>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D325A24E-D967-A02F-8A22-378ECCAC51B9}"/>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38071F32-4A98-2A9A-8921-9931B791887D}"/>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37F4BC57-C8E2-6651-A125-7D83C029C282}"/>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C248497D-C654-6C61-F03C-C92207160A2F}"/>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C34432B1-EABC-0486-05C1-2D0215CA58F1}"/>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3109642E-B528-4DB6-C716-D4342BEB1F15}"/>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045CB447-F4D4-17BB-E2A6-2E630F1D393D}"/>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D3C7E583-A512-53E4-B4F7-A166BA2B14F2}"/>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81" name="TextBox 80">
            <a:extLst>
              <a:ext uri="{FF2B5EF4-FFF2-40B4-BE49-F238E27FC236}">
                <a16:creationId xmlns:a16="http://schemas.microsoft.com/office/drawing/2014/main" id="{64567396-E5DF-3F82-CE57-30E7BAC723A4}"/>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6" name="TextBox 85">
            <a:extLst>
              <a:ext uri="{FF2B5EF4-FFF2-40B4-BE49-F238E27FC236}">
                <a16:creationId xmlns:a16="http://schemas.microsoft.com/office/drawing/2014/main" id="{9B2194B0-4222-211C-07A2-25B7240ED2C5}"/>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87" name="TextBox 86">
            <a:extLst>
              <a:ext uri="{FF2B5EF4-FFF2-40B4-BE49-F238E27FC236}">
                <a16:creationId xmlns:a16="http://schemas.microsoft.com/office/drawing/2014/main" id="{0D1823F4-E1AD-1839-B60D-06AF3E52BB61}"/>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B677290E-3EE6-133E-635D-DB3A416EFDD6}"/>
              </a:ext>
            </a:extLst>
          </p:cNvPr>
          <p:cNvSpPr txBox="1"/>
          <p:nvPr/>
        </p:nvSpPr>
        <p:spPr>
          <a:xfrm>
            <a:off x="6214537" y="721216"/>
            <a:ext cx="462845" cy="584775"/>
          </a:xfrm>
          <a:prstGeom prst="rect">
            <a:avLst/>
          </a:prstGeom>
          <a:noFill/>
        </p:spPr>
        <p:txBody>
          <a:bodyPr wrap="square" rtlCol="0">
            <a:spAutoFit/>
          </a:bodyPr>
          <a:lstStyle/>
          <a:p>
            <a:pPr algn="ctr"/>
            <a:r>
              <a:rPr lang="en-US" sz="3200" dirty="0"/>
              <a:t>3</a:t>
            </a:r>
          </a:p>
        </p:txBody>
      </p:sp>
      <p:sp>
        <p:nvSpPr>
          <p:cNvPr id="89" name="TextBox 88">
            <a:extLst>
              <a:ext uri="{FF2B5EF4-FFF2-40B4-BE49-F238E27FC236}">
                <a16:creationId xmlns:a16="http://schemas.microsoft.com/office/drawing/2014/main" id="{37BB1AB4-1361-1CB3-5F8D-9CDEBAF19C34}"/>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7820059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2301D-0184-E55B-0234-C490D209D9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5261BE-506C-07E3-C92E-DA57E3BD6E03}"/>
              </a:ext>
            </a:extLst>
          </p:cNvPr>
          <p:cNvSpPr>
            <a:spLocks noGrp="1"/>
          </p:cNvSpPr>
          <p:nvPr>
            <p:ph sz="half" idx="1"/>
          </p:nvPr>
        </p:nvSpPr>
        <p:spPr/>
        <p:txBody>
          <a:bodyPr/>
          <a:lstStyle/>
          <a:p>
            <a:r>
              <a:rPr lang="en-US" dirty="0"/>
              <a:t>Reduce, and finish Columns 7–9.</a:t>
            </a:r>
          </a:p>
        </p:txBody>
      </p:sp>
      <p:pic>
        <p:nvPicPr>
          <p:cNvPr id="4" name="Picture 3" descr="A grid of sudoku puzzle&#10;&#10;Description automatically generated">
            <a:extLst>
              <a:ext uri="{FF2B5EF4-FFF2-40B4-BE49-F238E27FC236}">
                <a16:creationId xmlns:a16="http://schemas.microsoft.com/office/drawing/2014/main" id="{E24D57D9-3E8C-8634-3E8B-0CFD2A0276D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FC5D3AA-9A53-68AE-081B-62FF1B12338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E838ADD-0B36-D9C1-D5AB-596C3A80D02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982EC23-8183-4E51-3E35-10E4881E94B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9F0308C-6351-F41B-DDD9-8E0531A6ECEC}"/>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1512D73F-72D0-7E77-2A88-645FE6CE8642}"/>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A6FC229-9426-89E8-EB7B-E17B97D1CB89}"/>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75371919-397A-B19E-4261-33BA4FEF2CB3}"/>
              </a:ext>
            </a:extLst>
          </p:cNvPr>
          <p:cNvSpPr txBox="1"/>
          <p:nvPr/>
        </p:nvSpPr>
        <p:spPr>
          <a:xfrm>
            <a:off x="4715935" y="1224551"/>
            <a:ext cx="462845" cy="584775"/>
          </a:xfrm>
          <a:prstGeom prst="rect">
            <a:avLst/>
          </a:prstGeom>
          <a:noFill/>
        </p:spPr>
        <p:txBody>
          <a:bodyPr wrap="square" rtlCol="0">
            <a:spAutoFit/>
          </a:bodyPr>
          <a:lstStyle/>
          <a:p>
            <a:pPr algn="ctr"/>
            <a:r>
              <a:rPr lang="en-US" sz="3200" dirty="0"/>
              <a:t>1</a:t>
            </a:r>
          </a:p>
        </p:txBody>
      </p:sp>
      <p:sp>
        <p:nvSpPr>
          <p:cNvPr id="34" name="TextBox 33">
            <a:extLst>
              <a:ext uri="{FF2B5EF4-FFF2-40B4-BE49-F238E27FC236}">
                <a16:creationId xmlns:a16="http://schemas.microsoft.com/office/drawing/2014/main" id="{E6017889-0367-690F-C70C-061A104FA05E}"/>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A62E0F10-414F-16B8-7971-E1AFCE09746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58C17A04-C80B-FB1D-EDA5-9C8B62C7B071}"/>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2B8A7402-CBF4-7CC0-5516-2B126BA09DCA}"/>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C6A4AD3A-9A2D-D03A-4B41-FEFB58381093}"/>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8B8916C8-6ACC-E93A-AFC1-698AA7B83043}"/>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2F53DECD-05F9-20EA-9607-012A2003E90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5491FABC-09A6-4823-43D0-61E069198AAF}"/>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329595CE-2F40-7C0D-ECD6-06498D52BECF}"/>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A51E45CE-748C-0E73-67DB-3B9C46765DB9}"/>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D917AFE0-D723-6184-69D4-8BA09822DD5A}"/>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0B5BFDC8-11A7-FA6F-7D2B-DA6BA4222E27}"/>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ACEE9F2C-DBEB-8B3F-D9CB-CD5E5AA24B99}"/>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4B90B5A3-CDC8-BEDD-ECE0-B55CF6E20A7C}"/>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7A0D451F-53E2-9FFF-0DE2-FCC52FEA91B8}"/>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63" name="TextBox 62">
            <a:extLst>
              <a:ext uri="{FF2B5EF4-FFF2-40B4-BE49-F238E27FC236}">
                <a16:creationId xmlns:a16="http://schemas.microsoft.com/office/drawing/2014/main" id="{E11A8301-EE59-1C55-B78C-97B29F399E8F}"/>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9" name="TextBox 68">
            <a:extLst>
              <a:ext uri="{FF2B5EF4-FFF2-40B4-BE49-F238E27FC236}">
                <a16:creationId xmlns:a16="http://schemas.microsoft.com/office/drawing/2014/main" id="{FDD11B99-06F8-998C-9DC0-EF879F52AEE6}"/>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930D1549-BB2D-D875-EA73-62416206518A}"/>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518249FC-01DE-16F3-D1BF-60D23056C750}"/>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AD1F9BBA-F720-2383-2A26-9490180BE962}"/>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D86FF7B4-BAAE-A64B-14FE-2E44E843AB46}"/>
              </a:ext>
            </a:extLst>
          </p:cNvPr>
          <p:cNvSpPr txBox="1"/>
          <p:nvPr/>
        </p:nvSpPr>
        <p:spPr>
          <a:xfrm>
            <a:off x="7213604" y="122455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5B1C643E-0DD1-B7B4-DF56-1A362EDE015F}"/>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0027A893-FB8A-1DA4-73F8-AA62CC086638}"/>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9F539F36-65F9-5556-6EDA-EE53A76D01A1}"/>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D9B449F8-11E4-1C1A-D8E0-498CD9AA4697}"/>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7E1888B9-5B67-E332-6E3D-AA7B3E2C75DF}"/>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BCD06AF0-0C0B-61B6-45F4-FF57DC65A7A2}"/>
              </a:ext>
            </a:extLst>
          </p:cNvPr>
          <p:cNvSpPr txBox="1"/>
          <p:nvPr/>
        </p:nvSpPr>
        <p:spPr>
          <a:xfrm>
            <a:off x="6214537" y="424456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757A362A-993C-9003-F2B0-1F3CF4780E99}"/>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02B4A65C-12CF-263B-E3F2-AE51C41909B9}"/>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19E8470B-91DE-9A52-228F-FF46951F9FBD}"/>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22968C26-9057-7A92-1B97-9C1BB93EAB42}"/>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C606D07-81E9-ADD8-1053-4F7FC7303B02}"/>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810D156A-9C83-188E-EB8B-8C4D353D68E2}"/>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0" name="TextBox 79">
            <a:extLst>
              <a:ext uri="{FF2B5EF4-FFF2-40B4-BE49-F238E27FC236}">
                <a16:creationId xmlns:a16="http://schemas.microsoft.com/office/drawing/2014/main" id="{3AC01C81-8FFA-9CFE-3D62-CA65A8273B00}"/>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FC66570D-CA4A-4F10-AA46-89A62D19D92E}"/>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0F5E7FE8-3E00-6B19-1F71-29E9D1AEBD17}"/>
              </a:ext>
            </a:extLst>
          </p:cNvPr>
          <p:cNvSpPr txBox="1"/>
          <p:nvPr/>
        </p:nvSpPr>
        <p:spPr>
          <a:xfrm>
            <a:off x="5215469"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DD940DE0-A465-1E16-E26A-7BA0E4166051}"/>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A5D3D625-E4E0-5E88-C3CF-EF8CE2F263F1}"/>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3329CD74-87D8-DA20-3CD3-83F82CD9402A}"/>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6" name="TextBox 75">
            <a:extLst>
              <a:ext uri="{FF2B5EF4-FFF2-40B4-BE49-F238E27FC236}">
                <a16:creationId xmlns:a16="http://schemas.microsoft.com/office/drawing/2014/main" id="{B4D7E11A-4BBA-9C3B-908C-155163FA82F9}"/>
              </a:ext>
            </a:extLst>
          </p:cNvPr>
          <p:cNvSpPr txBox="1"/>
          <p:nvPr/>
        </p:nvSpPr>
        <p:spPr>
          <a:xfrm>
            <a:off x="5215469" y="3741226"/>
            <a:ext cx="462845" cy="584775"/>
          </a:xfrm>
          <a:prstGeom prst="rect">
            <a:avLst/>
          </a:prstGeom>
          <a:noFill/>
        </p:spPr>
        <p:txBody>
          <a:bodyPr wrap="square" rtlCol="0">
            <a:spAutoFit/>
          </a:bodyPr>
          <a:lstStyle/>
          <a:p>
            <a:pPr algn="ctr"/>
            <a:r>
              <a:rPr lang="en-US" sz="3200" dirty="0"/>
              <a:t>5</a:t>
            </a:r>
          </a:p>
        </p:txBody>
      </p:sp>
      <p:sp>
        <p:nvSpPr>
          <p:cNvPr id="84" name="TextBox 83">
            <a:extLst>
              <a:ext uri="{FF2B5EF4-FFF2-40B4-BE49-F238E27FC236}">
                <a16:creationId xmlns:a16="http://schemas.microsoft.com/office/drawing/2014/main" id="{A5D568B6-F815-AB36-710D-14D797FB0350}"/>
              </a:ext>
            </a:extLst>
          </p:cNvPr>
          <p:cNvSpPr txBox="1"/>
          <p:nvPr/>
        </p:nvSpPr>
        <p:spPr>
          <a:xfrm>
            <a:off x="5715003" y="3741226"/>
            <a:ext cx="462845" cy="584775"/>
          </a:xfrm>
          <a:prstGeom prst="rect">
            <a:avLst/>
          </a:prstGeom>
          <a:noFill/>
        </p:spPr>
        <p:txBody>
          <a:bodyPr wrap="square" rtlCol="0">
            <a:spAutoFit/>
          </a:bodyPr>
          <a:lstStyle/>
          <a:p>
            <a:pPr algn="ctr"/>
            <a:r>
              <a:rPr lang="en-US" sz="3200" dirty="0"/>
              <a:t>6</a:t>
            </a:r>
          </a:p>
        </p:txBody>
      </p:sp>
      <p:sp>
        <p:nvSpPr>
          <p:cNvPr id="85" name="TextBox 84">
            <a:extLst>
              <a:ext uri="{FF2B5EF4-FFF2-40B4-BE49-F238E27FC236}">
                <a16:creationId xmlns:a16="http://schemas.microsoft.com/office/drawing/2014/main" id="{57B60230-52E3-D41B-6042-413A938FFD14}"/>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4A6D0FF7-8B90-E721-830B-562E48B2539B}"/>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B85D17C3-F461-923B-20E2-CB95A726BCEA}"/>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75A69F9-DC07-7219-58AD-F1D5460A50D7}"/>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F2C9B207-FD70-0377-56FA-9BECCBB75250}"/>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BFBDD2B8-A92C-C47D-0332-3849180A5535}"/>
              </a:ext>
            </a:extLst>
          </p:cNvPr>
          <p:cNvSpPr txBox="1"/>
          <p:nvPr/>
        </p:nvSpPr>
        <p:spPr>
          <a:xfrm>
            <a:off x="5715003" y="721216"/>
            <a:ext cx="462845" cy="584775"/>
          </a:xfrm>
          <a:prstGeom prst="rect">
            <a:avLst/>
          </a:prstGeom>
          <a:noFill/>
        </p:spPr>
        <p:txBody>
          <a:bodyPr wrap="square" rtlCol="0">
            <a:spAutoFit/>
          </a:bodyPr>
          <a:lstStyle/>
          <a:p>
            <a:pPr algn="ctr"/>
            <a:r>
              <a:rPr lang="en-US" sz="3200" dirty="0"/>
              <a:t>9</a:t>
            </a:r>
          </a:p>
        </p:txBody>
      </p:sp>
      <p:sp>
        <p:nvSpPr>
          <p:cNvPr id="67" name="TextBox 66">
            <a:extLst>
              <a:ext uri="{FF2B5EF4-FFF2-40B4-BE49-F238E27FC236}">
                <a16:creationId xmlns:a16="http://schemas.microsoft.com/office/drawing/2014/main" id="{BEF8C723-08B7-3FA6-8AFB-60155A17C4F1}"/>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ACC7B234-DBD7-F6E5-C269-C904F1DF7611}"/>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91" name="TextBox 90">
            <a:extLst>
              <a:ext uri="{FF2B5EF4-FFF2-40B4-BE49-F238E27FC236}">
                <a16:creationId xmlns:a16="http://schemas.microsoft.com/office/drawing/2014/main" id="{4D19EF0C-E859-1B56-C5BD-A9C05E3BC1B0}"/>
              </a:ext>
            </a:extLst>
          </p:cNvPr>
          <p:cNvSpPr txBox="1"/>
          <p:nvPr/>
        </p:nvSpPr>
        <p:spPr>
          <a:xfrm>
            <a:off x="6214537" y="1727886"/>
            <a:ext cx="462845" cy="584775"/>
          </a:xfrm>
          <a:prstGeom prst="rect">
            <a:avLst/>
          </a:prstGeom>
          <a:noFill/>
        </p:spPr>
        <p:txBody>
          <a:bodyPr wrap="square" rtlCol="0">
            <a:spAutoFit/>
          </a:bodyPr>
          <a:lstStyle/>
          <a:p>
            <a:pPr algn="ctr"/>
            <a:r>
              <a:rPr lang="en-US" sz="3200" dirty="0"/>
              <a:t>4</a:t>
            </a:r>
          </a:p>
        </p:txBody>
      </p:sp>
      <p:sp>
        <p:nvSpPr>
          <p:cNvPr id="92" name="TextBox 91">
            <a:extLst>
              <a:ext uri="{FF2B5EF4-FFF2-40B4-BE49-F238E27FC236}">
                <a16:creationId xmlns:a16="http://schemas.microsoft.com/office/drawing/2014/main" id="{D5340A1E-6E38-C32F-C620-45C372564A7D}"/>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93" name="TextBox 92">
            <a:extLst>
              <a:ext uri="{FF2B5EF4-FFF2-40B4-BE49-F238E27FC236}">
                <a16:creationId xmlns:a16="http://schemas.microsoft.com/office/drawing/2014/main" id="{D57780BC-451B-19DD-6CF3-734888E2C29A}"/>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94" name="TextBox 93">
            <a:extLst>
              <a:ext uri="{FF2B5EF4-FFF2-40B4-BE49-F238E27FC236}">
                <a16:creationId xmlns:a16="http://schemas.microsoft.com/office/drawing/2014/main" id="{AD40E88F-3662-0AD4-8830-43217DBFD759}"/>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95" name="TextBox 94">
            <a:extLst>
              <a:ext uri="{FF2B5EF4-FFF2-40B4-BE49-F238E27FC236}">
                <a16:creationId xmlns:a16="http://schemas.microsoft.com/office/drawing/2014/main" id="{BABF932D-38E3-9584-84B2-5B668C8381BE}"/>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96" name="TextBox 95">
            <a:extLst>
              <a:ext uri="{FF2B5EF4-FFF2-40B4-BE49-F238E27FC236}">
                <a16:creationId xmlns:a16="http://schemas.microsoft.com/office/drawing/2014/main" id="{E18D2953-5928-4894-2726-10C9E6574999}"/>
              </a:ext>
            </a:extLst>
          </p:cNvPr>
          <p:cNvSpPr txBox="1"/>
          <p:nvPr/>
        </p:nvSpPr>
        <p:spPr>
          <a:xfrm>
            <a:off x="6214537" y="3741226"/>
            <a:ext cx="462845" cy="584775"/>
          </a:xfrm>
          <a:prstGeom prst="rect">
            <a:avLst/>
          </a:prstGeom>
          <a:noFill/>
        </p:spPr>
        <p:txBody>
          <a:bodyPr wrap="square" rtlCol="0">
            <a:spAutoFit/>
          </a:bodyPr>
          <a:lstStyle/>
          <a:p>
            <a:pPr algn="ctr"/>
            <a:r>
              <a:rPr lang="en-US" sz="3200" dirty="0"/>
              <a:t>7</a:t>
            </a:r>
          </a:p>
        </p:txBody>
      </p:sp>
      <p:sp>
        <p:nvSpPr>
          <p:cNvPr id="97" name="TextBox 96">
            <a:extLst>
              <a:ext uri="{FF2B5EF4-FFF2-40B4-BE49-F238E27FC236}">
                <a16:creationId xmlns:a16="http://schemas.microsoft.com/office/drawing/2014/main" id="{60CFDBF9-7373-7DE9-D0FE-84830F039045}"/>
              </a:ext>
            </a:extLst>
          </p:cNvPr>
          <p:cNvSpPr txBox="1"/>
          <p:nvPr/>
        </p:nvSpPr>
        <p:spPr>
          <a:xfrm>
            <a:off x="7213604" y="3741226"/>
            <a:ext cx="462845" cy="584775"/>
          </a:xfrm>
          <a:prstGeom prst="rect">
            <a:avLst/>
          </a:prstGeom>
          <a:noFill/>
        </p:spPr>
        <p:txBody>
          <a:bodyPr wrap="square" rtlCol="0">
            <a:spAutoFit/>
          </a:bodyPr>
          <a:lstStyle/>
          <a:p>
            <a:pPr algn="ctr"/>
            <a:r>
              <a:rPr lang="en-US" sz="3200" dirty="0"/>
              <a:t>4</a:t>
            </a:r>
          </a:p>
        </p:txBody>
      </p:sp>
      <p:sp>
        <p:nvSpPr>
          <p:cNvPr id="98" name="TextBox 97">
            <a:extLst>
              <a:ext uri="{FF2B5EF4-FFF2-40B4-BE49-F238E27FC236}">
                <a16:creationId xmlns:a16="http://schemas.microsoft.com/office/drawing/2014/main" id="{F61EE422-BF46-D9F2-BAE3-90B67E17E4AC}"/>
              </a:ext>
            </a:extLst>
          </p:cNvPr>
          <p:cNvSpPr txBox="1"/>
          <p:nvPr/>
        </p:nvSpPr>
        <p:spPr>
          <a:xfrm>
            <a:off x="6214537" y="2231221"/>
            <a:ext cx="462845" cy="584775"/>
          </a:xfrm>
          <a:prstGeom prst="rect">
            <a:avLst/>
          </a:prstGeom>
          <a:noFill/>
        </p:spPr>
        <p:txBody>
          <a:bodyPr wrap="square" rtlCol="0">
            <a:spAutoFit/>
          </a:bodyPr>
          <a:lstStyle/>
          <a:p>
            <a:pPr algn="ctr"/>
            <a:r>
              <a:rPr lang="en-US" sz="3200" dirty="0"/>
              <a:t>8</a:t>
            </a:r>
          </a:p>
        </p:txBody>
      </p:sp>
      <p:sp>
        <p:nvSpPr>
          <p:cNvPr id="99" name="TextBox 98">
            <a:extLst>
              <a:ext uri="{FF2B5EF4-FFF2-40B4-BE49-F238E27FC236}">
                <a16:creationId xmlns:a16="http://schemas.microsoft.com/office/drawing/2014/main" id="{E71CB048-90B8-C4AD-A0CA-27DBBB749478}"/>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05AE140E-23AD-3FB2-EECA-D88B3CD0EB06}"/>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EE7EADA7-06A4-0D59-F74A-4D65C64A18B1}"/>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3C2F8B35-2DBC-CA13-F59C-CD73CDA7AEE7}"/>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70299BD6-8649-09CD-84BD-0258EF6916A6}"/>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87A8D064-F979-6454-5B95-056892DBAA08}"/>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580B9786-F875-EA9B-316A-51193D4DB71B}"/>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E8DDDDB8-FA98-A6E9-7F8F-B9A19E4B8735}"/>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965FFA74-026A-C617-4F15-66283F3DD8E6}"/>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E4B2F889-3F52-811E-56B3-49C404B34542}"/>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5DB1744A-0434-869D-A1EF-8BBAFDAFE6FD}"/>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81" name="TextBox 80">
            <a:extLst>
              <a:ext uri="{FF2B5EF4-FFF2-40B4-BE49-F238E27FC236}">
                <a16:creationId xmlns:a16="http://schemas.microsoft.com/office/drawing/2014/main" id="{D307190F-2A18-CD15-A080-4FD698B59BAA}"/>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86" name="TextBox 85">
            <a:extLst>
              <a:ext uri="{FF2B5EF4-FFF2-40B4-BE49-F238E27FC236}">
                <a16:creationId xmlns:a16="http://schemas.microsoft.com/office/drawing/2014/main" id="{AA2CFA74-02E4-8D0D-FD22-7E23A5348AFE}"/>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87" name="TextBox 86">
            <a:extLst>
              <a:ext uri="{FF2B5EF4-FFF2-40B4-BE49-F238E27FC236}">
                <a16:creationId xmlns:a16="http://schemas.microsoft.com/office/drawing/2014/main" id="{35B576DE-334C-E3C7-8BAA-C3DB041496B2}"/>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88" name="TextBox 87">
            <a:extLst>
              <a:ext uri="{FF2B5EF4-FFF2-40B4-BE49-F238E27FC236}">
                <a16:creationId xmlns:a16="http://schemas.microsoft.com/office/drawing/2014/main" id="{AD770002-57D2-B170-6C6E-2C639AD786B2}"/>
              </a:ext>
            </a:extLst>
          </p:cNvPr>
          <p:cNvSpPr txBox="1"/>
          <p:nvPr/>
        </p:nvSpPr>
        <p:spPr>
          <a:xfrm>
            <a:off x="6214537" y="721216"/>
            <a:ext cx="462845" cy="584775"/>
          </a:xfrm>
          <a:prstGeom prst="rect">
            <a:avLst/>
          </a:prstGeom>
          <a:noFill/>
        </p:spPr>
        <p:txBody>
          <a:bodyPr wrap="square" rtlCol="0">
            <a:spAutoFit/>
          </a:bodyPr>
          <a:lstStyle/>
          <a:p>
            <a:pPr algn="ctr"/>
            <a:r>
              <a:rPr lang="en-US" sz="3200" dirty="0"/>
              <a:t>3</a:t>
            </a:r>
          </a:p>
        </p:txBody>
      </p:sp>
      <p:sp>
        <p:nvSpPr>
          <p:cNvPr id="89" name="TextBox 88">
            <a:extLst>
              <a:ext uri="{FF2B5EF4-FFF2-40B4-BE49-F238E27FC236}">
                <a16:creationId xmlns:a16="http://schemas.microsoft.com/office/drawing/2014/main" id="{486E5AD3-18D0-4D00-9FDA-39974506E3D4}"/>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4FDCBFAC-F3DD-F782-DDF7-EFBD3D8CFB17}"/>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E1DECB15-D73A-5CF9-4333-1047F9B821A0}"/>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B90313FB-6D3C-03B6-BC2F-D8EA85C13402}"/>
              </a:ext>
            </a:extLst>
          </p:cNvPr>
          <p:cNvSpPr txBox="1"/>
          <p:nvPr/>
        </p:nvSpPr>
        <p:spPr>
          <a:xfrm>
            <a:off x="6714071" y="4747898"/>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AA7608CD-C152-D133-8695-F6508E343210}"/>
              </a:ext>
            </a:extLst>
          </p:cNvPr>
          <p:cNvSpPr txBox="1"/>
          <p:nvPr/>
        </p:nvSpPr>
        <p:spPr>
          <a:xfrm>
            <a:off x="7213604" y="4747898"/>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981764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10743</TotalTime>
  <Words>3979</Words>
  <Application>Microsoft Macintosh PowerPoint</Application>
  <PresentationFormat>Widescreen</PresentationFormat>
  <Paragraphs>3131</Paragraphs>
  <Slides>58</Slides>
  <Notes>58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402</cp:revision>
  <cp:lastPrinted>2026-10-16T03:13:07Z</cp:lastPrinted>
  <dcterms:created xsi:type="dcterms:W3CDTF">2024-03-19T02:13:08Z</dcterms:created>
  <dcterms:modified xsi:type="dcterms:W3CDTF">2026-10-18T03:53:21Z</dcterms:modified>
</cp:coreProperties>
</file>