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4"/>
  </p:notesMasterIdLst>
  <p:sldIdLst>
    <p:sldId id="457" r:id="rId2"/>
    <p:sldId id="531" r:id="rId3"/>
    <p:sldId id="532" r:id="rId4"/>
    <p:sldId id="533" r:id="rId5"/>
    <p:sldId id="534" r:id="rId6"/>
    <p:sldId id="535" r:id="rId7"/>
    <p:sldId id="536" r:id="rId8"/>
    <p:sldId id="537" r:id="rId9"/>
    <p:sldId id="538" r:id="rId10"/>
    <p:sldId id="539" r:id="rId11"/>
    <p:sldId id="540" r:id="rId12"/>
    <p:sldId id="541" r:id="rId13"/>
    <p:sldId id="560" r:id="rId14"/>
    <p:sldId id="561" r:id="rId15"/>
    <p:sldId id="542" r:id="rId16"/>
    <p:sldId id="543" r:id="rId17"/>
    <p:sldId id="544" r:id="rId18"/>
    <p:sldId id="545" r:id="rId19"/>
    <p:sldId id="547" r:id="rId20"/>
    <p:sldId id="548" r:id="rId21"/>
    <p:sldId id="546" r:id="rId22"/>
    <p:sldId id="549" r:id="rId23"/>
    <p:sldId id="550" r:id="rId24"/>
    <p:sldId id="551" r:id="rId25"/>
    <p:sldId id="552" r:id="rId26"/>
    <p:sldId id="553" r:id="rId27"/>
    <p:sldId id="555" r:id="rId28"/>
    <p:sldId id="556" r:id="rId29"/>
    <p:sldId id="557" r:id="rId30"/>
    <p:sldId id="558" r:id="rId31"/>
    <p:sldId id="563" r:id="rId32"/>
    <p:sldId id="559" r:id="rId33"/>
    <p:sldId id="562" r:id="rId34"/>
    <p:sldId id="564" r:id="rId35"/>
    <p:sldId id="565" r:id="rId36"/>
    <p:sldId id="566" r:id="rId37"/>
    <p:sldId id="568" r:id="rId38"/>
    <p:sldId id="569" r:id="rId39"/>
    <p:sldId id="570" r:id="rId40"/>
    <p:sldId id="571" r:id="rId41"/>
    <p:sldId id="572" r:id="rId42"/>
    <p:sldId id="573" r:id="rId43"/>
    <p:sldId id="574" r:id="rId44"/>
    <p:sldId id="578" r:id="rId45"/>
    <p:sldId id="575" r:id="rId46"/>
    <p:sldId id="576" r:id="rId47"/>
    <p:sldId id="577" r:id="rId48"/>
    <p:sldId id="579" r:id="rId49"/>
    <p:sldId id="580" r:id="rId50"/>
    <p:sldId id="581" r:id="rId51"/>
    <p:sldId id="583" r:id="rId52"/>
    <p:sldId id="584" r:id="rId53"/>
    <p:sldId id="585" r:id="rId54"/>
    <p:sldId id="586" r:id="rId55"/>
    <p:sldId id="587" r:id="rId56"/>
    <p:sldId id="588" r:id="rId57"/>
    <p:sldId id="589" r:id="rId58"/>
    <p:sldId id="590" r:id="rId59"/>
    <p:sldId id="591" r:id="rId60"/>
    <p:sldId id="592" r:id="rId61"/>
    <p:sldId id="593" r:id="rId62"/>
    <p:sldId id="594"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18"/>
  </p:normalViewPr>
  <p:slideViewPr>
    <p:cSldViewPr snapToGrid="0">
      <p:cViewPr varScale="1">
        <p:scale>
          <a:sx n="111" d="100"/>
          <a:sy n="111" d="100"/>
        </p:scale>
        <p:origin x="1608"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F0653-908C-3CC2-075C-19573274ED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B0F49-5C6C-27F3-22E7-06D419A92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A17F-A67A-CA61-90D8-1567182C52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791893-23C4-35E5-AF2A-85C618EA164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262582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AFDE-9C41-BD5D-6C14-B2ED2F9BC3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F2734F-0E37-D76D-303D-D32D7A0281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8C5D57-0AE0-2EBC-38CB-8302E466D8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6EBEA0-6CFA-B6A3-E2C5-606FA03940FD}"/>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41166974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47699-1BE9-86F4-C56D-3F84DB10B5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EA474-6CD5-4E10-96DC-9BA587CCA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7F297-40D0-8A4D-0E7C-4D096DDD8E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C98BD4-73A5-697C-7FC4-9DE95A180A4D}"/>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2650719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1F4B4-3041-0B8B-92C6-ABE529AF7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1A135-1DBB-E5D2-A96D-258536388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A61DBD-2191-1947-DDD0-C40C275AB0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C9E4F5-FED4-81A7-85C1-F3BB8C4EF7A7}"/>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2992978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96FB7-BC1E-0290-D3F9-E60D3FEBF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AD6BC-2DCA-8C2B-D256-31725C5DED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5A0F3-31DF-72B7-39A3-3436183353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CBE365-EBD0-03CC-369D-08F215AFF255}"/>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6262211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E23E9-198F-53F2-713D-9DA5881715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14DBCE-011E-E087-ADC6-AE94A9DEF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55D1F-ACB5-10F8-4AD9-0C3E2BF50C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231CB0-C65F-0322-260F-3F7F45D84EBC}"/>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8802136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294C2-4875-8AD9-E67A-D6EDF223E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2972E3-812F-F3F9-3772-62BBC90D51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85F73-A632-B097-B799-00352B63F8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AE6398-F52C-19B7-C13C-A8B84F1FCB7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5658680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79DB6-4EAA-5056-4B1E-2DF51F6AF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14C5C-5714-9608-BB70-D0C0F9B0CC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CD504-A136-A325-A991-0AAD5A0399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BBA75B-AC39-5F35-574B-586DCE4934B8}"/>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925460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E1909-31B6-51E5-37FF-51CA4BD2B8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EB4451-23F5-413B-B117-31F6B08CA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825599-AB3C-1A49-EA86-BB28A9488B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B73E45-B905-E1A9-E092-D552AAAB967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816223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C766C-3FF1-ED91-4F6A-AD8990E565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C46AC-63CB-ACCE-14B0-5C8447685C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C58BC-90A0-C96E-6E7D-930AD6C083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BE66A2-BFD0-1E6C-4418-FAD04366C924}"/>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9118902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6FB8E-6C73-F888-D684-1020EF7400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57893-C08B-8F37-949D-4BBB9A2680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3127D-A23A-3A45-6C5E-426E68D17A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BD4DD8-5458-C5D4-21EC-FDF2E77B75F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4701505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6B842-2CBA-40C6-E492-63A2FF14A4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3D340-BEBB-4DC8-62E5-CBED675CA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FF3C7B-A179-5430-98DD-E2C1A2B54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89333E-3D2E-E4D1-CB44-002813674DFC}"/>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2387459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E5CE-01F1-4A68-C3B9-337EE0DBF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37EAD-0EEF-608B-CE0A-A999B950B0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5DA2DB-5F5C-F966-68AE-43CB413978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12C31A-EA34-770C-D379-3CD71BC55689}"/>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0415549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649E5-DC82-E43D-D166-D7DE7F5E3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C66F4-8356-2A00-4113-9F29A7AABA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F00C2E-FF77-6504-8602-509F0A241B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033F82-AAA5-C251-2AEC-374F1A77AA6F}"/>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9465937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63350-76B9-E850-0CE7-63D5617156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3A82E-54F2-E763-626B-7B79F71765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DE9E5-363F-80BF-7A42-F97062A208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DE994D-160D-69D1-4189-8772DEF354E5}"/>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4959536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B673-A9EB-B8B0-B1A4-FC0EBA1FB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75AD70-2966-6445-2169-926614FBE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C37A54-2596-5D52-731B-0732470583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021DBF-3F09-220F-F8EF-4BA81663E3D8}"/>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41493200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819A-5C59-24A1-0B16-078EB9F420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3AFC6-4B45-30EE-3D53-C77E982AB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E42A4E-BD41-BAEC-D64D-C4CEF5399B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1207ED-12B3-40DC-9DA0-1241448A8DBC}"/>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6783511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01E42-8046-60E1-9383-CFAC9CB8B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174EF-3E74-FF25-7D8C-9AA8510BB9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5F4BB-B66E-7A97-0CE6-B3B35E0DD1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9BF5AD-ED73-DC64-ABA8-2636D7AEFC22}"/>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9898741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FA382-5866-2AB8-817B-CED40EA8F8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64122D-3333-8FCF-673F-58E7E46DF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8C4B84-AB60-34B8-3EA4-7397D45EDB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90D48B-D0AB-A55B-31C4-CB99035233D7}"/>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182567759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402C-5927-D5B8-6A4B-C46B763207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8D34A-5E9A-5CA4-16F2-80ECC7C2DA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638360-F86A-D58B-8C0E-68DB9785F7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CD1DA3-AF9B-1FD0-E3C7-98DDF5541863}"/>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1456719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32B0A-B37D-8DF4-D9B7-00A863092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C94B94-30DA-1787-D4F5-A184E8174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ECAC65-D1C0-8EA9-6357-0BEC7C2488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7CE0A1-8F20-7215-1F5B-5C5D3939C130}"/>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4734053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7E072-5508-15CA-F46C-CFDDD7063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B9FDAD-308C-C8B5-8554-420B4BC987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B7E1FB-E4C7-D295-B3B4-F858BEF61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B3620-1F29-BC7D-0A0E-3784F0549549}"/>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42027729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F46D-D289-4057-B63F-2D58645C2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10684D-DA3A-C9AE-2D0D-F0FCA83D0A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72B99E-37DE-34C0-EBCA-3B8D21579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8B2B8A-9C3A-A33C-1E26-E232754BD126}"/>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39205674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616C0-48D1-E856-ED10-EC3DF700C6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D886C6-4C9F-4BF3-BDFA-4A1F215269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B2E2D-2C88-2A05-5CCE-00F108BC92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D3FED8-0018-FAF2-94B7-7080B88E26ED}"/>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9667474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40569-5B47-5971-4F62-6B9E26D26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D3140-2C35-DA6A-6541-192706D001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9B9B62-183F-7D88-E3B6-71E33C560E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05EB59-3EAC-3EC0-82B6-2F804870778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33282702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F036E-3A54-0700-CEC3-AFF46B323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691533-1AC1-38E6-DDDA-1F3164FB1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340C7-4FC1-AB7F-E1ED-00EA7FC701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43FD02-1469-F5F6-44AE-A7B47D5F4F00}"/>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41638170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B354B-96E1-B4E4-22E0-59DD602283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EBD809-8636-FFA9-F1A5-7CFFCAB865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E109F5-6DDF-A557-2AE5-6BD5DC42D9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7F344-9301-21E0-BF83-7258CC7663CA}"/>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07457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55A10-8351-5BCA-5034-F8138D7219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90D1B0-E93B-5478-3115-20024486D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1C034-FAC9-4E7A-E389-0AE6005D0A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28F086-3FDC-F88D-93A4-5B2AA1359F26}"/>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12173007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B49F1-D392-A9ED-62F6-CD3B4A2B92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37CBE3-DBDB-ABD4-4B23-05B7F827AA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065F76-B20B-AE05-7AD5-660AC5158C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4E25AE-E726-9A17-FD3E-F97D9779D8BA}"/>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5582911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C9033-0AEC-EDA2-43FE-EB938B2BC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60EB5B-7FE4-04AD-19F7-F399FD80DE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86AE42-772A-B7C3-DDF3-C3FDB61297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6F1341-97E5-068E-EA6D-3838F011A1FD}"/>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6414422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96D8E-2D7B-B33E-5467-20AF994F45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5F38E9-D904-FF40-9AF3-525B13EC1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97B269-37E2-19CC-EF96-753AA426BB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1237E7-1175-F48B-3E40-FF3AC87E9BC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1027851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B620-1D69-A1B4-060C-E623116A6C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AC3094-95D7-4A44-3A99-F8544090B2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A552F-6DC2-9784-B1B1-8D8B3EEFE3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50234B-45A0-D3C0-ED7C-13B340CF88A2}"/>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30915623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1DBC7-D6C4-4693-947F-878DEAE2F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17907-CED7-C222-BE1A-ABD613284F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7E94E3-A45C-EE3D-FF45-3240D581C9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58CF4D-E428-94BC-AB45-DBE2411F8412}"/>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5720923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5E629-CDCC-0259-07E0-5DC614E4A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9FB329-C24B-27FA-40EB-E2FD69819B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92433-92F0-B30D-F8ED-5A2AA5425E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43118E-3994-E9EB-E125-FC9156F019EE}"/>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22221573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94D8D-BDE1-62F2-5E54-61E952F9C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25B7A-8E95-4B24-C60B-18B727515B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72D2D-2F7D-E610-CAFA-A825B2B43E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B13B03-7495-CD8B-78AD-02437682A8BE}"/>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7272440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3DCD0-FBBA-D58F-0AC7-6B3F484D9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AF4B25-DB47-D613-BEEB-C8CB31DE8D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AF6BA7-846D-C571-A73D-31E4765CA2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BB44FA-2FAA-DA51-BB5E-04F71C19B2F2}"/>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56520726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2C32A-E23E-6191-F615-0F477EB6E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CAEE-667E-C51C-D7E4-249E5EA0E0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3CEAC-AF6D-2BCE-4FBA-D522E47150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846D32-8D8C-C60E-C8A4-AB223DB43147}"/>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81475177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212C7-0839-ABC1-EA3B-73D66C2E08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F8BC70-1FC9-6F79-7663-3B245AFBD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3D524-1692-78DA-5A6B-D6147C7C59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31A1B1-E2E3-5CBD-4CFF-494A5006CF9C}"/>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19413368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DD1B-C624-2D7F-5120-DA8AFF919D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934D1D-F06A-AE6D-2D0F-EA3C59A09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932957-07EC-7930-A6DB-D908927102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CDEFDF-7DE1-B3B8-5B55-7E91D9336DC1}"/>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19748471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0C90F-0641-29CE-C7F0-0B4A1940D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58973E-E9B1-050C-D287-41916CFD0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1BC27E-E49C-0E54-8E0B-77396E0845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5A9F26-5440-1DFE-1ED7-E0D95BA69814}"/>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18051493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C9E32-FEE1-5B44-7EB6-1EF862C205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3DA45B-C48E-D84D-AEFD-2ABA1877C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83D6F6-A0DF-DB32-2A5C-77608B961D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0059D0-4779-A19A-5054-5E1F45722598}"/>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2464794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CB763-9426-7B63-7E25-3AC677804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3961A-32F7-58D6-8334-6341499292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FBF483-FD84-3205-8A13-E2D64469A5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F3C0FF-DDA3-7421-0BFC-263C4FE66CAB}"/>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6663765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377A3-4DE6-4C62-08D9-C0F43C0D4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7D2DD2-B233-AC7A-70EA-6FB06297A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F79E6-5743-AFF2-6F52-6930FFF481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856AF8-B4D9-6BB0-1974-A004717D0C92}"/>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6666744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0404-946C-3B0A-5E22-E6AD629E1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8EB1D-4B21-9AB2-ADD7-9DF533112E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E8623D-3A04-7B9F-7A63-D8C33F4EC5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A1D1C9-B4D0-B6E7-F377-93826CE6A8FC}"/>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5247047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0E144-545A-3D0B-7805-7053D55DB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5702C-DCB7-8D7C-47D8-2E3EC1FEB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20398-63D2-3F3C-963D-25F0B45066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3226E7-4C5D-3BA5-ACBF-1C3B4DB0F4CB}"/>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26297249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B4D4-0B63-2463-575F-DAFBAF524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82A03-5B82-1036-61AC-DBBA004B7C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CB2137-44D9-3040-4812-022528CB20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1C747-0D26-FC49-0474-CA44E3417F41}"/>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1476520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B5156-8904-419D-A3EC-3ADC3013B8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4D0CF0-61A9-695F-7907-33D0310353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C0091C-FF02-3575-4DFD-EF11EFB42D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40D76F-3B6E-07BD-6BBC-9C4B345C7A80}"/>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157161134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466E8-217E-6E26-F380-90DD715D0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7A54C2-B638-F274-9F8C-21FC8803CB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B52D04-4156-9022-E2FB-F6C02A8950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E6BCF2-1D7A-C441-D24E-4D4CFD426D67}"/>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146891786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4B648-3E0F-4AD2-6B01-CF6F22873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3C118D-3CCB-F4B9-05AF-4FFB346B8B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2647A4-22E5-CA01-C854-1501662021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4107FA-E72D-1A0D-D2A8-A360AD677010}"/>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35912552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48BEC-2933-60BD-68C7-116E32FFF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888EB5-C28B-322D-7EBD-E27D570B66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B9AFF5-3CE0-A434-C22A-704EB1E979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6FB8D5-8CA2-CA85-5D59-2C1978289C99}"/>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47669799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2E776-D10A-0FE4-2FFD-63AA7CB9C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689102-F6F9-1948-637E-5397D9A729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A60E95-425D-2AE6-965E-1EB3692FC0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828EA4-0668-DE13-F58A-882974E6E622}"/>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9648470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59CFB-3576-DFCC-960F-CDCBB3B08C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2CCA2F-3004-CDFF-4378-08F767882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9F1049-C57A-0359-3740-4B0A7F79E3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7ACDB3-CBC5-3E7A-5FA7-515F09FFCD1F}"/>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323388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E7859-EBA5-39AA-EA81-EC6ACD7F7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E1B32-04A2-E4E6-9BE3-D8C7F69533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01CCFD-B3EC-C8C7-A5A8-AE26F09532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ADA062-45CC-B4EB-54B3-110394EC3FD8}"/>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2715190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B1E7B-0FD8-30F5-6558-80DEEF69F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697FD-9EAB-EC27-F13A-BBEC3F5251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E7ACE3-DE8E-84FC-F77E-A072849B3BD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6FB1B3-05E5-C644-7265-72376574ECC6}"/>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11498492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A9FD6-12BF-5512-F6BA-48AB2F6F0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68902C-980F-893A-8AD4-1B0CE1E8E4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99282B-0180-56B9-3587-472F2F81E0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562BB2-C9C1-D060-CEC8-51D600421A72}"/>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178762671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EEAD-55E0-A75E-4C6D-FBE17B0243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7C6E3E-914C-CB02-20E7-426D226555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3A4838-2A0D-756A-0AB2-88F05012A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5D8972-C609-D8FC-1901-3DB5C96DA451}"/>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35071718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DDA51-BB8B-1198-9A89-580411E76A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290659-F899-A2E1-CC23-3AFFD09909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1C7182-8ED1-A122-3F6F-674371477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96434D-CD9A-81D2-231B-D036E106916E}"/>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366800836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AC750-869F-5011-7A7A-C44A907452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27CF93-915F-3685-EDF0-D4C39565EB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7A060-7697-CF7D-998B-A804B0F5F7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AF0233-F083-C1F9-F414-1F4A17ABA22F}"/>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210545290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6E0E0-0A57-D5E3-D786-63BC770C0D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456FBC-C15F-37D0-D32E-C2CDB6B4F8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0CDD24-7F75-678A-5601-DD74927C2D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2B841E-5E5C-6057-E275-7EA55C278A1B}"/>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259703409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9C16F-EB37-705B-7E24-654AAF8427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87CAD-62ED-A6AF-2891-82F41ED56B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8018A4-3EDD-C63D-47C5-C152098F2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0A210F-897A-FAB2-0D2A-96846390E7E5}"/>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290325311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48D88-A7BE-A07B-8EAF-84A1FB536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A9B26-01AB-487E-2C04-6BF92A3700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393F33-384D-BCA1-8672-6159603765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C1AF49-7960-1CF1-0783-74BF3D7088FD}"/>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1126885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extBox 1">
            <a:extLst>
              <a:ext uri="{FF2B5EF4-FFF2-40B4-BE49-F238E27FC236}">
                <a16:creationId xmlns:a16="http://schemas.microsoft.com/office/drawing/2014/main" id="{6FE247E9-E990-9201-6897-C677AABE10EC}"/>
              </a:ext>
            </a:extLst>
          </p:cNvPr>
          <p:cNvSpPr txBox="1"/>
          <p:nvPr userDrawn="1"/>
        </p:nvSpPr>
        <p:spPr>
          <a:xfrm>
            <a:off x="270933" y="166629"/>
            <a:ext cx="11650134" cy="523220"/>
          </a:xfrm>
          <a:prstGeom prst="rect">
            <a:avLst/>
          </a:prstGeom>
          <a:noFill/>
        </p:spPr>
        <p:txBody>
          <a:bodyPr wrap="square" rtlCol="0">
            <a:spAutoFit/>
          </a:bodyPr>
          <a:lstStyle/>
          <a:p>
            <a:r>
              <a:rPr lang="en-US" sz="1400" b="1" kern="1200" dirty="0">
                <a:solidFill>
                  <a:schemeClr val="tx1"/>
                </a:solidFill>
                <a:effectLst/>
                <a:latin typeface="+mn-lt"/>
                <a:ea typeface="+mn-ea"/>
                <a:cs typeface="+mn-cs"/>
              </a:rPr>
              <a:t>Killer Sudoku: Incomplete by </a:t>
            </a:r>
            <a:r>
              <a:rPr lang="en-US" sz="1400" b="1" kern="1200" dirty="0" err="1">
                <a:solidFill>
                  <a:schemeClr val="tx1"/>
                </a:solidFill>
                <a:effectLst/>
                <a:latin typeface="+mn-lt"/>
                <a:ea typeface="+mn-ea"/>
                <a:cs typeface="+mn-cs"/>
              </a:rPr>
              <a:t>CtC</a:t>
            </a:r>
            <a:endParaRPr lang="en-US" sz="1400" b="1"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Digits in a dotted cage cannot repeat and sum to the total shown.</a:t>
            </a:r>
          </a:p>
        </p:txBody>
      </p:sp>
      <p:pic>
        <p:nvPicPr>
          <p:cNvPr id="5" name="Picture 4">
            <a:extLst>
              <a:ext uri="{FF2B5EF4-FFF2-40B4-BE49-F238E27FC236}">
                <a16:creationId xmlns:a16="http://schemas.microsoft.com/office/drawing/2014/main" id="{7027D57B-E815-6B77-EECC-74C16D0D16E0}"/>
              </a:ext>
            </a:extLst>
          </p:cNvPr>
          <p:cNvPicPr>
            <a:picLocks noChangeAspect="1"/>
          </p:cNvPicPr>
          <p:nvPr userDrawn="1"/>
        </p:nvPicPr>
        <p:blipFill>
          <a:blip r:embed="rId2"/>
          <a:stretch>
            <a:fillRect/>
          </a:stretch>
        </p:blipFill>
        <p:spPr>
          <a:xfrm>
            <a:off x="3160975" y="757230"/>
            <a:ext cx="4540774" cy="4540774"/>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32EDB-5669-6F4F-7DA9-0226F3E0ABB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BF45AA-F6AA-2DE5-926F-68C14CE5A40B}"/>
              </a:ext>
            </a:extLst>
          </p:cNvPr>
          <p:cNvSpPr>
            <a:spLocks noGrp="1"/>
          </p:cNvSpPr>
          <p:nvPr>
            <p:ph sz="half" idx="1"/>
          </p:nvPr>
        </p:nvSpPr>
        <p:spPr/>
        <p:txBody>
          <a:bodyPr/>
          <a:lstStyle/>
          <a:p>
            <a:r>
              <a:rPr lang="en-US" dirty="0"/>
              <a:t>The top 6 blocks sum to 6×45 = 270. 270–(38+36+21+14+16+22+11+7+11+20+5+ 21+14+13+19) = 2.</a:t>
            </a:r>
          </a:p>
        </p:txBody>
      </p:sp>
      <p:pic>
        <p:nvPicPr>
          <p:cNvPr id="4" name="Picture 3" descr="A grid of sudoku puzzle&#10;&#10;Description automatically generated">
            <a:extLst>
              <a:ext uri="{FF2B5EF4-FFF2-40B4-BE49-F238E27FC236}">
                <a16:creationId xmlns:a16="http://schemas.microsoft.com/office/drawing/2014/main" id="{9E450028-95B3-2C24-5945-DC74E197F4C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B39AE9-6B7C-7FFF-B24A-D857C92B67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C07FC23-81A8-6467-421E-E82D3560F7B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2A75D8F-4C7C-C054-C01A-D318498F79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91E062-2BF9-7B77-ADDD-EEF50CB7C8F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2295727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2A70-E0DC-55A4-B18B-4C9887BDE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2FFC764-1865-614E-810C-47DFE81B50EE}"/>
              </a:ext>
            </a:extLst>
          </p:cNvPr>
          <p:cNvSpPr>
            <a:spLocks noGrp="1"/>
          </p:cNvSpPr>
          <p:nvPr>
            <p:ph sz="half" idx="1"/>
          </p:nvPr>
        </p:nvSpPr>
        <p:spPr/>
        <p:txBody>
          <a:bodyPr/>
          <a:lstStyle/>
          <a:p>
            <a:r>
              <a:rPr lang="en-US" dirty="0"/>
              <a:t>The top 3 blocks sum to 3×45 = 135. (38+36+21+14+16+11+7+{1}) – 135 = {9}.</a:t>
            </a:r>
          </a:p>
        </p:txBody>
      </p:sp>
      <p:pic>
        <p:nvPicPr>
          <p:cNvPr id="4" name="Picture 3" descr="A grid of sudoku puzzle&#10;&#10;Description automatically generated">
            <a:extLst>
              <a:ext uri="{FF2B5EF4-FFF2-40B4-BE49-F238E27FC236}">
                <a16:creationId xmlns:a16="http://schemas.microsoft.com/office/drawing/2014/main" id="{E3E36025-B90E-77C2-536E-0273B3B7DD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A3FCB7-E16C-602C-3B62-74475BDE12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1356D4-0E61-3BFB-154F-BF1C5BACC37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AF8DA9-23D8-E7CD-88FD-0ED0F55F416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67DCED-9A6C-1E40-7FD0-E989E2A2C53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7F83FCD-764C-09F6-0953-14F282F646B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677D52DE-F6A5-31C1-BF64-65F22C047D1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7225875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F90D2-4BE9-FDA1-E206-CAE6C7D1F1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74C441-106B-C278-E43B-96032F441F93}"/>
              </a:ext>
            </a:extLst>
          </p:cNvPr>
          <p:cNvSpPr>
            <a:spLocks noGrp="1"/>
          </p:cNvSpPr>
          <p:nvPr>
            <p:ph sz="half" idx="1"/>
          </p:nvPr>
        </p:nvSpPr>
        <p:spPr/>
        <p:txBody>
          <a:bodyPr/>
          <a:lstStyle/>
          <a:p>
            <a:r>
              <a:rPr lang="en-US" dirty="0"/>
              <a:t>[22 in 4] -&gt; [21 in 3, no 9] is 678.</a:t>
            </a:r>
          </a:p>
        </p:txBody>
      </p:sp>
      <p:pic>
        <p:nvPicPr>
          <p:cNvPr id="4" name="Picture 3" descr="A grid of sudoku puzzle&#10;&#10;Description automatically generated">
            <a:extLst>
              <a:ext uri="{FF2B5EF4-FFF2-40B4-BE49-F238E27FC236}">
                <a16:creationId xmlns:a16="http://schemas.microsoft.com/office/drawing/2014/main" id="{8B6729B3-A49B-6BA9-D87D-F3E1351969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0C61CB-D2E3-F3A7-C15B-B8B4D50851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E748CF-F1F1-DCD3-E610-B2A8157283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C19AEAD-C414-7006-A3BA-FB2A01F312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E2909F-1763-575D-E131-B2C48AD6239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9A1C44F-B2ED-D553-4C03-CF1ED6E6708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B7CC318-381D-D6F1-9F52-1CD4DE1230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25E15F5-C0F3-0851-60AB-D8CF40B391C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1161F510-2D9B-3E58-188B-BD0EA8264055}"/>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2E8236B6-7810-FDCA-5CDF-778EE73B15D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Tree>
    <p:extLst>
      <p:ext uri="{BB962C8B-B14F-4D97-AF65-F5344CB8AC3E}">
        <p14:creationId xmlns:p14="http://schemas.microsoft.com/office/powerpoint/2010/main" val="18815711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6FFA9-095B-1444-BF95-6148C8F93A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7B78B2-7788-4149-3227-1056E8A51D78}"/>
              </a:ext>
            </a:extLst>
          </p:cNvPr>
          <p:cNvSpPr>
            <a:spLocks noGrp="1"/>
          </p:cNvSpPr>
          <p:nvPr>
            <p:ph sz="half" idx="1"/>
          </p:nvPr>
        </p:nvSpPr>
        <p:spPr/>
        <p:txBody>
          <a:bodyPr/>
          <a:lstStyle/>
          <a:p>
            <a:r>
              <a:rPr lang="en-US" dirty="0"/>
              <a:t>[38 in 8] contains all digits except 7. There is only one remaining place for the 1, and the two cells outside of [38 in 8] in the upper left block are determined.</a:t>
            </a:r>
          </a:p>
        </p:txBody>
      </p:sp>
      <p:pic>
        <p:nvPicPr>
          <p:cNvPr id="4" name="Picture 3" descr="A grid of sudoku puzzle&#10;&#10;Description automatically generated">
            <a:extLst>
              <a:ext uri="{FF2B5EF4-FFF2-40B4-BE49-F238E27FC236}">
                <a16:creationId xmlns:a16="http://schemas.microsoft.com/office/drawing/2014/main" id="{0B6FFC0B-94D2-6155-8CB7-40F1C1E5456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B569CE7-CEC6-A346-4A5E-0A64EB1F23E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F12F553-3BB7-71EF-DCB3-6237953D8A5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7F6ED7-27D3-23B9-C3CC-1E8CF0E64BC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05611C-1A69-F84E-30A7-533C86F275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4F70DF77-7859-C4A2-FEB0-DA850510A819}"/>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EBD5DBCD-ECC3-44C2-A108-3EBE4E76937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5C0C7D1-8F9C-75BB-A31D-A9124777E1BC}"/>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E871902F-4C15-1833-C618-FA71D8B0C43E}"/>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14CE9367-D72B-2172-4405-C925EA432845}"/>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1E27F1E6-0379-AD36-0D00-0D88E432E7D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A9F58F3-2AA6-CF81-DE12-618478465163}"/>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5" name="TextBox 14">
            <a:extLst>
              <a:ext uri="{FF2B5EF4-FFF2-40B4-BE49-F238E27FC236}">
                <a16:creationId xmlns:a16="http://schemas.microsoft.com/office/drawing/2014/main" id="{C23AA61F-6DAF-5B80-E553-8AF3357D2FC9}"/>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026C995B-B364-D2C1-8971-62436C84EBF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A5279E6D-0996-8F69-2E3C-87FA5F20BF9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3000872D-9C74-7558-C787-9F110131C87C}"/>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B5B7E9DD-432A-17B0-B155-2B525A14D2B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0CA2371A-67DB-1D43-180E-36966D3A45A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1" name="TextBox 20">
            <a:extLst>
              <a:ext uri="{FF2B5EF4-FFF2-40B4-BE49-F238E27FC236}">
                <a16:creationId xmlns:a16="http://schemas.microsoft.com/office/drawing/2014/main" id="{16F47640-741C-AC88-09EB-55BB5F602695}"/>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42346023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BDB4F-49FE-A23F-779A-3BC1B46C2A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7B0082-8661-CBDB-7FB3-FFCC7D794434}"/>
              </a:ext>
            </a:extLst>
          </p:cNvPr>
          <p:cNvSpPr>
            <a:spLocks noGrp="1"/>
          </p:cNvSpPr>
          <p:nvPr>
            <p:ph sz="half" idx="1"/>
          </p:nvPr>
        </p:nvSpPr>
        <p:spPr/>
        <p:txBody>
          <a:bodyPr/>
          <a:lstStyle/>
          <a:p>
            <a:r>
              <a:rPr lang="en-US" dirty="0"/>
              <a:t>[36 in 7] -&gt; [20 in 5, no 1] is 23456</a:t>
            </a:r>
          </a:p>
        </p:txBody>
      </p:sp>
      <p:pic>
        <p:nvPicPr>
          <p:cNvPr id="4" name="Picture 3" descr="A grid of sudoku puzzle&#10;&#10;Description automatically generated">
            <a:extLst>
              <a:ext uri="{FF2B5EF4-FFF2-40B4-BE49-F238E27FC236}">
                <a16:creationId xmlns:a16="http://schemas.microsoft.com/office/drawing/2014/main" id="{C2A0D265-676C-98D3-4CC4-1F09C9820E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A1F856-6CE9-DA49-7017-BB19B8523D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A166AFD-C6FB-FC9D-6CC1-5A95172E46B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2E5A354-31EE-4494-B407-30A2E9AFE1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8BF229D-8C05-FD69-8574-66CDFDFE426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5469FD3-DD4B-6DE7-A45C-AE4E21E8591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71605F2B-85F7-1E3C-A199-0ACABF3D324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3B43E58-C18B-8D46-555F-A4684456ED5C}"/>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E1C91B77-83B5-5D8A-F92A-2CAD6F5C4AF1}"/>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3F28B026-A296-CE5F-B6DE-CEED266E9E3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8841E2C2-AFBD-0A13-8C2E-330D73EE9D53}"/>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AF3FAB26-F8CE-149B-3465-8230F8E2C065}"/>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5" name="TextBox 14">
            <a:extLst>
              <a:ext uri="{FF2B5EF4-FFF2-40B4-BE49-F238E27FC236}">
                <a16:creationId xmlns:a16="http://schemas.microsoft.com/office/drawing/2014/main" id="{4CD43E86-95F5-42C2-9E25-70CACBF58D38}"/>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5AA6FBDA-CD70-DDB0-1D5A-263A2862C48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9D6612C9-111B-F1EA-31F9-41DA911CAF0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8A50A4CB-10AD-25F2-F362-77D1B5A12D47}"/>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688A5EC0-765A-E6EA-8793-B88F4C3FA463}"/>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35D6FECF-5559-CF66-C649-7A812D002E0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1" name="TextBox 20">
            <a:extLst>
              <a:ext uri="{FF2B5EF4-FFF2-40B4-BE49-F238E27FC236}">
                <a16:creationId xmlns:a16="http://schemas.microsoft.com/office/drawing/2014/main" id="{A9C4F275-8A2D-82D4-FDAC-58E3C3F6A9F9}"/>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6A2DBE29-E871-A5D3-2B12-23CABFBA1F2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EF071E96-B02E-6F9D-94C9-76601FE11D7B}"/>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E7000ECF-1B43-03E1-6D22-CDC2263FFC7C}"/>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23456</a:t>
            </a:r>
          </a:p>
        </p:txBody>
      </p:sp>
      <p:sp>
        <p:nvSpPr>
          <p:cNvPr id="25" name="TextBox 24">
            <a:extLst>
              <a:ext uri="{FF2B5EF4-FFF2-40B4-BE49-F238E27FC236}">
                <a16:creationId xmlns:a16="http://schemas.microsoft.com/office/drawing/2014/main" id="{B369955D-3499-6B43-9F0C-BEE29B8E092B}"/>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826DEE9D-EEDB-FD90-6529-2E4BBAD50EE6}"/>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6939291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5E83A-7D98-4E7C-7623-89D60C9C50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72FD5A-208D-540A-9290-B3C25960B600}"/>
              </a:ext>
            </a:extLst>
          </p:cNvPr>
          <p:cNvSpPr>
            <a:spLocks noGrp="1"/>
          </p:cNvSpPr>
          <p:nvPr>
            <p:ph sz="half" idx="1"/>
          </p:nvPr>
        </p:nvSpPr>
        <p:spPr/>
        <p:txBody>
          <a:bodyPr/>
          <a:lstStyle/>
          <a:p>
            <a:r>
              <a:rPr lang="en-US" dirty="0"/>
              <a:t>Complete the upper center block.</a:t>
            </a:r>
          </a:p>
          <a:p>
            <a:r>
              <a:rPr lang="en-US" dirty="0"/>
              <a:t>Then, complete the two 2-cages partially in that block.</a:t>
            </a:r>
          </a:p>
        </p:txBody>
      </p:sp>
      <p:pic>
        <p:nvPicPr>
          <p:cNvPr id="4" name="Picture 3" descr="A grid of sudoku puzzle&#10;&#10;Description automatically generated">
            <a:extLst>
              <a:ext uri="{FF2B5EF4-FFF2-40B4-BE49-F238E27FC236}">
                <a16:creationId xmlns:a16="http://schemas.microsoft.com/office/drawing/2014/main" id="{4C88DF68-3BCE-1AB8-2C22-2A8E974D45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A7C68E-51A9-9319-51AB-8692FDDF22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88E4EE-CE96-43AA-20FA-1307B5822D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19A270-4B4D-CABA-20EE-E8BEF521CA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4B99918-58E0-B237-4081-840351F9DA4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5F3A6EEE-96B2-2CF6-ECEB-AE6741E768C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2944DC3-189E-56F5-3ACA-E4E0AF81FA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7CD88E3-A653-1026-4503-8861E99B7F5C}"/>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40B755DB-E235-B73D-1575-B1DCA28FCEA4}"/>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B9582E66-1434-C5E8-30FB-A80DAA2575C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34DCAAD6-C7A7-7E6F-19AE-92485D9CD0A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DE16805-EC91-2D5D-F75C-CFBD5331D5B3}"/>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5" name="TextBox 14">
            <a:extLst>
              <a:ext uri="{FF2B5EF4-FFF2-40B4-BE49-F238E27FC236}">
                <a16:creationId xmlns:a16="http://schemas.microsoft.com/office/drawing/2014/main" id="{52CD4C65-3D11-ACA5-683B-2D189071E2F7}"/>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4706A24-544D-1AC9-284E-0392AB5024F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BDD1F491-7E5C-D8E0-F84C-E9066FE245FA}"/>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FCF8C182-DB1E-5450-29EF-82E0CCFB1270}"/>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D5EFCFEA-A3E8-5132-3D81-94ACE7DEEFF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FF0F1337-CE14-1310-8631-541225ECB3A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1" name="TextBox 20">
            <a:extLst>
              <a:ext uri="{FF2B5EF4-FFF2-40B4-BE49-F238E27FC236}">
                <a16:creationId xmlns:a16="http://schemas.microsoft.com/office/drawing/2014/main" id="{5259D2EF-0C5A-E330-7AAB-DEE3D5A760B2}"/>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5982578-4C89-3916-0CD2-09D86A09E77E}"/>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4734CBE8-F2C6-0322-C114-52526256553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4EEB6610-A35A-804A-10F8-65FEF5D5B44A}"/>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23456</a:t>
            </a:r>
          </a:p>
        </p:txBody>
      </p:sp>
      <p:sp>
        <p:nvSpPr>
          <p:cNvPr id="25" name="TextBox 24">
            <a:extLst>
              <a:ext uri="{FF2B5EF4-FFF2-40B4-BE49-F238E27FC236}">
                <a16:creationId xmlns:a16="http://schemas.microsoft.com/office/drawing/2014/main" id="{E8858241-B983-C131-A383-230C612B1071}"/>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5890A075-0596-7C19-A6DB-557B1081705D}"/>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A9F20AD6-80DF-AFF9-F078-B9A658724086}"/>
              </a:ext>
            </a:extLst>
          </p:cNvPr>
          <p:cNvSpPr txBox="1"/>
          <p:nvPr/>
        </p:nvSpPr>
        <p:spPr>
          <a:xfrm>
            <a:off x="5650090" y="901933"/>
            <a:ext cx="570089" cy="230832"/>
          </a:xfrm>
          <a:prstGeom prst="rect">
            <a:avLst/>
          </a:prstGeom>
          <a:noFill/>
        </p:spPr>
        <p:txBody>
          <a:bodyPr wrap="square" rtlCol="0">
            <a:spAutoFit/>
          </a:bodyPr>
          <a:lstStyle/>
          <a:p>
            <a:pPr algn="ctr"/>
            <a:r>
              <a:rPr lang="en-US" sz="900" dirty="0"/>
              <a:t>789</a:t>
            </a:r>
          </a:p>
        </p:txBody>
      </p:sp>
      <p:sp>
        <p:nvSpPr>
          <p:cNvPr id="28" name="TextBox 27">
            <a:extLst>
              <a:ext uri="{FF2B5EF4-FFF2-40B4-BE49-F238E27FC236}">
                <a16:creationId xmlns:a16="http://schemas.microsoft.com/office/drawing/2014/main" id="{CA5730CE-0F7A-DE65-7511-E4F8D2DC4CD2}"/>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29" name="TextBox 28">
            <a:extLst>
              <a:ext uri="{FF2B5EF4-FFF2-40B4-BE49-F238E27FC236}">
                <a16:creationId xmlns:a16="http://schemas.microsoft.com/office/drawing/2014/main" id="{59CDFB0E-BCF7-89B4-6445-02E603DE2922}"/>
              </a:ext>
            </a:extLst>
          </p:cNvPr>
          <p:cNvSpPr txBox="1"/>
          <p:nvPr/>
        </p:nvSpPr>
        <p:spPr>
          <a:xfrm>
            <a:off x="6152446" y="1402877"/>
            <a:ext cx="570089" cy="230832"/>
          </a:xfrm>
          <a:prstGeom prst="rect">
            <a:avLst/>
          </a:prstGeom>
          <a:noFill/>
        </p:spPr>
        <p:txBody>
          <a:bodyPr wrap="square" rtlCol="0">
            <a:spAutoFit/>
          </a:bodyPr>
          <a:lstStyle/>
          <a:p>
            <a:pPr algn="ctr"/>
            <a:r>
              <a:rPr lang="en-US" sz="900" dirty="0"/>
              <a:t>65</a:t>
            </a:r>
          </a:p>
        </p:txBody>
      </p:sp>
      <p:sp>
        <p:nvSpPr>
          <p:cNvPr id="30" name="TextBox 29">
            <a:extLst>
              <a:ext uri="{FF2B5EF4-FFF2-40B4-BE49-F238E27FC236}">
                <a16:creationId xmlns:a16="http://schemas.microsoft.com/office/drawing/2014/main" id="{3F5E2455-A3A1-70A4-BA69-2241FA13F8A9}"/>
              </a:ext>
            </a:extLst>
          </p:cNvPr>
          <p:cNvSpPr txBox="1"/>
          <p:nvPr/>
        </p:nvSpPr>
        <p:spPr>
          <a:xfrm>
            <a:off x="5650090" y="1903821"/>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479F3E99-99D3-9F4E-ABED-59F50C0BE2A1}"/>
              </a:ext>
            </a:extLst>
          </p:cNvPr>
          <p:cNvSpPr txBox="1"/>
          <p:nvPr/>
        </p:nvSpPr>
        <p:spPr>
          <a:xfrm>
            <a:off x="6152446" y="1903821"/>
            <a:ext cx="570089" cy="230832"/>
          </a:xfrm>
          <a:prstGeom prst="rect">
            <a:avLst/>
          </a:prstGeom>
          <a:noFill/>
        </p:spPr>
        <p:txBody>
          <a:bodyPr wrap="square" rtlCol="0">
            <a:spAutoFit/>
          </a:bodyPr>
          <a:lstStyle/>
          <a:p>
            <a:pPr algn="ctr"/>
            <a:r>
              <a:rPr lang="en-US" sz="900" dirty="0"/>
              <a:t>432</a:t>
            </a:r>
          </a:p>
        </p:txBody>
      </p:sp>
    </p:spTree>
    <p:extLst>
      <p:ext uri="{BB962C8B-B14F-4D97-AF65-F5344CB8AC3E}">
        <p14:creationId xmlns:p14="http://schemas.microsoft.com/office/powerpoint/2010/main" val="92006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4F300-A7B9-8632-2168-8D62DB06E8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CC2AF2-E529-921F-14B9-3A5C1E7FB3B0}"/>
              </a:ext>
            </a:extLst>
          </p:cNvPr>
          <p:cNvSpPr>
            <a:spLocks noGrp="1"/>
          </p:cNvSpPr>
          <p:nvPr>
            <p:ph sz="half" idx="1"/>
          </p:nvPr>
        </p:nvSpPr>
        <p:spPr/>
        <p:txBody>
          <a:bodyPr/>
          <a:lstStyle/>
          <a:p>
            <a:r>
              <a:rPr lang="en-US" dirty="0"/>
              <a:t>[16 in 2] is 79.</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07A7267B-B574-9809-8CCF-7CFBF61A56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722C39-0E02-F7A9-A31A-9076E21B13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C937F9-BB50-766F-FD5D-3132B272B9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5B5A84-505C-2320-3210-EC4DCFE2350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6D90B4-9C87-CF9E-2ED5-1A8CE4291E5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DE635F7-D312-BF04-2D54-4D2D38B6B53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6DFFA5C8-04E0-D0CB-CC61-BF1AAAA3035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B486B8-17EF-D776-3E4C-6D6E478D0C7B}"/>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B5EAA1A3-B147-DDE4-3E36-A4CBF806CA14}"/>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0422ACDE-FDC7-9F42-A7D4-02C7AC55567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AEBC7F2B-DE3B-670F-AFC0-78B773B4440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A2891861-0D98-AFCF-B696-96F8F72E8435}"/>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5" name="TextBox 14">
            <a:extLst>
              <a:ext uri="{FF2B5EF4-FFF2-40B4-BE49-F238E27FC236}">
                <a16:creationId xmlns:a16="http://schemas.microsoft.com/office/drawing/2014/main" id="{36F3AE17-A5D2-8D83-85AF-3AA356193016}"/>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AF777FF-A4D1-04A2-204B-3C56A3AE2F3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D07D32F6-D498-A149-40CF-63A04A0CC1E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EC07B617-C701-A7FF-9A83-D6BA22BB1860}"/>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343241F7-C4FE-A1B1-9D7F-1E7F23F41F1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2148562F-AC00-B725-349D-47EF2666723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1" name="TextBox 20">
            <a:extLst>
              <a:ext uri="{FF2B5EF4-FFF2-40B4-BE49-F238E27FC236}">
                <a16:creationId xmlns:a16="http://schemas.microsoft.com/office/drawing/2014/main" id="{8526E68F-E3D9-A8C0-0B08-E6EA2ED7A7B3}"/>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7C477BF-B44C-0DBD-7597-B880699FF65C}"/>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D1F46ACB-FFE2-6ECF-6BEB-F23DD4426D61}"/>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85F8B9BF-E2DA-51FE-4553-DE2410F4AE9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23456</a:t>
            </a:r>
          </a:p>
        </p:txBody>
      </p:sp>
      <p:sp>
        <p:nvSpPr>
          <p:cNvPr id="25" name="TextBox 24">
            <a:extLst>
              <a:ext uri="{FF2B5EF4-FFF2-40B4-BE49-F238E27FC236}">
                <a16:creationId xmlns:a16="http://schemas.microsoft.com/office/drawing/2014/main" id="{94A4959E-949D-A838-9BEA-4C1696C80949}"/>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3C3FCC16-DC89-15A6-85F6-22DB4DF86B7D}"/>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F5A47095-5A30-2AC2-BB55-A592AD97F0CF}"/>
              </a:ext>
            </a:extLst>
          </p:cNvPr>
          <p:cNvSpPr txBox="1"/>
          <p:nvPr/>
        </p:nvSpPr>
        <p:spPr>
          <a:xfrm>
            <a:off x="5650090" y="901933"/>
            <a:ext cx="570089" cy="230832"/>
          </a:xfrm>
          <a:prstGeom prst="rect">
            <a:avLst/>
          </a:prstGeom>
          <a:noFill/>
        </p:spPr>
        <p:txBody>
          <a:bodyPr wrap="square" rtlCol="0">
            <a:spAutoFit/>
          </a:bodyPr>
          <a:lstStyle/>
          <a:p>
            <a:pPr algn="ctr"/>
            <a:r>
              <a:rPr lang="en-US" sz="900" dirty="0"/>
              <a:t>789</a:t>
            </a:r>
          </a:p>
        </p:txBody>
      </p:sp>
      <p:sp>
        <p:nvSpPr>
          <p:cNvPr id="30" name="TextBox 29">
            <a:extLst>
              <a:ext uri="{FF2B5EF4-FFF2-40B4-BE49-F238E27FC236}">
                <a16:creationId xmlns:a16="http://schemas.microsoft.com/office/drawing/2014/main" id="{687B1E93-146C-0B00-5835-3B969BBCEC2F}"/>
              </a:ext>
            </a:extLst>
          </p:cNvPr>
          <p:cNvSpPr txBox="1"/>
          <p:nvPr/>
        </p:nvSpPr>
        <p:spPr>
          <a:xfrm>
            <a:off x="5650090" y="1903821"/>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0A02ADB3-4296-1011-9E52-3F5BB2F7E0D0}"/>
              </a:ext>
            </a:extLst>
          </p:cNvPr>
          <p:cNvSpPr txBox="1"/>
          <p:nvPr/>
        </p:nvSpPr>
        <p:spPr>
          <a:xfrm>
            <a:off x="6152446" y="1903821"/>
            <a:ext cx="570089" cy="230832"/>
          </a:xfrm>
          <a:prstGeom prst="rect">
            <a:avLst/>
          </a:prstGeom>
          <a:noFill/>
        </p:spPr>
        <p:txBody>
          <a:bodyPr wrap="square" rtlCol="0">
            <a:spAutoFit/>
          </a:bodyPr>
          <a:lstStyle/>
          <a:p>
            <a:pPr algn="ctr"/>
            <a:r>
              <a:rPr lang="en-US" sz="900" dirty="0"/>
              <a:t>432</a:t>
            </a:r>
          </a:p>
        </p:txBody>
      </p:sp>
      <p:sp>
        <p:nvSpPr>
          <p:cNvPr id="32" name="TextBox 31">
            <a:extLst>
              <a:ext uri="{FF2B5EF4-FFF2-40B4-BE49-F238E27FC236}">
                <a16:creationId xmlns:a16="http://schemas.microsoft.com/office/drawing/2014/main" id="{F6BD9A4C-F981-B657-E298-2E2EBC63E365}"/>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8B60F9F-CE6F-B02B-DD3C-59894E5E003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0F1B8636-69AC-9F42-17E4-5396D30783C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8D09A423-DAFE-9271-A126-5B14B26F1BB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1942005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4CA41-9E1F-7670-34F9-6E0DF1B76D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1074D9A-4F03-1238-9B4C-7EB50F32D85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D8713E-8A40-3C13-EBFC-075B1999F48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142B0A-8A5F-7C25-583B-2D22507C7AE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E25BE4-86CB-1B99-7655-DE6D9A8ABF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EF7BBD-88BF-216B-2E8B-4E9AFC31350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9C701A-4425-4935-69A1-D8A1A93F15B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0EEA941-513A-BFB2-7D2B-1538B38A0154}"/>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2659607-BFFC-E797-7977-C288B314693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AA28B8E-45EA-7EE1-AC52-C9FBD66992FA}"/>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34240111-39B8-3D2D-3C58-313CBB97A9E6}"/>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D03ED989-1FE3-8CD9-84F3-7912CE67B63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67873149-B0B6-C8B1-D25E-5CA4305411B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E3BB4F64-C80A-6F9B-8DEA-983517058FCF}"/>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5" name="TextBox 14">
            <a:extLst>
              <a:ext uri="{FF2B5EF4-FFF2-40B4-BE49-F238E27FC236}">
                <a16:creationId xmlns:a16="http://schemas.microsoft.com/office/drawing/2014/main" id="{8A052033-29AD-F8DA-5DB8-D12DC5C97888}"/>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73DBF09E-690A-5E3A-333E-627E4914861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C4CD7C25-64D4-0DA2-C962-0793B7B657C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CC7E28BF-0D61-B51F-B546-F3A258022633}"/>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6AB77836-B2E1-957A-FD5A-55778D826C3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0" name="TextBox 19">
            <a:extLst>
              <a:ext uri="{FF2B5EF4-FFF2-40B4-BE49-F238E27FC236}">
                <a16:creationId xmlns:a16="http://schemas.microsoft.com/office/drawing/2014/main" id="{2C9C23D1-351B-E76F-DA7B-5AB6FB7037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1" name="TextBox 20">
            <a:extLst>
              <a:ext uri="{FF2B5EF4-FFF2-40B4-BE49-F238E27FC236}">
                <a16:creationId xmlns:a16="http://schemas.microsoft.com/office/drawing/2014/main" id="{7B133137-F578-636B-2FE6-EFAFBD25EC4A}"/>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4E0C17C1-4B9E-444E-D954-CB12FDC8D52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F1C9A2F8-E3FC-A0D9-E360-9FB663A77BC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DC59B8A9-CDFF-8237-4C62-0F052485D128}"/>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C683F8F9-444B-E806-69B2-5EDFD06F3036}"/>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17F27BCE-CCA7-51D8-8376-FF70B844F97A}"/>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508A41DF-B197-39C1-BC05-C18628898EEA}"/>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4D1D2202-CE08-C3F7-159D-0E5A4FE66C3E}"/>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39E0EF3-9B05-FD3F-9085-E2417F0322AC}"/>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4A26338A-7B43-3482-334C-959EF908FF8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C7B71F88-3491-06E4-B2A6-37975A81E11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2CD73AC1-6CF1-20DE-74B6-B6A336C8593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E30B85F-63EF-280C-8BA1-BDD118778F7A}"/>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359849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ABCE5-0C7A-E246-258F-B5F560CBC9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222F4-C607-EA12-175B-A2823BF01426}"/>
              </a:ext>
            </a:extLst>
          </p:cNvPr>
          <p:cNvSpPr>
            <a:spLocks noGrp="1"/>
          </p:cNvSpPr>
          <p:nvPr>
            <p:ph sz="half" idx="1"/>
          </p:nvPr>
        </p:nvSpPr>
        <p:spPr/>
        <p:txBody>
          <a:bodyPr/>
          <a:lstStyle/>
          <a:p>
            <a:r>
              <a:rPr lang="en-US" dirty="0"/>
              <a:t>Last possible 8 in Row 3.  ([7 in 2] cannot contain 8.)</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CE230F1B-1CF2-2363-1297-E579BBBF6C7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FB669A-CEC8-2790-E4E4-959B1F81F0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20ABEFC-867D-CB66-D741-AED00F83D0F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B3D913-C06A-2981-57CC-C403C66B07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7194E9-5B7D-5986-6A1E-B000218084C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14689DC-29EB-3D49-9874-1865705C9A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1F28357-456D-5582-E7CB-8CCBEF5E90F0}"/>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0C8B5B5-D1F6-33C1-167F-8EE1D02F8632}"/>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7E0736F9-C464-6C27-F420-8E8956E6EC94}"/>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FF7B5D0B-5268-28F4-2C46-24BBF3232B16}"/>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7BC7D4FE-5F90-237C-D4FD-88786C1EA01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B877C30D-2CC0-AE2F-53BB-C3FD71B664F3}"/>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31EFB320-142E-C27D-3036-21BEA0A6C56D}"/>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CF2FFB3-0242-44D8-E0F5-2B90E3F47A3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4FF438AB-D3AA-B08A-168C-AA40C161AF9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A6D9F116-C1F5-AB03-6112-978DEE7A675A}"/>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22A04D6A-0AA8-E819-5797-6DFB7CC0BC8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0907398A-57F5-6F28-5FA6-C607BDD8FBA2}"/>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9514B2AC-0C62-D914-49FF-917ABCE30E7F}"/>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52BE9061-6E59-8D5F-B531-362FF85ED443}"/>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A9C0A131-A060-C53C-1A97-58B6FA84D37C}"/>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E9544C01-8966-2E72-2278-D823FEF42DA7}"/>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82AA8D7D-1657-02C4-F19A-235D0070A198}"/>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A10FBD93-5204-28BC-B09E-E651AE702D73}"/>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F637D28A-3514-A141-0044-329D951AFA78}"/>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88B5FE0-AB9A-4E45-3EA7-7459E180A84C}"/>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2DAD86CB-8380-B93B-5299-EB0E75D9F01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8E29883-ADE6-3114-F500-8EF1B9C3ACA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ABB3AE8D-E898-B6BC-2167-38863936B7E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6B189DB-92A2-7E81-9133-7CA846DFA4D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183517E7-95E4-0560-254D-21221582945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3379084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349A4-46AE-3CE3-6E42-A0D406EAD7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A34A30-C032-373C-2943-A0EB3683F079}"/>
              </a:ext>
            </a:extLst>
          </p:cNvPr>
          <p:cNvSpPr>
            <a:spLocks noGrp="1"/>
          </p:cNvSpPr>
          <p:nvPr>
            <p:ph sz="half" idx="1"/>
          </p:nvPr>
        </p:nvSpPr>
        <p:spPr/>
        <p:txBody>
          <a:bodyPr/>
          <a:lstStyle/>
          <a:p>
            <a:r>
              <a:rPr lang="en-US" dirty="0"/>
              <a:t>[21 in 4] must contain 1 and 8, and one of 79. The remaining cell is 3 or 5.</a:t>
            </a:r>
          </a:p>
        </p:txBody>
      </p:sp>
      <p:pic>
        <p:nvPicPr>
          <p:cNvPr id="4" name="Picture 3" descr="A grid of sudoku puzzle&#10;&#10;Description automatically generated">
            <a:extLst>
              <a:ext uri="{FF2B5EF4-FFF2-40B4-BE49-F238E27FC236}">
                <a16:creationId xmlns:a16="http://schemas.microsoft.com/office/drawing/2014/main" id="{48689569-949C-533F-19D1-B3DD01DBDA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EED3A70-0FD3-5540-8E5D-A28A9DBECAA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FEC86C4-6724-FE56-487C-A809269679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CD6F5D-2C90-D1DF-E703-AEF88E6A61F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2D8DA8-7AA3-8080-9833-A1495ACE462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0FE632B-400C-F555-ECE2-5D70A3A1976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114662C-CA7D-DA09-539F-5DA818E6060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01091BD-01D3-6EFE-CD52-99B49D818C4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AC7E5298-B714-83AC-6E07-DFDAA1D4EFC5}"/>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2337F974-B8F5-0629-0317-DB33C5CF98C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AD331527-E389-C593-6992-E4FB00C68F6C}"/>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1A01397-C9D6-FDFB-00A5-6016B012EC11}"/>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D8F91B49-EB98-880E-A8BE-6D0B743EDB0B}"/>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D1A6355B-F64B-6D9D-16C7-85F7F9313DF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D0229352-6CED-DFA0-D8BF-170B4270408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81FBAD3-9F36-86DE-EA85-06504818DFF3}"/>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BD88AE4A-D0F0-8493-716D-E6E983B4DEF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60E8855E-3AB9-8F89-7DC8-083D353943AB}"/>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F201CFC7-A967-3B3A-7C8F-C7CB886961E4}"/>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0CC4F82A-A38D-009C-6DFB-2EB79F410FE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E773A993-86BC-7298-097F-0BDC06FCFB73}"/>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7BE70038-5582-9357-FA37-1D0078AA310A}"/>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B4E478FA-9A62-261F-2CC9-0B53BF1690ED}"/>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C891C647-C1B2-DABE-12C4-E31A4F087EBE}"/>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FDA4CFB1-C905-6598-61D2-D48964F16B32}"/>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9D1A40D0-87F9-EB00-5841-3407172BA837}"/>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743B61B2-940B-446B-E57B-E2CCB4F5CC7A}"/>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C6E4F5D-291F-7386-38A7-78905B6BFD79}"/>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932C666C-1404-B351-DC82-A5A738633D1B}"/>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BA88F72-97AC-7168-C809-9926342A7C7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738F719-0E61-850E-1550-5A65FF1F9FE0}"/>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807AD97-C881-DA7B-6BDE-E0A17C121D94}"/>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0596CE93-64B3-4A64-F743-E5AA56DF36AD}"/>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EB744949-30D7-70CC-FD9E-07228E0112A4}"/>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Tree>
    <p:extLst>
      <p:ext uri="{BB962C8B-B14F-4D97-AF65-F5344CB8AC3E}">
        <p14:creationId xmlns:p14="http://schemas.microsoft.com/office/powerpoint/2010/main" val="40148537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8260C-6EF7-2DD1-5F36-A41DDBBEEC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915954-F548-B154-5912-B2C20A2ED694}"/>
              </a:ext>
            </a:extLst>
          </p:cNvPr>
          <p:cNvSpPr>
            <a:spLocks noGrp="1"/>
          </p:cNvSpPr>
          <p:nvPr>
            <p:ph sz="half" idx="1"/>
          </p:nvPr>
        </p:nvSpPr>
        <p:spPr/>
        <p:txBody>
          <a:bodyPr/>
          <a:lstStyle/>
          <a:p>
            <a:r>
              <a:rPr lang="en-US" dirty="0"/>
              <a:t>[7 in 2, no 1] is either 25 or 34.</a:t>
            </a:r>
          </a:p>
        </p:txBody>
      </p:sp>
      <p:pic>
        <p:nvPicPr>
          <p:cNvPr id="4" name="Picture 3" descr="A grid of sudoku puzzle&#10;&#10;Description automatically generated">
            <a:extLst>
              <a:ext uri="{FF2B5EF4-FFF2-40B4-BE49-F238E27FC236}">
                <a16:creationId xmlns:a16="http://schemas.microsoft.com/office/drawing/2014/main" id="{35381607-A395-B3C6-B2C6-1671BCD2A0A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230919-4CEE-5D3E-AC3D-C8112E04715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C171D0-191E-EDDA-F95A-B8E26434EF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38A667-736B-F2F9-3A63-3118F7A576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321D96-5552-F8D5-E6A4-9BD7B26BDDD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14BAC68-C7A8-B74D-81D6-98C84CB39DB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38A8B252-EB7C-CAFE-801F-CA007371C2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AAFA4CC9-78AA-8F1A-B667-8EE754F4536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51A5A5A9-6B59-AD8E-E17A-201DBE22E858}"/>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ED8E95EB-1408-2DF4-2E32-168E83A19BA6}"/>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2569448A-24E7-C2E9-45F8-D789B6E86104}"/>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658FDE3-33CB-E9E8-BFC8-B7A63497FDC9}"/>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0C1AA3C9-60C6-0836-672B-B46CDC9CAFDF}"/>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50F6484-6352-8A74-669C-24D6B195063F}"/>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A72F537A-CD86-1401-65D6-27B5A1C91B9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6D6F2066-8622-0998-C8DA-CB9825A16971}"/>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4D16BB20-026D-96BD-B9A1-128B2CA4BC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DEACDE86-8988-308F-1DF2-783AFD06B41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E92DD55B-7399-DBB3-0741-A7A6F8AA28EE}"/>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7FC1DA52-F25D-5FD9-5302-DE401AC6195C}"/>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BDCD2DDF-545A-172B-C539-46DDE1E4DF5D}"/>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0B99FCC3-1CAD-8D46-6F55-EE20F86747D4}"/>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19EE2594-ADBF-0E8C-DDD1-56E80D3879AB}"/>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1055EDFB-DC8F-4A73-65C8-7F6ACB49F704}"/>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6351A5F-6E58-66FA-31C7-A7FB4FD65B70}"/>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BECD67CD-FA72-0B91-0046-11923570850D}"/>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7EB2CD75-D58C-CACA-298B-6168196850FD}"/>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FF8076C-1560-2DAA-2037-67255917BBD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91DB8263-BBDF-D686-2652-8377961AEE1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0D88DB6-8B53-4132-1B3D-0B2AA12585F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11BBB1D-383A-5182-E594-12F13CC7812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2AC9150-CED2-1D2D-B353-C5B463993C40}"/>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591F65EC-A967-ECAA-BE9F-868682D8A509}"/>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2EB858E5-0787-55A5-A045-A8BB6093C939}"/>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C8FB9EB7-C976-0C24-AEC2-ADBF80C422D0}"/>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98FFB395-D639-BA7D-2ED6-74B33126738B}"/>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Tree>
    <p:extLst>
      <p:ext uri="{BB962C8B-B14F-4D97-AF65-F5344CB8AC3E}">
        <p14:creationId xmlns:p14="http://schemas.microsoft.com/office/powerpoint/2010/main" val="1238540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CA6E6-68EB-5143-AB85-F0B5BB6F80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0B6632-FB6B-B602-127C-B609652C6E9E}"/>
              </a:ext>
            </a:extLst>
          </p:cNvPr>
          <p:cNvSpPr>
            <a:spLocks noGrp="1"/>
          </p:cNvSpPr>
          <p:nvPr>
            <p:ph sz="half" idx="1"/>
          </p:nvPr>
        </p:nvSpPr>
        <p:spPr/>
        <p:txBody>
          <a:bodyPr/>
          <a:lstStyle/>
          <a:p>
            <a:r>
              <a:rPr lang="en-US" dirty="0"/>
              <a:t>In the upper right block, 2 and 4 are in Row 3.</a:t>
            </a:r>
          </a:p>
        </p:txBody>
      </p:sp>
      <p:pic>
        <p:nvPicPr>
          <p:cNvPr id="4" name="Picture 3" descr="A grid of sudoku puzzle&#10;&#10;Description automatically generated">
            <a:extLst>
              <a:ext uri="{FF2B5EF4-FFF2-40B4-BE49-F238E27FC236}">
                <a16:creationId xmlns:a16="http://schemas.microsoft.com/office/drawing/2014/main" id="{59D14289-F645-A11D-B6B5-4F54A2CA30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CF7E81-6811-1840-6C41-D25BCC828B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03F1E24-E6D4-D482-CF0F-7739FE19D3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9372F1-DBE6-8A89-CDB8-D5EF6660DB1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B435F43-6274-63AD-BA51-3A7DB8028D7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13EF87A2-C285-F018-C4CF-795C737D6B6D}"/>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CA8CAC3-0837-2DFA-46EA-64927697C69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AE94850-243D-586E-D1B2-5DAAF87AF5A2}"/>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070D6784-943D-4140-CB72-22660C97F247}"/>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90D5F200-202F-142A-2E36-AB321D1C068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A56F0A32-7D89-F931-50CE-01A53D35F65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7E3BFA3C-78B2-3C11-B656-7E441FF33460}"/>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C2B3EC40-D45F-A9EF-6F8D-C5984E52EFB2}"/>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599EF514-EBDF-B50F-C4C0-78E1656E6222}"/>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01FC4542-F193-9893-A625-CEDAAF5B58F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40988AB2-E532-1E1C-EBDA-B61E481CA303}"/>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E66732C7-2685-CB94-792E-FFCF5112599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6588D9ED-8DD5-4D0C-BAA1-1614C47406C3}"/>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614D48E-83BB-8469-FF27-CADDC89CAC54}"/>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493D8176-36BF-E902-056E-F7274B231CA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DE1428F7-3EF9-9920-8336-23C8313B907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298CD8C3-6B92-47B9-8007-31AF04C5090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5FA0FAE-94EE-3641-CB5A-0EF1C042B95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4AC5420-1086-1FC3-2956-EC5EB978EA3B}"/>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1CFA3CF7-857B-9B6B-ECA1-05F8A8CB5741}"/>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94E2142-1F33-7F3D-7C4F-66C3F210B8FA}"/>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26B63010-69A5-5AC9-3B8C-C0D4C639D51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709FFF9-8083-69D4-6252-27861A9C495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4D486B7-1103-DEB5-1D20-99705336F1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B5DAB88-91BB-E4FA-5E4A-6B0D165D449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20EDF9E3-CD38-2AAE-A673-421D069F771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357C008-37B1-BA68-AFA6-10F9E746BF09}"/>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42AB671-5F35-4F4B-4AD7-F0EB01B52A40}"/>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A556892E-E7B2-482A-1AB3-2FAFC46C956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64E4F3D0-6C0A-5475-1400-95528B7A1D6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5A49D428-874D-F6F3-ED52-2A9FE71FC877}"/>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Tree>
    <p:extLst>
      <p:ext uri="{BB962C8B-B14F-4D97-AF65-F5344CB8AC3E}">
        <p14:creationId xmlns:p14="http://schemas.microsoft.com/office/powerpoint/2010/main" val="1179034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B3CB9-5AF2-E6D7-CB47-680BE773510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BD9718-6C82-D26A-EF58-4DD9C80B7DF8}"/>
              </a:ext>
            </a:extLst>
          </p:cNvPr>
          <p:cNvSpPr>
            <a:spLocks noGrp="1"/>
          </p:cNvSpPr>
          <p:nvPr>
            <p:ph sz="half" idx="1"/>
          </p:nvPr>
        </p:nvSpPr>
        <p:spPr/>
        <p:txBody>
          <a:bodyPr/>
          <a:lstStyle/>
          <a:p>
            <a:r>
              <a:rPr lang="en-US" dirty="0"/>
              <a:t>In the upper center block, 6 is in Row 3.</a:t>
            </a:r>
          </a:p>
        </p:txBody>
      </p:sp>
      <p:pic>
        <p:nvPicPr>
          <p:cNvPr id="4" name="Picture 3" descr="A grid of sudoku puzzle&#10;&#10;Description automatically generated">
            <a:extLst>
              <a:ext uri="{FF2B5EF4-FFF2-40B4-BE49-F238E27FC236}">
                <a16:creationId xmlns:a16="http://schemas.microsoft.com/office/drawing/2014/main" id="{9A29D948-0C98-F842-14AF-35191DA8E2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DAA545-39D0-6A60-B9F2-BABC4055F9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4D8349-E353-BEDC-250B-E701CCFB68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CEBF13-A107-4AAC-8759-82EB480A877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E2327C8-03CB-C1E1-5661-DECC6822402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DD2948E6-4BA6-61AA-F65E-C6F12C65D4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9E446B5-970E-6C77-65E0-E0070F614A8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A1E7E04-2F46-B8E9-3D8A-27A5D0B7F80F}"/>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8FE8027D-E872-695E-D38A-549D52B35092}"/>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55DB3DD0-2EB3-018D-CC1C-042AB8A27A9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40DB9FCE-A943-EF0D-A1E9-A47BCAF0F6D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42787A1-E3E5-44D1-93E3-85B5A9E89FE6}"/>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912C89FE-5016-C0ED-044F-DA563B886DC6}"/>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DE056BD-DD87-C724-1CFC-0B81F331AEE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6065D27B-142A-9396-7BD1-37BC9EFBEE9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AC02D405-6FE9-5DDA-155E-78CEEB53BE8E}"/>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EFC528A9-858C-BB19-F798-2D2A5E7925F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39B1EDBA-BE3F-AFEC-1825-BB3E2603CD26}"/>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B983213-CBF8-1449-1018-5D4A9656BF3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727D1CF6-3746-F5EE-AFBB-FD077732E03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CF588E74-5A7E-4BC7-E198-DA15F3737B70}"/>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9F89C18A-C79D-1DF4-7C64-F7339930315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C54608F9-98F5-79BE-EC87-820B5A6C3BEE}"/>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66108F45-68B5-4BDF-458D-CDD65D49EEB1}"/>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7AED225B-D935-8468-3C47-91D14DF7EC0A}"/>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A028E29E-A502-2E50-E32E-C30878EBB139}"/>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C804985F-48CA-FE77-10AE-C76611EE8565}"/>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E99F337-9337-DE08-AAEB-015B4D994EDF}"/>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63BF9E73-8D3B-17F0-6B0F-EE8ED255249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0AB37E8-8959-6E6C-4F82-3D81DA6B7F2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07C8A2EA-5027-5A65-E750-3FE65B1B98E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128CA34-0789-2F8E-373A-0B1AC807CB9D}"/>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277C2CE-DC1C-EEAF-8BFF-E781DFB2FB5C}"/>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3040CB5D-2392-9EEE-761F-BAEC372828B4}"/>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F34DB2B-C333-153E-7D2C-3B269947087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CA7B1F76-E90A-AF06-914D-745F20F5CEF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Tree>
    <p:extLst>
      <p:ext uri="{BB962C8B-B14F-4D97-AF65-F5344CB8AC3E}">
        <p14:creationId xmlns:p14="http://schemas.microsoft.com/office/powerpoint/2010/main" val="2231899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AE075-C3D0-2B66-2A10-152B610383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9AC9BB-6F23-BA82-498D-2367631DE6EB}"/>
              </a:ext>
            </a:extLst>
          </p:cNvPr>
          <p:cNvSpPr>
            <a:spLocks noGrp="1"/>
          </p:cNvSpPr>
          <p:nvPr>
            <p:ph sz="half" idx="1"/>
          </p:nvPr>
        </p:nvSpPr>
        <p:spPr/>
        <p:txBody>
          <a:bodyPr/>
          <a:lstStyle/>
          <a:p>
            <a:r>
              <a:rPr lang="en-US" dirty="0"/>
              <a:t>In Row 5, only 59 fits [14 in 2], and in only one way.</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D84671F6-D190-2CA7-769E-8F408ED7CBA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8B05B5F-02F9-3A27-52C8-847FE74E811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E45059-D189-6F66-AF1C-C105614C05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81D564-5022-9357-BFCF-3FE77B3EE16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A03D1F-A46A-37DA-0E17-62A28903EE6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E2272A0-81B9-D5B8-8CA0-531C4DC31804}"/>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74752C46-6D5D-FBBD-1F38-38C2BE8C720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967D6D3-84E4-C6FB-B688-E0ABB66EE27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9A6C66AC-89FC-B29F-B8E3-C1D3511BA4D6}"/>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6145AB30-E350-A643-00F4-4C2D3D88EF4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BE7417AD-FDD7-5DD1-607F-93E568CFC0B5}"/>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75FAC6E-170E-9863-430C-A367E2E5E772}"/>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CFF7365B-7921-09FF-83CD-A212373E5C48}"/>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45299CE-4059-15F3-8A6F-4BA7359D83E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816BB4C6-F7E6-F67D-0931-91863C60B5D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A2E44B42-29B3-BD46-5F05-2421ED11C6E6}"/>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043D77FA-EB4D-8DD9-69A7-4B94C9894AC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965A87A-0FCF-C7B6-C5C7-AB23C6AA29E7}"/>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ED5957A-AD14-B04D-D976-4BB3C9520DB0}"/>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1D9970A-F70E-22A2-D5AF-40F98E51E7C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7776F70E-EB64-3013-B1EE-67DD9F34B319}"/>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70F6635F-9701-EDA7-8816-39377AE3A3EF}"/>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891E92C9-90FE-C4C2-C45A-2A7A85B87C0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2BE5BBB-33DD-4F43-BCEA-1910ADBEBE53}"/>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FC03713-D178-88CC-D66F-A8B6C0FC05EA}"/>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FE512593-B93B-34C0-55FE-9DC7D2A1E695}"/>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9F6619F4-0B47-1E9C-9004-38E86BF33DD7}"/>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0DC2F8A-FA89-66EF-CA47-6A6F3C88099F}"/>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02740D84-608C-A506-0422-4E0D8F5C91C3}"/>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6727D61-42D3-42BC-2DD2-19BBF201AFF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1A39352-A1FE-8011-9599-F5F7C3F44DB7}"/>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1E4EB18-FDCF-E42A-3E19-E184CB61B3A8}"/>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15A2D92D-EEEB-0D82-D3CD-B59AADABD628}"/>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9A2D2DFC-58C3-2E4D-F916-282D71C7D4B1}"/>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A0286701-01F5-C3AB-7E79-9F082AF0A61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DF3E37B9-AF98-32D2-1E43-CB7C6AF33FA6}"/>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0ABC53EF-37CB-429B-061B-E2C12913B9D3}"/>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CFC788E-A938-DE3C-E723-7C68015B693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0176016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02AAB-A85D-65FE-E63B-9B19C26BFE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4C98BB-1687-7EA0-F67B-56464D7F2B8D}"/>
              </a:ext>
            </a:extLst>
          </p:cNvPr>
          <p:cNvSpPr>
            <a:spLocks noGrp="1"/>
          </p:cNvSpPr>
          <p:nvPr>
            <p:ph sz="half" idx="1"/>
          </p:nvPr>
        </p:nvSpPr>
        <p:spPr/>
        <p:txBody>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9B01DC6E-4AF5-CEB3-5452-0BFB323E9D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D8025B5-A046-7F0C-0EB2-4813423B7E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C2CD41-6D20-D56B-7A46-3B771575C22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E6D2BD-17AA-D75A-D5E1-0813D5101EF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52E1BC-D7AB-FA0C-6BBA-466B3A93DF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2ACD4CB-A658-7517-4FC4-FDFB5898E0BE}"/>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FB6BEEA-8C2C-DAB1-24C2-F2A283BFA3B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B02A94A-BEBC-CD82-1813-3A3480AAAB11}"/>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37104EB8-CB9F-2099-2480-8C6C5B307596}"/>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F8695435-AB65-8430-FC42-C0BD77A82B2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E6D7E338-9656-F1F3-645A-6B6A3F07D14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F0A8006F-DE74-39FE-7CD8-D6A82AC37F9E}"/>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3D2E68FD-68EE-AC3C-B0AA-522FF40A1B7F}"/>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48C4025-C746-189F-D770-97AB047EB787}"/>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5DE1C818-E22B-D4CD-8009-7D3C638EF79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252A2DE-AF99-0D32-AB7F-3D0A2213D3F0}"/>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7A6233FD-2486-435D-B059-44D1380A000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2A87D4A-57D3-8A79-2E40-05E1CDC40592}"/>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3E79CE2-3EFC-A75D-A92A-744B9A25398F}"/>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26D77E0-C0EA-C705-2133-A8E204CFCC4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C99EBE47-D832-609F-1F8E-F0705AE2D19A}"/>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0E3F7517-5758-0877-B485-4C9C836E4B5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223C9E80-A12A-F18A-3A01-81B478CF1C17}"/>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8D5D30B1-1225-C466-1E5C-86480A2A6C5E}"/>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8830DC3-0D99-6F28-432B-D297E7C7F5A6}"/>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C59F596A-A584-DA58-6825-E3BBD71CD4B6}"/>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1459EA86-72DB-71AF-CA56-3E5F19610780}"/>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53B7C04-ED82-57EC-B69F-4168F05EE4A7}"/>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7BC56F4D-B492-EE46-88D0-C17B641040AB}"/>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17E391B-75DA-33F3-B24E-5CEF88E88649}"/>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896C68C-5FF0-DC38-309E-BB9098E8F444}"/>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B51E689-0864-EBDE-1DDD-1EB463539B2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2548CF1-FCCD-A455-9287-5E9B28A9ADB3}"/>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0F6E4A7D-694F-4D5B-C225-76BAD598B57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69DA9B7-6C22-7328-FDF4-1A9FB50E74FF}"/>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00E2CBB4-818B-9AD5-3E6F-494106C83265}"/>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835B3AB3-06D4-9EFC-4D1C-8BC8050AA2D0}"/>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C4C0F45-F28C-2AA6-492F-8A4D403192C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A13F6D5-CFCC-140E-5C01-A0C40441BE25}"/>
              </a:ext>
            </a:extLst>
          </p:cNvPr>
          <p:cNvSpPr txBox="1"/>
          <p:nvPr/>
        </p:nvSpPr>
        <p:spPr>
          <a:xfrm>
            <a:off x="4143022" y="2404765"/>
            <a:ext cx="570089" cy="230832"/>
          </a:xfrm>
          <a:prstGeom prst="rect">
            <a:avLst/>
          </a:prstGeom>
          <a:noFill/>
        </p:spPr>
        <p:txBody>
          <a:bodyPr wrap="square" rtlCol="0">
            <a:spAutoFit/>
          </a:bodyPr>
          <a:lstStyle/>
          <a:p>
            <a:pPr algn="ctr"/>
            <a:r>
              <a:rPr lang="en-US" sz="900" dirty="0"/>
              <a:t>134</a:t>
            </a:r>
          </a:p>
        </p:txBody>
      </p:sp>
      <p:sp>
        <p:nvSpPr>
          <p:cNvPr id="42" name="TextBox 41">
            <a:extLst>
              <a:ext uri="{FF2B5EF4-FFF2-40B4-BE49-F238E27FC236}">
                <a16:creationId xmlns:a16="http://schemas.microsoft.com/office/drawing/2014/main" id="{B8935D5A-399F-0119-41CB-887CD4CD3E27}"/>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DC395CD2-ADB1-EC85-6CDA-2CD9100A5BC8}"/>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Tree>
    <p:extLst>
      <p:ext uri="{BB962C8B-B14F-4D97-AF65-F5344CB8AC3E}">
        <p14:creationId xmlns:p14="http://schemas.microsoft.com/office/powerpoint/2010/main" val="23501238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6EC2F-A3DF-19B4-524F-AEE6C23392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92FF05-AAAC-BFC8-AF0A-1D5A34359492}"/>
              </a:ext>
            </a:extLst>
          </p:cNvPr>
          <p:cNvSpPr>
            <a:spLocks noGrp="1"/>
          </p:cNvSpPr>
          <p:nvPr>
            <p:ph sz="half" idx="1"/>
          </p:nvPr>
        </p:nvSpPr>
        <p:spPr/>
        <p:txBody>
          <a:bodyPr/>
          <a:lstStyle/>
          <a:p>
            <a:r>
              <a:rPr lang="en-US" dirty="0"/>
              <a:t>In Row 4, [11 in 4] is 1235.</a:t>
            </a:r>
          </a:p>
        </p:txBody>
      </p:sp>
      <p:pic>
        <p:nvPicPr>
          <p:cNvPr id="4" name="Picture 3" descr="A grid of sudoku puzzle&#10;&#10;Description automatically generated">
            <a:extLst>
              <a:ext uri="{FF2B5EF4-FFF2-40B4-BE49-F238E27FC236}">
                <a16:creationId xmlns:a16="http://schemas.microsoft.com/office/drawing/2014/main" id="{3C4DB1FA-BCEF-AA81-BC88-C5EDD5A546B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29FAB59-A6BC-D265-8A15-16FF2F6FE29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C4CDF0-D069-D360-BCB9-C543113DCE7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2699FA-EF0D-84F1-35FC-EAFD89E9374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01EC7F-2964-B6C1-FE54-32C15583490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DA282E84-3203-77F1-07E6-C56465FD1F7E}"/>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8820ADB-EEEF-D97A-9576-C1E0F4BBE93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A4EF482-90D9-1EE6-2CC1-0ABB6E5815AB}"/>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0E308A2D-6E0B-5B7B-10D4-BFFB52A21C4A}"/>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ACD519E6-240D-EF1D-DDBB-0C28D8BA272A}"/>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EDB19506-5176-51C6-CE2C-A845C648E9E8}"/>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19D9037D-9F46-DEB5-4945-B0B8E4BED07D}"/>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18AE4B7E-95FE-A4ED-96A8-D49B6F5CF3B5}"/>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2F6DE38-ABCC-ACA7-6E23-F46AA49BF410}"/>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CB51022C-76E4-2B2E-47F8-1B9F6C552BF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3F616416-734A-E7AB-4F75-5F62D0CB72FB}"/>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43A2D5FF-417D-6CED-3793-0B29EADE1F1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FFDF4F8-2176-E339-9892-66D98E0F96E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99471850-AA12-056C-833E-CB569876F076}"/>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2B8D9637-726E-F8CE-C1ED-7EC61D6D7978}"/>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CA7CED4-F770-36E5-539C-A5A7C1095DAE}"/>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2CC0A9BA-7225-A15A-9E38-3D1BD7A9429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7792BA63-B528-8019-CB02-160FCFE36266}"/>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8058386B-9592-3BCC-687E-43D6658EF46A}"/>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B790979-B42F-EB25-B19C-1087E7A6911F}"/>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F694BD5-2888-251E-A74B-3C42C7EA26DD}"/>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06C6A820-3DD2-6066-2DB3-10158DFD36E8}"/>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D9DE6E15-61B8-A1FA-ACB0-74C34D88BDE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4131A24B-7BC4-7C5F-61A2-509E130054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26A4153-6AB4-9908-AD72-0F609438861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158DDF21-1A41-AB22-3316-8C54CBC3B0D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D2B28FC-BC82-557F-6F22-46ACAFE718FE}"/>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32D5467-AD5E-A0D9-5341-83AC0F97D832}"/>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8C597CCF-3915-BBE9-579A-A2FA0F54F5F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66AC4D3-F96D-9745-CB75-240CC4F39EFD}"/>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D690D839-C4F3-082C-AD3C-F922DDDC763A}"/>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247F5312-908F-F83E-3B54-45D08CB935D5}"/>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2751CB46-A24E-933F-2A28-2B897DCF367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3F034C4-6E1F-86E5-7ECF-E5549883DA6D}"/>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D16A8061-9795-39F3-86FF-D37D744FFE13}"/>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F4844BD7-6F29-821C-131B-55CCF362BF58}"/>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DABB86B7-321F-5E14-032B-0D55164640D9}"/>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15EF43FC-5ECF-C452-7EBB-8DE1992CE8F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08F6127F-677D-E1A5-C657-CA67A8C863A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Tree>
    <p:extLst>
      <p:ext uri="{BB962C8B-B14F-4D97-AF65-F5344CB8AC3E}">
        <p14:creationId xmlns:p14="http://schemas.microsoft.com/office/powerpoint/2010/main" val="15555758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E447E-E125-E2AB-A25B-73C2564725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678C81-006A-1208-97A8-F30B41BB2A97}"/>
              </a:ext>
            </a:extLst>
          </p:cNvPr>
          <p:cNvSpPr>
            <a:spLocks noGrp="1"/>
          </p:cNvSpPr>
          <p:nvPr>
            <p:ph sz="half" idx="1"/>
          </p:nvPr>
        </p:nvSpPr>
        <p:spPr/>
        <p:txBody>
          <a:bodyPr/>
          <a:lstStyle/>
          <a:p>
            <a:r>
              <a:rPr lang="en-US" dirty="0"/>
              <a:t>In Row 6, [13 in 3, w/ 4] is either 148 or 346</a:t>
            </a:r>
          </a:p>
        </p:txBody>
      </p:sp>
      <p:pic>
        <p:nvPicPr>
          <p:cNvPr id="4" name="Picture 3" descr="A grid of sudoku puzzle&#10;&#10;Description automatically generated">
            <a:extLst>
              <a:ext uri="{FF2B5EF4-FFF2-40B4-BE49-F238E27FC236}">
                <a16:creationId xmlns:a16="http://schemas.microsoft.com/office/drawing/2014/main" id="{33BEC48C-10DA-7D77-700C-2788AD86E7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B97BC1-81C6-33E3-7983-FC241ECADCF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26E9DDD-6F26-91C4-64A0-6436D9988AA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09DE37-0BAD-BC22-3B6D-4CE9E09029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F9A411-2256-201D-71C7-AEFD40948D4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DFCE891-C296-7F0C-ED2D-8CD73BF815A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104C35E-8328-095B-5087-E9953B608A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11DF64D-582B-1749-2F98-80220EBCEAE2}"/>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D7C62249-9EA0-7DCD-C378-57DA08CCB486}"/>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47295B17-8C6C-9C34-870E-BC52BA6B22A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8D2E1837-823D-87E1-AC8D-85EBBD0B9A6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AB346C95-26AC-EB7A-8B09-A2CA4BFD73C8}"/>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FBB7DCAE-F0B1-77C3-058B-619EAF930474}"/>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E53F1200-D717-B92A-40E7-EF508683F2A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893DAFA8-A7D1-F42B-9CF0-0700B6AA342B}"/>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F893CF8F-24F7-5949-631C-33744F15C542}"/>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4B353BE3-E0F7-FB38-B198-3A3EF4FC548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C65A0D04-DCEE-06B6-9539-C749BCD77741}"/>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47AA44F4-D4CC-6B6B-ED76-674BDE8390C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9E5D6DE-8246-8AFF-292A-2C95BDCDE35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4491A032-53C3-06CD-113E-0DE579CBFDF7}"/>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C4711DA2-ECD3-3EA4-88B2-D655005D2F9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C860447-A391-3580-7095-0A87301DC5C6}"/>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50F913B-6968-09BF-5979-AEE8B7000F66}"/>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4CB62E01-A9A0-0864-2B94-0B063AEE75C1}"/>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654ED742-B943-3D4F-F76A-EE82FD719D28}"/>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FFAB3DB7-EE4D-463D-8955-49C341302BB0}"/>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E5DBF25-7FAE-E7BD-76A6-B0EBC43B9AAB}"/>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A0F7E172-9317-2316-69F3-CFD6CDFF02B2}"/>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D2DA306-4E33-8DF9-6F83-D3EC62DAA14A}"/>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8D733C2-7631-4070-3471-D151B19630E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D7151C7-69A0-7482-42B2-98B15A998327}"/>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578BE67B-7FA9-9FC5-3A4A-5B3AFC3DF980}"/>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17AF607C-DD25-65A6-CABE-C966FA1601B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379589E1-1D5B-2B40-2AD4-A4B4334E078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E1A3313B-5F2F-0BF3-2A9F-700DA4AD3CC6}"/>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E5CB082C-E133-B1AA-CD5D-0D56D26746E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C7EF62A-6260-2988-722F-44874739A32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D6C00C2-5503-57FE-6708-D508DE621192}"/>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115A765E-6D0A-1F7F-B0EF-1D85BF1572CF}"/>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13B72287-5FEA-40CB-F21D-4414FB7180AD}"/>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434BFA58-6F3E-86E8-7955-33CA4D7C84B7}"/>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2834836E-34F7-0142-1444-D387BBB98F6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2CCE5C6B-4943-9D1E-47EA-2794D8CA854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7" name="TextBox 46">
            <a:extLst>
              <a:ext uri="{FF2B5EF4-FFF2-40B4-BE49-F238E27FC236}">
                <a16:creationId xmlns:a16="http://schemas.microsoft.com/office/drawing/2014/main" id="{C83C0641-4D36-34E8-49BD-6C81E251263B}"/>
              </a:ext>
            </a:extLst>
          </p:cNvPr>
          <p:cNvSpPr txBox="1"/>
          <p:nvPr/>
        </p:nvSpPr>
        <p:spPr>
          <a:xfrm>
            <a:off x="4645378" y="3406653"/>
            <a:ext cx="570089" cy="230832"/>
          </a:xfrm>
          <a:prstGeom prst="rect">
            <a:avLst/>
          </a:prstGeom>
          <a:noFill/>
        </p:spPr>
        <p:txBody>
          <a:bodyPr wrap="square" rtlCol="0">
            <a:spAutoFit/>
          </a:bodyPr>
          <a:lstStyle/>
          <a:p>
            <a:pPr algn="ctr"/>
            <a:r>
              <a:rPr lang="en-US" sz="900" dirty="0"/>
              <a:t>86</a:t>
            </a:r>
          </a:p>
        </p:txBody>
      </p:sp>
    </p:spTree>
    <p:extLst>
      <p:ext uri="{BB962C8B-B14F-4D97-AF65-F5344CB8AC3E}">
        <p14:creationId xmlns:p14="http://schemas.microsoft.com/office/powerpoint/2010/main" val="40857281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8C7FA-3E09-3ADF-2D1C-7D70A8E2C9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B609B0-4A86-05A4-1937-770B53B9EA2F}"/>
              </a:ext>
            </a:extLst>
          </p:cNvPr>
          <p:cNvSpPr>
            <a:spLocks noGrp="1"/>
          </p:cNvSpPr>
          <p:nvPr>
            <p:ph sz="half" idx="1"/>
          </p:nvPr>
        </p:nvSpPr>
        <p:spPr/>
        <p:txBody>
          <a:bodyPr/>
          <a:lstStyle/>
          <a:p>
            <a:r>
              <a:rPr lang="en-US" dirty="0"/>
              <a:t>In Column 8, there is only one solution to [5 in 2].</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DFDAC2B2-D6D3-9780-E805-2B87F42336C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451405-662A-D070-2F59-5167618596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22D9E54-B69A-97B6-8638-AF81FC59690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7E69E77-DDBF-D97E-E413-2B317D228F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499E464-FCBE-E473-DE42-B88B0DFAA0D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F2D5210-E6BA-8CBE-EA8B-1A225718F8C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18C284A-FA08-ED8E-F252-7722EB54B12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0433C1B-AAA2-380B-AD6E-92E0A228FDBE}"/>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A0C642AA-2EDA-DEC6-6385-96112BE635A1}"/>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0DC9888F-2086-27AE-4482-0269C6DC1127}"/>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BDC30AEB-C696-4B36-59CE-22723733FB6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740004AE-739E-B2B7-3D4D-B944F793D216}"/>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A95AE9DE-76EF-6656-726B-CB5D83857D28}"/>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28515203-4714-0D66-45D7-20992B2F25C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D6AFED4F-51CE-8A03-EF09-70EE2AE2BD3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D5F506C7-B1AF-2293-B565-4714D7E31566}"/>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1790806B-6025-A08F-2F5C-21B60F43E98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DC2CE37-4593-A339-F930-08F0D056170F}"/>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F4BEDFE-4699-C230-87A8-711E611E569D}"/>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CAEF305B-3F38-216F-8D8A-FFFE7DEE8FF5}"/>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8D2220B2-DFB0-A055-2873-3C9E248133B8}"/>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84992E02-B830-FD71-01CA-1C232B0D4D43}"/>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CAE8EE01-5E57-8D4D-F95B-FAEF442B9DA1}"/>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D48DEEA-8801-50A3-76F3-B58654F2C5BD}"/>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DEA0DDB-C797-AE51-7E27-450C6F3E950C}"/>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26638A85-28C9-C24E-2EAE-C4969A64E77D}"/>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EA0CE362-0998-4BB6-A4E7-DD29A75B73F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07E98B9-06C8-C199-7889-CBD281431CCF}"/>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A07F3DF6-B9F3-951F-C47B-EF49768DA59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9617E87-D445-30A6-1820-AFF5946409C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F736F1B3-ADBF-0ACE-AC07-9F93FFAF7B2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71353DC-BCDC-E0EB-ED6A-14DCADB8926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431886C-794B-ED48-A0DF-F3D2ABD9875C}"/>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BBECD36-1095-1CF5-21A4-198E5C93836A}"/>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D51BC86-8153-D622-5836-78751EB7D4A2}"/>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918879B-C453-464D-9E7F-C2B67A0B908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E0D63AB-EDCF-5323-5EAC-D7807D17A4E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8B36A08-8BDB-A001-A56C-EA3E15E2100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22A1F52-193A-58E4-1A24-A30EE5BC04E8}"/>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64A665E6-29B5-D4B9-F159-902ABD4FAC70}"/>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302D63BF-0369-8571-A21E-C34C696D3BE2}"/>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738FCC60-5ED7-85D4-2EB2-0760AC87933A}"/>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0650AD37-9416-74A8-75A0-C09AFFCD058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AF07A45D-14E6-7C6B-02AA-3F33E3576AE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7" name="TextBox 46">
            <a:extLst>
              <a:ext uri="{FF2B5EF4-FFF2-40B4-BE49-F238E27FC236}">
                <a16:creationId xmlns:a16="http://schemas.microsoft.com/office/drawing/2014/main" id="{11F98D41-7553-A8B0-4827-762A9551D738}"/>
              </a:ext>
            </a:extLst>
          </p:cNvPr>
          <p:cNvSpPr txBox="1"/>
          <p:nvPr/>
        </p:nvSpPr>
        <p:spPr>
          <a:xfrm>
            <a:off x="4645378" y="3406653"/>
            <a:ext cx="570089" cy="230832"/>
          </a:xfrm>
          <a:prstGeom prst="rect">
            <a:avLst/>
          </a:prstGeom>
          <a:noFill/>
        </p:spPr>
        <p:txBody>
          <a:bodyPr wrap="square" rtlCol="0">
            <a:spAutoFit/>
          </a:bodyPr>
          <a:lstStyle/>
          <a:p>
            <a:pPr algn="ctr"/>
            <a:r>
              <a:rPr lang="en-US" sz="900" dirty="0"/>
              <a:t>86</a:t>
            </a:r>
          </a:p>
        </p:txBody>
      </p:sp>
      <p:sp>
        <p:nvSpPr>
          <p:cNvPr id="48" name="TextBox 47">
            <a:extLst>
              <a:ext uri="{FF2B5EF4-FFF2-40B4-BE49-F238E27FC236}">
                <a16:creationId xmlns:a16="http://schemas.microsoft.com/office/drawing/2014/main" id="{31972A54-E91D-EB57-B9E4-BE51ED35315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EA49F7E-34E9-DD9B-5EF7-B4A6CB5428C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349757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092B0-973D-E6D6-14DC-113B762178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C8E236-8547-937D-A46D-C6258FD58471}"/>
              </a:ext>
            </a:extLst>
          </p:cNvPr>
          <p:cNvSpPr>
            <a:spLocks noGrp="1"/>
          </p:cNvSpPr>
          <p:nvPr>
            <p:ph sz="half" idx="1"/>
          </p:nvPr>
        </p:nvSpPr>
        <p:spPr/>
        <p:txBody>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913FEC52-215F-9130-DC13-C99D17B2C0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FAFFCB-2E0D-0F6B-3CD2-C505A7ACAD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DE0531-45B9-946F-645B-046731086B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77AD409-52FE-C1DF-5622-2EE9C6E318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A0249C-13E2-F940-1CB5-A41C4B1043B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B44F33D-0D1B-DE72-128D-AB159F5A8597}"/>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31B5364-696F-D7C4-8461-8588D19973B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95A9CF5-E5DB-ECD5-8B66-5277169575FB}"/>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60591F4B-1B8A-AB34-7DAA-16F44BC6DC10}"/>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215C1C25-A662-225E-1B83-1FB04B0E616E}"/>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F1E63D0C-BD93-98D3-61B5-C2776739C49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D85C330D-E8BE-15E8-E502-E1F02C603084}"/>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55C8DA4D-88FD-C31E-FFFC-16B7C60C601A}"/>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680359EA-F112-4A0B-6C7E-9AB08B4A5BF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2FBE5CFA-3ACD-74E7-43E3-B87B75F212A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63EFA570-F65E-408F-F574-1AE1978B5251}"/>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F76D79D9-BC49-DD40-64E7-E515269E2D6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C1EC6416-8802-ABF6-7887-178F89696F2F}"/>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6022A2D0-D90E-0C46-1D94-5E7B7A1B2B65}"/>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C1475EEE-2061-AF43-43D1-C4EBACABB8DF}"/>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A9830617-F8F3-2DA0-DBDA-624075D688C1}"/>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086BFD81-AFF6-6FA1-1EF7-A552368B57E8}"/>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FF48CEA7-0415-89DC-6F4E-9E3D2A6B9221}"/>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C491EF31-9EDF-3667-4536-8A93D0C6C1D5}"/>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4F6D907C-4F78-3ECA-86EC-9F72FEB9379B}"/>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AFE22917-4ED5-00CB-9D37-2A015AE0AB51}"/>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3EF1ED40-0C20-3166-4E2A-C656697EEE29}"/>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5AB9D8A-08EC-1A0E-7E9B-CBC1091A56A0}"/>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9B196D7D-4819-7A7B-4C26-B0044AD00B2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85407EA1-160C-CCD7-89FF-C1352616546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9D4F151-357A-1BED-6FF1-CB217D72BE92}"/>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78F713E-6F07-A39A-ECF2-E955E599C601}"/>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73372657-9F23-E269-24C2-B0DC050339D4}"/>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422976F3-7BE2-BC0D-63B5-C9106597BE54}"/>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E0C9FA27-2E8C-0065-E7AF-E7735ED52FBD}"/>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14E6A6C3-6DDF-9D17-4365-5E394319C599}"/>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5DFF0D7-ADC1-73B1-9DE5-644E4BC0134A}"/>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EBC90D5E-490F-96BB-447D-E8B5BBB49CB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65E064F-1A8A-A227-CF21-6D76298B3E9B}"/>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413676D0-B77D-6B03-087B-98D37C580C99}"/>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675C905D-4230-7CD0-21FC-B8F27F22B0A5}"/>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9F91C72-8886-B65B-04B9-FAE0A34A36B5}"/>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5FB289DC-7920-52DF-554B-83B73D7F755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855A9930-8658-6A75-DEB0-A4ADEF13606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7" name="TextBox 46">
            <a:extLst>
              <a:ext uri="{FF2B5EF4-FFF2-40B4-BE49-F238E27FC236}">
                <a16:creationId xmlns:a16="http://schemas.microsoft.com/office/drawing/2014/main" id="{E03B8EC6-904A-0B7B-7919-F4FD23168054}"/>
              </a:ext>
            </a:extLst>
          </p:cNvPr>
          <p:cNvSpPr txBox="1"/>
          <p:nvPr/>
        </p:nvSpPr>
        <p:spPr>
          <a:xfrm>
            <a:off x="4645378" y="3406653"/>
            <a:ext cx="570089" cy="230832"/>
          </a:xfrm>
          <a:prstGeom prst="rect">
            <a:avLst/>
          </a:prstGeom>
          <a:noFill/>
        </p:spPr>
        <p:txBody>
          <a:bodyPr wrap="square" rtlCol="0">
            <a:spAutoFit/>
          </a:bodyPr>
          <a:lstStyle/>
          <a:p>
            <a:pPr algn="ctr"/>
            <a:r>
              <a:rPr lang="en-US" sz="900" dirty="0"/>
              <a:t>86</a:t>
            </a:r>
          </a:p>
        </p:txBody>
      </p:sp>
      <p:sp>
        <p:nvSpPr>
          <p:cNvPr id="48" name="TextBox 47">
            <a:extLst>
              <a:ext uri="{FF2B5EF4-FFF2-40B4-BE49-F238E27FC236}">
                <a16:creationId xmlns:a16="http://schemas.microsoft.com/office/drawing/2014/main" id="{189A9F76-D8A6-7068-06F9-7C466ABB809F}"/>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1C6992A-5559-D2FD-DDB2-52F5E7E05C4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6573830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C9F3B-6830-3CF9-F4DC-2B92E7B4423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BEF75CF-4833-14BC-BD15-32FA444C7A0F}"/>
              </a:ext>
            </a:extLst>
          </p:cNvPr>
          <p:cNvSpPr>
            <a:spLocks noGrp="1"/>
          </p:cNvSpPr>
          <p:nvPr>
            <p:ph sz="half" idx="1"/>
          </p:nvPr>
        </p:nvSpPr>
        <p:spPr/>
        <p:txBody>
          <a:bodyPr/>
          <a:lstStyle/>
          <a:p>
            <a:r>
              <a:rPr lang="en-US" dirty="0"/>
              <a:t>In Row 6, 45–(2+13+19) = 11, in 2.</a:t>
            </a:r>
          </a:p>
        </p:txBody>
      </p:sp>
      <p:pic>
        <p:nvPicPr>
          <p:cNvPr id="4" name="Picture 3" descr="A grid of sudoku puzzle&#10;&#10;Description automatically generated">
            <a:extLst>
              <a:ext uri="{FF2B5EF4-FFF2-40B4-BE49-F238E27FC236}">
                <a16:creationId xmlns:a16="http://schemas.microsoft.com/office/drawing/2014/main" id="{8C95CB74-3482-1AEA-7F2B-3AC90C3C7D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A2AD6D-9C8C-5FC5-0D59-102BCAEF70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9B73DC5-3D21-5D68-945D-1BF67A4527D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FB9DECA-08C9-F799-E767-603A74E29E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FE07D1-06DB-0B3F-8FFF-084654CA4BF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D69ABEA1-0D02-66D0-AA85-B749A075EA0C}"/>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C0EBA9A-7557-A451-A5A7-7E8470DACA2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37C28AB-A5C6-3A30-4F30-FDFBB651B04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F4670968-CFCC-099B-B616-1DA1BE8E9E62}"/>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782B2958-5109-9EF6-5DC9-6A0A2F386F3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A7587963-9DF8-A494-86ED-4DC7A4BF53A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8ABD53EE-AA71-CB1A-167A-4314E2CDADAB}"/>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A3FEDEFF-0F5F-19BD-4D32-1C079981112A}"/>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F5350AE1-A088-6ACC-262E-20A4C8C305E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0FE6110C-11A1-6ED5-C3F0-2C666578C5B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9DA7BC3D-DE1D-81DF-289A-4EC4CEE4EA1A}"/>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E907E63F-23A5-E49D-7C53-48E98010BEE5}"/>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C2D21D76-7199-7BF5-A423-8A999F4D88C3}"/>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995B4170-ED54-29D3-4A85-2A122B330B80}"/>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2169257C-853A-2C82-63DA-28DC6A530A5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1BC7CFA-F961-792A-E026-BF552FC8FF0C}"/>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17FAB814-FC3F-046A-84A0-348BCAF3E51E}"/>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2C3B923-9657-D9E3-DCEC-189A46733CA5}"/>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EE67A207-7F4F-7C91-B097-7CF523BA7C4B}"/>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76D2A77C-A685-75E9-9716-BBD4563114C0}"/>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A829FCA-5C68-4139-F5CE-E7991AFDE1FD}"/>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C46AA58D-FC1F-0FA1-78B8-407D8BC3AA68}"/>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A2F0C8B4-3F77-93D6-029D-B4BEB43C00BA}"/>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B8F832D0-2586-64B7-8D50-8E2D17F50192}"/>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EDEF34D-8789-C853-98D9-821708CB7E2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E34DCA8-D305-AB1B-045E-3FC6A8CD582D}"/>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089B1175-D685-B67E-C587-F3C4BE303997}"/>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CEC6169-2B75-1D5C-EACD-032A477E6B69}"/>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B89EDB56-31EE-1B35-B995-A06A0F95E78E}"/>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AC99FBCB-37CE-3ACA-6AB5-EA7A6911169A}"/>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06EE4530-63A6-A5BB-9D69-8F5710927B3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E1AE703B-9B70-72DE-CBE4-E192A2924864}"/>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FF023DA7-17CF-2FA9-0D76-555A132F2AD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2AF9F9-BA6D-ADD3-DAA1-86542D154BE1}"/>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9B740F39-FB44-43EA-976A-B927A0C92E4E}"/>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A65E6EAC-4228-ED39-0177-D125441E0DFF}"/>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6C871E89-A885-3FC5-4E7D-008AA8226974}"/>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B139DB14-D697-B1CA-73AD-5985679AD3C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00B5A4E8-64A9-DBBC-1D69-D25CBAA15C9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7" name="TextBox 46">
            <a:extLst>
              <a:ext uri="{FF2B5EF4-FFF2-40B4-BE49-F238E27FC236}">
                <a16:creationId xmlns:a16="http://schemas.microsoft.com/office/drawing/2014/main" id="{93C79590-310F-9EF1-6E7D-45D2C705C5EE}"/>
              </a:ext>
            </a:extLst>
          </p:cNvPr>
          <p:cNvSpPr txBox="1"/>
          <p:nvPr/>
        </p:nvSpPr>
        <p:spPr>
          <a:xfrm>
            <a:off x="4645378" y="3406653"/>
            <a:ext cx="570089" cy="230832"/>
          </a:xfrm>
          <a:prstGeom prst="rect">
            <a:avLst/>
          </a:prstGeom>
          <a:noFill/>
        </p:spPr>
        <p:txBody>
          <a:bodyPr wrap="square" rtlCol="0">
            <a:spAutoFit/>
          </a:bodyPr>
          <a:lstStyle/>
          <a:p>
            <a:pPr algn="ctr"/>
            <a:r>
              <a:rPr lang="en-US" sz="900" dirty="0"/>
              <a:t>86</a:t>
            </a:r>
          </a:p>
        </p:txBody>
      </p:sp>
      <p:sp>
        <p:nvSpPr>
          <p:cNvPr id="48" name="TextBox 47">
            <a:extLst>
              <a:ext uri="{FF2B5EF4-FFF2-40B4-BE49-F238E27FC236}">
                <a16:creationId xmlns:a16="http://schemas.microsoft.com/office/drawing/2014/main" id="{96DDA011-61D6-83E0-2626-8753E5EBB2D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AEB4623-83CB-3D20-3832-112F0988BE4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B4427F40-E5DE-C772-0C9F-10ADEC09BA92}"/>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A5AD63D7-7BDC-0FC8-4D08-13550E0FF736}"/>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52" name="TextBox 51">
            <a:extLst>
              <a:ext uri="{FF2B5EF4-FFF2-40B4-BE49-F238E27FC236}">
                <a16:creationId xmlns:a16="http://schemas.microsoft.com/office/drawing/2014/main" id="{E7FEFAB5-2719-60E2-05A8-A50644545A7E}"/>
              </a:ext>
            </a:extLst>
          </p:cNvPr>
          <p:cNvSpPr txBox="1"/>
          <p:nvPr/>
        </p:nvSpPr>
        <p:spPr>
          <a:xfrm>
            <a:off x="6654802" y="3406653"/>
            <a:ext cx="570089" cy="230832"/>
          </a:xfrm>
          <a:prstGeom prst="rect">
            <a:avLst/>
          </a:prstGeom>
          <a:noFill/>
        </p:spPr>
        <p:txBody>
          <a:bodyPr wrap="square" rtlCol="0">
            <a:spAutoFit/>
          </a:bodyPr>
          <a:lstStyle/>
          <a:p>
            <a:pPr algn="ctr"/>
            <a:r>
              <a:rPr lang="en-US" sz="900" dirty="0"/>
              <a:t>3568</a:t>
            </a:r>
          </a:p>
        </p:txBody>
      </p:sp>
      <p:sp>
        <p:nvSpPr>
          <p:cNvPr id="53" name="TextBox 52">
            <a:extLst>
              <a:ext uri="{FF2B5EF4-FFF2-40B4-BE49-F238E27FC236}">
                <a16:creationId xmlns:a16="http://schemas.microsoft.com/office/drawing/2014/main" id="{21C44835-EB5E-73C5-C817-F375E7FDEE0C}"/>
              </a:ext>
            </a:extLst>
          </p:cNvPr>
          <p:cNvSpPr txBox="1"/>
          <p:nvPr/>
        </p:nvSpPr>
        <p:spPr>
          <a:xfrm>
            <a:off x="7157158" y="3406653"/>
            <a:ext cx="570089" cy="230832"/>
          </a:xfrm>
          <a:prstGeom prst="rect">
            <a:avLst/>
          </a:prstGeom>
          <a:noFill/>
        </p:spPr>
        <p:txBody>
          <a:bodyPr wrap="square" rtlCol="0">
            <a:spAutoFit/>
          </a:bodyPr>
          <a:lstStyle/>
          <a:p>
            <a:pPr algn="ctr"/>
            <a:r>
              <a:rPr lang="en-US" sz="900" dirty="0"/>
              <a:t>8653</a:t>
            </a:r>
          </a:p>
        </p:txBody>
      </p:sp>
    </p:spTree>
    <p:extLst>
      <p:ext uri="{BB962C8B-B14F-4D97-AF65-F5344CB8AC3E}">
        <p14:creationId xmlns:p14="http://schemas.microsoft.com/office/powerpoint/2010/main" val="37552556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EA9A0-68FA-7C1F-531D-FEA0C20F638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02294D-7479-9E14-30DF-D0F1BD857D64}"/>
              </a:ext>
            </a:extLst>
          </p:cNvPr>
          <p:cNvSpPr>
            <a:spLocks noGrp="1"/>
          </p:cNvSpPr>
          <p:nvPr>
            <p:ph sz="half" idx="1"/>
          </p:nvPr>
        </p:nvSpPr>
        <p:spPr/>
        <p:txBody>
          <a:bodyPr/>
          <a:lstStyle/>
          <a:p>
            <a:r>
              <a:rPr lang="en-US" dirty="0"/>
              <a:t>In Column 9, [21 in 4] -&gt; [10 in 2]</a:t>
            </a:r>
          </a:p>
        </p:txBody>
      </p:sp>
      <p:pic>
        <p:nvPicPr>
          <p:cNvPr id="4" name="Picture 3" descr="A grid of sudoku puzzle&#10;&#10;Description automatically generated">
            <a:extLst>
              <a:ext uri="{FF2B5EF4-FFF2-40B4-BE49-F238E27FC236}">
                <a16:creationId xmlns:a16="http://schemas.microsoft.com/office/drawing/2014/main" id="{C2F70A5E-EAEC-40D1-B8A9-5BD592C566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79C360-65DB-8CCA-37DA-67BE9804F79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D942C81-BBC2-3492-F997-EA5C082AFD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0A94DA-D1F6-D6C4-658F-8DC6ADD30A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CF471A-B203-75E1-61B4-F8B6F5923A1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27766B2E-0FF0-52A0-F331-CB8B621E897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40234AE-FF2D-E4F7-009E-EA3356EAA02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4E000E1-63B4-CC4A-CD5F-0E737D9F6B2F}"/>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99015F2C-4D79-87D6-DFA2-267E4285CAAB}"/>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AA2B2620-054A-0CC4-C6B7-571A10B3DCE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46DA1700-1971-2EBD-F6CE-E6723FCF8DE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F565CBA1-C94D-65D3-CE4E-E520ECBC2A64}"/>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52151BAF-8ACF-AF3A-C7D9-84BF5205D1FF}"/>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829B7758-5798-7834-4E6D-ADECFB1A8D68}"/>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1628F8EC-C65E-0BE7-45CC-C6861FA7749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5695D458-10A4-3646-6AA6-AF9A43944366}"/>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36D36C2D-203D-DDE1-720B-2A33146F42A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57A33E9B-9610-3B12-0781-4CF1EAB6D1B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D2392F5C-5161-DD96-EA5E-DF1BAB8489A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8F46FA40-42FD-C0E4-078B-A75736EBB938}"/>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24E08C80-87A0-EA9D-1741-80AAE9AE994D}"/>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D20693FE-B425-8B6C-900C-1A21C9F7F2C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4164D3CD-46CC-0C72-B10D-F353E62BB3F7}"/>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5C9D4BE3-B36C-81EF-4272-D7D76D713EF1}"/>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8CBA1D7-6D1D-5273-E15D-F9C9DDF8CA21}"/>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953C5ACB-B6FB-C36D-C49B-C834BAD8BC65}"/>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4D177785-7393-0302-8C6A-C63F172630DE}"/>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66398B80-1068-8E4A-75AF-5C4170FE650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DADD6166-5978-79B9-C3FC-F61C53A6BE6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5622E32-43E6-79C0-EF48-3A6B57CE0B6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2F8A3B88-5997-1C11-DCD3-4FAAA32B915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F2DC876-61E7-190F-EBA1-891B7B09DF62}"/>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9E1890A3-FC80-D0EA-ADE1-897D8C31B635}"/>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4BE09CD7-3083-61A0-08AB-61C857D9CFD4}"/>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DFA241B4-291A-9AFF-14EC-7080EC56A3B4}"/>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3FE84647-FC17-7513-5BF1-1BE0AE23AD7B}"/>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171667E6-402C-6E66-23B9-088DF0BCBDD4}"/>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14ABFB52-FC76-45F1-0628-FB55AC5EF6A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89E7933-A569-1D3F-D35C-3A278F02EE75}"/>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8D221740-C6F1-0291-F087-6F4B8E4DBD68}"/>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2E563A3C-6C8C-C1EA-E6F4-88D7A44DDFC2}"/>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DD0AA434-5A86-94D1-7105-EDCDA7D124B1}"/>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16D33FD0-4811-DA43-9F86-E96933349F1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85A9CDA3-B176-13F1-18D0-9370A915011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7" name="TextBox 46">
            <a:extLst>
              <a:ext uri="{FF2B5EF4-FFF2-40B4-BE49-F238E27FC236}">
                <a16:creationId xmlns:a16="http://schemas.microsoft.com/office/drawing/2014/main" id="{CA43D4B0-5557-2CDE-8F00-4C5934D89DF5}"/>
              </a:ext>
            </a:extLst>
          </p:cNvPr>
          <p:cNvSpPr txBox="1"/>
          <p:nvPr/>
        </p:nvSpPr>
        <p:spPr>
          <a:xfrm>
            <a:off x="4645378" y="3406653"/>
            <a:ext cx="570089" cy="230832"/>
          </a:xfrm>
          <a:prstGeom prst="rect">
            <a:avLst/>
          </a:prstGeom>
          <a:noFill/>
        </p:spPr>
        <p:txBody>
          <a:bodyPr wrap="square" rtlCol="0">
            <a:spAutoFit/>
          </a:bodyPr>
          <a:lstStyle/>
          <a:p>
            <a:pPr algn="ctr"/>
            <a:r>
              <a:rPr lang="en-US" sz="900" dirty="0"/>
              <a:t>86</a:t>
            </a:r>
          </a:p>
        </p:txBody>
      </p:sp>
      <p:sp>
        <p:nvSpPr>
          <p:cNvPr id="48" name="TextBox 47">
            <a:extLst>
              <a:ext uri="{FF2B5EF4-FFF2-40B4-BE49-F238E27FC236}">
                <a16:creationId xmlns:a16="http://schemas.microsoft.com/office/drawing/2014/main" id="{4FBEDF35-C120-CCE2-833F-4773317D64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9E4F4F9-C6BE-680E-56DE-907330BF1AE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447A7803-C9B7-969B-D6AC-6A737EEE9A44}"/>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D98F4AB1-7C17-C621-9902-5F6AA65311AB}"/>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13BED3BB-C6F2-5214-FCC2-4074AA95AF53}"/>
              </a:ext>
            </a:extLst>
          </p:cNvPr>
          <p:cNvSpPr txBox="1"/>
          <p:nvPr/>
        </p:nvSpPr>
        <p:spPr>
          <a:xfrm>
            <a:off x="6654802" y="3406653"/>
            <a:ext cx="570089" cy="230832"/>
          </a:xfrm>
          <a:prstGeom prst="rect">
            <a:avLst/>
          </a:prstGeom>
          <a:noFill/>
        </p:spPr>
        <p:txBody>
          <a:bodyPr wrap="square" rtlCol="0">
            <a:spAutoFit/>
          </a:bodyPr>
          <a:lstStyle/>
          <a:p>
            <a:pPr algn="ctr"/>
            <a:r>
              <a:rPr lang="en-US" sz="900" dirty="0"/>
              <a:t>3568</a:t>
            </a:r>
          </a:p>
        </p:txBody>
      </p:sp>
      <p:sp>
        <p:nvSpPr>
          <p:cNvPr id="53" name="TextBox 52">
            <a:extLst>
              <a:ext uri="{FF2B5EF4-FFF2-40B4-BE49-F238E27FC236}">
                <a16:creationId xmlns:a16="http://schemas.microsoft.com/office/drawing/2014/main" id="{3407F07F-1F37-FC8D-2C3B-50FDCABA9CD5}"/>
              </a:ext>
            </a:extLst>
          </p:cNvPr>
          <p:cNvSpPr txBox="1"/>
          <p:nvPr/>
        </p:nvSpPr>
        <p:spPr>
          <a:xfrm>
            <a:off x="7157158" y="3406653"/>
            <a:ext cx="570089" cy="230832"/>
          </a:xfrm>
          <a:prstGeom prst="rect">
            <a:avLst/>
          </a:prstGeom>
          <a:noFill/>
        </p:spPr>
        <p:txBody>
          <a:bodyPr wrap="square" rtlCol="0">
            <a:spAutoFit/>
          </a:bodyPr>
          <a:lstStyle/>
          <a:p>
            <a:pPr algn="ctr"/>
            <a:r>
              <a:rPr lang="en-US" sz="900" dirty="0"/>
              <a:t>8653</a:t>
            </a:r>
          </a:p>
        </p:txBody>
      </p:sp>
      <p:sp>
        <p:nvSpPr>
          <p:cNvPr id="54" name="TextBox 53">
            <a:extLst>
              <a:ext uri="{FF2B5EF4-FFF2-40B4-BE49-F238E27FC236}">
                <a16:creationId xmlns:a16="http://schemas.microsoft.com/office/drawing/2014/main" id="{876D17D7-50CC-C039-D2D6-1A45BA34AEA0}"/>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3102223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7D927-1C7A-CA42-EBCB-65EAEBE8CC3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86C41CD-1E74-6E57-5CB2-BECE951DA1F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CBCD05-81AC-BEDF-B399-949E6989FA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70C79A-7258-D7C3-E4DF-F4DCEEA2CD3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7AF15AF-1DF2-C97A-6C14-5B20FA6477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3CEA9E-E2BD-5EB5-0DBA-B5AA1647DCB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22FB5E-DF49-D96F-4386-3661880106A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ADC3555-7B4D-F8D6-540A-E864D6CE892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4B27491-EEAC-6A12-AD9D-EBE314B944E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0FB4A82C-DE8E-1F50-66A2-CAB9B60AD354}"/>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44A78987-FEDE-F8D4-BACF-5A3B49A869A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41CDA454-91F7-B712-0012-FF38A4BA4B7B}"/>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F6112D9F-F62C-2693-9672-2112B6E8FF19}"/>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52B6ECC1-6E87-782F-DF1A-2D93241920D8}"/>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42354172-D111-FBCA-E6FE-BD3976FB4CCF}"/>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5D74F3DE-7937-CCDA-A159-D7374C03A45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5A92491-AFEF-0E14-29AD-A9CEEA40D5B9}"/>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042994CD-0E1F-C15E-A607-68ECD3C6906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913A4DF0-921E-35E3-1D01-81163227267F}"/>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7C0BFE6B-45E2-A7AF-DFD9-3C6529CBE64D}"/>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742077E1-D9AE-BB23-983A-34CA728B626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C2C96A3-D366-399B-9540-A3899A8430F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586DD572-07CF-83E2-7AE8-9195ADEC394C}"/>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879FBE37-6A34-2AE9-5765-25C1AA2B8AFE}"/>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EB9DBAD5-939D-7503-1898-EAEDEE19EDD9}"/>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9CAB58DA-BF9F-EC2B-93DC-1ABF00220A0D}"/>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198B0D4-68A9-F98E-4006-B28B67EDBF3D}"/>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BCC501B5-6BA2-8A7F-63D0-FBE1E92FCA2B}"/>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F272D3DC-DA4F-D22C-780C-1A2E7EC39AF0}"/>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EA3E5E81-49E5-0BBF-077F-FCC8826025B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B656614-863D-49F4-80AC-5F7BF1F7F82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6E6857ED-FE2A-9B10-4A47-66F90444853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6B71C23-F74B-C3AA-529C-3E1FAF9B15A0}"/>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3B5A3149-FF00-90FD-7761-3728F56255BD}"/>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35BD50FA-D159-D8FF-3C31-FF274D65C9B5}"/>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146161EA-F0D4-35AD-532C-41F2133B4D82}"/>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0F1FA41D-85B7-EB44-2A3D-7A15C596234C}"/>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1F789360-455B-ABE4-B323-69CF42BD15D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2886FF8-C424-8994-24A1-FB8390612C1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0061528-7138-AD62-CBB4-FCBEF6087855}"/>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64E00C71-010B-5E87-5009-AFC345C76AE8}"/>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A8F39138-805E-3218-EE3D-24331710EA9F}"/>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63FCFBA3-EF43-EA9A-C2C8-FC6ACB801C4F}"/>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07D84F7E-E416-92EB-4D62-B56D95D990B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40035055-BBB0-6B9A-CEE4-3E77654D232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7" name="TextBox 46">
            <a:extLst>
              <a:ext uri="{FF2B5EF4-FFF2-40B4-BE49-F238E27FC236}">
                <a16:creationId xmlns:a16="http://schemas.microsoft.com/office/drawing/2014/main" id="{A7E03C22-CC3E-E11B-16B8-AE89A6F0E41A}"/>
              </a:ext>
            </a:extLst>
          </p:cNvPr>
          <p:cNvSpPr txBox="1"/>
          <p:nvPr/>
        </p:nvSpPr>
        <p:spPr>
          <a:xfrm>
            <a:off x="4645378" y="3406653"/>
            <a:ext cx="570089" cy="230832"/>
          </a:xfrm>
          <a:prstGeom prst="rect">
            <a:avLst/>
          </a:prstGeom>
          <a:noFill/>
        </p:spPr>
        <p:txBody>
          <a:bodyPr wrap="square" rtlCol="0">
            <a:spAutoFit/>
          </a:bodyPr>
          <a:lstStyle/>
          <a:p>
            <a:pPr algn="ctr"/>
            <a:r>
              <a:rPr lang="en-US" sz="900" dirty="0"/>
              <a:t>86</a:t>
            </a:r>
          </a:p>
        </p:txBody>
      </p:sp>
      <p:sp>
        <p:nvSpPr>
          <p:cNvPr id="48" name="TextBox 47">
            <a:extLst>
              <a:ext uri="{FF2B5EF4-FFF2-40B4-BE49-F238E27FC236}">
                <a16:creationId xmlns:a16="http://schemas.microsoft.com/office/drawing/2014/main" id="{F461ACD3-9FA9-6321-81B9-26A2116B30A5}"/>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39153BE-E36C-3E8B-FBCD-EC75A7AA36A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F69710E0-818A-00A2-3CC2-28DB30628A80}"/>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8B42AC8A-3CAE-1D5C-6D25-C5E4E1513A85}"/>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C8A4B94C-CCA8-7D19-6B6B-F95373FE243F}"/>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DFD0D45-8C82-FFE2-C31F-D51E5AB24257}"/>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8A3B31F4-C162-85B9-BBAE-D48777B8A74D}"/>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0CDF3EF3-12C2-A88D-3C31-E417C91AF4A9}"/>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6444761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ABD9B-DFA0-D298-D710-938C9517DF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84CD7C-D17A-B3D2-F142-AB5A6356833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D8A2DED-999A-BB18-6604-7CFC66EC108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6797E0-52ED-0605-F7E4-0E131CA56FE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3A2AC14-C542-F5CD-8676-6F0EABE21D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95FA4AC-E56D-388F-D7E7-6B77AAF25A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FCE8945-170D-6B42-9817-98E10AF440B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D8A590B2-1040-FAA0-97F9-FB6DBA1F43CD}"/>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EDE36DAF-0658-95C3-CE33-841BC4C54A6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2" name="TextBox 11">
            <a:extLst>
              <a:ext uri="{FF2B5EF4-FFF2-40B4-BE49-F238E27FC236}">
                <a16:creationId xmlns:a16="http://schemas.microsoft.com/office/drawing/2014/main" id="{6F6CDE1F-A0A4-3C8E-666D-CB7789DC1CD9}"/>
              </a:ext>
            </a:extLst>
          </p:cNvPr>
          <p:cNvSpPr txBox="1"/>
          <p:nvPr/>
        </p:nvSpPr>
        <p:spPr>
          <a:xfrm>
            <a:off x="3138310" y="2905709"/>
            <a:ext cx="570089" cy="230832"/>
          </a:xfrm>
          <a:prstGeom prst="rect">
            <a:avLst/>
          </a:prstGeom>
          <a:noFill/>
        </p:spPr>
        <p:txBody>
          <a:bodyPr wrap="square" rtlCol="0">
            <a:spAutoFit/>
          </a:bodyPr>
          <a:lstStyle/>
          <a:p>
            <a:pPr algn="ctr"/>
            <a:r>
              <a:rPr lang="en-US" sz="900" dirty="0"/>
              <a:t>78</a:t>
            </a:r>
          </a:p>
        </p:txBody>
      </p:sp>
      <p:sp>
        <p:nvSpPr>
          <p:cNvPr id="13" name="TextBox 12">
            <a:extLst>
              <a:ext uri="{FF2B5EF4-FFF2-40B4-BE49-F238E27FC236}">
                <a16:creationId xmlns:a16="http://schemas.microsoft.com/office/drawing/2014/main" id="{AAD7C57D-2637-D2CD-3B40-9C8817076A1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7DE359D7-1122-99B2-5726-31A3EC56FB75}"/>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AD399B37-48DE-813D-4F88-AC1D0A3D764A}"/>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FC54C1FD-FDF4-693A-8FA8-138CC1DD373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BEDD166B-0B32-93D1-95BB-17471BB8BC1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E5F7D375-43FF-F647-67D3-C0578562EBBE}"/>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ED1D41AC-9117-8EF9-3708-A4F9C1A08ED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73510BB3-AD25-CBE1-D317-59287DB51561}"/>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5C963791-F38E-4EF1-8C13-4D1532BBA62B}"/>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D409DD2-4F69-898E-6E63-9C12C807D5CC}"/>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5DEA6E82-9CDD-18C6-1633-EE9CE4009073}"/>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1DDA129E-B26E-F408-EB21-8CE33EC2078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A426145A-D999-BACB-13DB-435DE35662C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C308AA75-30E2-8CD7-C641-EEF138F45395}"/>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895C848-F33C-0B90-4394-2083B86AAE14}"/>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3DADCC7F-C424-233A-4EDC-A1F23CFAA7E1}"/>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583725BE-2978-7B64-1EA6-C697448C7C3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B9F7CCCB-DAB7-F705-0BDC-F426DC95C01B}"/>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0FEB5DA9-7189-1404-5A37-D9B99E5AC77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520BF59-0C2F-9E3E-095B-5A9038BE5E1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EB577F9-1B46-B882-62CA-9C0107C1742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1237040-7C2F-3CD0-D5A3-C8817AFF9F34}"/>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A589285-A0D4-B8B6-7F1B-52785E836CC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C26BBDB8-8602-370A-52FD-6DC00539423E}"/>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CCF9A040-D93A-FA5C-FFD2-C7CA00F9DA2C}"/>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1D33275D-76FF-7F7F-4D0E-C27AFA04601C}"/>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1A82AEED-307F-536E-6A39-A8EDC7E1AAB3}"/>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790C175E-E45D-2A8E-8ED5-57803CD9BC8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21080AF-E340-9506-CBE8-F95592C43150}"/>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A7EADD5C-A66F-44D3-1859-F5D564B2FF06}"/>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64272033-36F6-2780-9B26-D705B3CC61E7}"/>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9B9C3477-4D94-F4A2-AC48-A81B848A3C6C}"/>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9E6CD6F1-F2B8-5893-9CA2-76EF5877D15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709B650E-795F-392C-E627-0B0B78FFDA5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8" name="TextBox 47">
            <a:extLst>
              <a:ext uri="{FF2B5EF4-FFF2-40B4-BE49-F238E27FC236}">
                <a16:creationId xmlns:a16="http://schemas.microsoft.com/office/drawing/2014/main" id="{8F0FCF16-8C10-584D-5144-004734E086AE}"/>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02064B9-F11C-4FA7-5D22-BD00BD2D601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7D20373E-6DA4-022F-7172-F5FEEEDAAAA4}"/>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B35EA919-5B7B-BAB0-EF8A-63F75B2BECA0}"/>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B1C139D8-3F31-D5A9-354D-8FBA979166B4}"/>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627E536C-7A91-529A-98B8-DF5C47ACF07E}"/>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6703CEA1-C70E-4731-3642-2E7DF949124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5A319DA3-A813-BE6C-2E55-562BBE0347CF}"/>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86E93DD3-76C7-6DD9-9A73-6E03ACF7F44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C201985-2A00-281A-9B10-F390F1134F7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782244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38E0-406C-DE3D-BABF-FBF6BE1AC0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01B895-3B60-26C5-27A7-156074BE3BD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122CA40-6085-D5C1-1B31-E83B5B2BBD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CF2166E-1373-4503-8533-20D532E3F3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7C8C68F-3C55-7B81-D375-D80CA64281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61C63A-D8A1-9C9E-5E3B-204605F027B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65A83C-9F4A-9412-318B-20BBD76CE7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70D2825D-6F1A-C6D8-E2D7-00DE57CBFFD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43F41F1-8DF9-FCD6-B95B-C8764C95370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90BAA8F-DB28-E18A-C3FA-E44FE1F5EF66}"/>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91241650-7263-DC3A-F9F2-00722CC5B2B3}"/>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2A72CC2F-9C40-7D30-A0E3-463544DB5A20}"/>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9E3A119-2AFA-DE7C-79B4-8587BC660073}"/>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0E67E80F-4740-07E3-D3CD-CD9A4120DCE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241996B6-F8AF-69A9-E654-302AA080A119}"/>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FCD89D4E-D4F4-457A-7490-CD26AB89077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8D701E74-165D-AD63-54E8-D9B46EDFE5D8}"/>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BF3804BE-9667-B383-EFB1-CE296A5DA9A5}"/>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0E8C3D1E-049B-81EB-531C-7552FC386E8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6E0E746F-1442-0D9B-54F7-A55B5C32B64D}"/>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07B7F1E6-B24C-7E24-39AB-522AB5BB4479}"/>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B5A6F16E-8D4D-E8A0-336A-1D77413D6806}"/>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67F9141C-86EB-9D5E-1676-1041AAF74205}"/>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3D761D03-9D83-34F4-9F7E-ADDA067BA371}"/>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EF2F063-E3FF-CB68-9922-16302412DF70}"/>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D403A341-DF50-6FF4-1020-EF3F8FDF60B8}"/>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5225945F-04AA-7A68-584C-6FC16FAE6CD1}"/>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A9B5A4B6-5D56-1FD3-4672-9E051B743E5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A695852-D8B5-8DFC-9FA1-6E3356263A9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82F0659-7CD0-C2F6-72D1-9A59483A7F27}"/>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DEB47B8-C3B9-932C-3D1A-8D3FDBBE0941}"/>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3A66365-3961-CECE-95E9-1FCA757ACC5F}"/>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2193F373-893A-A366-2098-EF0EA574677B}"/>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35C4175-6D4F-2041-6FC5-EAFCD56ABD9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8938595C-1C16-22DF-83CC-CBAE0A098BB4}"/>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87F8C894-3874-C8B1-74C1-DFE5C9F4866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38C1026C-1775-F5BC-5596-A7246D41689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0C098458-CB52-5B9E-994B-67D7B3469D0E}"/>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DED6FE61-B001-C4C9-0C3C-371CB04288EB}"/>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1E9E7D12-3524-48F4-816D-E02FA9F4C44D}"/>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B32F5B05-B920-1ADB-5AB0-A8FB513D38C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2E94ED11-09DD-A542-8D27-8CE3EC4CAE5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8" name="TextBox 47">
            <a:extLst>
              <a:ext uri="{FF2B5EF4-FFF2-40B4-BE49-F238E27FC236}">
                <a16:creationId xmlns:a16="http://schemas.microsoft.com/office/drawing/2014/main" id="{4BEEE93B-B0D9-F5C0-0BF0-EF009919E15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0CED1C9-06A1-7BF0-DD6C-378266A037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DFA2BA21-0012-0311-DB20-510678520470}"/>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0D27A9EB-1C36-D2DB-AFEB-75EB53E917A8}"/>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B6F98C8F-52A8-61AA-E617-25BCF39B273D}"/>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8D34014-C8B1-C3E4-0EF8-5CD38F53B5D3}"/>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1BA494E3-BD1D-4F1B-DA60-1448BC6B33C7}"/>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8A618E71-3095-C242-C549-EDA1AC00D1F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C93F7248-F982-DF3D-F489-B7FE583A0472}"/>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1424CF29-42C8-1449-D62C-0E760BD41F1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CE5C23D0-F99B-8CF7-B7A4-DE5FB41EED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8D61D695-793C-C931-9762-9930DE647545}"/>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7422958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DF7B5-216F-DEC4-B347-A668095C2A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F048AA-44E9-B841-A240-C640C7C33E3C}"/>
              </a:ext>
            </a:extLst>
          </p:cNvPr>
          <p:cNvSpPr>
            <a:spLocks noGrp="1"/>
          </p:cNvSpPr>
          <p:nvPr>
            <p:ph sz="half" idx="1"/>
          </p:nvPr>
        </p:nvSpPr>
        <p:spPr/>
        <p:txBody>
          <a:bodyPr/>
          <a:lstStyle/>
          <a:p>
            <a:r>
              <a:rPr lang="en-US" dirty="0"/>
              <a:t>Last possible 6 in Row 1.</a:t>
            </a:r>
          </a:p>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FD35C2F-CBEA-0517-B8BF-E008F91C1AC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28517F-DEA8-CB3A-96ED-3C56B36F453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CB2E22-7915-B8BC-395A-C0929BADDF8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E6E7594-6FDA-BEFF-096A-2AD1D6E60D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7D1E858-D6E8-F68F-AEA4-EA52EE1153B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A24DDA3-4F1B-5A4F-AB24-33F1E888759E}"/>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17E3CE9-9DE1-BA75-B0CA-CA69E2B0791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EFE5225A-2AC9-5397-2FD5-367972F6C12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007DB10-6572-869C-8369-0EE321D01FB5}"/>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0622AE69-7F8C-EC0C-70C1-86FF72C3D35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9805554E-AC17-B96F-5537-B89F8A58989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BE1C4488-5D6C-728D-C836-4621D288EB0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E77CDA3-F646-FBFA-EA4A-1DCE4B762DE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13636A1F-9F16-C3A8-CD39-D0B5D463BF01}"/>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69ED478-5BD4-FE97-A825-34D438E9CFA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518C0933-4686-B27C-4E11-9B8890709115}"/>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FE36C846-C34A-3E5C-B82D-FE40830F796F}"/>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B548B18D-59C4-EC06-EB4E-24BFDF7B9AA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B7312389-59A2-0F26-C95F-420A43C393A7}"/>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D5429CF3-673E-8DD5-9800-4FA83D7A2887}"/>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C28ED1FC-01F2-5D9A-424B-6FF7308D48A1}"/>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BC3506DA-BDFF-03CD-84F2-993292E89E06}"/>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03F26E28-FFCD-EB19-FD38-439C7A9D859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5D20A6E-2570-40AF-25A5-C6D105E5F80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72E820D-39D1-B251-8E86-FC1851C2FC0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E348186-A0E8-8E90-7FCD-B8D41E0D4C14}"/>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EB5C8669-2440-A840-B9BF-6A0CAA457B6F}"/>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B7003F5-51DE-B4F3-76AC-203EE0538211}"/>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3028082-B3B7-46A3-2B3F-85C462A75309}"/>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97831F48-BA33-F958-F722-FF0983BD1106}"/>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B1A3DB4-1DC2-CABD-9906-78BA2F71FC1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EEE3597C-B479-9A11-D3FD-B313AD3D790F}"/>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2112D1A-A204-EC17-FEA5-95A1C424786C}"/>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01C75063-0623-8EED-6BB2-77307436D58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79E0F0C2-9189-0794-138F-2314A82A9A59}"/>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5F3E09AE-93D1-65F9-6825-888BE5C0C2B3}"/>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75D647BB-F747-6F64-66A6-7D699D781BD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18A18B6F-F539-E1FC-AE39-0A97D293EFF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BD5D079-BC15-50D9-4DA6-4D10ED8B905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BB2E20A4-2317-8F30-15BD-F5D6A405563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F1F8AEC-A47A-E046-5444-FF3953FEA12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B2415BD3-70D2-C2AF-634B-9BE705C1C1BF}"/>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85D48CC3-188F-0D21-ED3D-9174C4412F67}"/>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786936D0-2140-CB82-26DB-01089C17EBE8}"/>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48B05F4-33F5-683C-770D-14A651F6ED87}"/>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7F60D9F1-FFA1-7FD6-999D-B8115E547CEE}"/>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D428E1EB-6781-EB38-60B7-32CA54234B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18F0FF85-A732-5151-EECC-735B1623A90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3A887A09-398C-9C42-C41A-743DC17F1D8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44423F68-382A-C3C7-9E00-D0B66171F25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9381EB62-4073-F3D7-169C-3CE42CD2D105}"/>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F921214-2D65-CCEE-E912-781C4B11649A}"/>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9542673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744C8-5C1B-0FB6-A835-908FA181A4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8138E2-A651-624E-F041-FB99F6F0C27F}"/>
              </a:ext>
            </a:extLst>
          </p:cNvPr>
          <p:cNvSpPr>
            <a:spLocks noGrp="1"/>
          </p:cNvSpPr>
          <p:nvPr>
            <p:ph sz="half" idx="1"/>
          </p:nvPr>
        </p:nvSpPr>
        <p:spPr/>
        <p:txBody>
          <a:bodyPr/>
          <a:lstStyle/>
          <a:p>
            <a:r>
              <a:rPr lang="en-US" dirty="0"/>
              <a:t>In the upper center block, 2 is in Row 1.</a:t>
            </a:r>
          </a:p>
        </p:txBody>
      </p:sp>
      <p:pic>
        <p:nvPicPr>
          <p:cNvPr id="4" name="Picture 3" descr="A grid of sudoku puzzle&#10;&#10;Description automatically generated">
            <a:extLst>
              <a:ext uri="{FF2B5EF4-FFF2-40B4-BE49-F238E27FC236}">
                <a16:creationId xmlns:a16="http://schemas.microsoft.com/office/drawing/2014/main" id="{43153CC0-9008-DD4A-FCFE-D1FF72A3D8F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5A1FE7-332D-E715-FD9C-0F3AD48ADB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6B637-1789-B251-8501-8FF06B2E45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98B80D-0950-DDD3-9355-23067C80A2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57EAAB0-D725-6D7D-E59D-16B2C3C38F0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7655DDF7-6F06-5851-8336-5399089696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8DB969B-837C-911B-379D-2F7E1517378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36CF8DD-405A-BF0F-10CD-2E0400AF5BE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18F3952-A84B-07D7-B379-9E72A12156C3}"/>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25D67011-1189-9FE7-B45F-715CAF054678}"/>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F2C70212-0038-1B2E-53BD-F7CA719F8CA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9C82F664-E3A9-0854-7AE7-54869414796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26FD1075-22DA-95E3-6591-50510DA27EF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85426D84-DD3A-6711-3F9D-9607C33F9D3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D26AF60-0634-E3FA-86EF-1CAC69ED06D4}"/>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DF3B5D54-5B6E-9EE0-7754-246CF3810727}"/>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F708D3F1-77E9-7E07-C97B-F4F20AF46D52}"/>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98392676-8C73-0C30-3433-27DA074EE22B}"/>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9C6F923-0D92-6C94-2A18-D4ACA254236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9B1655FF-97E7-690E-8645-7949A5DEFC05}"/>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E05A6C4-1EF4-B581-CD75-75C227318FCE}"/>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B217BDC7-A8DF-B8CC-5DEF-B9392EAFEE56}"/>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48302022-317D-2090-3DB4-71FB7BB7F065}"/>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D49D462-35B3-94BD-C99B-587FA5C4B0A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DE4A8CC6-C152-5C96-4244-751727F2CEA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1CF3D45-AE71-3E44-E3E0-18C7CFC778D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5975B08E-945A-E73F-D82C-A638409FBD69}"/>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4AB70D8-4725-557B-33AC-5230B22E1C29}"/>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80E5D5B7-EA6E-D4D3-5862-88E8741E62F4}"/>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236CD8D6-0618-D632-1C2F-B92325735148}"/>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E4BCAFB6-57AF-706E-3C45-2C2B8D8BC6C9}"/>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EEA26EEB-8D46-BF94-A07B-05498E8C17EE}"/>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8E073A9B-6331-B946-BB2B-BBE2E72192CE}"/>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A44D47F-0823-6AED-030E-5A344FEBA27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DA5E957B-E277-E3CE-170B-9B79BA6B38B5}"/>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3E04E383-E006-3121-4DBD-146ACCC9E04D}"/>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45715606-81BB-E916-5A37-7EF67E867BC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4CF839B9-7A88-9AE4-0A16-FEC4BAAE4FF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62D9F714-7454-6479-8324-662CD242F40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BB3F806E-6404-FF17-B50A-414C6D14EF4E}"/>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6FBF39D-658D-8CB0-ACBC-466C1B65C07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80071128-D083-B9C6-E296-046B204BDBC5}"/>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5EAEF0E3-185C-970C-4488-6217589741ED}"/>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8B69626-AFDA-C9E7-5288-22FF0A887D73}"/>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CBE08C4-0F60-2DAA-9C08-81173C86A5F6}"/>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7C5A7AD7-B52B-4DF0-E506-5A5CF75F3A7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BD0DA8FE-DDF7-452C-06B1-4D968E4A290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47FC6A25-20E7-398B-ED83-FA8A85BAFDA8}"/>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5D25C0E-5441-C6D6-2102-ECFB80F5102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A4BE036E-A011-33E4-D80B-BC6AFB6A68BD}"/>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AC0A1432-D150-9E2B-684B-31BD3AE685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560A928-80E5-1243-7036-E71A6ECB1563}"/>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758325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58E16-8203-DA61-7129-1A9ACA4B6C8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83C41F-D945-A0B7-C165-E43F29A5BD8B}"/>
              </a:ext>
            </a:extLst>
          </p:cNvPr>
          <p:cNvSpPr>
            <a:spLocks noGrp="1"/>
          </p:cNvSpPr>
          <p:nvPr>
            <p:ph sz="half" idx="1"/>
          </p:nvPr>
        </p:nvSpPr>
        <p:spPr/>
        <p:txBody>
          <a:bodyPr/>
          <a:lstStyle/>
          <a:p>
            <a:r>
              <a:rPr lang="en-US" dirty="0"/>
              <a:t>Complete Rows 5 and 6.</a:t>
            </a:r>
          </a:p>
        </p:txBody>
      </p:sp>
      <p:pic>
        <p:nvPicPr>
          <p:cNvPr id="4" name="Picture 3" descr="A grid of sudoku puzzle&#10;&#10;Description automatically generated">
            <a:extLst>
              <a:ext uri="{FF2B5EF4-FFF2-40B4-BE49-F238E27FC236}">
                <a16:creationId xmlns:a16="http://schemas.microsoft.com/office/drawing/2014/main" id="{E190F4FA-3213-46A7-056B-2CA2679AC2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A6DA55B-34D4-949B-96D7-299DC16D10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55E1567-5BE5-4B97-41A3-27B133452C3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84F9DB-8994-CBB5-6F07-E7564C4B1F4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9C1900-D0C9-7B5F-AEA5-23C5C3E10D2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00EA0E97-A1D0-4CE9-4D79-85C8D5803230}"/>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E1396BEB-95A9-F0B2-61CF-936419C1B28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E38B59FC-496C-1EDD-8955-99612F801B9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D35BD9A-8A33-800C-0753-93DE0F3889EC}"/>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E92960D-30EB-5DD4-2210-C771E20461D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D7C7042-16F0-4489-4433-D1A4A8C49D5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171819A-9F6D-05F0-2867-305778660C2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66FA3B4-6A62-BB5C-2406-5AC478B62A9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FE6A9ED0-32F9-07BE-A5D2-AE17E8AB6654}"/>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D49109D0-0E69-CE73-E5F8-39E27C58C79B}"/>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6F7D1F71-E242-CCC3-EA8B-D7C77DF826F4}"/>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7918E15-59C4-99D3-F621-F07328B875A8}"/>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D38ADF06-E3BD-7743-19F4-658C72824F72}"/>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275F0A9E-BC3F-996A-A0C9-01DF2C12F02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2F74792B-459B-026F-5123-C58C3105AC98}"/>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6A56FE18-C508-0987-47F5-45F4BF955509}"/>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26219DAD-5117-AA70-0305-92DB700E8190}"/>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239D9828-2103-AC80-6310-EE557A5305D0}"/>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A57EFF8-6FEB-E7C1-41B7-0C90AD99072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6AD446FC-7099-0F45-604C-254F7308C7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53F2F36-8B9E-520A-810F-49DDFF4369B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08AFC9F-0D01-2296-B47F-0C1F651D1BB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85ADB25B-63C3-1DD4-DCE3-7B47F676313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456D080-F8FD-8537-40A9-BA04BE1C9C33}"/>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DE34C38D-6AF6-C783-134A-C16EF65A3A3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FE05CC51-FECD-61D3-84D0-15976728EFD2}"/>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59A82926-A923-B26D-7C60-CF2A52A3182D}"/>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395B6B9D-84B9-9190-BC13-20E3B1EB8BF7}"/>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D8B8B42B-6039-5459-27E9-4AAAB672F35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080DBC0D-207A-F258-9040-6EB4C8687471}"/>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EDB1B6C3-130C-FD61-EC44-03E11A922704}"/>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E5FC9196-C8CC-1BC4-F1B4-5DCF5BE8EF9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A4426B52-57D3-B491-52F1-A66A737A8AD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1690C343-1333-7A88-2184-C6950BCAF1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DB629CB2-5491-EB3B-E237-D8F57B3E3A8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65D7350-CE6D-D5AD-024C-2FB61CBB73C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28A9BE0A-D014-FB81-AB06-379D4CFF247C}"/>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6C045E94-3CDE-C159-DC61-E8D503421710}"/>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5451D4D4-78AC-FB67-E371-2AD6C3885FFE}"/>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E62A9DC6-8C89-0773-7283-9449734CD493}"/>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68B026E8-3760-BD53-03D2-81C084966490}"/>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D8BF61BB-8B87-0921-E6F5-47FA7F3814C6}"/>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D57EAD53-69A3-4F21-67E8-C34367DE2B0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D1E2BDA-54FC-C1F7-16D6-78B6097414B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2A2A946A-BDF0-6051-3F36-4F0CDBDD3B9C}"/>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547B430-5EB1-8270-7D09-CD0F7039B37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4133F3E-512F-AD04-ABCB-C3AC30CF20ED}"/>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0B356CC-52A0-4028-2AF9-91C68B881C5C}"/>
              </a:ext>
            </a:extLst>
          </p:cNvPr>
          <p:cNvSpPr txBox="1"/>
          <p:nvPr/>
        </p:nvSpPr>
        <p:spPr>
          <a:xfrm>
            <a:off x="5147734" y="2905709"/>
            <a:ext cx="570089" cy="230832"/>
          </a:xfrm>
          <a:prstGeom prst="rect">
            <a:avLst/>
          </a:prstGeom>
          <a:noFill/>
        </p:spPr>
        <p:txBody>
          <a:bodyPr wrap="square" rtlCol="0">
            <a:spAutoFit/>
          </a:bodyPr>
          <a:lstStyle/>
          <a:p>
            <a:pPr algn="ctr"/>
            <a:r>
              <a:rPr lang="en-US" sz="900" dirty="0"/>
              <a:t>2346</a:t>
            </a:r>
          </a:p>
        </p:txBody>
      </p:sp>
      <p:sp>
        <p:nvSpPr>
          <p:cNvPr id="41" name="TextBox 40">
            <a:extLst>
              <a:ext uri="{FF2B5EF4-FFF2-40B4-BE49-F238E27FC236}">
                <a16:creationId xmlns:a16="http://schemas.microsoft.com/office/drawing/2014/main" id="{5B4465BC-2B9E-F80E-081B-C92B109D336E}"/>
              </a:ext>
            </a:extLst>
          </p:cNvPr>
          <p:cNvSpPr txBox="1"/>
          <p:nvPr/>
        </p:nvSpPr>
        <p:spPr>
          <a:xfrm>
            <a:off x="5650090" y="2905709"/>
            <a:ext cx="570089" cy="230832"/>
          </a:xfrm>
          <a:prstGeom prst="rect">
            <a:avLst/>
          </a:prstGeom>
          <a:noFill/>
        </p:spPr>
        <p:txBody>
          <a:bodyPr wrap="square" rtlCol="0">
            <a:spAutoFit/>
          </a:bodyPr>
          <a:lstStyle/>
          <a:p>
            <a:pPr algn="ctr"/>
            <a:r>
              <a:rPr lang="en-US" sz="900" dirty="0"/>
              <a:t>2346</a:t>
            </a:r>
          </a:p>
        </p:txBody>
      </p:sp>
      <p:sp>
        <p:nvSpPr>
          <p:cNvPr id="57" name="TextBox 56">
            <a:extLst>
              <a:ext uri="{FF2B5EF4-FFF2-40B4-BE49-F238E27FC236}">
                <a16:creationId xmlns:a16="http://schemas.microsoft.com/office/drawing/2014/main" id="{EA0C91C7-208E-1768-ABE4-5735D6D302D2}"/>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2346</a:t>
            </a:r>
          </a:p>
        </p:txBody>
      </p:sp>
      <p:sp>
        <p:nvSpPr>
          <p:cNvPr id="58" name="TextBox 57">
            <a:extLst>
              <a:ext uri="{FF2B5EF4-FFF2-40B4-BE49-F238E27FC236}">
                <a16:creationId xmlns:a16="http://schemas.microsoft.com/office/drawing/2014/main" id="{D2CC2ACD-12E6-57D3-EF13-80E03075CD77}"/>
              </a:ext>
            </a:extLst>
          </p:cNvPr>
          <p:cNvSpPr txBox="1"/>
          <p:nvPr/>
        </p:nvSpPr>
        <p:spPr>
          <a:xfrm>
            <a:off x="5147734" y="3406653"/>
            <a:ext cx="570089" cy="230832"/>
          </a:xfrm>
          <a:prstGeom prst="rect">
            <a:avLst/>
          </a:prstGeom>
          <a:noFill/>
        </p:spPr>
        <p:txBody>
          <a:bodyPr wrap="square" rtlCol="0">
            <a:spAutoFit/>
          </a:bodyPr>
          <a:lstStyle/>
          <a:p>
            <a:pPr algn="ctr"/>
            <a:r>
              <a:rPr lang="en-US" sz="900" dirty="0"/>
              <a:t>379</a:t>
            </a:r>
          </a:p>
        </p:txBody>
      </p:sp>
      <p:sp>
        <p:nvSpPr>
          <p:cNvPr id="59" name="TextBox 58">
            <a:extLst>
              <a:ext uri="{FF2B5EF4-FFF2-40B4-BE49-F238E27FC236}">
                <a16:creationId xmlns:a16="http://schemas.microsoft.com/office/drawing/2014/main" id="{0A31FB2A-BEFA-3135-73D0-67A39C93D5D0}"/>
              </a:ext>
            </a:extLst>
          </p:cNvPr>
          <p:cNvSpPr txBox="1"/>
          <p:nvPr/>
        </p:nvSpPr>
        <p:spPr>
          <a:xfrm>
            <a:off x="5650090" y="3406653"/>
            <a:ext cx="570089" cy="230832"/>
          </a:xfrm>
          <a:prstGeom prst="rect">
            <a:avLst/>
          </a:prstGeom>
          <a:noFill/>
        </p:spPr>
        <p:txBody>
          <a:bodyPr wrap="square" rtlCol="0">
            <a:spAutoFit/>
          </a:bodyPr>
          <a:lstStyle/>
          <a:p>
            <a:pPr algn="ctr"/>
            <a:r>
              <a:rPr lang="en-US" sz="900" dirty="0"/>
              <a:t>379</a:t>
            </a:r>
          </a:p>
        </p:txBody>
      </p:sp>
      <p:sp>
        <p:nvSpPr>
          <p:cNvPr id="60" name="TextBox 59">
            <a:extLst>
              <a:ext uri="{FF2B5EF4-FFF2-40B4-BE49-F238E27FC236}">
                <a16:creationId xmlns:a16="http://schemas.microsoft.com/office/drawing/2014/main" id="{B9EA9FBC-B2BB-3361-FDE0-54BF3B2B635A}"/>
              </a:ext>
            </a:extLst>
          </p:cNvPr>
          <p:cNvSpPr txBox="1"/>
          <p:nvPr/>
        </p:nvSpPr>
        <p:spPr>
          <a:xfrm>
            <a:off x="6152446" y="3406653"/>
            <a:ext cx="570089" cy="230832"/>
          </a:xfrm>
          <a:prstGeom prst="rect">
            <a:avLst/>
          </a:prstGeom>
          <a:noFill/>
        </p:spPr>
        <p:txBody>
          <a:bodyPr wrap="square" rtlCol="0">
            <a:spAutoFit/>
          </a:bodyPr>
          <a:lstStyle/>
          <a:p>
            <a:pPr algn="ctr"/>
            <a:r>
              <a:rPr lang="en-US" sz="900" dirty="0"/>
              <a:t>379</a:t>
            </a:r>
          </a:p>
        </p:txBody>
      </p:sp>
    </p:spTree>
    <p:extLst>
      <p:ext uri="{BB962C8B-B14F-4D97-AF65-F5344CB8AC3E}">
        <p14:creationId xmlns:p14="http://schemas.microsoft.com/office/powerpoint/2010/main" val="10894056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02F0B-80D3-1919-20CB-88B5571C556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2955001-84DA-ED51-885A-FD2C6E48F497}"/>
              </a:ext>
            </a:extLst>
          </p:cNvPr>
          <p:cNvSpPr>
            <a:spLocks noGrp="1"/>
          </p:cNvSpPr>
          <p:nvPr>
            <p:ph sz="half" idx="1"/>
          </p:nvPr>
        </p:nvSpPr>
        <p:spPr/>
        <p:txBody>
          <a:bodyPr/>
          <a:lstStyle/>
          <a:p>
            <a:r>
              <a:rPr lang="en-US" dirty="0"/>
              <a:t>Reduce.</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B45AAFB6-7F3C-0645-512D-4A515DC1BCB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93494C0-D822-4A20-8EFC-B79E1E8BBAC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856B79-BB75-4007-4202-3A25E391C5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7F71FB6-A529-1006-F0FC-003D15B479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8E20E4F-598F-38B2-55C2-0A06DA24302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C502F25-BD8C-4FD4-5A68-7DC3032470B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BBFF167-F6AF-326C-573E-558E1ADBF3B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993CD741-EF11-A7C6-5BC2-7A0C15A910E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3F1BC7E-8BB0-F8D0-CD2A-85BD6F4EF4D5}"/>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2563E114-04F6-58F8-C547-CD972030550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590CA203-CF16-F1B3-1D2E-31E5B0AAF24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CE33E516-7972-4A92-86BC-91433911DD71}"/>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02C851B-B59A-57F4-D693-F688B1A06D2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BDA4A7BA-A8ED-E0AE-4515-DA4DB30B0CA5}"/>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DCB3090E-3AE6-5E94-C159-44F61FB333BF}"/>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682576CA-B2B4-07B1-65CF-EE2045ABBA8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3058F5B-BDFE-DCD1-4482-20DAA2E6ED60}"/>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26AC963E-1CAD-A88F-0989-69E201B8A163}"/>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81CB8F7-180F-99CF-55AC-2A5EC1665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04FEAD78-5389-71A8-D800-7A9EE5AD8EB6}"/>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691C7450-B811-88C3-400D-24D87D672555}"/>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C655CBCB-FBCD-CD86-FF97-52524ACA7BD6}"/>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42DA1DE0-5CC4-4A90-5C49-CF6C4B69E24E}"/>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C4FFD01-726F-FCAA-977F-89578EBF82E2}"/>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F10E4685-1100-971E-EE7D-EF0A7B36A0A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D328E1D-EA4E-FBDD-6D48-E3D9BC706A6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2D84E3E-DFEB-5818-4824-91C14AB12A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831509A-024D-116B-E951-9D6C8E6CF337}"/>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C0A6155-21D3-D38D-1CD3-754B6671898A}"/>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EBCE26AE-1E39-9337-CEDA-5F107594A6E5}"/>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0713999E-568C-5E39-CF37-774ABA5F41F7}"/>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299DBA95-F0C8-5A96-D2B2-58D80BB4E3D7}"/>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36BB6809-2EF0-0ECD-5010-B93250502B4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B05BA6B4-A081-7FD3-A37C-9D217979B1D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C2C9858F-B26E-CE73-65E2-D9BAF812F550}"/>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E72E8E2B-038D-BFAB-AD24-FE8361D85D84}"/>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5D754ADE-1BD7-D398-74A8-0D85BEEBF6F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2E78EAF6-6B33-2D15-5FF9-BB4CD9A574A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599E8D5-9F05-8E0C-F7E1-355212ADE8A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73981FC5-225D-2019-6F79-7A140AEA0D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86266A8-4DD7-5FDD-45C6-1D41E16A84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CD240028-B4B5-14D6-1250-39A9DE5A26F6}"/>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2E38F5A6-3AD5-6E8C-51C3-4CB714F777AF}"/>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C961DFA6-366C-A4AB-4F96-04E8BF18789D}"/>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338A018-ACEF-1B88-01A2-E23B18603A5A}"/>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9FF774E4-4518-B209-EB89-B98D138D821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38BB4479-2545-4575-D2D3-F9D272381DB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4437560A-DC2F-1D9D-1619-9582D2FBB85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1CFAE8F-77D9-06D9-AE5E-5B64519429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5DA83F44-65C9-B97D-2E61-E1C054429DBF}"/>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3A23828-CA34-D492-B5F4-205F34DBA12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3B8C3649-6B50-E31D-3D8E-68DC9D9B8631}"/>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0410E8C-CB3A-8EFD-17D6-3871CFC697C5}"/>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7A8D1DA3-122E-FE89-1FEB-463FDA3987A6}"/>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EEA2A99F-EB24-2535-CCBB-CE5548178669}"/>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1331DD77-5F70-D9D5-BAD2-05A99F88A0A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44FFBBB-6150-060C-1DFB-5DCB65BC398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A84230D-D87D-2750-A0AD-4594FD2D4A0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883956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F5B9A-5337-E25F-30B3-7509906677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BA5B1E-9592-D2A7-C271-1AA217D13DA5}"/>
              </a:ext>
            </a:extLst>
          </p:cNvPr>
          <p:cNvSpPr>
            <a:spLocks noGrp="1"/>
          </p:cNvSpPr>
          <p:nvPr>
            <p:ph sz="half" idx="1"/>
          </p:nvPr>
        </p:nvSpPr>
        <p:spPr/>
        <p:txBody>
          <a:bodyPr/>
          <a:lstStyle/>
          <a:p>
            <a:r>
              <a:rPr lang="en-US" dirty="0"/>
              <a:t>In Row 8, 45–(9+15+12) = 9, in 2.</a:t>
            </a:r>
          </a:p>
        </p:txBody>
      </p:sp>
      <p:pic>
        <p:nvPicPr>
          <p:cNvPr id="4" name="Picture 3" descr="A grid of sudoku puzzle&#10;&#10;Description automatically generated">
            <a:extLst>
              <a:ext uri="{FF2B5EF4-FFF2-40B4-BE49-F238E27FC236}">
                <a16:creationId xmlns:a16="http://schemas.microsoft.com/office/drawing/2014/main" id="{953BB908-802C-D99F-56A4-A39D8809388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F7D2CBC-EE0F-342D-2160-39DA6B011E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6067D60-9CEA-9BC8-2E5A-E37B3066F3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A8B254-2A0D-0916-2DA7-ADE5C6F9AB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DA2F18-6C5B-113C-B00E-CC2B4B56BB5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B99BD9D-5FE2-8B29-DBC5-3A0B2A28C5E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C83CFAB-4F0E-DD0D-D0AF-E1E0F9C91C2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3B481F0-E598-8E42-7EE2-4D9AAC90A5DC}"/>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CE249F1-14D4-501D-4F50-0DBDFF40B54F}"/>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C9575C7-2E79-1208-594F-C019BA716F38}"/>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00838D2F-9853-63F2-C012-3CACB3B5294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7181C2FC-15B0-98A4-03BF-95FC85AC1E23}"/>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A1FA2D8E-1E98-3376-C62E-E9F53DF41C5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339520EB-D5DD-DCE4-5960-79B2693D5467}"/>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CC6E2C55-DFD3-D6FF-0477-68AA2BD8A5B5}"/>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525B73DF-B37F-897E-F220-38338A26010B}"/>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7DAFFA45-FBEF-84E7-3FFD-BFCA3C0FA02A}"/>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1DEBAC68-9F0D-000C-0325-23D35ED809A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26B0283-1822-7C07-F09F-7AF4969822D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5786F527-B2FD-35EE-B7EF-78B6D7393CD5}"/>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860C5435-72E0-C741-320F-B6165C8B432C}"/>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9ED62B7-85F9-61B1-2DCE-EA01244DB7AC}"/>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57B4B146-700D-94BF-A120-ABBCA42104F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219925A3-E0E8-844F-9A35-DB4A49ACAFD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20010C3B-BCE5-B6EB-EFF9-057A150A9BDA}"/>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D26EB87-9029-8873-3AA1-CF3BA793D58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0E3ABD02-53DD-DCEA-38F5-AE56F17B5C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7E02C5B-C86F-2235-C575-1BAD70D09FFD}"/>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6EEB8F38-F6DB-CA5A-E8B3-81552AF595FC}"/>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3E08D5D-075C-0E43-7643-C9AAF5D8C6F6}"/>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76E51C5-5ADE-CFA8-F8B2-297ED4140E90}"/>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E74093A-FAFF-CDE0-AB95-6EDEBD17014E}"/>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0293BB79-5D33-3256-AC0E-59C5D0DE69EB}"/>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B2E217E5-4152-00AB-5F37-84D9EE92432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A3F7F724-3AA3-4B87-81DF-91607FD6822A}"/>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5836E5B2-F683-9972-DF4F-6BF26C627BA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C3754187-A557-3324-4B8D-AADEE4C70A84}"/>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7F6A5F47-1C93-A90C-BAAC-96E4EA68B78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CF0490F2-0ABE-3617-6248-DCBFD8454E3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8679B825-25C2-C97E-AE40-8BED2B54D6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81ACEBD-F469-49C4-5D17-B2441337189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6AB2EDE4-DB5D-99E1-A7BC-3AFD954DFA9B}"/>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A57AF97A-380C-24F3-1C6E-17070599AD01}"/>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E4A20A94-0398-704C-D882-261E6F25AAC1}"/>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E863E57B-F30D-E3EA-7455-3F2E36880B25}"/>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8192FC81-D960-FB2F-8E1C-2610914DE78E}"/>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6B6A6D74-3925-44A3-73AF-B4B394BEBA7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78E7B804-E9F6-152D-02C4-FC73614D9F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8566C491-AB10-60E8-3FB6-A63125E21EDB}"/>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84C78B9-7273-E0C7-B3F0-EA19A1D61F8D}"/>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7488C81A-ED9A-4677-96BF-51C2CED77DF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A54522C-D33E-A40F-7F4E-D248379028BB}"/>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1639B79-285B-7707-40EA-9066876E6ABF}"/>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40C7B7E9-EEAB-9087-69EB-A5705DC47CAE}"/>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B54B9816-E5DF-67EA-3A9D-A45D9A1B2754}"/>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C9E6A1B9-8F07-E9E7-5DA2-8DD7721085E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D9E279E0-B772-276F-7A34-F284ABF7A3C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B1077B6-42E5-4336-09A7-EA43AED05BC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E30FEBBA-E8AA-1FFF-5215-E056FDB0C30F}"/>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041BB4CE-DB3E-13B8-AC00-00B10951043F}"/>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Tree>
    <p:extLst>
      <p:ext uri="{BB962C8B-B14F-4D97-AF65-F5344CB8AC3E}">
        <p14:creationId xmlns:p14="http://schemas.microsoft.com/office/powerpoint/2010/main" val="4412146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FCFEE-54FB-C18C-5585-7959B7256DE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764A05-23D9-BC39-0A09-5567FC8128DE}"/>
              </a:ext>
            </a:extLst>
          </p:cNvPr>
          <p:cNvSpPr>
            <a:spLocks noGrp="1"/>
          </p:cNvSpPr>
          <p:nvPr>
            <p:ph sz="half" idx="1"/>
          </p:nvPr>
        </p:nvSpPr>
        <p:spPr/>
        <p:txBody>
          <a:bodyPr/>
          <a:lstStyle/>
          <a:p>
            <a:r>
              <a:rPr lang="en-US" dirty="0"/>
              <a:t>Initialize the 2-cage in Row 7.</a:t>
            </a:r>
          </a:p>
        </p:txBody>
      </p:sp>
      <p:pic>
        <p:nvPicPr>
          <p:cNvPr id="4" name="Picture 3" descr="A grid of sudoku puzzle&#10;&#10;Description automatically generated">
            <a:extLst>
              <a:ext uri="{FF2B5EF4-FFF2-40B4-BE49-F238E27FC236}">
                <a16:creationId xmlns:a16="http://schemas.microsoft.com/office/drawing/2014/main" id="{765DE85E-CC4F-4F20-D49A-3F4A51435DE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C1FC33-36B0-8F94-DFE0-B6C563B0A9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886FB7-4F1D-A995-7447-711294AD99D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79B6C13-D630-8032-541E-C2417811489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12B92B-56F5-764F-EC7E-210A38682CB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C567CFE-9BE5-D5A6-63FE-2FE6B5316BA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88A0199-4FFC-4E62-1EF4-774AD9B56FA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5E092BF-0E25-4BE3-56FA-D9AB8104D92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B51E174-4606-F0DC-8D58-4AA59C355E54}"/>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D69C1E4B-EFE5-6F7C-5F0B-11F1F0D7292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F3E0ECA2-15C0-8653-9F67-83636FED3F7A}"/>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5022FB6-F5BB-4673-BBB9-E7C8400BAEC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FD0D6080-512B-6CF5-CB1D-4315A47C67C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D54E465-F1CF-1554-3960-C59610A76B80}"/>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F9634D6-EAFE-2C82-EE57-602C22BE6AE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D4A2C7D-B7FC-D867-1DD5-2A5D46F2601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BC1C18B5-2499-5409-796C-279CD7E85EC7}"/>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38F334BE-882D-FB21-DD69-A2A2DB93E0C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E89A242F-341B-B3CD-829C-E0B64E2B7DC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C56CD6B4-1EEC-3710-FA2A-7917C2288927}"/>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748DDC9-12E7-7B63-16B8-1F3D9939EB6E}"/>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762EA5CE-0EA2-E209-396B-9160D6714FEE}"/>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520D4B5B-ED95-22A9-778E-573B1D1BAE5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0856426-60D4-F678-044A-C532FAFCF44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797FE66-1E72-3197-D201-BA7482B1C20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19EC2BC-AD41-35EB-02C0-204344A24668}"/>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1800BF0-4433-47E8-6BAE-17F8292D71F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128D9A0-189D-CF2A-5561-7A980CC685C8}"/>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776973E0-2034-9049-F162-99BE1B5C61A6}"/>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848ACD7A-86E7-11F8-60DE-23FF2DB6973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F685C753-9B25-8B24-B1A8-B79038F36F77}"/>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D841532-421F-D77A-4774-EEB97BBB2A88}"/>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04BB8E1D-198C-572B-E4E2-9C207F5AC05E}"/>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E0510699-7F04-B482-21A1-F5C327246D7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071D5B51-343E-0AC5-F698-1FC832D1DE6F}"/>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D0B9D0E1-8F97-82A0-0F89-66785BBD7333}"/>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7AF398D5-3D1C-7D64-669B-7A59D6FDD8F6}"/>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E42798CC-B241-119B-FA8E-BB393C48D59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EE2A13FE-DD31-0D34-357B-65C046AE218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977AE6F7-8B4F-82F7-8619-AF23317719C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2A8F46-75C2-5F73-A0AB-9D48C60E875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8CBDF08C-92A5-98AB-7EB5-1B7BA891A5AA}"/>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D45E240B-04C9-5202-EA05-CB4908053F5D}"/>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B211F703-CF79-BCFB-110C-618450720377}"/>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31BB6C27-115E-2C85-39D5-44E284F11CF8}"/>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5E4C3F81-8CE2-7083-B108-E2433798DFC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D29D4806-8B70-FDBF-B1DD-37F6CD6A989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384B86E3-854F-6641-0E75-F628B82BC3A4}"/>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0C0BE3DD-16FF-F3D1-81EB-E20BB00B341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FE476EE-293C-45A4-4AEF-F5A02DFC6FD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9E66DC02-7944-34BD-BC90-4B59382D779C}"/>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59E095D2-2826-EAC1-ED69-BBEF8EF71C72}"/>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F8BA34A-771E-E9C9-9A0F-8A543ED3BF85}"/>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A7C2F9E0-3443-AE9E-71DC-34510013C04B}"/>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288D9B9C-F59B-C0BC-7E51-450D4ACA0F67}"/>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C1E53292-FE28-B48E-4C8F-5B722A47322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04072CDD-4C8E-7804-08CB-020DD47C398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6AD3568-A50E-56DA-2884-6922A171A5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176C5BD4-9794-C5DC-F41E-4D1A86D422A6}"/>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738747E6-5B10-C9AE-35B8-24AA4DE397C0}"/>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
        <p:nvSpPr>
          <p:cNvPr id="60" name="TextBox 59">
            <a:extLst>
              <a:ext uri="{FF2B5EF4-FFF2-40B4-BE49-F238E27FC236}">
                <a16:creationId xmlns:a16="http://schemas.microsoft.com/office/drawing/2014/main" id="{18E5AA1F-2ECF-2301-201B-3E45A6A3D972}"/>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4" name="TextBox 63">
            <a:extLst>
              <a:ext uri="{FF2B5EF4-FFF2-40B4-BE49-F238E27FC236}">
                <a16:creationId xmlns:a16="http://schemas.microsoft.com/office/drawing/2014/main" id="{668B2FF8-2322-DD61-243B-8D9CB99831C9}"/>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Tree>
    <p:extLst>
      <p:ext uri="{BB962C8B-B14F-4D97-AF65-F5344CB8AC3E}">
        <p14:creationId xmlns:p14="http://schemas.microsoft.com/office/powerpoint/2010/main" val="5854963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8F489-FFFC-CBD0-6405-D7F1ED565E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16ED51-E00C-19E5-B95B-88750498A043}"/>
              </a:ext>
            </a:extLst>
          </p:cNvPr>
          <p:cNvSpPr>
            <a:spLocks noGrp="1"/>
          </p:cNvSpPr>
          <p:nvPr>
            <p:ph sz="half" idx="1"/>
          </p:nvPr>
        </p:nvSpPr>
        <p:spPr/>
        <p:txBody>
          <a:bodyPr/>
          <a:lstStyle/>
          <a:p>
            <a:r>
              <a:rPr lang="en-US" dirty="0"/>
              <a:t>Initialize the 2-cages in Row 8.</a:t>
            </a:r>
          </a:p>
        </p:txBody>
      </p:sp>
      <p:pic>
        <p:nvPicPr>
          <p:cNvPr id="4" name="Picture 3" descr="A grid of sudoku puzzle&#10;&#10;Description automatically generated">
            <a:extLst>
              <a:ext uri="{FF2B5EF4-FFF2-40B4-BE49-F238E27FC236}">
                <a16:creationId xmlns:a16="http://schemas.microsoft.com/office/drawing/2014/main" id="{1774A48C-BADA-48E4-13D5-BDE2D1779C1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8BAF9E-8FAD-6C36-4F80-3F04D0C87C5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A940B8-47B6-351F-B686-CBBB5402BE8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FC3EFED-9A65-3E65-2D44-66878BFE07A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86AA97-C26C-D933-897B-D4B8D4F5178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830CEB1D-CD01-7241-5DA0-95CD8EA2F12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EFFABD9-1DA0-07F3-A85B-02714204AA2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CFF8B28F-A58E-B805-C702-064B68697C0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DB00A75-DBBF-3631-B7BB-C77F9D3E3887}"/>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860CD81-67F1-689F-234B-713063E182D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E9035D4A-376A-2324-C220-E3537CDBF9A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221969C-2700-6393-8E14-4D5DF05EF1FD}"/>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FF0616F-F5E6-4427-3890-83C1444F9D5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AFE257D7-D873-DF41-26CE-48CF3B72F4BC}"/>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5E8E0284-257C-4293-F0EB-59468D40939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A030A13F-0507-E1CA-5902-4DA5BDB0DD4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9C83EAD-883F-969A-12C3-950769363E0D}"/>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941F99B0-2F07-1E4E-0729-B19C5ACBEB5B}"/>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E4A6E451-84BE-7C51-5A7F-41A62CD002ED}"/>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112BE613-85EC-95C4-0F20-C3206B03E0E9}"/>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F62BBFF-57B0-9569-F182-09CD8DAFA549}"/>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E949B73-027E-D17F-2EB6-00DA64BFE123}"/>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ED146B7D-E38A-98C5-A48B-2779F40EB36C}"/>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D3AD9E7F-A62C-D463-E7AB-7808FBE7CDBC}"/>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5F77853E-4727-F211-E81E-07CB632E3C3D}"/>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529B558-E552-109C-5BE1-4D205040C44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59799C9-9870-9512-0A1F-136F5C6EBE7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1876E75-185E-C85F-0798-FEC7D611219D}"/>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C6D2982-10D4-D915-BEFD-2097D11CB2BA}"/>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D2E744AF-939B-6CC5-08F9-FA7F7F71182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BE6602BE-29E6-D067-AE0C-6C29E7D5663C}"/>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67BBF85-CDB9-1589-3749-8B3059309F54}"/>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D87452BA-84CA-8375-00FB-F5C68C6E986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2726EC65-575C-201B-3806-077ADD90123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48EAACC8-BA6D-5196-4AAB-BAD9CD21C853}"/>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0CA5BBA4-A8DA-B285-CE0B-732943671136}"/>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6238D598-3C39-696A-8BF1-8C295769473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EB583DEB-CBB0-2E31-B624-6B3C3CF8D9F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11413849-04E6-D00C-C314-4B10A67C80C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3E7E7CC-1764-44EE-B127-C299819C7AA2}"/>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52D53E7-F9D8-0F03-C3A6-6ADE7637784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2F549353-7A46-F27C-F214-A3C781B3749F}"/>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43600A30-1B79-599F-7E53-9ACE16F75473}"/>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159B2302-EB1E-78B5-226F-FBE75EBEBF90}"/>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2D015CCA-D2AF-0805-FD3E-5AC360BB4426}"/>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2CF25B87-01EF-037A-B158-75D9A4C3B83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C473075A-8139-C0F0-380E-A5AB7A689B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1FEAE3B-E145-95F0-2DCA-E11FFD25403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43B10622-3BE5-52D4-0B35-0BEFA348EEC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9B9F542-E7E6-4AC6-F202-3CAA629C63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7921E811-65E6-97B0-F145-D48BE518B69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1D9ED6C5-3BA9-44E7-6EC8-C705865972D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07767D5D-C86D-CE50-08E3-1133B61DBCAA}"/>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BFA502DD-2A9B-7C82-0F39-B2E3B038A91D}"/>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591BC25E-8FD2-5529-366D-5DE3D58ECA2F}"/>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45984F23-8637-1ED5-F0A8-233BE81C212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4DF6AA3B-5ECE-0D96-8DA2-1AE06EEE5F9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67327F02-66C3-C3F2-53CF-2B90F358449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AB892723-44D9-52CF-C086-68C506CDA79C}"/>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C52226BD-82B4-F6FB-01B4-BABFACF5F6B1}"/>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
        <p:nvSpPr>
          <p:cNvPr id="60" name="TextBox 59">
            <a:extLst>
              <a:ext uri="{FF2B5EF4-FFF2-40B4-BE49-F238E27FC236}">
                <a16:creationId xmlns:a16="http://schemas.microsoft.com/office/drawing/2014/main" id="{568FC3B3-3797-9B05-5C5C-988B94DB1BC9}"/>
              </a:ext>
            </a:extLst>
          </p:cNvPr>
          <p:cNvSpPr txBox="1"/>
          <p:nvPr/>
        </p:nvSpPr>
        <p:spPr>
          <a:xfrm>
            <a:off x="3640666" y="4408541"/>
            <a:ext cx="570089" cy="230832"/>
          </a:xfrm>
          <a:prstGeom prst="rect">
            <a:avLst/>
          </a:prstGeom>
          <a:noFill/>
        </p:spPr>
        <p:txBody>
          <a:bodyPr wrap="square" rtlCol="0">
            <a:spAutoFit/>
          </a:bodyPr>
          <a:lstStyle/>
          <a:p>
            <a:pPr algn="ctr"/>
            <a:r>
              <a:rPr lang="en-US" sz="900" dirty="0"/>
              <a:t>135</a:t>
            </a:r>
          </a:p>
        </p:txBody>
      </p:sp>
      <p:sp>
        <p:nvSpPr>
          <p:cNvPr id="64" name="TextBox 63">
            <a:extLst>
              <a:ext uri="{FF2B5EF4-FFF2-40B4-BE49-F238E27FC236}">
                <a16:creationId xmlns:a16="http://schemas.microsoft.com/office/drawing/2014/main" id="{65AE92AF-4D7E-D3B2-597D-195F5AEA685A}"/>
              </a:ext>
            </a:extLst>
          </p:cNvPr>
          <p:cNvSpPr txBox="1"/>
          <p:nvPr/>
        </p:nvSpPr>
        <p:spPr>
          <a:xfrm>
            <a:off x="4143022" y="4408541"/>
            <a:ext cx="570089" cy="230832"/>
          </a:xfrm>
          <a:prstGeom prst="rect">
            <a:avLst/>
          </a:prstGeom>
          <a:noFill/>
        </p:spPr>
        <p:txBody>
          <a:bodyPr wrap="square" rtlCol="0">
            <a:spAutoFit/>
          </a:bodyPr>
          <a:lstStyle/>
          <a:p>
            <a:pPr algn="ctr"/>
            <a:r>
              <a:rPr lang="en-US" sz="900" dirty="0"/>
              <a:t>864</a:t>
            </a:r>
          </a:p>
        </p:txBody>
      </p:sp>
      <p:sp>
        <p:nvSpPr>
          <p:cNvPr id="65" name="TextBox 64">
            <a:extLst>
              <a:ext uri="{FF2B5EF4-FFF2-40B4-BE49-F238E27FC236}">
                <a16:creationId xmlns:a16="http://schemas.microsoft.com/office/drawing/2014/main" id="{400C04AB-2137-B86C-3B32-20C84B885FFB}"/>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66" name="TextBox 65">
            <a:extLst>
              <a:ext uri="{FF2B5EF4-FFF2-40B4-BE49-F238E27FC236}">
                <a16:creationId xmlns:a16="http://schemas.microsoft.com/office/drawing/2014/main" id="{5EF9A2BE-F31E-2838-990C-AFC267F51835}"/>
              </a:ext>
            </a:extLst>
          </p:cNvPr>
          <p:cNvSpPr txBox="1"/>
          <p:nvPr/>
        </p:nvSpPr>
        <p:spPr>
          <a:xfrm>
            <a:off x="5147734" y="4408541"/>
            <a:ext cx="570089" cy="230832"/>
          </a:xfrm>
          <a:prstGeom prst="rect">
            <a:avLst/>
          </a:prstGeom>
          <a:noFill/>
        </p:spPr>
        <p:txBody>
          <a:bodyPr wrap="square" rtlCol="0">
            <a:spAutoFit/>
          </a:bodyPr>
          <a:lstStyle/>
          <a:p>
            <a:pPr algn="ctr"/>
            <a:r>
              <a:rPr lang="en-US" sz="900" dirty="0"/>
              <a:t>98</a:t>
            </a:r>
          </a:p>
        </p:txBody>
      </p:sp>
      <p:sp>
        <p:nvSpPr>
          <p:cNvPr id="67" name="TextBox 66">
            <a:extLst>
              <a:ext uri="{FF2B5EF4-FFF2-40B4-BE49-F238E27FC236}">
                <a16:creationId xmlns:a16="http://schemas.microsoft.com/office/drawing/2014/main" id="{0D34F72F-0AC7-7095-7268-52AD4A5233D5}"/>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2487FCCC-32A4-6431-CCC3-FCDC6C56AA2D}"/>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Tree>
    <p:extLst>
      <p:ext uri="{BB962C8B-B14F-4D97-AF65-F5344CB8AC3E}">
        <p14:creationId xmlns:p14="http://schemas.microsoft.com/office/powerpoint/2010/main" val="10193583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566E6-B645-782C-71FB-E36E7C11C0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D08EC9-6BB8-C65F-265A-6CE276512094}"/>
              </a:ext>
            </a:extLst>
          </p:cNvPr>
          <p:cNvSpPr>
            <a:spLocks noGrp="1"/>
          </p:cNvSpPr>
          <p:nvPr>
            <p:ph sz="half" idx="1"/>
          </p:nvPr>
        </p:nvSpPr>
        <p:spPr/>
        <p:txBody>
          <a:bodyPr/>
          <a:lstStyle/>
          <a:p>
            <a:r>
              <a:rPr lang="en-US" dirty="0"/>
              <a:t>[15 in 2] cannot be 69 because that would leave no possibilities for [11 in 2].</a:t>
            </a:r>
          </a:p>
        </p:txBody>
      </p:sp>
      <p:pic>
        <p:nvPicPr>
          <p:cNvPr id="4" name="Picture 3" descr="A grid of sudoku puzzle&#10;&#10;Description automatically generated">
            <a:extLst>
              <a:ext uri="{FF2B5EF4-FFF2-40B4-BE49-F238E27FC236}">
                <a16:creationId xmlns:a16="http://schemas.microsoft.com/office/drawing/2014/main" id="{43B50839-2615-D4AD-4C6C-68CA6F0CCCF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114EC8-96DE-F956-438C-93F0113533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E080FE-D11D-BBE9-B805-F03BC532C9D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C196B90-2552-2C5D-4C05-5E83739CC8D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1495BB0-33D6-F888-B76B-CE1533B2404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76346F3D-B031-55D6-AFCF-797D622579E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916BE35-B29E-32D9-30BE-CFAED4D703D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BDDBDFE-F099-7D7D-753A-9D785B638A1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8C8E1B5-961C-0492-4716-BB6778385F2B}"/>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A5B9F37-C016-02BC-279E-9E82DAFD6CD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95C8F92-AD6B-DFDE-2B2F-165DE8A16BE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17EEE9DA-8353-B2F2-DF7C-4E6D91635EA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B4803A58-8D81-C9E7-BB24-D0B8F05FDE3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1873CBA9-3DD9-6678-6193-F2E3914777B6}"/>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722482A4-90A8-D53A-053A-960B00314ED9}"/>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041EB431-59AB-A60C-2242-13C2CB3A1F4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4E3E6B2-0C72-4AA1-8B06-F548D99C3221}"/>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87FDB6B0-8919-F4E4-9744-CF1CD2E52269}"/>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9CF91359-2C90-BE56-2DE0-A2A28069F6C7}"/>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58A174B8-2E38-9B97-8DC4-C24BD7D390C4}"/>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107FC2BF-AE2F-5B80-CC0F-2A716EF6517E}"/>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1D11A23-B6E2-DF48-ACED-EA95E846B96E}"/>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EB68D884-D319-621B-F09C-8B7CF00CCBF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19DEC96A-7F3F-DCB0-0114-A83312F1EF4D}"/>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C6E4B8C-E839-64DC-1FB2-9297AFD0C225}"/>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896B32D8-E4C5-8B00-E34A-AABA5CF9B70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CA84D32-BED8-8067-C5C1-5BBB55FC2D6F}"/>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FB654A6-0912-B248-E9F9-1136E4347D75}"/>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25749FC2-658E-7656-A24A-D577204EFFBF}"/>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F7B5852-757C-DA9C-4417-44425B1DD9DC}"/>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19F47CD0-E82A-ABA9-D95C-54977E20068E}"/>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078D7EAC-8E50-14BD-B6BB-621843E6AA9C}"/>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E8038FCC-007A-9EFF-885D-025C796174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46676CD-D88E-1AA9-BA4B-670664EAE7C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F5662104-26AC-83FC-4E9E-8DBAB77CF891}"/>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1C1B440C-5B7B-E72E-7140-0A5405BE4CA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C4F1FBAB-8A1B-730B-377A-E191E05890F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4CC72F4D-F300-FF61-BCC7-BC88CB4C224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24491CAB-1E64-A610-AE3C-A70F8F9BA24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9584AF4F-72DC-F63D-743F-FD7771F8692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228FA61-4EB4-EDF1-F754-D731E0A1599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C24BFBD7-6C1B-A117-7E44-D49EAE5A89B1}"/>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5C994C2E-C2C9-BE31-0C13-767CE8748364}"/>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5C48926-28A6-FD4B-7DE9-F43343C9B635}"/>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B8BF094-23DD-CDB0-FF8E-ED3B3634ADDC}"/>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EEB1701B-7AD2-C5BD-8A72-D545F551DD67}"/>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6DE15E83-24B5-8D1C-9EE4-8305F103AE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4CB97552-FE00-6695-621E-01333F2B982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0AE7FAF3-A038-3756-8122-E25BE65BC46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E510CCAE-3FB3-A0F5-6A2F-EEAE1992C04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2475C82-643C-0B23-17EF-06C0E53857C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EA1A5FC-433B-7347-55BE-56163A791B71}"/>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07EDB30-BFFA-5BFA-5BCB-F569F3DC11D9}"/>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8AF635F5-2808-304E-49F9-90D0B88826C0}"/>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BCCE1ACA-67E3-1D5D-013E-FFD84C96AD5F}"/>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C50686B4-094D-E663-0AF9-197FF18A66E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164B9AC5-48F1-645B-4515-01489F4EB25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A072326-5606-6366-E1EF-F140A78CFB1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4FD6E51-C69A-5074-1A43-A8414697F54B}"/>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B8C9A88F-16D7-7567-FBA1-E4998AFA2F43}"/>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
        <p:nvSpPr>
          <p:cNvPr id="60" name="TextBox 59">
            <a:extLst>
              <a:ext uri="{FF2B5EF4-FFF2-40B4-BE49-F238E27FC236}">
                <a16:creationId xmlns:a16="http://schemas.microsoft.com/office/drawing/2014/main" id="{9E6D46EB-A624-604B-C1A8-969317F9B728}"/>
              </a:ext>
            </a:extLst>
          </p:cNvPr>
          <p:cNvSpPr txBox="1"/>
          <p:nvPr/>
        </p:nvSpPr>
        <p:spPr>
          <a:xfrm>
            <a:off x="3640666" y="4408541"/>
            <a:ext cx="570089" cy="230832"/>
          </a:xfrm>
          <a:prstGeom prst="rect">
            <a:avLst/>
          </a:prstGeom>
          <a:noFill/>
        </p:spPr>
        <p:txBody>
          <a:bodyPr wrap="square" rtlCol="0">
            <a:spAutoFit/>
          </a:bodyPr>
          <a:lstStyle/>
          <a:p>
            <a:pPr algn="ctr"/>
            <a:r>
              <a:rPr lang="en-US" sz="900" dirty="0"/>
              <a:t>135</a:t>
            </a:r>
          </a:p>
        </p:txBody>
      </p:sp>
      <p:sp>
        <p:nvSpPr>
          <p:cNvPr id="64" name="TextBox 63">
            <a:extLst>
              <a:ext uri="{FF2B5EF4-FFF2-40B4-BE49-F238E27FC236}">
                <a16:creationId xmlns:a16="http://schemas.microsoft.com/office/drawing/2014/main" id="{543ED7EE-0691-5E45-F112-9589AF99B147}"/>
              </a:ext>
            </a:extLst>
          </p:cNvPr>
          <p:cNvSpPr txBox="1"/>
          <p:nvPr/>
        </p:nvSpPr>
        <p:spPr>
          <a:xfrm>
            <a:off x="4143022" y="4408541"/>
            <a:ext cx="570089" cy="230832"/>
          </a:xfrm>
          <a:prstGeom prst="rect">
            <a:avLst/>
          </a:prstGeom>
          <a:noFill/>
        </p:spPr>
        <p:txBody>
          <a:bodyPr wrap="square" rtlCol="0">
            <a:spAutoFit/>
          </a:bodyPr>
          <a:lstStyle/>
          <a:p>
            <a:pPr algn="ctr"/>
            <a:r>
              <a:rPr lang="en-US" sz="900" dirty="0"/>
              <a:t>864</a:t>
            </a:r>
          </a:p>
        </p:txBody>
      </p:sp>
      <p:sp>
        <p:nvSpPr>
          <p:cNvPr id="67" name="TextBox 66">
            <a:extLst>
              <a:ext uri="{FF2B5EF4-FFF2-40B4-BE49-F238E27FC236}">
                <a16:creationId xmlns:a16="http://schemas.microsoft.com/office/drawing/2014/main" id="{C5916AB5-46F1-4538-7253-F00662B15B6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D759521F-6AB7-ECFC-E562-C727AA7272DD}"/>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598DF583-D9B3-89B1-23D5-7CB94D0E5BD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8E3829F3-A774-4FB6-BA1D-F025E8F3D9AB}"/>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2172429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D1E04-E5BD-8754-FCF4-9FEFBB4B636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505709-1AAA-3B9E-E59B-5E45AC35EF58}"/>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0A355E4-6009-FE7A-70CD-D0DA1A1229C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8FAF1B-77B7-69EB-2E9F-5EA003E891B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39AE59-714A-FD82-D0FE-C784A6DD0E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6715F2-4AF5-07EC-AB15-0AF5F51CF4A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1CBC7F-0496-65E3-8950-2C77C25906A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085B7AE-29F0-3A08-7B2C-EB6E1CC7DE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1D4F1A5-ECE0-C5E6-2384-2EFC6DC6A96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EA114BC9-3673-CD90-D41C-AE7A66208D7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AE5403C-94A6-9CBD-B3F6-0D4DB0058493}"/>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0B0F8FEB-6F0E-9C32-7961-B27E7670BE36}"/>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D8266A58-A15C-C3CE-FF52-64C0CB8CFBA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3E8914D-CD9C-9D8B-E0FE-C948C9DF934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0D66BC9-D538-D0B9-71F3-7B414B85BA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980DF29A-EC5D-6FF6-9124-9AC666639375}"/>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E2C6FF71-08B1-4215-FE4D-F97F95089B93}"/>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9833DA07-E405-AD1F-3F2D-F1DF9EDC25D9}"/>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039FFE4-A6B3-6E35-A5FA-EECD332508BC}"/>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A27E29EF-531E-E475-0068-7433837458A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0428E57F-BE1F-B179-EA51-55AF3D341DA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78F3EE3D-8180-4CDB-CDE9-3C129D1B887C}"/>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6FCC12D9-6728-40BD-F7FD-8EA911DF8200}"/>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3829176-26CC-7F37-737F-878DA0A02596}"/>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A9045A8C-CCC2-BE8C-D028-F5DCFF7110D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87A2DDD-18BB-E8EB-062C-C940E6B87537}"/>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2171322-1D65-41DC-F2D7-B503D5B090A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4B17E53-35DE-B3CD-5E02-0916477B2839}"/>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5F94E69-A4A8-EB45-A3C4-7032D5B7A35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9CCE8984-D1CA-1090-1747-C6B167E9CE5F}"/>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7B50C37-8EF3-B6D7-47F9-D6D2B4D5D75A}"/>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C854D0B5-0B2B-59D5-1E6A-4C2AD7C67578}"/>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09A98652-629E-D8BF-BF84-30B38EE05A9D}"/>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D436F506-EBBB-0CB9-8772-C69B51F06AC6}"/>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F8DEEBD-5106-0806-CF91-4BD0EDC1E4BB}"/>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4B03D6D-234F-200E-5FE5-79AA08878E6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F586CCD6-BD0B-E61B-B39E-458D17DB26FA}"/>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198BE3ED-CC88-4C98-329F-FFB30DEBA2C1}"/>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B4FE7DE2-BBD4-7BEE-B1A6-6A1C33DC46F4}"/>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345564E7-12F1-F9D3-957B-7D224FC8D2F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8599A167-D512-5FB8-7B17-585DE643930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40981E46-FBE1-3602-480E-57DB9B4509B1}"/>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BEE0EA-FC85-7637-CC67-C3DEB10A5ED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25E6656D-31B3-2102-7576-60B1503B2423}"/>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7D4CF094-1C93-445D-8848-697C86A341BC}"/>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BAA6884-2364-FB34-D3D5-EB9B727CA483}"/>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92F9117C-8030-F00D-AE2D-73920EA9F7EC}"/>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DB70CF56-5804-94B9-2C68-31EAD67CF06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1D4B1C2A-DEBD-F385-3FED-AFCB41C5E406}"/>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D8783537-4E33-459E-983B-2C85D0933966}"/>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683738AB-73B4-10D7-AA7D-8774EEF5668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CB37B28-9130-74F3-6390-8C4CAEA23D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208E5E38-C1F6-F5C4-85CB-09DC488A7F8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4CACE18-91DF-44AE-A837-9D93264D552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B7E45C2-EFA2-2247-9505-5E264ABE516E}"/>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F4C8CF28-0925-3238-DDC3-83F7098E9395}"/>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0034139E-51C9-381B-1DC5-DDB21B5BB34C}"/>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B61DC1BD-8A53-15BF-95EF-99A4B12E8F0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FEAFB04C-73D3-A358-424B-66E7238592E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F580EEE5-F49E-8328-C6AF-6A62705CD284}"/>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BEDB9C48-6430-ADB1-A504-9C7195BB3184}"/>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AC9A984F-A125-DCC9-FB1C-75E1A649B944}"/>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23C7AC6A-6EB3-07DC-95DC-F9CB3B884824}"/>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FA6A6283-B27E-D4C8-CF3A-77E7C69DD96E}"/>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0B9A66D-2139-963C-51BB-73DBCEEE423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D04458C8-5062-8302-3EE5-16EF8DD41A95}"/>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7D47D250-462F-A6E9-C2B4-FFB0E478203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D59C21FB-77D1-EB2D-176C-73742E3F1D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1451494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342AA-926C-DF7A-F424-CA122D22D1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A652C9-059C-3928-0054-DEDABCAC13C3}"/>
              </a:ext>
            </a:extLst>
          </p:cNvPr>
          <p:cNvSpPr>
            <a:spLocks noGrp="1"/>
          </p:cNvSpPr>
          <p:nvPr>
            <p:ph sz="half" idx="1"/>
          </p:nvPr>
        </p:nvSpPr>
        <p:spPr/>
        <p:txBody>
          <a:bodyPr/>
          <a:lstStyle/>
          <a:p>
            <a:r>
              <a:rPr lang="en-US" dirty="0"/>
              <a:t>The remaining cells in Row 8 are 129.</a:t>
            </a:r>
          </a:p>
        </p:txBody>
      </p:sp>
      <p:pic>
        <p:nvPicPr>
          <p:cNvPr id="4" name="Picture 3" descr="A grid of sudoku puzzle&#10;&#10;Description automatically generated">
            <a:extLst>
              <a:ext uri="{FF2B5EF4-FFF2-40B4-BE49-F238E27FC236}">
                <a16:creationId xmlns:a16="http://schemas.microsoft.com/office/drawing/2014/main" id="{63E1C413-C93A-6969-1771-E2BEB277C2D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2E37F9-87C2-CC12-200E-D692A4F3F16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74B5A40-A2BA-D824-CD96-BEE7412A4C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85DD42E-D78A-BF09-66EF-6C79E8C6CC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6F3E879-57E1-BF87-B414-A7F27EAFAB1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1E0699E2-F34F-816D-8665-7DDAE1EFFA98}"/>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263891D-DF50-6686-3D9C-CFFBE9D9922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654FC218-697C-2F8D-4B1C-C748C8D3A1B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890A606-600B-CE98-0830-F0725E1EC408}"/>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A9FC5B4-3506-9BED-99CF-1D3958DAC04F}"/>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BF119E95-BA1A-8419-5228-9B6DE5E4BD2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E61219EE-9E06-C6A6-7788-33AAC73C1C0D}"/>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2A210FD0-DDB1-AE1B-FD83-B9E29063E38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9779BA3B-CB9A-6F3A-0BAC-2382929594B4}"/>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4A505ABC-13A6-DBD2-FF04-08E4CAC9AD8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3D6A320-71C4-3A22-BFFD-03BFA163EEF4}"/>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A0A9D2F3-2930-FC89-BDA0-C9C4C6733735}"/>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FB7E235D-00CB-78F4-077F-B80977F16FBC}"/>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571E7F1-0D6D-FD9D-4321-D611843AE00C}"/>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2170687E-C56B-B8C8-9BFB-0A7CA06351DD}"/>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8BFEAA5-FDF5-2272-A7D7-DA2E18153EFB}"/>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755E3DA-1309-3B1D-11DC-F248067FA824}"/>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D2A47CEA-08D2-7F3E-B410-F2D9469BACF3}"/>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2FF19523-9B87-ED7D-C3E5-A22D48BAF94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0EBDAAFD-778E-F958-2009-8B1CFF5D0E4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722B5D0-84E0-75D6-0E8F-F5313673BDE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F444B81-C47A-8121-C769-480BF00B6EA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552B4B1-CCD4-B97E-1EFC-F6AEBBBC6840}"/>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CBA0801A-99D2-2400-073B-71132D7E9877}"/>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2DEB755F-3DED-5A9A-3ADE-123BDDEF3296}"/>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64BED37-1BDF-CDE8-F0F0-53B9327C0EC1}"/>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9D3A5E03-6F46-4D90-6496-B08332C6ECC5}"/>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CCDEDED6-51B7-F9D6-6E8B-4D37049C33C5}"/>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176B0C80-EED9-425E-A1B8-043DD3EA808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9EBFC2AD-CB80-7268-4E05-B20504904966}"/>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3AED4370-E048-C9AC-6CD0-BD1312A37B35}"/>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DB0FB281-E8F0-1477-BA37-4E4E04A6F058}"/>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63D3F57D-E942-680B-72ED-E5B427FE293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ABC349AA-40F8-F106-328D-78173DEFB84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139C1FEB-DB97-4FC5-C227-9EDF07BB56A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C158093-B06D-01C9-9F70-4424926DE99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FF10EA27-5FA0-2878-73D5-5C760059F4F6}"/>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2DC525CC-B2CC-3087-1C03-20C21003027C}"/>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9C7754DF-7FCB-8522-ACB5-7FBD498D4CCF}"/>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9B4B89B-EB41-F738-341B-DF007E1454F9}"/>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D1C41839-B6F8-BE05-CF5F-C661792450B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8E03CE1C-319C-F575-6A02-4ADD6983ADD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888DE257-1336-167C-836A-5E8DF5FCE91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6AC56D0-23B1-C2D4-649B-E5159009C84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743A51A6-85D3-4FA5-1294-046E8C052635}"/>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F4AB2AE-18D5-02CE-0494-6F8C264E4CD3}"/>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0E54A34-A166-1483-EAD6-A6F1F3ED309D}"/>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0DA9B014-0D5E-A688-126C-71FFC6991D5B}"/>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E00A1DA4-0008-6465-06BC-E649EE140BBA}"/>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95214888-0D78-18DA-D92F-760CBBEBDB33}"/>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9FA2560E-0647-2E3D-03DA-E86CA7F193ED}"/>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24B54A3-B748-F59C-540E-17DF74B9D9A2}"/>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A94AEC0-88DC-09AD-E1BA-124C97BC492D}"/>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F5CCFCE0-3068-D7C5-F769-BF94090E5CC7}"/>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F7949351-1552-0B4E-CF88-3EBAC4193320}"/>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57A82D79-89D3-A531-DE07-35AC006041AE}"/>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7B7A2B4-3B1E-E5B6-8933-485932C53FC9}"/>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8A186DE-1B16-8791-A246-C064DDB90E14}"/>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B0779FD8-A3C8-3619-F88F-32E6B8E65949}"/>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9796D017-0C83-359D-C11E-A8F90C6BEBE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A5E7E35-B216-9410-FD55-EA21ECE0A2CF}"/>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1F5B3C77-B7FC-912D-C3E5-0209F5BECD26}"/>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0CABB70A-1E72-4F06-6888-B533DFF78894}"/>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C14B828C-CCDF-1BC9-FE0A-8D086D75E7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9894212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F02A7-CAD2-2437-62B3-EF66CEB611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2875D7-B348-9584-4710-25027F9904F7}"/>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DE2ECA8-5284-E849-1387-38DB12F4B2E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669ECE5-179D-4DA9-9DDD-8951656AB91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A1B83D-2780-7AE2-9C00-01630B70878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99262AD-026C-F557-20D7-FB23AAFB2C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FFE0BEF-3697-324A-96E6-C45805ADB7B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498E00E8-FDD2-C9A6-352B-EF4338895EF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3C8F9D1D-61B5-CE9A-4E5E-658511C51227}"/>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D3115A34-AB53-1A35-7791-3DCF196B45C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89346D7-3F6E-AE0D-CEC9-460DE3487E4B}"/>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EE748BA5-1280-F63F-7DC1-98711E3A3E7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33E7300B-E876-4BA3-8DBD-A32555EF78B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E223A8A1-4F90-C21F-ECCB-BFD3DCB5DDEF}"/>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4F281C9-F441-877D-DC95-4D82C919E815}"/>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4A4716EC-6B5A-9FFD-A65D-FAD3155F152D}"/>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37FAA02A-0DF8-DC76-07B8-2F5F5432E9A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03BC36F-5F1B-51A8-4934-60DC22FBB1D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DAAFF85D-0E69-A68C-7CFC-7D830A338160}"/>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20B8D62-1D08-B5EB-331F-A42F31A9C89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3162BCE0-8B0B-97C4-F29B-EF772FDE6CA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86FDDD56-E015-7ADC-3F3B-978488235AF3}"/>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2DBB9C04-FCF3-6101-33DE-88089EFB5A05}"/>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1216A70C-31CB-8DEE-CD4A-8AC7A72880FA}"/>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821DB04-CB67-6E6B-0B25-E70A39ED3B7A}"/>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CC5B352-370B-FA67-F965-029FD7084C1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9B769BA-9E0F-D7EA-F338-98FCDB58F90F}"/>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557B911-4B01-3F62-5D02-EEE3EE6792EE}"/>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9CC5E6D2-7334-657A-8342-D4FB1091284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998270B8-BCC2-81E1-61DF-E9772D5216BC}"/>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A9E186D2-62BF-B18A-E5DE-26B2E83C1835}"/>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92380EC-61A0-66BD-7107-C583A8AD869F}"/>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FDA6AD69-0018-1F75-00DF-03953A474FD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4446643-A1C4-4DE9-3E61-B290262B900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7AA692A1-7E97-7DD7-7F38-1097AC1C9CE4}"/>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3E37EE1B-4B31-CA90-E409-4BB7585A4B2C}"/>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2DAE656E-03E0-FAE0-F45E-EABFEA8F91D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C728F0FC-E6BC-325B-73F2-C33A1BE2B88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E8CD843-B2BB-81F3-DF3C-628D740F3CE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0B5C4CB-BBB1-3266-9E73-05837384069D}"/>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6412C87-58A0-CA00-5B46-2A4A4454711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B2180FF7-C811-994C-393D-E9FF7913D9ED}"/>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4569410B-D2E0-E06D-2C48-1B0B14242970}"/>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FDE8BCF-D426-2E21-9107-A6E58B12BA96}"/>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2090C6D-2F56-28E5-768A-B64C271496A2}"/>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2A6E89D5-5F34-4AAA-135E-3507CECB2087}"/>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8EB02C0E-8708-BD98-659B-29978360F7D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175E483-41AC-1402-2D26-B0624117A4AB}"/>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356F149-508E-20D0-C7BD-FE81693F046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69A17DB3-A00A-DCDD-6947-009550261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EC9BD69C-8063-839A-0840-787FC0DF705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C7A3824A-449F-C93B-A6DB-AD1ED46B7E01}"/>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3174481-2F9F-9106-1A14-2199926528CD}"/>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E176DD7F-F152-D509-6F1A-529C529B0E5A}"/>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D47BC158-FE33-8D93-28F0-93B9763A203E}"/>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4F8FC18A-1E09-1F33-63B9-6335548C385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3D7FEE78-3185-96C3-693C-759BE7F2D52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7D23177D-3B1F-DE7E-1C1B-8FEAE6E198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FB11F24-63D4-E5B1-C53B-BAAC6441B73B}"/>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D17CC0E9-ECFB-5A29-9E45-404E68A95F8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70B2FF32-E51B-DECD-3ACC-9B4DFC50D35C}"/>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3354A07E-13E3-AC68-7D14-E9072F345426}"/>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88DAFB8E-C262-55F2-FDAF-8BBAB8CC7DF8}"/>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D1D65112-A4F3-A574-8727-DC76B11BD7B0}"/>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F10AB8A3-040D-7D73-3C74-4069CE1F8C3C}"/>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0BA370BD-AE8D-2E8D-D536-8842E777931F}"/>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13B937EA-35D3-9090-F559-00ABE267DF0B}"/>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C53EC2D6-51BD-A661-5C3C-9B8FBCBF24FD}"/>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1F9D5114-2CFB-6DC5-426C-1CDA5B3B8743}"/>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227E870-EF73-49E3-8010-445F385F46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E0F4EBF-8ECC-6DFF-853E-79BA105566F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121265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BC625-3464-8C65-5189-9C972267B4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3B02F4-BF92-68A7-405B-30CB7E4AF1C8}"/>
              </a:ext>
            </a:extLst>
          </p:cNvPr>
          <p:cNvSpPr>
            <a:spLocks noGrp="1"/>
          </p:cNvSpPr>
          <p:nvPr>
            <p:ph sz="half" idx="1"/>
          </p:nvPr>
        </p:nvSpPr>
        <p:spPr/>
        <p:txBody>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C2EB9C8E-3B52-97EF-18AD-F51801009E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48DC394-1FBB-F6BF-725C-11CA06F2C7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8C11B3-0CE0-7444-5E1C-D4207A7F85A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9902A1-C5F5-9955-8440-05E139BEF6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501CA53-7D2B-9CC5-5D11-E6EAE20F67E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AA82392-59D9-F600-4FFD-3BA1535D53CF}"/>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F3903BFD-2278-8F31-2BA1-561050078A2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8BAC85F-D3CB-91CE-128F-DC2BD0E7C27B}"/>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3279A68-5CDF-B500-451E-01D0D9210A11}"/>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64C98E4A-4CF7-CA33-B77D-98751C5C4016}"/>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2C92140-08EC-73C6-BA70-B93ACF39F81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98A230DD-9681-9F43-4B45-7E13460022DF}"/>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DE4DC20-DF28-3AA1-980C-2A09CE2633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489E5CAA-2C0B-9043-D116-AD4722BF5547}"/>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976B422-EE5B-F31E-116F-09527E9FA3B3}"/>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54705FC3-0F08-12DB-EF30-8025C7485CD9}"/>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EC3BC30B-2023-BADF-DEBE-1BE7CEF02174}"/>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81ABEED3-2D58-EA3F-8A4F-EFD34287DDB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7CADDAB1-EEB3-1BD8-DF29-73A35D69FEC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3050234-219C-8EF6-8AC9-34D7C3F4510B}"/>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8C45A42F-DBDC-5316-4C47-8FA8C5E19C33}"/>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FF077A74-AAE5-7F80-63D7-4040C5928711}"/>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4E413B8D-5F1E-498D-2F6D-6BFABA0084B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8007F81-F072-B5AC-A430-89E90017EF4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935B506-9116-11BF-B51A-D98F2BD34EF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548534D-1370-7201-67AB-E73223BE5760}"/>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2D481BA4-9B30-FEAB-72ED-050C13D067F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F1059B4-1170-7250-2D9F-8A678DEC287C}"/>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351B595-19CE-234E-CA00-0B9ACDF5978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39686034-5E38-355C-3E13-3B00AF25E718}"/>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B13DBC72-613E-7EDF-1F35-6271162A9F84}"/>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AF66D738-C6BF-5BE9-D888-3F3A8D61141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F07E5848-255C-725E-66DF-E320EEBCB58B}"/>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05E3E99A-3F57-3369-F917-5F54E7E705E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EF9E1682-1C1A-2AC1-81D4-28EF137961B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795E5DD5-FF6C-FF10-BD30-314F25DAEEC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6F03DCCE-0E44-A3F7-E5D9-0C5E82E6918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F54F9488-6410-8D32-AFF1-8E2239E59C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A89E121-E3AB-CFCB-5EDD-6B122E83E54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1EDD35FD-4240-2209-1C1C-F906F2B598BF}"/>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90B93972-E815-4283-CC7E-967BAC5A362B}"/>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AEA2A72B-8FEE-76D6-9D5E-81A1D0C76FCC}"/>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F348F913-89E7-D54C-D0E2-020AC288E893}"/>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BE263B3A-5067-D1AB-1536-D6BBCA6F540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BA370179-2654-7CE5-87B2-C6463CDF5E7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66541F3-9941-A6F4-0AD3-B9C9CFCAB978}"/>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638924A8-2A03-3E9D-C940-28786D22564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26E3537D-9D1C-5188-05E3-7DEC44EE68A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2E01413E-6A76-393E-AC8C-1E8756864CF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103FA39-A216-94E9-9C8F-4061B03515B6}"/>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B689FAC-A782-C43A-61BA-2890E1C5D270}"/>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DDAD9CB6-A6B2-3371-ECB8-488B470F7A58}"/>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4A437D79-491B-B3F8-3800-5C606D3E484E}"/>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7D6DF063-4CBC-C623-BCB7-4019163D512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550D57E6-34D6-28C4-C99D-5588F977264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C0E5DAA5-AD95-347B-9E47-A43DD221206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5621E8D7-CD5A-C958-1C5A-8CA2CAC633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EE5A3687-76F6-7031-EE49-4113463C1CD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988E9B1E-64ED-F258-6865-4D0D591E5FB0}"/>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83B4C26F-FB1C-3576-50CC-8DA2E620257F}"/>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8BAE7FB9-B05E-55F3-772E-80F1BC4F2400}"/>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87791ACD-64E6-0B22-7DC9-8283C0B1FE46}"/>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E8E1AAB2-6445-F81C-F7A1-FB23EF6461B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E8BE03F7-572C-4ADA-EF61-126EB3FD77D9}"/>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69E0164-46D8-16A6-269B-BE4711DADBDE}"/>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9B6556F7-EFBF-BC84-5950-10DA9DF6A76A}"/>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ADBAA7C9-6D28-2B83-AE5B-EE808BB1AD9A}"/>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9D8F763F-7EBE-29D7-2CC6-54633D9C25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5996B44-CAF2-056E-5112-55CB5FFDEFD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F15120F-E4F2-0C5F-1C72-A95E8188181A}"/>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A183F6B-4883-C1D3-6AF1-8A4A58CC2BEE}"/>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36665144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E7F2D-9D9A-C8AF-1780-960F4F0071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0F848C-2DE4-8170-8C1F-6DF7B6322C0C}"/>
              </a:ext>
            </a:extLst>
          </p:cNvPr>
          <p:cNvSpPr>
            <a:spLocks noGrp="1"/>
          </p:cNvSpPr>
          <p:nvPr>
            <p:ph sz="half" idx="1"/>
          </p:nvPr>
        </p:nvSpPr>
        <p:spPr/>
        <p:txBody>
          <a:bodyPr/>
          <a:lstStyle/>
          <a:p>
            <a:r>
              <a:rPr lang="en-US" dirty="0"/>
              <a:t>In Row 7, [23 in 5] -&gt; [21 in 4]. Only 1389 and 1578 meets all the constraints: only one of 79, no 2, not both 5 &amp; 9, not both 6 &amp; 9. The 8 fits in only one place. Then the 1 fits in only one place.</a:t>
            </a:r>
          </a:p>
        </p:txBody>
      </p:sp>
      <p:pic>
        <p:nvPicPr>
          <p:cNvPr id="4" name="Picture 3" descr="A grid of sudoku puzzle&#10;&#10;Description automatically generated">
            <a:extLst>
              <a:ext uri="{FF2B5EF4-FFF2-40B4-BE49-F238E27FC236}">
                <a16:creationId xmlns:a16="http://schemas.microsoft.com/office/drawing/2014/main" id="{83E2409F-5BA4-339C-4260-2E6103909C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BB1E902-3136-D812-C9BE-E7DD0EADF5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FE7557-A144-BA33-D228-06CA6BE00CD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7A31225-C6BC-49C5-8168-1E820DB9653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A229CC-B65F-0D9C-8910-E038106BF18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EF4C9E8-530B-15BE-4745-17848B6515B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298B565-CCDA-6152-DDBD-066DC9D1996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ED1C9A0-E764-CE20-7D11-557016AA6B18}"/>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4605602-9820-C9E0-6CFA-F9AEA0F40170}"/>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12A32E91-C26E-5E40-4767-878D8455A30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2D9146F-3D90-DAE7-34E5-8462C8A52EAB}"/>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241D0E58-44CB-ECCD-7079-8850ED4BD8B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8E2EA6D-8B6C-F31C-B37A-17A72CB87F4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EB78BA6-4E0A-6965-5530-236835D8FF72}"/>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57666CC-F990-2417-FFEF-3BFBE2ED794E}"/>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B1D0E23-A716-4CE1-5FC8-89A3B319AC2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D412620-6EB1-DF0F-9A43-50C62E378CDA}"/>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BCD6ECD9-CCA7-BF3F-9EBC-B5102DB0C4B7}"/>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B7ADA5F1-7184-5554-2B53-10D413EA6EA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3598330-6C7A-19AE-5539-5F78899A5A04}"/>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4661B90-CB3D-4C8D-F07B-47562A3D55C0}"/>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AEEB33B6-68FB-5253-58C3-0C8194F59FC2}"/>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764B6AB4-3F79-97EA-CFE9-C823836F6A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995F849-DD0F-8E7E-27D3-4925AD24E44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69D3BD1-6979-E4D1-8BBC-E36AD33A029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31CC360-1D98-4B3A-698F-A4371D7391F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3BADCF8-D0A9-2B43-AF44-B69D343FCF2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12C164FF-FD67-47E6-0C3D-3F6DCAAB122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2D9EB8AC-AA5B-E470-C576-8BE7AA97E9F0}"/>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C9E869EB-7364-DC71-9FD8-4DC13C35EB6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19E79904-75C5-931C-E838-505F4D36623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2551837-2F16-E270-4B5D-B332B66480F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87397E5B-A654-7390-4771-032800C32867}"/>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EBF1EE99-E5E3-80B7-0F26-7A9DBBF54913}"/>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219F511F-FA04-54C4-6AA4-2DB1C280946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3DCD3E14-D441-024A-FE40-00463F36F90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199DBF5-5AA9-ADA2-2AA3-B29B7142EB3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00ED7BD5-6516-C085-6548-FF10B08521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8764F13-4C97-206B-1F99-667C1212285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B1B78A60-6176-9082-B7F2-7799B20CB695}"/>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2C1FBA72-0C84-9F3A-1046-ED49F5C40007}"/>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7AB0680-7EC4-958E-D4BD-762E12E4F2C9}"/>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93C2B347-FE3D-9915-1387-096D341613E7}"/>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B43FE8D9-B253-B4FD-0070-2AF30B6C45E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A25C77A3-DD87-78CA-57A7-9004A1E68380}"/>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1A248517-84A5-AF1B-FCDC-4E2466868D6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249E27B-1103-FA24-9040-4A4B96BEA62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B4EC3ACC-2AB3-BC32-B069-EEC5E465D4D5}"/>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7B050B03-ABB6-9B29-25F9-D781F115E64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012DEF6-64BC-2EA3-FCC3-014CA9405BDE}"/>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8C23AF0-C8EC-4FE3-3789-C46E4D4F642A}"/>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C863BF81-BAE2-5660-10D9-2E0BBB829C49}"/>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9AA2C1BE-DB2F-5A9E-63FA-FD9E9B7399DC}"/>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91E7310A-0205-7184-7909-C375DA4592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7A1F7DA-C355-E97D-A6B4-C4ED6E4F8B1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07EA4171-4C0C-14B4-2CB4-EE167AFB8C67}"/>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6EF3F5F5-6A48-B256-7F19-8B1852B40A49}"/>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6E91C221-2105-DE1E-9415-9A3AE178BB8E}"/>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EB1CA09F-4476-F0F4-E4B1-2A95C97D255E}"/>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725B8863-AEFE-20C4-1521-539F9FCBFB21}"/>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357A34F4-F591-F402-06C8-CFF770F26E6C}"/>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129A967D-BCD2-468D-FF66-A0E074B9175A}"/>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2E508C31-FC7F-14FD-11C3-1289A079655C}"/>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05C4A93-ACAD-3659-22CE-A9CB5E7D5251}"/>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22BA29E-6F6F-0B03-6FC9-681F48CC3A4F}"/>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CAF796FA-4345-3CAE-C35E-F0856B2C07B5}"/>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F0795052-3935-C5DD-3B76-EBEFD3C6CA38}"/>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60314B8A-CB23-3114-DD27-24F9A3536D6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49FA706B-0F4C-1F82-A076-24E44DE732B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16E80E7-40DF-5644-7EF1-E61DA67D4515}"/>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1D4E2E7-56FB-5DF0-E7C6-EF066FDAC029}"/>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93C8330A-F401-B4AD-6680-5903A14BCEA3}"/>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D2F9ABEC-D5EC-315D-620C-812C7EF46738}"/>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97C6F261-B59E-C049-13BC-B4E296905C8E}"/>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Tree>
    <p:extLst>
      <p:ext uri="{BB962C8B-B14F-4D97-AF65-F5344CB8AC3E}">
        <p14:creationId xmlns:p14="http://schemas.microsoft.com/office/powerpoint/2010/main" val="42690261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C62F8-490C-641B-5550-2B61952E73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9B37BF3-B4B0-81E9-48F3-B02A16C7E171}"/>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F67139B-104C-4485-0D7C-F386C2B9029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2522717-028B-1143-EB08-B0BE191D76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B3BDC7-E2E9-45BB-BB14-520946B7A35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1647D4-F840-8946-AA82-F107027D08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4C164F-1C16-DCE0-DD71-9CAE6D48451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11DBEC4-96FE-23D3-615B-039F89962F2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659B125-C01C-47CF-6BF2-C2326C0B3F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928A227-9D6F-7E24-B956-78079F78A1E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B996F2C-8D00-6775-25E8-96EA0F4AA27D}"/>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072CD1C8-C61B-2FF2-77C8-E4F215621FA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5BAD6EB-B83D-AE84-858E-29527C46ABA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548960FB-D65D-1C0A-A64A-AF09FCE4584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581B276-907F-6726-4E27-74A9D23F71D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0B158DF8-8485-A5F9-922D-8E124FFFBB13}"/>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026E218-AAC8-9209-807B-EA07DBE39AC1}"/>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74B71521-3DCB-0731-BDE0-F26BBC08EB0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6A6BE686-5B79-70CA-E3AF-0778283C0D08}"/>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8EF2E955-DDEF-ABA4-EDC2-4E275119DC5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6404F262-D3BF-DF88-A6C0-8BC49DAA22AD}"/>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9E52279E-F40D-12C3-924E-35DB2CD4EDE9}"/>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E0A8F46-927E-AA33-106E-5ADA6F4E1140}"/>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952A859E-6D8F-9FFF-EA79-C6ECFD4E6F11}"/>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77FBBB78-AC99-F6E8-EB97-FBB21CF3968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3485D6E-C33E-298F-61C2-08C2B5EB113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69B84584-9E6A-DD82-B971-7A2C95D3C7B4}"/>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8A7906C6-BA30-1787-7BFE-BCD0BB72AA72}"/>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886F65C4-07A5-CDD8-FD53-AB12936920F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290EFAF5-7DCF-CF47-9895-D06A841FC183}"/>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54D698AF-C4E2-71D7-1511-39DB228634CC}"/>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5E6EA0BD-A095-8AFC-CEE4-EB2B3EE008A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E8F44A02-8857-CDC3-F112-7AB274C84C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A000520-7591-291A-A31C-E4DD7DC046C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83CE272-85BC-C4BB-E40E-5D00D22306A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A77F374C-AD1F-81F2-D412-1E5F0BC7D09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64C71C41-9762-B7CC-7DD8-9DDB4E339E2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FD3F6389-9A70-78C4-2197-2F36DDA8131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DAEDE4A-C20F-7425-0278-3CE09AFDDFC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3698EC6C-7E07-FE3F-9D98-880B126833CE}"/>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2A398673-008C-2D47-E22D-5ABE75B83C94}"/>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F2173573-0D84-F4BB-FA26-CA798C80E668}"/>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406A663C-1459-78B9-63A8-1BEFD766F653}"/>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4B985C83-DCCD-53EA-C9C3-B3C585081DF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886A2427-A706-70E3-A364-6F4DFE8C9D1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12A4E805-A8A4-BBB5-36C2-0B8BC38C547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9AD093F6-8421-8C87-8BE0-A1AD83C5916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5DCD3C4A-BE86-0651-D523-87DB3D5C918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C635939-CD54-A2A3-7D86-03369E288DF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F05E9EF4-B9A8-9F16-0DE9-A5FC725AD1CD}"/>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EAA1B3C-1140-536F-49BC-CB313B9F95C7}"/>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5EF8DDE2-68C4-2789-AF50-20B19B31850E}"/>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B5C93674-5ED1-AA0C-974D-74636CA3C957}"/>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B6E5B8D2-43A2-1033-7B97-2C5B26B834D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056CA6B-07C1-E0ED-A02A-020AEEFDB7C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09E835F-F4A2-2D89-F43C-3DD57F9A8FD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DABB1B43-881B-A52F-7A36-91B6A269201D}"/>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7B3372FF-A449-2FEB-8834-60DEF47B705C}"/>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F277B63D-5502-A897-9061-99573F88F5A4}"/>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C89C9AB0-67E4-132E-13ED-4F2D48ED7A13}"/>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72EFE454-1AC1-ADAF-2053-83D340BF7146}"/>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41DD8811-9C4E-7973-EC52-B6010A6C19E3}"/>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1046DFD3-C63A-63EB-E422-AF23DB30AC8B}"/>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4D1AA51C-F45C-2B8E-F9AA-D631F8A98827}"/>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23E699D-6B71-506C-60CC-EE291EBE91B8}"/>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DE6D45A6-E1DA-D722-47EB-A0BFB11A3139}"/>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8BEF3F54-50B0-436C-A274-C7A429205315}"/>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241B6D78-E7C1-4DA8-FFA2-43D6511F385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7B4E78DB-0DD1-AD92-5E18-455C9734A09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0A0F9F4-5823-5C2B-15BA-05852A8D4213}"/>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0877148-C80E-DB8C-ACC7-7338F2D0A4CC}"/>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92FEBC78-D423-B343-E747-9056EDAAA0F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30DFC1DE-F251-A809-169B-28A6EAC4E230}"/>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82821F0E-21F1-4BA8-F7C7-6B745AE3979F}"/>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E75DB847-D608-51A7-19A5-D5905C5B06C3}"/>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AF3C8BB7-D58B-D9EA-0CDC-A864C5BECF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913670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5F3F4-649F-7E41-49AE-A588A9F2BD4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82723A-DB93-C05A-FBAE-BB8D4D9310C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5F88846-6A83-9DBA-2203-249040993A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894672F-3C97-95F0-3312-D9A09AF9F0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48D5A79-BA41-9F71-2451-4F660CB0EA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F832A63-0C2C-101F-14E2-04163B8119F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674B58-6BC6-D0EB-DDA8-040CEA63E1D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E94AE4F-F144-4871-AEBF-095377FF403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616F325B-361B-9F86-8B1C-341A998ED78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03241951-1CBD-472B-A0AF-4846104510A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2E9AF38-939F-94C8-2C89-B5B77F885806}"/>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F7DC24E-C04B-B08B-836F-9E534C184AB3}"/>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699D066-A36D-5689-921E-1267A97DCE9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8FA1BC06-014A-FB71-B1AC-8926834723B9}"/>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CAC42CB-1A73-C0A4-542C-335B3B0D683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B966C58-2030-77AA-897F-73BBB937D2F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B14EE1A2-CE0E-8711-6CE9-C286D2B14B4B}"/>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6E289A81-D7B9-8E21-5A51-885733A96F21}"/>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06D1E3E-060E-2B32-F11E-3DBE9528831F}"/>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787CC10-8F67-75EB-E8C0-718598DBE0B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1B7A82E-A57A-ABA8-8DD3-97A46D589615}"/>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B07C4913-CE00-34C9-FBB5-75AF512062A6}"/>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A94640D0-E7FD-AD93-C045-3F7A26BB0C66}"/>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659494A2-68F3-0D39-713D-2C43AC85EC6D}"/>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22161CD6-0ECF-3A20-F13B-EF58FF85603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ABB6011-E657-E6B2-55C6-F028FE74DB2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208BEDE-C391-27C2-D4ED-C36E89B391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449CD91-B1AB-66EB-F42F-F3994D91E68E}"/>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FA69C24-666F-2C83-0E25-84F6411F060F}"/>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19750268-05E7-A5B2-E564-DC6BEB55B1A9}"/>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14255BDA-9DC8-7701-0D2C-85073E1856D3}"/>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4ECFA40C-EE79-ADA6-FCE3-8B291011D5EA}"/>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A9F78D13-7DB9-9CFF-ED57-98D9BCB0425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A1432580-B664-7188-FD52-1CA5368FEB0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CC2FACB-2725-6609-0D24-611BBE27845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E3DB6098-D5E6-AAF1-21D2-A027E596D47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0A688BC-23F0-8FC7-CEC2-008C2C26EDA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A91340C8-0BD0-1641-BF98-3EDE04B803BD}"/>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D68B9D2-67E8-C88B-F7E4-49C91D0903E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F5523A57-93AC-6B7B-DC09-83F97527C64F}"/>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49C95828-CB49-CD9F-019B-0B8A066D0238}"/>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F10FAD0D-83CA-46E7-4B18-EF63B26384CC}"/>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2811968-6E8F-8D62-1960-C6D6FF8C93F6}"/>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4A90D036-BC28-7297-8850-F41B82504B9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7BDAA659-3D07-C57D-CCCD-8F9C2D4CE24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6A5E433-D86C-2DF4-598E-2C0D912F1B8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E252C652-B6DC-2363-54C4-E432A2F0546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A561A3BC-961B-5A88-42AD-6BE50FD6DD1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8EB4F461-8797-FDDB-6D70-91375DE308F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CB91183-A482-BC2D-EB2A-2175B958EADB}"/>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D467F79-103A-0C1D-7E39-3FB0C2F3DEF4}"/>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3561ED5F-1F74-2B0A-5A9F-167B9FF4D7F9}"/>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84B919DF-CEB9-E1E7-20AA-0C00C19BF6A8}"/>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1F91DC06-666F-160A-EF46-8AF3940EFFA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16C4846-CB1F-ABC4-93CA-4E73AFB939C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98CC4B4C-A22E-1949-2F26-A4360AE39B1B}"/>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50FDD972-6E90-38A8-E35F-E1946934900B}"/>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CE447C54-CE54-88A8-5E3C-8A8A36A9F9DE}"/>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314EE2C9-AD91-EE66-AB07-688C0BA54B6D}"/>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1FEEFE1-62C3-1B8C-33C1-30A89F63C048}"/>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4946BB26-C5CF-326E-2404-338D0AEF53E0}"/>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74A0707B-85F0-87EF-5F87-5CDE4D0F8F74}"/>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BB92A687-317C-F44D-FB9B-79F02E007566}"/>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35952C48-BE93-863D-0FEA-46C0F862C5F9}"/>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8059B1F-F6E1-5EEE-7A8F-D1DF97F407AD}"/>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35A84ADF-6BB5-3083-53CC-10ED824AE367}"/>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C7453A8D-5B0A-966F-2E3B-61EF132F36EB}"/>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65A765BA-3E3F-F54B-A56E-D96CEACFB6F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111EBF42-4944-BFF3-8E0B-2B8D890FB71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146F348-578C-FA21-461F-B2C22A00BF81}"/>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784253E-0C0E-2124-4AF0-5ABC1B607BBC}"/>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6CA2C738-8A25-3954-2C4A-A55F9C14F53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ED3F10C9-14D4-2812-A515-D14BDEC657DB}"/>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B084D84-1B6F-EC56-6D61-C6E76163CACC}"/>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FB333DE0-DAB9-DB77-2828-2A9855C25A60}"/>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5B84B910-BE58-4D48-3461-CE2BCF17F89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151321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5C028-4F80-3ED6-D8E9-1260AC666B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EC180F-2E2A-CEA6-91EA-68EF0EF8F9C0}"/>
              </a:ext>
            </a:extLst>
          </p:cNvPr>
          <p:cNvSpPr>
            <a:spLocks noGrp="1"/>
          </p:cNvSpPr>
          <p:nvPr>
            <p:ph sz="half" idx="1"/>
          </p:nvPr>
        </p:nvSpPr>
        <p:spPr/>
        <p:txBody>
          <a:bodyPr/>
          <a:lstStyle/>
          <a:p>
            <a:r>
              <a:rPr lang="en-US" dirty="0"/>
              <a:t>Complete Columns 2 and 3.</a:t>
            </a:r>
          </a:p>
        </p:txBody>
      </p:sp>
      <p:pic>
        <p:nvPicPr>
          <p:cNvPr id="4" name="Picture 3" descr="A grid of sudoku puzzle&#10;&#10;Description automatically generated">
            <a:extLst>
              <a:ext uri="{FF2B5EF4-FFF2-40B4-BE49-F238E27FC236}">
                <a16:creationId xmlns:a16="http://schemas.microsoft.com/office/drawing/2014/main" id="{B33273F8-CD34-05AF-DE83-140EE692CC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DB07BE-D664-323A-C0D2-083AF048745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F9EEB5-6BFD-3960-ECBA-AEA30799E5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81F45F2-9E77-379B-4A9A-DDC23C04E3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AE8FF1-2998-FCCA-9875-A5606A482CA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EF1C8F3C-78D1-BFE0-BDA7-8BAB4ED69BD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66E24B3-531C-A2BE-1FF8-10239535DC3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E8B40D43-1360-2DD6-EA8B-A6EE5A55F0B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CE5717F-E29D-E73D-F5A9-23391CB373EE}"/>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5AD7461C-6981-19C5-00E5-428066174AF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10447F4D-EC37-D9C7-6BA0-1A418757A17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8F4DA94D-2633-54E6-26FE-AF2D2DBD77E2}"/>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E969611-9F55-BAD3-3D2F-ACBFEDD1096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AAB7BC31-4A60-BF5B-33D1-B8225F40BC2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0AE61C17-8CE0-BC10-B00A-7E4AD34071B0}"/>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B27E2AEC-37CD-1383-BA56-CD024D218F94}"/>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E5A86DC1-0FED-2312-8A7D-7C484B151E02}"/>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83827C2-52D9-6BB9-0966-2BABF497DFF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03959B47-643A-A446-2056-77400F834F9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016A33BD-6778-6AC0-A3C3-C44FC4E6E438}"/>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7CAA6890-F734-6001-439F-ED0E0E94873A}"/>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95281FB-599C-6B42-4146-74B40CA9615A}"/>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E0B2CE18-CFCD-68E2-10E9-9364552E310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EE42D5A-91B9-3A12-29D0-90AFFFE1CFB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50832527-5ABB-EA73-990E-35022288E79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D9724CA-601B-055B-DF47-B05778A77287}"/>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269C6326-101E-5877-FB02-FB502E7D9DEC}"/>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6B11203-260A-6DEF-B9C5-6182DC78F71C}"/>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5C8CDBDD-EFB8-3354-D22E-A63CE986C016}"/>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A721621B-6E88-B7E8-8E11-6A99FC97B64D}"/>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BAE23E4E-6C8E-0D47-9EA7-3EC387E3F41C}"/>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7A58E83E-9FFA-A97B-28E7-15E135E9E8D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73FDA44-FD03-513B-2D0A-D628833E02A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6B4D1F2A-B501-E9E9-ABBF-08BFC65B0D5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F787A58D-3EC6-BE81-D3C8-C65306A9365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BFCF520C-B3A4-7BF4-AD35-640B960A28B6}"/>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E01E807-521F-FBAE-9AD1-B22FB33C7D3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C7D2DA0A-674F-6DFF-A0F8-D13782773D34}"/>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A63DC962-7678-E2EC-31EE-F9FD4909C36D}"/>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6A547064-162C-2C37-BFEC-21EE7CCF7FB3}"/>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66FC95A0-458A-6DB4-E02D-C9492FAE4B1D}"/>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830452A1-1222-191D-2750-C15D417B1A6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58A13878-5C13-1746-E249-3ADCFD2F026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D5BB2E37-D450-E325-64A5-C5856FD8FF87}"/>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CAF32026-3710-C2A7-475C-10C0AB1FA66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CAC990AA-40ED-38A0-87E1-3CE87E35F2AC}"/>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A93041FD-A0FD-378C-1339-57EF64BF838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940FFF7-18E7-C2E4-F61A-62DBA863498B}"/>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F91EC5B-1ED6-3720-94C2-DAB6D1A859BA}"/>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FBC551AC-5972-1264-ADB1-B7B5372AB183}"/>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00DAAF03-E3DE-4C2C-7C02-7D6B693CAD1B}"/>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9072273E-CBA0-BF07-2499-FA8D99C7698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608833AD-5792-BEF3-AB0F-7E12BE23BD2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CCA01F6C-C407-63B7-7D97-5AF6F15AEDB3}"/>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0A03CBA7-73E7-4A71-5B7D-5D955D2CAF6D}"/>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12D5EACE-2049-F1C7-F4A8-ADE046548E3C}"/>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CECF589D-03AA-BD25-A604-BFED69A15037}"/>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39BA265D-8D91-7C4A-66CB-F4761EA36AC9}"/>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12EF67CB-C31C-3163-7502-500F0B0BADDF}"/>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F56FD6BD-2AE2-9844-5020-7BA8E15CA547}"/>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FF270328-8ADE-7FCE-7672-31F66772377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ECCEE240-3659-974B-1DBF-51D75E61C5E9}"/>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83DF9E9-27F3-CC3F-5CB4-462148E7F6F5}"/>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B6FA3CCB-0B5E-C52A-1DB3-99BC24137AAA}"/>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0084EA27-8B9A-CB7A-225A-5F536AB78A5A}"/>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91FDBE6-F3AB-EEF2-2E5E-1B76EEFC68F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C6FDD9EE-DB0B-42ED-9EAD-6D8A4F1C93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E8BC3E-5FF0-040A-E2BD-F89D5B77B5C7}"/>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73CBA1EF-5652-45BD-9CA8-B3AB46B9D8CB}"/>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26648729-E200-7478-4466-BAAAA953C9E3}"/>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E7E05395-0364-6EC1-8DEC-228F0760E689}"/>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FBA6AFF6-CD06-CCD2-066C-B76C452645E0}"/>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2FA37F70-267E-AE4C-8949-245EDF09864B}"/>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B5D4084-32EB-2670-DCF4-FBE9DD53DD17}"/>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F18B7854-B97B-F7CB-8A95-26545643D95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235</a:t>
            </a:r>
          </a:p>
        </p:txBody>
      </p:sp>
      <p:sp>
        <p:nvSpPr>
          <p:cNvPr id="43" name="TextBox 42">
            <a:extLst>
              <a:ext uri="{FF2B5EF4-FFF2-40B4-BE49-F238E27FC236}">
                <a16:creationId xmlns:a16="http://schemas.microsoft.com/office/drawing/2014/main" id="{17BE778B-1EAE-9D59-5240-87F75031E6B5}"/>
              </a:ext>
            </a:extLst>
          </p:cNvPr>
          <p:cNvSpPr txBox="1"/>
          <p:nvPr/>
        </p:nvSpPr>
        <p:spPr>
          <a:xfrm>
            <a:off x="4143022" y="4909484"/>
            <a:ext cx="570089" cy="230832"/>
          </a:xfrm>
          <a:prstGeom prst="rect">
            <a:avLst/>
          </a:prstGeom>
          <a:noFill/>
        </p:spPr>
        <p:txBody>
          <a:bodyPr wrap="square" rtlCol="0">
            <a:spAutoFit/>
          </a:bodyPr>
          <a:lstStyle/>
          <a:p>
            <a:pPr algn="ctr"/>
            <a:r>
              <a:rPr lang="en-US" sz="900" dirty="0"/>
              <a:t>246</a:t>
            </a:r>
          </a:p>
        </p:txBody>
      </p:sp>
    </p:spTree>
    <p:extLst>
      <p:ext uri="{BB962C8B-B14F-4D97-AF65-F5344CB8AC3E}">
        <p14:creationId xmlns:p14="http://schemas.microsoft.com/office/powerpoint/2010/main" val="11323120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AFB75-B797-A90C-C994-AFD388758F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F0A8BF-864A-8158-E484-46B8434313AB}"/>
              </a:ext>
            </a:extLst>
          </p:cNvPr>
          <p:cNvSpPr>
            <a:spLocks noGrp="1"/>
          </p:cNvSpPr>
          <p:nvPr>
            <p:ph sz="half" idx="1"/>
          </p:nvPr>
        </p:nvSpPr>
        <p:spPr/>
        <p:txBody>
          <a:bodyPr/>
          <a:lstStyle/>
          <a:p>
            <a:r>
              <a:rPr lang="en-US" dirty="0"/>
              <a:t>In Row 7, both [23 in 5] and [11 in 2] must contain a 5 or a 9. So, 5 and 9 cannot appear elsewhere in Row 7.</a:t>
            </a:r>
          </a:p>
        </p:txBody>
      </p:sp>
      <p:pic>
        <p:nvPicPr>
          <p:cNvPr id="4" name="Picture 3" descr="A grid of sudoku puzzle&#10;&#10;Description automatically generated">
            <a:extLst>
              <a:ext uri="{FF2B5EF4-FFF2-40B4-BE49-F238E27FC236}">
                <a16:creationId xmlns:a16="http://schemas.microsoft.com/office/drawing/2014/main" id="{969469DC-C2BA-D3D6-F056-9C78A7CB10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57BB4C6-CCBB-661D-A48B-238D746B60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FBBF69-A8CA-EC4A-8A76-2622CEC996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6C70E0-F150-095E-F4B3-B3F060EC3D9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D3DE8C3-EE72-54FB-74E3-20D9957B7DB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5527E09-699C-80D7-6844-0643748EFF20}"/>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24BECB3-589D-D962-B41E-C3E481BE90E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987E355A-01FB-63B7-C0A6-2C3B33BE3574}"/>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40E714D-DE77-4D35-9156-7FF0B14B17EA}"/>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85585BE7-CF88-DCA0-32E3-44E0DF0E442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C6A8BBF9-A8AF-296A-C686-2BDCF62ECB2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0F526AF4-08F1-29B4-3A6C-9CA09AD39E69}"/>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276A655-3475-C4B9-132E-D4565CD2A0F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03987050-8DC2-8AA1-4188-F79ED291EE1C}"/>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5E1EEC3-A3BE-AD6F-211A-1093DD680FB0}"/>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D17A2D8C-3032-A65D-0A17-3AB35EB135C5}"/>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442CAD59-70B4-C08D-3D22-F6D24915F967}"/>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13CB17FB-E533-2D63-7697-6D5D36C0C12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66E8051-9CA9-064A-3C46-6150CAC544B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3E4C5A7-F70D-444F-02BD-AB435F60F5AF}"/>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24375BCA-EF94-6D30-A9BD-0FF55C3FCDDF}"/>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7EFF1946-EEB7-5547-F177-8375ABEABCDC}"/>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DD3D4227-16ED-9061-D367-2589D346046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51B645D-02B0-8D01-0191-6D07DC471A2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685273D-70F9-F4F2-DF21-4C70D1889A0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AE380EE-61E5-0C43-A16D-ED47FC7ACF66}"/>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050A5B32-1434-4ADE-17EC-C83D5E73A0E5}"/>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CF894333-2AF9-FB47-55B2-469FA3AE9876}"/>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72AEE12D-5AB5-6147-06AE-D53474F1B9F5}"/>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26E7701D-C758-6739-849F-8844A70DCB9E}"/>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9E73681-B511-C02E-3560-EDE44B5F3A1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8065AB1-CA84-BAD5-5152-2F9B413110B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9AA977B-CBE0-CC5B-36C9-2E9013697AA8}"/>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A23E8868-EA2A-B012-A050-7D643E98E00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39B0F52A-7020-D242-6420-652E269ACD5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ACCF76B-E55F-FDE6-E7D0-6E834102DF0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F05FBF5-D8AD-610E-A3DE-F05C02AAF81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3B7B18C2-D6F7-F44A-71CC-3C19AA3A8C82}"/>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ACAC0E68-F5BA-9B54-C124-39CD45E3068F}"/>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887CC4C-4989-86AD-8C8C-E7983BBDA859}"/>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015B4496-71C4-FC8F-F8A0-FEADD3187649}"/>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A2D8908A-0FA2-8ABC-056D-9E0AE555569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5624721F-93F2-9EFB-D93E-4E7B2C0ACB7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D39E10D1-F9F5-FE04-E5AA-F6BD0BA8863C}"/>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A74CA83-DB47-C280-2F63-21C1569000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2E0F8000-BE4D-1D53-210C-5CE1159D7BD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5CCC288A-7EE3-3D51-5931-4568A77C6A1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497E89E-FBFC-5A49-5E2D-2E34D6A2FB6C}"/>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AFCBD11-3822-A87E-330E-D3CBA352B2D9}"/>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7F5C36E6-616A-AEA6-C4CE-610C341BC974}"/>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EAAD1205-800D-CF9C-7968-3E346557775C}"/>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97436506-F980-5F02-89D3-A43AFCB6E0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6952FD0-8AE8-F8F8-AAFE-0E609ACD325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76167935-BDCC-348C-26C8-4CA2ABB0349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B355D968-0F8E-8AFA-78F5-4484872C3A77}"/>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87AB25AC-7455-2D2E-4023-D7829C5B93E0}"/>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4B54DF06-E722-B0AD-40ED-98CC016783A9}"/>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7B6B76B-ADA6-5D5B-830D-F825F44EAB0A}"/>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7E4199F3-4063-B2D4-7EE7-4120DE348F0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3738B5A2-BA1F-60B7-CB08-C1A6F90107DD}"/>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E894C4FF-5575-604C-957F-BCCEB1D6ECB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044349F0-81E7-ED76-3EA8-AD47149757E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3B6D7F1-FE70-2FDD-E70F-84D8EAE19452}"/>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FCC7B515-7FD4-7B69-FE9C-7192967F3C12}"/>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04430CCD-ACE2-0F31-CBDB-7DF320322EBA}"/>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B2BBD399-9222-0535-71CA-D0BD2AC557A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7F18FBA-FF43-3428-097D-1A7CCF54CFD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48A9B3B-3A0F-DCE6-E312-4EDD6888A131}"/>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AA00BB5A-C0E5-F18F-8EE4-F719F891DE97}"/>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2E26184A-DD46-9334-25C6-95193A44863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8ED4C125-2D36-6F58-3174-961E77CF1A68}"/>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DC5D776D-3B32-B1DD-CD1D-B240ECB6A83A}"/>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209876C3-E91E-3735-D347-2C9C8D4B1933}"/>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CBD9B074-93C8-C1E7-98FB-DA600FB2A91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87F5CAEA-D2B7-1C8B-5696-E8B530CC4301}"/>
              </a:ext>
            </a:extLst>
          </p:cNvPr>
          <p:cNvSpPr txBox="1"/>
          <p:nvPr/>
        </p:nvSpPr>
        <p:spPr>
          <a:xfrm>
            <a:off x="3640666" y="4909484"/>
            <a:ext cx="570089" cy="230832"/>
          </a:xfrm>
          <a:prstGeom prst="rect">
            <a:avLst/>
          </a:prstGeom>
          <a:noFill/>
        </p:spPr>
        <p:txBody>
          <a:bodyPr wrap="square" rtlCol="0">
            <a:spAutoFit/>
          </a:bodyPr>
          <a:lstStyle/>
          <a:p>
            <a:pPr algn="ctr"/>
            <a:r>
              <a:rPr lang="en-US" sz="900" dirty="0"/>
              <a:t>235</a:t>
            </a:r>
          </a:p>
        </p:txBody>
      </p:sp>
      <p:sp>
        <p:nvSpPr>
          <p:cNvPr id="43" name="TextBox 42">
            <a:extLst>
              <a:ext uri="{FF2B5EF4-FFF2-40B4-BE49-F238E27FC236}">
                <a16:creationId xmlns:a16="http://schemas.microsoft.com/office/drawing/2014/main" id="{FCCFB194-73F0-A082-A574-E240BC8059AA}"/>
              </a:ext>
            </a:extLst>
          </p:cNvPr>
          <p:cNvSpPr txBox="1"/>
          <p:nvPr/>
        </p:nvSpPr>
        <p:spPr>
          <a:xfrm>
            <a:off x="4143022" y="4909484"/>
            <a:ext cx="570089" cy="230832"/>
          </a:xfrm>
          <a:prstGeom prst="rect">
            <a:avLst/>
          </a:prstGeom>
          <a:noFill/>
        </p:spPr>
        <p:txBody>
          <a:bodyPr wrap="square" rtlCol="0">
            <a:spAutoFit/>
          </a:bodyPr>
          <a:lstStyle/>
          <a:p>
            <a:pPr algn="ctr"/>
            <a:r>
              <a:rPr lang="en-US" sz="900" dirty="0"/>
              <a:t>246</a:t>
            </a:r>
          </a:p>
        </p:txBody>
      </p:sp>
      <p:sp>
        <p:nvSpPr>
          <p:cNvPr id="79" name="TextBox 78">
            <a:extLst>
              <a:ext uri="{FF2B5EF4-FFF2-40B4-BE49-F238E27FC236}">
                <a16:creationId xmlns:a16="http://schemas.microsoft.com/office/drawing/2014/main" id="{98AAF4E2-DDB3-4BF3-70D9-5FF70F71490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23467</a:t>
            </a:r>
          </a:p>
        </p:txBody>
      </p:sp>
      <p:sp>
        <p:nvSpPr>
          <p:cNvPr id="80" name="TextBox 79">
            <a:extLst>
              <a:ext uri="{FF2B5EF4-FFF2-40B4-BE49-F238E27FC236}">
                <a16:creationId xmlns:a16="http://schemas.microsoft.com/office/drawing/2014/main" id="{87C92DF7-1778-2C10-6AF9-45BA1AF90150}"/>
              </a:ext>
            </a:extLst>
          </p:cNvPr>
          <p:cNvSpPr txBox="1"/>
          <p:nvPr/>
        </p:nvSpPr>
        <p:spPr>
          <a:xfrm>
            <a:off x="6654802" y="3907597"/>
            <a:ext cx="570089" cy="230832"/>
          </a:xfrm>
          <a:prstGeom prst="rect">
            <a:avLst/>
          </a:prstGeom>
          <a:noFill/>
        </p:spPr>
        <p:txBody>
          <a:bodyPr wrap="square" rtlCol="0">
            <a:spAutoFit/>
          </a:bodyPr>
          <a:lstStyle/>
          <a:p>
            <a:pPr algn="ctr"/>
            <a:r>
              <a:rPr lang="en-US" sz="900" dirty="0"/>
              <a:t>23467</a:t>
            </a:r>
          </a:p>
        </p:txBody>
      </p:sp>
      <p:sp>
        <p:nvSpPr>
          <p:cNvPr id="81" name="TextBox 80">
            <a:extLst>
              <a:ext uri="{FF2B5EF4-FFF2-40B4-BE49-F238E27FC236}">
                <a16:creationId xmlns:a16="http://schemas.microsoft.com/office/drawing/2014/main" id="{75EDB2FB-F237-E978-2DA9-B155C9B55032}"/>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Tree>
    <p:extLst>
      <p:ext uri="{BB962C8B-B14F-4D97-AF65-F5344CB8AC3E}">
        <p14:creationId xmlns:p14="http://schemas.microsoft.com/office/powerpoint/2010/main" val="8276550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43E05-27E8-E826-60C9-1450E1EC64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BE414F-15BA-D8B1-3730-B481D66D5B98}"/>
              </a:ext>
            </a:extLst>
          </p:cNvPr>
          <p:cNvSpPr>
            <a:spLocks noGrp="1"/>
          </p:cNvSpPr>
          <p:nvPr>
            <p:ph sz="half" idx="1"/>
          </p:nvPr>
        </p:nvSpPr>
        <p:spPr/>
        <p:txBody>
          <a:bodyPr/>
          <a:lstStyle/>
          <a:p>
            <a:r>
              <a:rPr lang="en-US" dirty="0"/>
              <a:t>In Row 7, 45–((23–2)+11) = 13, in 3. It consists of three of 23467, which sums to 22. So, we need to drop two that sum to 9, which could be 27 or 36. But we must keep the 4, which cannot repeat within the cage or block.</a:t>
            </a:r>
          </a:p>
        </p:txBody>
      </p:sp>
      <p:pic>
        <p:nvPicPr>
          <p:cNvPr id="4" name="Picture 3" descr="A grid of sudoku puzzle&#10;&#10;Description automatically generated">
            <a:extLst>
              <a:ext uri="{FF2B5EF4-FFF2-40B4-BE49-F238E27FC236}">
                <a16:creationId xmlns:a16="http://schemas.microsoft.com/office/drawing/2014/main" id="{DEEC29D7-7433-2649-95AD-479914F1904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79334DF-A065-754E-D78B-66EE5DF0C0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8AEE7E-8FF8-2CF6-FE8D-2355193D9C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5C07A71-D732-F471-F53E-EC2EDBC1CAE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E64292A-379A-C6FD-3E7E-CA2C292D973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6DC0604-6C9C-7A7A-62C1-DDC6FE41883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46BF30F-7EBC-1FD7-9A5D-93CC8D1DB61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D1CCF7B2-C496-7902-CBF1-CE7F270E7D6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E58C487-16E8-D33D-5328-0FC61989A1DA}"/>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567399E-C8BA-F2F3-20AE-29EA7B58B487}"/>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559E7995-4E09-9D3B-7CD8-581169521BC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1C085CBE-5A70-359E-49A2-9C7988121C44}"/>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56B0E8D-DA56-B2CC-617A-4FB5841E2FB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B1106F02-928A-D422-EE80-445A36DF85F1}"/>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D4C136D6-7CDD-61EF-5E39-D4D497F2490C}"/>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D47708C9-968A-E6DE-3C40-9A9DE9B58377}"/>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B3DE9EF-8D93-2BA9-6E30-2A6F90E9A9E5}"/>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EB4834EE-DA78-EFA9-FE42-D90C5A2C2CD7}"/>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057A8DAD-03FA-6903-89DC-B988D950153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96C6C611-5F46-8467-B680-7A18327EF97B}"/>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75F1F34-AA8C-E41A-3E5F-F7EEEEF55C74}"/>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142E25F-9259-6F0F-36E3-9377D01B48A9}"/>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9E9E05E-E64A-6995-D001-CF0A3299820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7576DF5-38AE-EB62-C807-E5709956C19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7482A5B-FA56-5F1A-62AF-FA4DF9691192}"/>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14ED3F9-9B27-17C5-8125-3AB655BE8CC6}"/>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59278415-3DDD-BAA9-5F09-49FF60D8B603}"/>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6B36C64-E323-91E2-70F4-D342A7E2F24A}"/>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CC375EF4-F69B-D69C-52F0-AC7AFB800902}"/>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0DA3379-68C2-9FFD-CECA-88A60526077C}"/>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F52C1A20-E492-70FE-10B1-C0CEB2774628}"/>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17E6598A-ECFA-E102-B780-191EE92C12E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34CE3ED-26EF-A4E9-F3C9-6B82F04A883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2B61EE8D-7C48-CB8C-EB16-F22DE9D5B0E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BD3CC94-05D2-A486-8CEB-33328C96D0E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5C4AF8B3-78CD-51FD-1AD9-50C2DEF5C512}"/>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16376FE-06DA-47E4-5307-B722DD8BC5C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98601AE0-3657-2670-B992-CDB3BD5BFDDC}"/>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492AE267-869D-8231-3881-7614D92E99A2}"/>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ABBB91D-2DF9-ADBA-7749-AADA453061C8}"/>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F72A1E2-8846-B5DC-01A6-AFE93A322F9B}"/>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51385373-8A05-214A-B1C5-45832249E347}"/>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228DC3C3-A0BA-7234-D121-3D5E865BEBE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816CD0A-EB0E-9737-587F-DC5F40F6A04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C96F6718-F51E-E41E-C797-CB55C1D3CE1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4687B8AD-8B41-CB89-34FD-6163FA2848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07D6C6A-5D53-354E-D56C-C638ED6F29C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D3D0FD7E-7C6D-DEFB-1395-F50CF0BFB36C}"/>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6B1791E-2A6B-C025-1779-F5134D96F051}"/>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66572B82-CD6D-6A68-A4D9-62F044226453}"/>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158964CE-FA1B-CBFD-33B1-F402634E5307}"/>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569ABFD4-EB00-352E-A66F-C99A670B43F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B460A4B-2CA9-633E-5013-38B2E97FFC1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6BF1673C-5099-7EF1-858F-B45ECD596E18}"/>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1FAACC9-6D7B-FDE3-FAB1-A122B20F626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339E43C2-14B9-1212-6881-6F194E996632}"/>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2CEC61EA-30D6-671D-BE23-57AFE8457F07}"/>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8DE9E41A-B8D8-99C8-4CD9-C492D1713923}"/>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389CE8A4-811C-E678-9BBE-3E1C12D161C7}"/>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60591937-AC46-C071-D63B-2F905D91ED29}"/>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3ED555F1-5630-1889-1E57-51504E8A82E4}"/>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2438892E-F5FF-87A0-B596-DE43CB60D261}"/>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18B3697-6CD8-9AB1-34D0-5059E69BF5D9}"/>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5EDA2DA0-B68F-B2AB-9A1F-57A5EEE95DF3}"/>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5646194A-FF40-12EB-E9BF-407EBA679347}"/>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E427F38-A00A-E47B-58B6-07EF98AA8C6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C1ED4BD-2972-C1FF-9583-FB26A19BAF9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32297C5-AF53-89A2-7384-1AD2EA07DBEC}"/>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FEF50176-A72E-4589-D285-9C89E3219579}"/>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415E62D0-E32C-AAEC-E379-E03BA7BDE34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2F6F3A4B-A7D7-E1C8-3E92-A08BC4B4CA15}"/>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02828336-D4E9-53CF-3A60-977674FE7904}"/>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DFFFB007-F573-2982-3944-5A31760A96AE}"/>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CE9B432-C5E7-59E3-D828-996D6EA01B1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F7668273-A9A9-2B73-7D10-F8A2A90BA5B4}"/>
              </a:ext>
            </a:extLst>
          </p:cNvPr>
          <p:cNvSpPr txBox="1"/>
          <p:nvPr/>
        </p:nvSpPr>
        <p:spPr>
          <a:xfrm>
            <a:off x="3640666" y="4909484"/>
            <a:ext cx="570089" cy="230832"/>
          </a:xfrm>
          <a:prstGeom prst="rect">
            <a:avLst/>
          </a:prstGeom>
          <a:noFill/>
        </p:spPr>
        <p:txBody>
          <a:bodyPr wrap="square" rtlCol="0">
            <a:spAutoFit/>
          </a:bodyPr>
          <a:lstStyle/>
          <a:p>
            <a:pPr algn="ctr"/>
            <a:r>
              <a:rPr lang="en-US" sz="900" dirty="0"/>
              <a:t>235</a:t>
            </a:r>
          </a:p>
        </p:txBody>
      </p:sp>
      <p:sp>
        <p:nvSpPr>
          <p:cNvPr id="43" name="TextBox 42">
            <a:extLst>
              <a:ext uri="{FF2B5EF4-FFF2-40B4-BE49-F238E27FC236}">
                <a16:creationId xmlns:a16="http://schemas.microsoft.com/office/drawing/2014/main" id="{751013FA-423E-2C6A-15C1-76BE8FF6B6EF}"/>
              </a:ext>
            </a:extLst>
          </p:cNvPr>
          <p:cNvSpPr txBox="1"/>
          <p:nvPr/>
        </p:nvSpPr>
        <p:spPr>
          <a:xfrm>
            <a:off x="4143022" y="4909484"/>
            <a:ext cx="570089" cy="230832"/>
          </a:xfrm>
          <a:prstGeom prst="rect">
            <a:avLst/>
          </a:prstGeom>
          <a:noFill/>
        </p:spPr>
        <p:txBody>
          <a:bodyPr wrap="square" rtlCol="0">
            <a:spAutoFit/>
          </a:bodyPr>
          <a:lstStyle/>
          <a:p>
            <a:pPr algn="ctr"/>
            <a:r>
              <a:rPr lang="en-US" sz="900" dirty="0"/>
              <a:t>246</a:t>
            </a:r>
          </a:p>
        </p:txBody>
      </p:sp>
      <p:sp>
        <p:nvSpPr>
          <p:cNvPr id="79" name="TextBox 78">
            <a:extLst>
              <a:ext uri="{FF2B5EF4-FFF2-40B4-BE49-F238E27FC236}">
                <a16:creationId xmlns:a16="http://schemas.microsoft.com/office/drawing/2014/main" id="{0344C162-833E-DF8A-B0A6-87759BC676D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23467</a:t>
            </a:r>
          </a:p>
        </p:txBody>
      </p:sp>
      <p:sp>
        <p:nvSpPr>
          <p:cNvPr id="80" name="TextBox 79">
            <a:extLst>
              <a:ext uri="{FF2B5EF4-FFF2-40B4-BE49-F238E27FC236}">
                <a16:creationId xmlns:a16="http://schemas.microsoft.com/office/drawing/2014/main" id="{E0F7E991-7CF9-33B6-F0CC-ACF6586D447A}"/>
              </a:ext>
            </a:extLst>
          </p:cNvPr>
          <p:cNvSpPr txBox="1"/>
          <p:nvPr/>
        </p:nvSpPr>
        <p:spPr>
          <a:xfrm>
            <a:off x="6654802" y="3907597"/>
            <a:ext cx="570089" cy="230832"/>
          </a:xfrm>
          <a:prstGeom prst="rect">
            <a:avLst/>
          </a:prstGeom>
          <a:noFill/>
        </p:spPr>
        <p:txBody>
          <a:bodyPr wrap="square" rtlCol="0">
            <a:spAutoFit/>
          </a:bodyPr>
          <a:lstStyle/>
          <a:p>
            <a:pPr algn="ctr"/>
            <a:r>
              <a:rPr lang="en-US" sz="900" dirty="0"/>
              <a:t>23467</a:t>
            </a:r>
          </a:p>
        </p:txBody>
      </p:sp>
      <p:sp>
        <p:nvSpPr>
          <p:cNvPr id="81" name="TextBox 80">
            <a:extLst>
              <a:ext uri="{FF2B5EF4-FFF2-40B4-BE49-F238E27FC236}">
                <a16:creationId xmlns:a16="http://schemas.microsoft.com/office/drawing/2014/main" id="{8998FEE6-EE64-8FAF-EE5A-F59266713E54}"/>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Tree>
    <p:extLst>
      <p:ext uri="{BB962C8B-B14F-4D97-AF65-F5344CB8AC3E}">
        <p14:creationId xmlns:p14="http://schemas.microsoft.com/office/powerpoint/2010/main" val="1374311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E7B4B-2B2F-C080-15DE-0F3DCFD281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3A7D0B-0602-4AB6-C3CD-4761A8FA25B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05B2589-78EE-2B87-8866-E439E61F827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37BA75-A767-C777-230A-ED4C757C09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6B88BB-CB88-6796-6D24-B4F0F2A7D3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905C109-5CEF-5300-B4BC-AD318EEE2F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C644F41-84DF-6729-D26D-1CBC75DA89C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FB4DBB8-6A21-D81A-21B1-7747853FFA5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7252F40-239E-F75F-5F1B-E68FF4D8E75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513B0A58-51A9-AC09-C3A2-C09DF085D0F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94195E4-D8F9-638F-1553-63EC9F910DBA}"/>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7279AAD-9E22-5663-FB99-4FAA92C963F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5475D8C-7EC3-C8EB-B0D3-F7ED8BB62BF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97F979D9-05A3-E301-C498-6C14221EA9A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1708C58-18DD-67B4-A6C2-5C80EA2CC94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655B534-FB5B-76CA-EF6F-33F5A37339B9}"/>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807FD38A-6C9A-5559-D864-D88EC38753AC}"/>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0D16F37E-6CBD-8595-DC6A-D35620BBA08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6FA7BD0-E80E-5473-3938-3A0C77826D64}"/>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A2562A60-A9CD-831B-0067-8B98F04F583C}"/>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93B22C41-C62C-8E42-5E1B-4CA9DC9F35F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CF1ADE8C-B863-C14F-1935-0A5E72E176B9}"/>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C3F0813-598A-10B6-9002-A9251D69ED4A}"/>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FB46AE33-D3D6-4398-C793-187FC3ED0FF8}"/>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4FE2A44-FAA0-58EE-F642-6B02772C3DB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DDAF22D-8E28-CDCA-C775-FD6EA01717F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09B769E-45F3-FB3B-3BF5-BCA59E646FB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7B61175-7780-007F-F05B-1815FB054D53}"/>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4C46D98-260A-FC26-3602-484A754FD4D9}"/>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4DAD1E99-787D-24B0-C426-714C7E505FB1}"/>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2D5667C6-D42F-930C-0F4A-03E215864EF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76C5643-E982-1425-31E7-E3F3F1A77FBF}"/>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CA7DF7A7-C620-3FC5-6E4C-FA2B12F742D2}"/>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85782F18-F056-2340-A25B-AB4EEF8D6A2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D4B0389-17F8-601C-AF89-2094F2A3B01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97A9A8A2-752D-4255-52F4-D80443AE694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E2C11759-503E-2429-A15B-AFECD866F37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3028E8D0-6583-D749-11A8-E5D68BC8973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A96FAC-B334-D4FD-3AE2-696232E9845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3D6ACD61-DF5A-DEB5-55BC-41840BFA4343}"/>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85643D4D-7284-BD34-9B5C-D5DE108AC219}"/>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7EE6F460-DCC4-1B18-45A3-BC2C66048257}"/>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E229C2C-F45D-859F-DE31-92745FBB0AEE}"/>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3758BBB6-648E-1C90-1111-6322129CBA6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6FB7A85E-6D8F-CD1F-BDF6-0B013A13D6F9}"/>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B17CEC94-3BA8-85BE-18E4-6B9BFCAA272A}"/>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E8D76642-A8CA-45F3-04DB-BF596F9BD86F}"/>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A88B270-ECDF-9EA2-2C02-E170842626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BC7D3BFC-D6F1-65FA-5E10-3DD2BA6DC3F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466A576C-2DBC-A780-CFB8-883596D1A2AE}"/>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249DCA9-9C20-BF4D-DBAD-E3022C2258ED}"/>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322A8BD0-98A8-23C0-7727-59A297D9EFE2}"/>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2E913F68-9132-ACFA-A367-E9B9AD682394}"/>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096849B9-9256-69C6-3446-08775CE74A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A26D2021-9B38-CEC7-FDA4-196FDE2F80E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BCCCCB59-0FA4-16C1-EB90-8201A8628301}"/>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210E7FF6-639A-9884-0934-8AB00FC15B4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20A6A72F-CFBB-4B50-6EF4-9A2E12B2137B}"/>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E5D697D8-0904-1782-69A9-435CA18D06DC}"/>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0FA42486-B724-F291-FCF6-DD3F53F6AE61}"/>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09DE22C0-FD50-6850-5007-9143B87ED51F}"/>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FD606628-2CA2-EBA9-1F9E-28457A00E976}"/>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2CA9EA5C-BD13-1ECC-D664-59936340EE69}"/>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5E20C8DE-0649-0DFC-6D29-15FF1748A644}"/>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2976F8B-DE17-42C0-2893-5497B098733E}"/>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32E97E70-19B4-82FF-E659-E629E4471545}"/>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89A81015-F724-1D90-77FA-0EFE0BBF0769}"/>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FDA991E1-2083-FEF5-8178-474FA59EFC1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F6566FA8-C305-E6A0-A55C-462CB2D5191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D8548AD-71A1-4099-88CF-CF42FFD5E3AD}"/>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244ED371-0353-CA12-4E62-9805E411B6AB}"/>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C442C891-4580-6459-DD54-90BD0F9724D4}"/>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CDA8858B-5D23-A8A7-5977-075EF9C9913E}"/>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B54CDBC1-4EC0-4419-9769-CA3FFE1D72CC}"/>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2B092C92-F442-1A9F-4B63-9D9616C4D828}"/>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287A752-C6BD-E250-17B7-99C3B0AF6F1D}"/>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29EEC240-2BD5-5765-1AB8-2D4211DC2D5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235</a:t>
            </a:r>
          </a:p>
        </p:txBody>
      </p:sp>
      <p:sp>
        <p:nvSpPr>
          <p:cNvPr id="43" name="TextBox 42">
            <a:extLst>
              <a:ext uri="{FF2B5EF4-FFF2-40B4-BE49-F238E27FC236}">
                <a16:creationId xmlns:a16="http://schemas.microsoft.com/office/drawing/2014/main" id="{E9974EA8-33F3-B53F-3ED0-92A11332FB2E}"/>
              </a:ext>
            </a:extLst>
          </p:cNvPr>
          <p:cNvSpPr txBox="1"/>
          <p:nvPr/>
        </p:nvSpPr>
        <p:spPr>
          <a:xfrm>
            <a:off x="4143022" y="4909484"/>
            <a:ext cx="570089" cy="230832"/>
          </a:xfrm>
          <a:prstGeom prst="rect">
            <a:avLst/>
          </a:prstGeom>
          <a:noFill/>
        </p:spPr>
        <p:txBody>
          <a:bodyPr wrap="square" rtlCol="0">
            <a:spAutoFit/>
          </a:bodyPr>
          <a:lstStyle/>
          <a:p>
            <a:pPr algn="ctr"/>
            <a:r>
              <a:rPr lang="en-US" sz="900" dirty="0"/>
              <a:t>246</a:t>
            </a:r>
          </a:p>
        </p:txBody>
      </p:sp>
      <p:sp>
        <p:nvSpPr>
          <p:cNvPr id="79" name="TextBox 78">
            <a:extLst>
              <a:ext uri="{FF2B5EF4-FFF2-40B4-BE49-F238E27FC236}">
                <a16:creationId xmlns:a16="http://schemas.microsoft.com/office/drawing/2014/main" id="{5AB7A692-00B2-55A6-3157-249F73D4C35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BC5BB49F-7E3E-11C0-6F43-F4B7A221F29B}"/>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60A2020B-7E99-4FB6-280A-104E9D562302}"/>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Tree>
    <p:extLst>
      <p:ext uri="{BB962C8B-B14F-4D97-AF65-F5344CB8AC3E}">
        <p14:creationId xmlns:p14="http://schemas.microsoft.com/office/powerpoint/2010/main" val="1169510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3FB5B-511B-1D2F-E88F-BDE7CAE49D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1E96A5-A070-4B80-DE54-1511E23AFFB8}"/>
              </a:ext>
            </a:extLst>
          </p:cNvPr>
          <p:cNvSpPr>
            <a:spLocks noGrp="1"/>
          </p:cNvSpPr>
          <p:nvPr>
            <p:ph sz="half" idx="1"/>
          </p:nvPr>
        </p:nvSpPr>
        <p:spPr/>
        <p:txBody>
          <a:bodyPr/>
          <a:lstStyle/>
          <a:p>
            <a:r>
              <a:rPr lang="en-US" dirty="0"/>
              <a:t>In the upper left block, 5 is in Column 1.</a:t>
            </a:r>
          </a:p>
        </p:txBody>
      </p:sp>
      <p:pic>
        <p:nvPicPr>
          <p:cNvPr id="4" name="Picture 3" descr="A grid of sudoku puzzle&#10;&#10;Description automatically generated">
            <a:extLst>
              <a:ext uri="{FF2B5EF4-FFF2-40B4-BE49-F238E27FC236}">
                <a16:creationId xmlns:a16="http://schemas.microsoft.com/office/drawing/2014/main" id="{265564B1-AA97-C7B7-D466-84D5FD1C06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DAD0496-E3A8-8164-5E98-7B3C62ADDD1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0391BF8-4738-6029-BA87-1C0DC6839C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8DF8F9-1DB3-FE8E-6FE9-536F4C845A0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A1F0DBA-E638-B89D-74ED-BDF9C54B49D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2E1AAEBE-0C79-55E8-1D9A-6D3D5867194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5F8DEAF-CF92-6AE8-6E65-22C54F7FEF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2A33BB9-F567-3E54-FF28-A627C1FF5D1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FC1C4A8-438F-4908-5B06-1DD16FE84D44}"/>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65D779E0-12B9-53B6-942B-CF3FD04F6BD8}"/>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54B8031-3308-E4E6-1D1C-C28B0670CD9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B0F64DE2-FDC9-5DF0-FAD6-BB8033ADAC49}"/>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68E7001-1D86-3180-67D1-6E2819AAD71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DD1FF3D2-E3A1-BC94-EE38-C0C255C9FEA2}"/>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C63A840B-0454-17BF-DC13-86A5DD1B19B1}"/>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C292C5CA-2FF6-1E96-0F65-71F329612F2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F6BAB09-3DE0-FFB6-7E50-E1D6AA5F9F44}"/>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5356F9C8-B7F0-6330-7E73-237CB0EE46C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EBAD6837-97F6-9E35-B69A-EE73B6E1BDD1}"/>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B4268D88-FC5D-77F8-047D-1F57AA85464B}"/>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D5B4FB0-C58B-2CF5-5ABA-DC140297E442}"/>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3C6ECC1A-2C93-6E02-947A-13E288DAAB2A}"/>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DED5EECD-F503-BAC0-80B6-032968DFC7E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665DA52-898F-CD68-E0D5-3CB64A3645D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D02AB3A-935D-E82F-161A-BCE0319686E2}"/>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7F48DE3-2D4B-4ADF-C71E-B08579677DE2}"/>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DB3F2BD-2F30-6E51-A811-7C658261E13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961045F-BA9E-D45C-9CCF-E1703C903060}"/>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5D4D2A4-5877-B8E5-BA02-97B23438B98E}"/>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02A4CD0D-6739-561A-2128-188D1A786CD3}"/>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4DF70896-3CEA-66B4-11D9-513476FB328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04809CDC-156D-FD0D-E880-10B816D8296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DA281A4-8645-C68B-883A-BAF9A7556D49}"/>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62BECE18-D299-A78C-ABDC-F4E2CB97C2D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D48A6562-02F1-73AF-DDF4-1E4CBCB5957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72E8136-3347-F6D2-5E7E-E68813FEAE4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0DC527B-131F-DA5D-E89F-EE40BCAC637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89CDF5C9-A866-F665-68BC-B5762C65FF75}"/>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3B0BDE97-A15B-2ECB-3FBD-51930D593666}"/>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D044801-1C74-5C80-6C57-A915A2D001A4}"/>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24D57532-D9E3-6EEC-B6A4-1605217E8657}"/>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62985814-9A07-0AC6-90F2-D9009330B36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4F7D8C90-4857-DB75-88A2-A3DE4A7495E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F2AC9BCE-AF58-412D-839A-5B369B4AF52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C053E14F-542C-3A05-4AD0-39AF22D78D1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838994E-87F3-04FA-54E7-F3FFD794B74C}"/>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6007D8AB-6F24-51B5-CC55-4EFFC785551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7C66B2B4-DE49-C776-0E56-17354AC8C1F0}"/>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DD049B7-3560-15B5-D5A7-04E90E8181E3}"/>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7EE3BFDE-0C23-6A51-76D9-C9D2DF4AC376}"/>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086C11C0-2EE7-4D40-D821-0B6A4BF76DF7}"/>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91B5789F-7244-1603-A4C4-865B7AFCDE5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6179B05D-B2EF-4DD1-604C-4A3525DF86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14CB306-2087-B328-F6B4-9FEF732620B4}"/>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3EBC7E75-4CD1-1DAB-9499-9E63DB78F31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8A737D63-18FF-FFCC-D09B-42C4DD27C456}"/>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7FA41481-80E8-204F-7040-AE6C00B9C9D1}"/>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A0BDE36-EE62-4F2F-7F0B-AAB17790C7D3}"/>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D0EC5195-8320-FFB0-F998-A6E36C568A88}"/>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5EAC32DD-573A-7A55-4DEA-65D603924503}"/>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E99C135B-DDC3-C205-C557-96F37F734003}"/>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FB343A77-D107-9628-50B9-6F9332FA5F0E}"/>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D8B9AA6-3BBF-1C8E-C00E-B9799031D19A}"/>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6A94BFE6-2DDE-D0DB-ADF4-AD4C42E70A2D}"/>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A9383906-02D0-0BE6-E17D-8E23ED1EACE1}"/>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1BEDEBA-9BB6-3E68-2AC1-97DFE6753F5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2CE4CF91-0422-E227-6939-CEBA422862A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5E46932-F7E5-1F80-F892-4C611F44CC70}"/>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05FF2D4-04B6-631E-DD26-1C3F139CC94A}"/>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3200A641-138E-8B39-8E9F-026C7CC099E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F65DB778-4224-125D-14AD-94C809FA63BD}"/>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8D75613C-BDC6-1820-A215-B9DD447405F0}"/>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5C55BCD6-B89B-0F41-EE0B-0A3F425E2A7D}"/>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955F5A4-0705-5824-82D2-D11D8EA7DF55}"/>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13A4D634-AA3E-6D4B-7C45-004E507C29FA}"/>
              </a:ext>
            </a:extLst>
          </p:cNvPr>
          <p:cNvSpPr txBox="1"/>
          <p:nvPr/>
        </p:nvSpPr>
        <p:spPr>
          <a:xfrm>
            <a:off x="3640666" y="4909484"/>
            <a:ext cx="570089" cy="230832"/>
          </a:xfrm>
          <a:prstGeom prst="rect">
            <a:avLst/>
          </a:prstGeom>
          <a:noFill/>
        </p:spPr>
        <p:txBody>
          <a:bodyPr wrap="square" rtlCol="0">
            <a:spAutoFit/>
          </a:bodyPr>
          <a:lstStyle/>
          <a:p>
            <a:pPr algn="ctr"/>
            <a:r>
              <a:rPr lang="en-US" sz="900" dirty="0"/>
              <a:t>235</a:t>
            </a:r>
          </a:p>
        </p:txBody>
      </p:sp>
      <p:sp>
        <p:nvSpPr>
          <p:cNvPr id="43" name="TextBox 42">
            <a:extLst>
              <a:ext uri="{FF2B5EF4-FFF2-40B4-BE49-F238E27FC236}">
                <a16:creationId xmlns:a16="http://schemas.microsoft.com/office/drawing/2014/main" id="{A9F8C454-2BA7-F565-B558-29A527DA3E2B}"/>
              </a:ext>
            </a:extLst>
          </p:cNvPr>
          <p:cNvSpPr txBox="1"/>
          <p:nvPr/>
        </p:nvSpPr>
        <p:spPr>
          <a:xfrm>
            <a:off x="4143022" y="4909484"/>
            <a:ext cx="570089" cy="230832"/>
          </a:xfrm>
          <a:prstGeom prst="rect">
            <a:avLst/>
          </a:prstGeom>
          <a:noFill/>
        </p:spPr>
        <p:txBody>
          <a:bodyPr wrap="square" rtlCol="0">
            <a:spAutoFit/>
          </a:bodyPr>
          <a:lstStyle/>
          <a:p>
            <a:pPr algn="ctr"/>
            <a:r>
              <a:rPr lang="en-US" sz="900" dirty="0"/>
              <a:t>246</a:t>
            </a:r>
          </a:p>
        </p:txBody>
      </p:sp>
      <p:sp>
        <p:nvSpPr>
          <p:cNvPr id="79" name="TextBox 78">
            <a:extLst>
              <a:ext uri="{FF2B5EF4-FFF2-40B4-BE49-F238E27FC236}">
                <a16:creationId xmlns:a16="http://schemas.microsoft.com/office/drawing/2014/main" id="{FD759786-9051-ECC2-2AD5-6A63311509E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58CEAD65-8985-2614-4845-020DF3EEA8FA}"/>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DA250646-052C-02C7-4091-F33AA4518B76}"/>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Tree>
    <p:extLst>
      <p:ext uri="{BB962C8B-B14F-4D97-AF65-F5344CB8AC3E}">
        <p14:creationId xmlns:p14="http://schemas.microsoft.com/office/powerpoint/2010/main" val="11363014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2833B-386A-AE0F-35BF-9B7D8C65C86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D7A5D2-52EA-2310-E8ED-F885733263DC}"/>
              </a:ext>
            </a:extLst>
          </p:cNvPr>
          <p:cNvSpPr>
            <a:spLocks noGrp="1"/>
          </p:cNvSpPr>
          <p:nvPr>
            <p:ph sz="half" idx="1"/>
          </p:nvPr>
        </p:nvSpPr>
        <p:spPr/>
        <p:txBody>
          <a:bodyPr/>
          <a:lstStyle/>
          <a:p>
            <a:r>
              <a:rPr lang="en-US" dirty="0"/>
              <a:t>In Column 9, note the 65/56 pair.</a:t>
            </a:r>
          </a:p>
        </p:txBody>
      </p:sp>
      <p:pic>
        <p:nvPicPr>
          <p:cNvPr id="4" name="Picture 3" descr="A grid of sudoku puzzle&#10;&#10;Description automatically generated">
            <a:extLst>
              <a:ext uri="{FF2B5EF4-FFF2-40B4-BE49-F238E27FC236}">
                <a16:creationId xmlns:a16="http://schemas.microsoft.com/office/drawing/2014/main" id="{6207EB2B-6CFB-0C92-5168-6D72EAF9E5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734F408-7FDA-24F7-68AC-939503417A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35436F-F711-3BC9-728F-46D97A32755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AD9C60-8EE7-9EB8-8F33-F0E9E9D627A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34F3C7-5664-3669-9C32-27AFE784A88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23B8F6A-870F-0AD0-D2ED-F50C716A832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FA358FC-1661-C7E0-1EE3-86585DB0013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9EDA5C6-8AEE-E6E3-D5C1-B9ED4BAFEEE6}"/>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4AB19FB-959B-C06D-E87D-8C555C4CC120}"/>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8F12DFC-4361-9D9C-2F04-F56E763EB86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3236BA8-03B5-6CDE-DC95-4B8BA7CDBBB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896C37DC-312A-FF03-9A2F-212C9B5B57F8}"/>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2307BF1-DCFE-8CBD-A22A-AF4D231A48D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F7B77A46-75F2-D320-EA75-82826DE2EBAC}"/>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0F59C181-3EA2-928E-8C6F-02493D81659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FE9A61A-718D-5A8B-DCA7-E0BE83C3A70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AAE01AF-9C2C-9414-36E2-7FE3449F55A6}"/>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70D2AEBB-A15B-1B63-21E4-5EDE3D0E835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89AE334F-5FD7-6E5B-9E24-56E98AC352D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E02457BA-D3E6-1481-2AE6-D64335D2FAB3}"/>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BBF3B75-9CE4-A51C-773C-E1C839B65D12}"/>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65356813-83FA-23F8-FC81-DF6E16F4F37B}"/>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A090E9BB-F6FE-31FB-B8B2-C2F09BBD975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E681112-DCE2-581F-762E-B7FF764DB65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80FA8D95-E813-CAC2-0678-DE1B3C0995F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3F3F6126-4FD5-04DB-7693-9D0EA0464BB1}"/>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B01E80E-B4ED-0A02-5685-83AF41E0A921}"/>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DA65F8F-D5EB-2211-4326-C1AADFCB40B8}"/>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9160651B-6F33-0558-FE3E-576001935C06}"/>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33A698D4-258F-EEA6-2248-44271C1FFE2C}"/>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FD0F6858-65ED-3A7F-3B5F-8C07C803864A}"/>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F0AF092-0A34-12DD-E728-3E091D82C38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D5658BA-E9B0-6DD8-5E1D-629E772B7CA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8EAE1667-1991-7FB8-D4C1-447F4110F7F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E4A2FB7-B44B-2D28-55F6-4F161CDB4D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30331443-5FD9-F8D0-A79C-14951D164A5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DF7733B-E546-97A3-F3DB-688B42115B5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1F22CD17-F3AE-4A12-D5FF-DB53EBC697A7}"/>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938EAB0F-7E27-014B-82B1-2BC3975AFC22}"/>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01294286-204F-479F-367D-248F6E195070}"/>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5A864957-FAAE-14B9-9EAD-15F7B773D22E}"/>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426E339B-7DD4-0EEE-B406-EF8C9A37199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27BBE78A-EEF3-89B7-DC96-C97280BF084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F22C5C3-2AA5-F25E-57D9-CB006F25C07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02F6F00F-1172-16AB-6647-DA817B426EE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04204C49-3828-F800-EEB8-6F72A734581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B93C2566-ABEB-BB03-1060-77C721315735}"/>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4A4598E4-D442-3B8F-8478-BD70B07A932A}"/>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9329CA1-ADF4-0C53-6308-90454D8F6112}"/>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464EF0C8-468E-1775-6D80-782EC2661A74}"/>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41362FB3-BE16-4FE3-36F5-7691C8172957}"/>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A93BD761-9C54-6690-2D48-B25ADF94BF5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F99A553F-042A-C11A-5BDD-BB6E61FC100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800DAB1E-1353-2B3D-5F38-3B364AD6E4B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0675F313-F1E9-038A-BEC6-BF7C0C4D479C}"/>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67CD000-F36A-F9D2-BDA9-D464352E6558}"/>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2582C530-0F05-808D-DE43-A9803FB71E23}"/>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3E15D616-A93F-D0FF-46AD-2E50633BC315}"/>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A007F564-DF44-6054-AB3D-090C703E7A5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07D86A72-A805-D6A9-D274-0AC54168E5CE}"/>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941C117A-A9FA-C4B2-BD0D-FC4B5A2E6E5A}"/>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CE1570EA-53A8-CD41-BEDF-E669B10A4DE4}"/>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2B61D73-3C1C-B4AE-74D9-27B367CC1318}"/>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471B7324-A952-880C-958C-D4724CBFE087}"/>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F72EDEEE-33DF-293E-C023-F06DD48E1EB4}"/>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607C6CC8-CD18-BE0C-D312-31F06B6D54E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8136917-C9EA-45D6-9968-4EA7CC212B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BDDF1A3-337C-FAAF-947A-674D1D1C6E4C}"/>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1E213A7F-E5E5-9640-4E3F-74B5637FCA81}"/>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C195F2D7-FD90-C73C-C409-CD600DFFABE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67D046A5-C0A6-32F0-9A27-155E7E3C3A95}"/>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901302F2-58AD-3EFB-0D0F-F45A7421F052}"/>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B5BAD788-0B31-A445-6153-B4ED90590A15}"/>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6CDFA41-CD4D-1814-3D46-14B86C01D2C5}"/>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DEF9851F-9D51-1709-DA40-C04F6072E4A5}"/>
              </a:ext>
            </a:extLst>
          </p:cNvPr>
          <p:cNvSpPr txBox="1"/>
          <p:nvPr/>
        </p:nvSpPr>
        <p:spPr>
          <a:xfrm>
            <a:off x="3640666" y="4909484"/>
            <a:ext cx="570089" cy="230832"/>
          </a:xfrm>
          <a:prstGeom prst="rect">
            <a:avLst/>
          </a:prstGeom>
          <a:noFill/>
        </p:spPr>
        <p:txBody>
          <a:bodyPr wrap="square" rtlCol="0">
            <a:spAutoFit/>
          </a:bodyPr>
          <a:lstStyle/>
          <a:p>
            <a:pPr algn="ctr"/>
            <a:r>
              <a:rPr lang="en-US" sz="900" dirty="0"/>
              <a:t>235</a:t>
            </a:r>
          </a:p>
        </p:txBody>
      </p:sp>
      <p:sp>
        <p:nvSpPr>
          <p:cNvPr id="43" name="TextBox 42">
            <a:extLst>
              <a:ext uri="{FF2B5EF4-FFF2-40B4-BE49-F238E27FC236}">
                <a16:creationId xmlns:a16="http://schemas.microsoft.com/office/drawing/2014/main" id="{6725DEBC-DCFB-B65D-05AC-18CA72AB6469}"/>
              </a:ext>
            </a:extLst>
          </p:cNvPr>
          <p:cNvSpPr txBox="1"/>
          <p:nvPr/>
        </p:nvSpPr>
        <p:spPr>
          <a:xfrm>
            <a:off x="4143022" y="4909484"/>
            <a:ext cx="570089" cy="230832"/>
          </a:xfrm>
          <a:prstGeom prst="rect">
            <a:avLst/>
          </a:prstGeom>
          <a:noFill/>
        </p:spPr>
        <p:txBody>
          <a:bodyPr wrap="square" rtlCol="0">
            <a:spAutoFit/>
          </a:bodyPr>
          <a:lstStyle/>
          <a:p>
            <a:pPr algn="ctr"/>
            <a:r>
              <a:rPr lang="en-US" sz="900" dirty="0"/>
              <a:t>246</a:t>
            </a:r>
          </a:p>
        </p:txBody>
      </p:sp>
      <p:sp>
        <p:nvSpPr>
          <p:cNvPr id="79" name="TextBox 78">
            <a:extLst>
              <a:ext uri="{FF2B5EF4-FFF2-40B4-BE49-F238E27FC236}">
                <a16:creationId xmlns:a16="http://schemas.microsoft.com/office/drawing/2014/main" id="{8ABE4B8E-AF89-2BFF-7064-EAB234DD3D2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802D0328-A397-2C11-DE09-F1E56FD9FA75}"/>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83102E27-8D4F-D7B1-6348-730B8EB34E6C}"/>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2347</a:t>
            </a:r>
          </a:p>
        </p:txBody>
      </p:sp>
    </p:spTree>
    <p:extLst>
      <p:ext uri="{BB962C8B-B14F-4D97-AF65-F5344CB8AC3E}">
        <p14:creationId xmlns:p14="http://schemas.microsoft.com/office/powerpoint/2010/main" val="39375302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74937-B751-92FF-E813-4383509E2DF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6C5FD3-3001-0579-A9E8-035885C92908}"/>
              </a:ext>
            </a:extLst>
          </p:cNvPr>
          <p:cNvSpPr>
            <a:spLocks noGrp="1"/>
          </p:cNvSpPr>
          <p:nvPr>
            <p:ph sz="half" idx="1"/>
          </p:nvPr>
        </p:nvSpPr>
        <p:spPr/>
        <p:txBody>
          <a:bodyPr/>
          <a:lstStyle/>
          <a:p>
            <a:r>
              <a:rPr lang="en-US" dirty="0"/>
              <a:t>In the lower left block, 3 and 4 are in Row 8.</a:t>
            </a:r>
          </a:p>
        </p:txBody>
      </p:sp>
      <p:pic>
        <p:nvPicPr>
          <p:cNvPr id="4" name="Picture 3" descr="A grid of sudoku puzzle&#10;&#10;Description automatically generated">
            <a:extLst>
              <a:ext uri="{FF2B5EF4-FFF2-40B4-BE49-F238E27FC236}">
                <a16:creationId xmlns:a16="http://schemas.microsoft.com/office/drawing/2014/main" id="{35C9A87D-407B-18C5-F673-F2C34570E3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2D30AB-3004-4F57-98EC-0052F8FABE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CE3764-DC90-BA95-9966-E3B7D65EFF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AF9C78-CAE0-3968-BB27-FD6DD1AFBD0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3C901B8-3529-C7B1-687A-D291B5724C0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0D9CC703-4BA4-8846-4B06-C3C1C6203F04}"/>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BD8C76A-E361-8E6A-2E2E-16CE4863CB8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8726FDF7-3683-4548-91A8-42367757F08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80BC5D2-70AD-D9C4-9D8D-8424471C284B}"/>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14F29C89-1FF6-817C-3110-8DEABF51E32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D19C397-BFA8-C0EF-4B27-EE2E162DF18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7B67CEFD-62F2-22ED-46D2-17C5A5A28B58}"/>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DADA33D-32FF-BFC8-CC04-8B6DDBF5A9DA}"/>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5697EB15-7E10-E9F1-DD49-6B9899168029}"/>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67AE1CF6-8F64-AD8E-61F7-032B4120AEE7}"/>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90698337-7B14-F0E9-8399-E9A3E8B9DBD3}"/>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BFA9E68E-A944-291F-37FF-CFA3F5D8C006}"/>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5D8D76B9-1091-E870-FE4E-A921F5E6293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F60AE0E3-1E6D-3494-C712-923645C9F7AB}"/>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6E28A84-D31F-230A-9853-8213E0BF622F}"/>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23B8E07-C753-E37E-B703-A7B84E36F44E}"/>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3CF2D6D-7A27-20B0-CF49-E3371B3A4235}"/>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58A7DB7E-6670-2570-01E0-289DFCD814B3}"/>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D108B20-F446-FB94-7535-3587F5121C0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8E5B53A-E20F-DCA6-CD66-251BBF8DDA7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2978BEC-2726-460F-8F52-386EE6ACFCFA}"/>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8A795720-D1B6-6FB5-8E6D-0755396703A0}"/>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08DD73BA-F8A3-6AE6-DE24-B7018BEC9808}"/>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567415C3-E1C4-63D0-C7AC-9A51DAFAB0CF}"/>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911EFA40-BF4D-02C4-09EB-B1C82D28FFE8}"/>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5DB0BCD5-6234-BA7E-1121-07C34B76431C}"/>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F9CA536-0CC2-FA2B-1C93-59283776B10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F846850-258C-0B40-B0D7-8C3545F05EC0}"/>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C101F70C-3E86-8568-8F97-5CABDE211BE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7C231AE9-F177-C524-F101-9C9CA0D9DB6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6A7A8841-9FF4-B39A-E3CA-33A5C321AA4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DE4D82B-510B-2C54-FD95-F16A1F065DC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43E15ED5-CB31-C09E-B09E-1930657641A6}"/>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B047AC9A-F098-6BA3-74CC-CFA26E762404}"/>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B86C70B1-BF53-06A5-07EA-BAE5B259DA11}"/>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4BB5529B-B357-BB2C-7201-0EA9B2433AF1}"/>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9939EAE0-3281-A794-1491-C16A6CD240C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E1DBBEA2-EBB2-36C9-A247-67EBD7421D68}"/>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CE68A5E0-C7E4-7488-0161-8900781A56BB}"/>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8048605F-BC3E-09D8-FCB7-576D4C63210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445C8D37-58FD-F602-E52B-A56C0199D7D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601CC99-1333-4A1D-9096-2BD7FD49DE7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5201B78D-C8F2-F972-46F1-C25BF28C30DC}"/>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2FB2DDD-B94E-407B-CAAA-A3AB9E9A1574}"/>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8171F26B-FB7A-8479-75B8-E4B96A7305DA}"/>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A20B2F71-D80C-CB86-9CCD-3D2438DB8E88}"/>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ACF7382A-BB39-027D-94B2-CF7C1C47EFA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8D7ECB3A-A7AC-D14E-9588-497729F6495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637472F-8A51-5B31-D7D1-F95AA6E7BA0C}"/>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BD38DC39-32A5-15BF-D058-735C3FE6BA0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D6A7858-BFE5-A866-E405-ABE2552AA57D}"/>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760D7934-A47C-3A03-F1C3-07F63034C2DE}"/>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1594DB6-02A6-DFFA-21E9-51E638489201}"/>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18A35848-2AC4-1E9E-E3E7-97CA35D7D5F2}"/>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C5F8793D-76C8-7996-493C-3C6C44DF62CB}"/>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125B99C0-98C6-DC4F-1976-FC0E1BB8EF8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5CED7761-3C3C-4299-390B-446C8E1DFDD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FC07829-F033-C2F2-5C74-B76F8BBAAB0A}"/>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1F750336-95BA-1726-0794-C5E902542ABF}"/>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DD90AACA-3383-49F6-EFE4-B83EBA43760E}"/>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919F4D1-57ED-1C0A-771A-F3EBB624FC1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E423EBF-1008-CC43-994E-9BD21B5A9F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5112619-3089-B09C-0318-315CA96A3784}"/>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DD96A650-FE33-EFC3-87BE-CC9262215594}"/>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3746EA5D-5138-BC46-A1A9-B94263F74C04}"/>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A752A8CB-46C3-7F48-88B9-09F81A2B2598}"/>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ECBB48C3-92CE-3637-A0FC-3F8A4AAB082B}"/>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E2B7FDA4-73F1-3365-AFCA-C67F83C2E944}"/>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753DF5B1-B6B1-FCDC-E0E1-688010A7457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904BD4E-FA8A-107E-3150-BCE60BDDA255}"/>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01656AFA-4673-5367-0237-ADD9D1B36473}"/>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9052C513-60AC-F8D0-E5F3-4F6AF1450B9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568A418C-B5D7-A780-07F3-20EFEB3443BA}"/>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FCED9E02-F4F6-5BCB-D3D0-84DEDED2E3EF}"/>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2347</a:t>
            </a:r>
          </a:p>
        </p:txBody>
      </p:sp>
    </p:spTree>
    <p:extLst>
      <p:ext uri="{BB962C8B-B14F-4D97-AF65-F5344CB8AC3E}">
        <p14:creationId xmlns:p14="http://schemas.microsoft.com/office/powerpoint/2010/main" val="31712895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93ABC-BD11-6080-46FF-6FFDAE4F33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70ACD8-1A7B-0B3C-8E51-AD0CDEC0BA72}"/>
              </a:ext>
            </a:extLst>
          </p:cNvPr>
          <p:cNvSpPr>
            <a:spLocks noGrp="1"/>
          </p:cNvSpPr>
          <p:nvPr>
            <p:ph sz="half" idx="1"/>
          </p:nvPr>
        </p:nvSpPr>
        <p:spPr/>
        <p:txBody>
          <a:bodyPr/>
          <a:lstStyle/>
          <a:p>
            <a:r>
              <a:rPr lang="en-US" dirty="0"/>
              <a:t>Complete lower center block.</a:t>
            </a:r>
          </a:p>
        </p:txBody>
      </p:sp>
      <p:pic>
        <p:nvPicPr>
          <p:cNvPr id="4" name="Picture 3" descr="A grid of sudoku puzzle&#10;&#10;Description automatically generated">
            <a:extLst>
              <a:ext uri="{FF2B5EF4-FFF2-40B4-BE49-F238E27FC236}">
                <a16:creationId xmlns:a16="http://schemas.microsoft.com/office/drawing/2014/main" id="{D176B459-D1CF-2E6E-4326-04130D0744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71081A-C230-138A-12D4-0181F08B27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C95CA57-5B82-D919-BD5C-2D0F20052D9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DBB112-5562-1A94-1C74-773E9D0144A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E5D225A-3D99-ECC5-A046-74436E9EB12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19AEB4FE-3A3D-7574-AC7B-F8A8A083EE99}"/>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6F0A70F-11BC-67EE-C723-B6DF55E0A3A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1CB4525-E4D8-F5B8-DD97-79C18B4164B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E8734D-7293-D9A9-2755-B48452414510}"/>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F81E8632-E0B9-D6F5-C1A1-9EEEA9B5F22F}"/>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E4809995-F382-C9D0-17DF-191E80D55EE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9921B1CE-E904-5CB1-7F92-51ED82BB3CD3}"/>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5FDB497-8B3F-A3AC-4342-4F28580DB2E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FD6EC1E5-65E0-A6D7-03AC-1AA863B44837}"/>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F7EBEB3-8F54-1E60-0421-673F96CE9269}"/>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75C232A-4723-8990-3173-3124F8827A98}"/>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389DE1D4-64B7-5ED3-70B1-06288AAF5A08}"/>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B65814E1-DD70-7620-4684-AD25909D903D}"/>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B52CFCA4-E255-2D46-007B-E889D5DE918D}"/>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6EF0EE01-2BE8-E6EC-D91B-8A625E64B4DA}"/>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8D682D29-E3AF-B691-8DC8-63B87615D17B}"/>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77463F69-703C-AF17-810A-FD045039108B}"/>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8F7BEC79-5DE0-84FE-BCBD-54D4C9C032D5}"/>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107ACF1-5752-7CA5-4E98-653426AAB59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A6EFDAC-19AF-4048-BE3F-84CEE644DBB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D8C2C7F-2B10-E4C7-F8D4-5A99E081742A}"/>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297F995C-96FC-AE25-EB3F-D5A268720F2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EEBEF8CB-55F6-4632-6186-EBE0B53748B9}"/>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BF7078A1-7309-B849-83B1-43C5DAF47BAC}"/>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88473091-F245-F714-F60E-4F55FEC8FFCF}"/>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9A7CC005-AA2B-A41E-3620-CEBC5EBBF7CB}"/>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E64B415-9D00-9C0C-6AFD-9EB35F7A494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FE84B941-A0FC-FF49-537B-4CB8A8EF29B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0F0744D5-868F-6BE1-D575-42A08137002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BCF171E9-C251-1AE3-066E-BC4A39EEC03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8C5387FB-1B08-6F2A-A839-36285B4A287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BEBA616-9F76-4FA5-7C57-E9B827C6BF6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1555ED21-EC12-029D-7CC9-590A355ECC34}"/>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A119CE91-4027-5022-EEE3-2381D72FF220}"/>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773E2A6D-CBEA-D923-B4FB-C2A142562D8B}"/>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FC1FCD23-BE17-D23A-0384-FE8DAE0BF830}"/>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5E225A1F-9E4F-8516-244A-62E639C6381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3506312C-D34E-580D-5D82-9AF6219254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B322F60-0E96-6567-5A72-93E28A72FC0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302978FA-C623-F6F1-F07D-4FD2FB9CDC6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27D6B2D9-700F-F0C9-60A2-848D838FD9A2}"/>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189C5D3C-76A8-6C6B-CBDA-2161B3C229A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D74B7FD-ED7D-FDE5-B2C9-913F93B1E27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4F50690-EDBB-3965-75F9-8A3B976BEC08}"/>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C312079A-FDB7-ED55-0BF3-F155C19D967C}"/>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CCF8D5FB-C4CB-F97B-9A73-E959C0B698C4}"/>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30F9D653-8F30-350C-E68D-9071F6EC36E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D624EF62-3063-6852-ECD0-EE55A6C5B1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1AB3137-61F5-6E8B-CB3C-229F324433E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E35C54C6-AE07-EBCE-A3CE-7F994509647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F0A460C-F2FB-25D2-252C-536DAB57F0BE}"/>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38196B41-8717-0E94-A755-0E9F7A881FEC}"/>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75A9AAAA-C2B2-4660-E820-D8A5D3C3FD20}"/>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455C5829-4DEB-B32C-A17F-EBADC4EFC05B}"/>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37FAC8F0-BC55-3240-8A11-0B1649CEF645}"/>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94504122-90CD-E3AF-5DE5-F4F6F1C396C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2F7526FF-BFFA-A667-1FEC-3BF1971BD8FB}"/>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213500E-3DA5-5C16-D0A9-BD7D79C24C3A}"/>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A1E65570-A64D-7299-4E11-872861F0736D}"/>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E06EA8FD-74BC-5808-1AF4-513763D1053E}"/>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F3B33E3B-168E-00A7-BDAE-F2DC72E6C66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11BD215E-F938-9B42-98C9-62A8E44246F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8264ED4-36A3-17F8-D29F-A88E31FD2A7B}"/>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F14CB98B-C183-76CF-FFF2-C7FB7EFA1B7F}"/>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23FC2333-50E8-AE6C-E108-B7285B86F805}"/>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4A11B336-71B3-499D-50F3-EFE32D7C83DB}"/>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18660BB3-9E97-3DC1-8DCD-10A1B82796BF}"/>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9D6249A9-7397-EB57-5630-BA7C43BF7E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75A46DB0-E5B8-9524-8F79-3DCF893F0038}"/>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5528BBCD-B316-29E3-3D28-DAA0E6501F69}"/>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44B5BFDB-84F9-6BE1-7982-63CE8A191D05}"/>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4405FD45-5BDB-C529-7624-CB606F0AB3C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E2DF8A55-F96A-4129-5D42-09476761338D}"/>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25330973-5FD1-C948-B264-60990249A453}"/>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2347</a:t>
            </a:r>
          </a:p>
        </p:txBody>
      </p:sp>
      <p:sp>
        <p:nvSpPr>
          <p:cNvPr id="82" name="TextBox 81">
            <a:extLst>
              <a:ext uri="{FF2B5EF4-FFF2-40B4-BE49-F238E27FC236}">
                <a16:creationId xmlns:a16="http://schemas.microsoft.com/office/drawing/2014/main" id="{94BD454D-3489-2C14-5FEF-0B10F72FB1A1}"/>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123469</a:t>
            </a:r>
          </a:p>
        </p:txBody>
      </p:sp>
      <p:sp>
        <p:nvSpPr>
          <p:cNvPr id="83" name="TextBox 82">
            <a:extLst>
              <a:ext uri="{FF2B5EF4-FFF2-40B4-BE49-F238E27FC236}">
                <a16:creationId xmlns:a16="http://schemas.microsoft.com/office/drawing/2014/main" id="{99404EC6-EABC-E3D4-F032-951C1C648668}"/>
              </a:ext>
            </a:extLst>
          </p:cNvPr>
          <p:cNvSpPr txBox="1"/>
          <p:nvPr/>
        </p:nvSpPr>
        <p:spPr>
          <a:xfrm>
            <a:off x="5147734" y="4909484"/>
            <a:ext cx="570089" cy="230832"/>
          </a:xfrm>
          <a:prstGeom prst="rect">
            <a:avLst/>
          </a:prstGeom>
          <a:noFill/>
        </p:spPr>
        <p:txBody>
          <a:bodyPr wrap="square" rtlCol="0">
            <a:spAutoFit/>
          </a:bodyPr>
          <a:lstStyle/>
          <a:p>
            <a:pPr algn="ctr"/>
            <a:r>
              <a:rPr lang="en-US" sz="900" dirty="0"/>
              <a:t>123469</a:t>
            </a:r>
          </a:p>
        </p:txBody>
      </p:sp>
      <p:sp>
        <p:nvSpPr>
          <p:cNvPr id="84" name="TextBox 83">
            <a:extLst>
              <a:ext uri="{FF2B5EF4-FFF2-40B4-BE49-F238E27FC236}">
                <a16:creationId xmlns:a16="http://schemas.microsoft.com/office/drawing/2014/main" id="{C27502A3-C47A-5967-8968-B6A9725CCC3E}"/>
              </a:ext>
            </a:extLst>
          </p:cNvPr>
          <p:cNvSpPr txBox="1"/>
          <p:nvPr/>
        </p:nvSpPr>
        <p:spPr>
          <a:xfrm>
            <a:off x="5650090" y="4909484"/>
            <a:ext cx="570089" cy="230832"/>
          </a:xfrm>
          <a:prstGeom prst="rect">
            <a:avLst/>
          </a:prstGeom>
          <a:noFill/>
        </p:spPr>
        <p:txBody>
          <a:bodyPr wrap="square" rtlCol="0">
            <a:spAutoFit/>
          </a:bodyPr>
          <a:lstStyle/>
          <a:p>
            <a:pPr algn="ctr"/>
            <a:r>
              <a:rPr lang="en-US" sz="900" dirty="0"/>
              <a:t>123469</a:t>
            </a:r>
          </a:p>
        </p:txBody>
      </p:sp>
    </p:spTree>
    <p:extLst>
      <p:ext uri="{BB962C8B-B14F-4D97-AF65-F5344CB8AC3E}">
        <p14:creationId xmlns:p14="http://schemas.microsoft.com/office/powerpoint/2010/main" val="41680539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C7FCF-C4C9-29D5-4A81-6563F38D2D3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DB98E5E-3AFF-A0FA-44A8-2615EFACB5CE}"/>
              </a:ext>
            </a:extLst>
          </p:cNvPr>
          <p:cNvSpPr>
            <a:spLocks noGrp="1"/>
          </p:cNvSpPr>
          <p:nvPr>
            <p:ph sz="half" idx="1"/>
          </p:nvPr>
        </p:nvSpPr>
        <p:spPr/>
        <p:txBody>
          <a:bodyPr/>
          <a:lstStyle/>
          <a:p>
            <a:r>
              <a:rPr lang="en-US" dirty="0"/>
              <a:t>Reduce. (Note that in the bottom left block, 2 is in Row 9.)</a:t>
            </a:r>
          </a:p>
        </p:txBody>
      </p:sp>
      <p:pic>
        <p:nvPicPr>
          <p:cNvPr id="4" name="Picture 3" descr="A grid of sudoku puzzle&#10;&#10;Description automatically generated">
            <a:extLst>
              <a:ext uri="{FF2B5EF4-FFF2-40B4-BE49-F238E27FC236}">
                <a16:creationId xmlns:a16="http://schemas.microsoft.com/office/drawing/2014/main" id="{2D1804C9-40FD-1103-D0D6-AE0638CA07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F31383F-50DE-106D-1BA3-144BFD0823E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2F758D-B3ED-B154-A3B8-EB9B4B12DC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963BDF-BFF4-B4FD-F309-8D76F872932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1E6E97-A100-3303-C016-99679E572E8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817018C-F0D8-08E4-C81D-7FB950439F0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550D94A-D92D-C916-DC85-C41745719C24}"/>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EFF9079-AE69-1C5E-D58D-A5A4B864C2AD}"/>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F00F46E-E12F-E10B-69B9-093FC09E1442}"/>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ED1F3D39-3D3E-A261-62EA-2074D4FBE49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B2900AC6-6DD5-1C5A-09BA-C6EA2B64FBB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7C7BE217-18F5-7758-85A8-2037A6A5C90F}"/>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86F8FEEF-D364-8478-5A7A-F1F5D682899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E611B3F-BBAE-73E1-243E-16EFD1B68D1D}"/>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8E5D8CC6-0E24-5835-060D-42D096A482E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6845701D-F74D-CF18-53F3-8ED1FADE9801}"/>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3F54A7FB-0B8E-B12D-C31D-7D11DA35E71F}"/>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57D874C0-0DC1-73A5-A0D6-6D91F1CCD4DF}"/>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700BA85B-EDF2-A407-87A0-D2F7E2565F28}"/>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DACA313A-8B78-8615-E6BA-D8163C23048B}"/>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25B5539C-8FFC-5F79-46FD-62EA3DDD84AB}"/>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96C0172F-B554-D697-7675-3F2298C52E98}"/>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E7FFEBF1-8423-5ED4-0E8E-1B8FEF2541CA}"/>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C70DC14-6D6E-1FEB-EF99-EE1D37E8A81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1AD2540C-3001-2909-140C-F45ABB5016A2}"/>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3BF8F2C8-30FF-0EB9-6A7F-42FA20E37183}"/>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11B8B448-1149-BA44-389F-394A8B895B11}"/>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23C070BA-5E45-6ACC-9A10-65EC17C7E581}"/>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64FF3D3D-D641-E06A-8CB7-99A43650737F}"/>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DE5263F5-1A41-3F1D-85A2-A1D42D8C7F91}"/>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E8369E2F-3ED9-0875-540C-2B46082AC9FC}"/>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B23F535C-E33B-E3E5-E9F7-FBF6E1F2329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F6AEA7F3-04A7-EED7-691E-B633A3498254}"/>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F56DDB35-508D-005B-D016-D36F3010CED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688758E-CCC4-9BD2-7D26-DC7EAF1F71E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486DB39E-6E82-4B40-8AFE-B66017EC106F}"/>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792F241-97C9-5D44-F6DB-5DBDF522707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DA72667D-2FD6-6EB6-4267-661FE11093BA}"/>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4CC8E1CE-F2F7-89B9-DAEF-2ADEF22F3CEE}"/>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B9EB2066-2F81-013D-B9A4-ADC1B62134F5}"/>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E8A0681-DFAC-113B-23EA-2D88359E7AED}"/>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AF97F3CB-00C6-8D89-8B45-5D9D320936B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5CFD6822-08FA-B9C8-8435-DF292FFD86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1E676E7-3EF1-9B66-91BA-250586A2FDE7}"/>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20A36F8-981A-8F40-89E1-2E524FBF464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36425B15-F39D-9A18-3E67-AB7FE3F3603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855F7D4-D563-C4EA-70CA-997F71FF342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6DBC8034-1E27-20B2-5600-3D1F0E9B8F0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B0A5C3B-A547-BCA7-43BC-6A7EEC73DECB}"/>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4CA6A9AF-C562-CE50-F1DD-CFAE8B0BBCD7}"/>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345D4E76-7A8E-D51A-70D4-2F2C905CA042}"/>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3AD8B1B9-22E0-47A7-7C34-27EE7080D1D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F1884107-8D11-D1C9-E41C-2F92BBB7AAA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787CFD4-F1CF-3FAB-361E-088821464749}"/>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768401A-F41B-D78B-980C-2E11DC66A15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9E0AA85E-4417-6E4F-7BDA-D2EE92E39066}"/>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2B47DC2F-141F-30C8-C332-FF015C420C70}"/>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E320BAFD-EC42-B763-5B01-D4D747FDF164}"/>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10BE7E4F-F029-B0FA-5C9B-35D884AFF780}"/>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B8667C99-FA2A-2AC3-52D7-2CD1CE0B24A3}"/>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6A0E96E7-3689-DB6E-55BF-9DDB567BAAF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5D4AB1A2-007A-0F85-9A65-FE3D4AE01BE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CAD0E31-6EAF-E7EC-3D49-75A0440A0428}"/>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E5521F17-1C48-0550-FD5E-80623E6951E7}"/>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063593FC-5A5B-2D3A-2FF2-8B10D27C2FFA}"/>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7A33E0CF-CFFB-EBDE-9BCB-90BE19FED389}"/>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025A476E-FEBF-4701-2967-CA8EE40ACBF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DE61717-A6A0-2A71-A0B3-62EFEEA00929}"/>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261B99B-F806-0C20-167F-C072BD00E753}"/>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363F900E-C5C8-38C4-C073-726C5995615C}"/>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4A53572E-37B0-C9D3-9618-BDDBF21CCBF2}"/>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B7CDB094-3C5F-8774-89F1-352E58C3CC36}"/>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B2D336A5-2522-694B-6C8E-3A42CE7AE80C}"/>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54692FF6-BA6B-1714-9793-8192062F013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18725EF3-68C0-A7D8-838A-9DA9070ED961}"/>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A07A70EB-76C0-4E7C-05AC-BB1806B051B3}"/>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5CBCF115-B8ED-2E34-4218-84FDC878511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8814BD2C-4CB8-867A-50E5-AE4BDE3DA75A}"/>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1EB83FE0-9C3C-1F22-B838-8A4DA654224A}"/>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2347</a:t>
            </a:r>
          </a:p>
        </p:txBody>
      </p:sp>
      <p:sp>
        <p:nvSpPr>
          <p:cNvPr id="82" name="TextBox 81">
            <a:extLst>
              <a:ext uri="{FF2B5EF4-FFF2-40B4-BE49-F238E27FC236}">
                <a16:creationId xmlns:a16="http://schemas.microsoft.com/office/drawing/2014/main" id="{3A9A8223-7D43-E9FE-DAD5-5D2012087E43}"/>
              </a:ext>
            </a:extLst>
          </p:cNvPr>
          <p:cNvSpPr txBox="1"/>
          <p:nvPr/>
        </p:nvSpPr>
        <p:spPr>
          <a:xfrm>
            <a:off x="4645378" y="4909484"/>
            <a:ext cx="570089" cy="230832"/>
          </a:xfrm>
          <a:prstGeom prst="rect">
            <a:avLst/>
          </a:prstGeom>
          <a:noFill/>
        </p:spPr>
        <p:txBody>
          <a:bodyPr wrap="square" rtlCol="0">
            <a:spAutoFit/>
          </a:bodyPr>
          <a:lstStyle/>
          <a:p>
            <a:pPr algn="ctr"/>
            <a:r>
              <a:rPr lang="en-US" sz="900" dirty="0"/>
              <a:t>346</a:t>
            </a:r>
          </a:p>
        </p:txBody>
      </p:sp>
      <p:sp>
        <p:nvSpPr>
          <p:cNvPr id="83" name="TextBox 82">
            <a:extLst>
              <a:ext uri="{FF2B5EF4-FFF2-40B4-BE49-F238E27FC236}">
                <a16:creationId xmlns:a16="http://schemas.microsoft.com/office/drawing/2014/main" id="{5D4D12A1-768B-6694-C812-9CFFFA3DB7B7}"/>
              </a:ext>
            </a:extLst>
          </p:cNvPr>
          <p:cNvSpPr txBox="1"/>
          <p:nvPr/>
        </p:nvSpPr>
        <p:spPr>
          <a:xfrm>
            <a:off x="5147734" y="4909484"/>
            <a:ext cx="570089" cy="230832"/>
          </a:xfrm>
          <a:prstGeom prst="rect">
            <a:avLst/>
          </a:prstGeom>
          <a:noFill/>
        </p:spPr>
        <p:txBody>
          <a:bodyPr wrap="square" rtlCol="0">
            <a:spAutoFit/>
          </a:bodyPr>
          <a:lstStyle/>
          <a:p>
            <a:pPr algn="ctr"/>
            <a:r>
              <a:rPr lang="en-US" sz="900" dirty="0"/>
              <a:t>13469</a:t>
            </a:r>
          </a:p>
        </p:txBody>
      </p:sp>
      <p:sp>
        <p:nvSpPr>
          <p:cNvPr id="84" name="TextBox 83">
            <a:extLst>
              <a:ext uri="{FF2B5EF4-FFF2-40B4-BE49-F238E27FC236}">
                <a16:creationId xmlns:a16="http://schemas.microsoft.com/office/drawing/2014/main" id="{F697F386-272A-BA70-D3D4-39F5083F841E}"/>
              </a:ext>
            </a:extLst>
          </p:cNvPr>
          <p:cNvSpPr txBox="1"/>
          <p:nvPr/>
        </p:nvSpPr>
        <p:spPr>
          <a:xfrm>
            <a:off x="5650090" y="4909484"/>
            <a:ext cx="570089" cy="230832"/>
          </a:xfrm>
          <a:prstGeom prst="rect">
            <a:avLst/>
          </a:prstGeom>
          <a:noFill/>
        </p:spPr>
        <p:txBody>
          <a:bodyPr wrap="square" rtlCol="0">
            <a:spAutoFit/>
          </a:bodyPr>
          <a:lstStyle/>
          <a:p>
            <a:pPr algn="ctr"/>
            <a:r>
              <a:rPr lang="en-US" sz="900" dirty="0"/>
              <a:t>146</a:t>
            </a:r>
          </a:p>
        </p:txBody>
      </p:sp>
    </p:spTree>
    <p:extLst>
      <p:ext uri="{BB962C8B-B14F-4D97-AF65-F5344CB8AC3E}">
        <p14:creationId xmlns:p14="http://schemas.microsoft.com/office/powerpoint/2010/main" val="35148203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27B95-E8B1-2756-8687-2A3CCF6A76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FF592D-94AE-0221-A86D-498A891609D4}"/>
              </a:ext>
            </a:extLst>
          </p:cNvPr>
          <p:cNvSpPr>
            <a:spLocks noGrp="1"/>
          </p:cNvSpPr>
          <p:nvPr>
            <p:ph sz="half" idx="1"/>
          </p:nvPr>
        </p:nvSpPr>
        <p:spPr/>
        <p:txBody>
          <a:bodyPr/>
          <a:lstStyle/>
          <a:p>
            <a:r>
              <a:rPr lang="en-US" dirty="0"/>
              <a:t>In the bottom center block, 2 is in Column 6.</a:t>
            </a:r>
          </a:p>
        </p:txBody>
      </p:sp>
      <p:pic>
        <p:nvPicPr>
          <p:cNvPr id="4" name="Picture 3" descr="A grid of sudoku puzzle&#10;&#10;Description automatically generated">
            <a:extLst>
              <a:ext uri="{FF2B5EF4-FFF2-40B4-BE49-F238E27FC236}">
                <a16:creationId xmlns:a16="http://schemas.microsoft.com/office/drawing/2014/main" id="{4C11FAF2-4776-B068-FAFC-57D5F196F0F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526AD3-86E8-4282-2764-18DCDD5C09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05B054-F326-BC7D-B91B-CF782E6DA1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78A403-EC0D-1F6B-A5EA-5F1CE2F236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96CE128-D13C-0DFB-A55A-A5D881FE30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250F05A-4887-6E97-C861-B2C0DD56FCB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F8495CAA-C6EA-7886-67CB-23AD73711BD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4EE65D7F-FF61-A41F-8B04-A9270931A3E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2B9590-8473-66CE-1EF7-AB714FE49A9B}"/>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ED6A435D-A738-1AB2-3A47-047C955450E6}"/>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16A68CE-925D-68B2-A973-A11FDA920DA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DC941563-DD97-307E-F113-84A227A2E9E2}"/>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8CC9DA5-C491-67E6-73E8-906B0A83DAE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F9688519-356D-4B44-6F30-6C5332577009}"/>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62FEE15C-9917-D00F-F671-2189FEAD43CD}"/>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2346C6AD-BE4E-DEBE-73D2-91E1394883F1}"/>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FA8D4435-839A-20C2-5BCC-318F8CEBEF8D}"/>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18FFDE23-39A5-A599-7B00-77B987E64398}"/>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79F56C47-8708-41FB-3628-570C170C961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6A2DA30-6DBE-0CB2-9B28-4F19453FE23D}"/>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47DDAC63-19A2-DCF1-993B-5FA6F948AE9F}"/>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044C7E6-5B0F-842A-4793-63F8EE7C29A0}"/>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0F9B2410-F4AD-0E9B-E2B3-E08D8B7C37B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58C3C77-8CD3-97ED-184A-CB70E2D3D8F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F296E55-7A4F-1E0C-ACC4-B102EDF9E75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0CFFD60A-3C9D-EF38-0A7C-B3DB15887133}"/>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BDCE79DB-0D0B-63B2-6C56-23227727884E}"/>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EF0BE6EA-0DA4-41C9-C65C-ADD92CC08DD2}"/>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268718A9-1643-8F11-C778-D2109EC8059A}"/>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9B5A9E87-56C9-9E34-5DDE-B72216C92CBE}"/>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0BAAC30D-239B-705C-1B69-F9C98EDB84B3}"/>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E124565B-C33E-5575-885B-9744964C315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0718DEE-1493-6939-459B-8045E81F368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42E567FD-7021-4352-B5F7-8C5CF653CAD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2F5C5F30-9604-B15C-3E3A-BA14413243EB}"/>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BC52A5FD-42D0-DD1D-67B4-C34522DDD565}"/>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C16E42E-9681-76AD-3E25-81031EEE054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C5CF9FEC-6831-5C68-A35A-4C65B1F7B8BA}"/>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3971DAEE-E15B-2831-ED64-EEF4957922AE}"/>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527925EE-307C-7B0C-736E-1F460F48106B}"/>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74B26A0C-A6D0-7336-D0C9-66028DD28CE0}"/>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372E1889-35EF-FBCC-3D03-F20C54B8A9C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9FD86AA5-6B85-F0D1-8CB8-6308AF100D4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61D340FA-0639-B107-E72C-EF8F6636C34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54299142-839E-D0A8-81B1-E08F4B628F0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C3C73E9-7703-2194-5BB4-A984AD356882}"/>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AA02A27E-8BB0-4D08-5D24-8469BC1C75D3}"/>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CF3ABC4-89B9-B612-FE9B-4170EC01B6C7}"/>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717E5D7-6810-54E5-B31B-28215C4065B5}"/>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3377BEE4-D4C1-7820-5FC2-C445DE242587}"/>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CBCF122C-C77F-4372-1D87-51FC81E53478}"/>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466EAF4B-BFD9-D8AD-EACB-803DBE3DFD6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B5D243B4-6004-A62D-DB27-DF6E9F1F7C7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7FAD1D5-BF48-5070-6A71-86812E4C1469}"/>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06936A20-9F1F-B266-FEEF-9CF63B4C1D9C}"/>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3E0D7288-B2AD-A15A-61BC-248F93575E03}"/>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EC403B97-A3FD-554C-A9B2-CE5A1249B4F2}"/>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8031877D-90D3-1C00-D7E7-9155E07EF3A6}"/>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0EF412B2-96DD-D65E-0BD7-6AE8BF18F8FF}"/>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9FEA0C0C-8F8D-8663-1AB6-160F70201A6C}"/>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F06A46FB-EDB2-40D9-4D11-DE03A51B5992}"/>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6455E62-2D70-DDE6-79BA-ACC72563EA72}"/>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B52C84F-0E5C-2496-99EE-171C8183043D}"/>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CED3548B-80AA-A443-C77E-B61BE275B620}"/>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C1F74C78-B1D8-0403-7584-0857241A6876}"/>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C133B25-CE7E-3C9A-BC74-D99C03A21F6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3C22265C-F154-5399-1EAD-4455C6AF798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B0F6F3D-937F-6117-FCCB-0CA86297B6CA}"/>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12BDD3F4-37F0-4695-6F88-C95D43FED0B9}"/>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DD080323-C76B-432E-75CC-493AE82E299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143F3A3E-9E7D-8718-423F-583598BABDE2}"/>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626A9302-0099-ADC6-821E-D94720D9AB32}"/>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89485922-56DB-31B8-19EA-B1A8BD9C98FB}"/>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CEFC6802-9E0A-3D30-0AFD-B5ECE5BFD6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961F230-D9E2-3F87-5E77-BFDABDB06932}"/>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08F4EE9B-7454-8E91-A89A-96BA37435B04}"/>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0BC20DCE-1569-77BF-F820-0C2BE6CAF40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5424B725-C5F3-62E8-FCE3-0AED594CEF65}"/>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CEE601C0-7066-DAB6-618C-CD02DB75505D}"/>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2347</a:t>
            </a:r>
          </a:p>
        </p:txBody>
      </p:sp>
      <p:sp>
        <p:nvSpPr>
          <p:cNvPr id="82" name="TextBox 81">
            <a:extLst>
              <a:ext uri="{FF2B5EF4-FFF2-40B4-BE49-F238E27FC236}">
                <a16:creationId xmlns:a16="http://schemas.microsoft.com/office/drawing/2014/main" id="{A506F769-05C5-5EF3-EF09-BE42C7438672}"/>
              </a:ext>
            </a:extLst>
          </p:cNvPr>
          <p:cNvSpPr txBox="1"/>
          <p:nvPr/>
        </p:nvSpPr>
        <p:spPr>
          <a:xfrm>
            <a:off x="4645378" y="4909484"/>
            <a:ext cx="570089" cy="230832"/>
          </a:xfrm>
          <a:prstGeom prst="rect">
            <a:avLst/>
          </a:prstGeom>
          <a:noFill/>
        </p:spPr>
        <p:txBody>
          <a:bodyPr wrap="square" rtlCol="0">
            <a:spAutoFit/>
          </a:bodyPr>
          <a:lstStyle/>
          <a:p>
            <a:pPr algn="ctr"/>
            <a:r>
              <a:rPr lang="en-US" sz="900" dirty="0"/>
              <a:t>346</a:t>
            </a:r>
          </a:p>
        </p:txBody>
      </p:sp>
      <p:sp>
        <p:nvSpPr>
          <p:cNvPr id="83" name="TextBox 82">
            <a:extLst>
              <a:ext uri="{FF2B5EF4-FFF2-40B4-BE49-F238E27FC236}">
                <a16:creationId xmlns:a16="http://schemas.microsoft.com/office/drawing/2014/main" id="{1A70C7E1-F72A-CA30-10FC-26A00FBE5899}"/>
              </a:ext>
            </a:extLst>
          </p:cNvPr>
          <p:cNvSpPr txBox="1"/>
          <p:nvPr/>
        </p:nvSpPr>
        <p:spPr>
          <a:xfrm>
            <a:off x="5147734" y="4909484"/>
            <a:ext cx="570089" cy="230832"/>
          </a:xfrm>
          <a:prstGeom prst="rect">
            <a:avLst/>
          </a:prstGeom>
          <a:noFill/>
        </p:spPr>
        <p:txBody>
          <a:bodyPr wrap="square" rtlCol="0">
            <a:spAutoFit/>
          </a:bodyPr>
          <a:lstStyle/>
          <a:p>
            <a:pPr algn="ctr"/>
            <a:r>
              <a:rPr lang="en-US" sz="900" dirty="0"/>
              <a:t>13469</a:t>
            </a:r>
          </a:p>
        </p:txBody>
      </p:sp>
      <p:sp>
        <p:nvSpPr>
          <p:cNvPr id="84" name="TextBox 83">
            <a:extLst>
              <a:ext uri="{FF2B5EF4-FFF2-40B4-BE49-F238E27FC236}">
                <a16:creationId xmlns:a16="http://schemas.microsoft.com/office/drawing/2014/main" id="{65240E57-A47D-8F97-A284-4BF1DAD31C14}"/>
              </a:ext>
            </a:extLst>
          </p:cNvPr>
          <p:cNvSpPr txBox="1"/>
          <p:nvPr/>
        </p:nvSpPr>
        <p:spPr>
          <a:xfrm>
            <a:off x="5650090" y="4909484"/>
            <a:ext cx="570089" cy="230832"/>
          </a:xfrm>
          <a:prstGeom prst="rect">
            <a:avLst/>
          </a:prstGeom>
          <a:noFill/>
        </p:spPr>
        <p:txBody>
          <a:bodyPr wrap="square" rtlCol="0">
            <a:spAutoFit/>
          </a:bodyPr>
          <a:lstStyle/>
          <a:p>
            <a:pPr algn="ctr"/>
            <a:r>
              <a:rPr lang="en-US" sz="900" dirty="0"/>
              <a:t>146</a:t>
            </a:r>
          </a:p>
        </p:txBody>
      </p:sp>
    </p:spTree>
    <p:extLst>
      <p:ext uri="{BB962C8B-B14F-4D97-AF65-F5344CB8AC3E}">
        <p14:creationId xmlns:p14="http://schemas.microsoft.com/office/powerpoint/2010/main" val="36665372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8F811-336E-9CCB-166C-C5B413BAB8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03A928-8A78-DFB4-D85C-6DB2600A30A8}"/>
              </a:ext>
            </a:extLst>
          </p:cNvPr>
          <p:cNvSpPr>
            <a:spLocks noGrp="1"/>
          </p:cNvSpPr>
          <p:nvPr>
            <p:ph sz="half" idx="1"/>
          </p:nvPr>
        </p:nvSpPr>
        <p:spPr/>
        <p:txBody>
          <a:bodyPr/>
          <a:lstStyle/>
          <a:p>
            <a:r>
              <a:rPr lang="en-US" dirty="0"/>
              <a:t>Last possible 2 in Column 8.</a:t>
            </a:r>
          </a:p>
        </p:txBody>
      </p:sp>
      <p:pic>
        <p:nvPicPr>
          <p:cNvPr id="4" name="Picture 3" descr="A grid of sudoku puzzle&#10;&#10;Description automatically generated">
            <a:extLst>
              <a:ext uri="{FF2B5EF4-FFF2-40B4-BE49-F238E27FC236}">
                <a16:creationId xmlns:a16="http://schemas.microsoft.com/office/drawing/2014/main" id="{F32900B0-F606-96BE-751E-9C579F59283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66F1A8-A1D4-D613-772E-3595A1646CF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18F029-4F4C-366B-A8E0-FB6A6B2193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420B3EE-F1DF-C974-2225-EC3611D6DE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6FE61D4-AD34-90CC-C266-BA9D048D674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E48C0DF-BC2A-B242-09FA-67CC1F0335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69A902AA-10D9-79C3-8D34-A30BD839CC9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892B9A7E-B6C7-3EB5-4C2D-82B6E78548CB}"/>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8680DD5-9409-2E1B-CFCA-AF6A2901D49B}"/>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7E4D028-AE8E-907B-0C40-9594B6AEEF0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DFD33EF-E71A-AAB5-0FB5-CF0E5BD1423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19395ECF-5799-77CF-5FC3-57575D318333}"/>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0714C4C-E443-83D7-DB2D-0B9ECD5E5DD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89A7EBC1-7390-BC53-9122-C23F090AEAD9}"/>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7F8B4120-46EC-9875-C25B-3AB44C6E51F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0AB86EF1-B6F9-A1B6-6CE3-FE02F32DB055}"/>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FCCF10F-0913-20C2-B2C2-3991EAEC2BB9}"/>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19ADC76C-DCE8-E63E-3E9E-CBFE9FED0319}"/>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C4F29173-96BA-CCBA-5657-664434D67E1F}"/>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C50F18D-E6BE-D63B-F794-C3931C6928CB}"/>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6D60E34-437E-DC8F-8019-34A1A3E3F824}"/>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8DC7FF95-14B4-B7AC-6E3B-836DA73E3513}"/>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819F65A0-5E51-AFEF-70FC-E8003E634B9A}"/>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014291F-196C-4E4A-641E-06DE0F7FBE0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1D608E78-568F-351D-D294-486966CEDB5F}"/>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3E3A909-00B4-D5BF-032D-03FE65D7EF3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611B0A5-7650-5EB9-6FEF-9BF3CAC7E576}"/>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0F9D106E-4CCA-E0C0-64F6-21E91C399BB9}"/>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44686BCA-2626-6F7B-964C-8172FC094AF4}"/>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1635B00E-BB17-0AB4-27D2-C45DE2677448}"/>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2F7B4065-46B0-AD6B-31B8-1E3C396379E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817B6CC-1ED4-F55D-5F63-C1489BAC132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112BAAEC-60A5-FC03-3502-BF003FFEF746}"/>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C6E6C190-BB92-ECC5-5B59-7BDD608337B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A06C751D-8AAE-3BA9-1FBC-59E80AE33B38}"/>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C9A5120A-E09E-6A53-FF3A-51AB0D616E9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2D4C7BF-A9BD-88C2-5494-763E3A92725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3522224D-08EB-1631-32BF-19B9076E08CE}"/>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2E0E2549-E5E8-A786-2DAF-0640A228E068}"/>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FBF5D638-CE66-35CE-AFA3-B4C4EFD1FD9E}"/>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445732AE-3E1B-61E1-F677-824193E1BD74}"/>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A1DB75CF-428F-F827-BF52-DF66B43BB3AE}"/>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0ED005CB-802D-CD0E-3DF7-2E4F3F0DE467}"/>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F9BF3668-A542-89DF-563C-1BF56856FC57}"/>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ED420564-1113-0BFF-44D2-8E27C5A4563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C279D6F3-83B8-56A6-4A27-9038743723E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A6FD4546-38D2-D6E9-8BF4-D037B76E819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5D13A067-8B61-0E1B-7CF6-6B4262F69AC4}"/>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E1C03E53-076D-F6AE-42CC-A911C642F9E1}"/>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E662C9C3-1564-E435-443E-A5F21B53FB2F}"/>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F384B1B8-6F2A-6E25-C3D6-794112312DEF}"/>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373138E9-0F53-03B4-9620-D9657DC31DB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D79FA82E-7C1B-3500-3DA2-9025A8E0823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A0401EEF-8CD7-3341-A1C4-76D8B0510DE8}"/>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9A4F4577-6B26-18C7-BF1A-C4D539CD613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05BEE91D-DA8E-7CD3-1928-0FF85924687C}"/>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1D589662-7356-FB5F-CE37-E0F8D12D45E7}"/>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B4503705-6E39-AD49-81AB-CF2C09A97022}"/>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621845E-47D2-2FAE-C2B3-CD2C98D213A3}"/>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F1F186B6-2C3C-9652-4993-C76FF3EC3E9B}"/>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B33D637C-521D-C37C-1D99-5257D723C6AC}"/>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634D98A1-F959-C992-4A96-9EB1A481849F}"/>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240975D-E011-300D-8800-73EEB270ED68}"/>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FB7A6FE7-6AF9-2F19-97CF-CDEEC90581B8}"/>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EF2E7A19-3CEA-20C8-43EC-FF89DCA955C9}"/>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F2219060-FC77-0905-D7EA-4DF5D5508A6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3A6121D6-1AF8-A278-06F5-47B92F8FCD2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28F0BB8-DCBD-03F4-4A19-92918D87F6AA}"/>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5EED9B1-E222-54F5-94A6-F31C0D1B6C38}"/>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E686E266-B312-23BE-742B-9612125D232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ADB940EC-D893-BA3D-7BEC-D428BF66FCE1}"/>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ABC338DE-C7EE-9B66-CC98-9AEB89CFDF15}"/>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019D0BA0-E539-9477-197D-06125AD4B598}"/>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0FE18D0-BE7B-7F53-8C35-320E7C8230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6C092251-AA27-F31F-06E4-F18C87CCD01D}"/>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3A9AAC8D-8D4F-994A-2C84-5D992E8C403B}"/>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63225D76-C8CA-40EF-8B06-9C208E22E4D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1" name="TextBox 80">
            <a:extLst>
              <a:ext uri="{FF2B5EF4-FFF2-40B4-BE49-F238E27FC236}">
                <a16:creationId xmlns:a16="http://schemas.microsoft.com/office/drawing/2014/main" id="{AEE89502-7E7D-F5D6-96BF-37AA3ECD4B2F}"/>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2347</a:t>
            </a:r>
          </a:p>
        </p:txBody>
      </p:sp>
      <p:sp>
        <p:nvSpPr>
          <p:cNvPr id="82" name="TextBox 81">
            <a:extLst>
              <a:ext uri="{FF2B5EF4-FFF2-40B4-BE49-F238E27FC236}">
                <a16:creationId xmlns:a16="http://schemas.microsoft.com/office/drawing/2014/main" id="{75D81580-C596-1E2C-976E-A5CA927E1D90}"/>
              </a:ext>
            </a:extLst>
          </p:cNvPr>
          <p:cNvSpPr txBox="1"/>
          <p:nvPr/>
        </p:nvSpPr>
        <p:spPr>
          <a:xfrm>
            <a:off x="4645378" y="4909484"/>
            <a:ext cx="570089" cy="230832"/>
          </a:xfrm>
          <a:prstGeom prst="rect">
            <a:avLst/>
          </a:prstGeom>
          <a:noFill/>
        </p:spPr>
        <p:txBody>
          <a:bodyPr wrap="square" rtlCol="0">
            <a:spAutoFit/>
          </a:bodyPr>
          <a:lstStyle/>
          <a:p>
            <a:pPr algn="ctr"/>
            <a:r>
              <a:rPr lang="en-US" sz="900" dirty="0"/>
              <a:t>346</a:t>
            </a:r>
          </a:p>
        </p:txBody>
      </p:sp>
      <p:sp>
        <p:nvSpPr>
          <p:cNvPr id="83" name="TextBox 82">
            <a:extLst>
              <a:ext uri="{FF2B5EF4-FFF2-40B4-BE49-F238E27FC236}">
                <a16:creationId xmlns:a16="http://schemas.microsoft.com/office/drawing/2014/main" id="{FA567824-9426-8473-29AF-8F4875E21B82}"/>
              </a:ext>
            </a:extLst>
          </p:cNvPr>
          <p:cNvSpPr txBox="1"/>
          <p:nvPr/>
        </p:nvSpPr>
        <p:spPr>
          <a:xfrm>
            <a:off x="5147734" y="4909484"/>
            <a:ext cx="570089" cy="230832"/>
          </a:xfrm>
          <a:prstGeom prst="rect">
            <a:avLst/>
          </a:prstGeom>
          <a:noFill/>
        </p:spPr>
        <p:txBody>
          <a:bodyPr wrap="square" rtlCol="0">
            <a:spAutoFit/>
          </a:bodyPr>
          <a:lstStyle/>
          <a:p>
            <a:pPr algn="ctr"/>
            <a:r>
              <a:rPr lang="en-US" sz="900" dirty="0"/>
              <a:t>13469</a:t>
            </a:r>
          </a:p>
        </p:txBody>
      </p:sp>
      <p:sp>
        <p:nvSpPr>
          <p:cNvPr id="84" name="TextBox 83">
            <a:extLst>
              <a:ext uri="{FF2B5EF4-FFF2-40B4-BE49-F238E27FC236}">
                <a16:creationId xmlns:a16="http://schemas.microsoft.com/office/drawing/2014/main" id="{4DB1527D-7D8A-77B8-42CB-353D0F81375D}"/>
              </a:ext>
            </a:extLst>
          </p:cNvPr>
          <p:cNvSpPr txBox="1"/>
          <p:nvPr/>
        </p:nvSpPr>
        <p:spPr>
          <a:xfrm>
            <a:off x="5650090" y="4909484"/>
            <a:ext cx="570089" cy="230832"/>
          </a:xfrm>
          <a:prstGeom prst="rect">
            <a:avLst/>
          </a:prstGeom>
          <a:noFill/>
        </p:spPr>
        <p:txBody>
          <a:bodyPr wrap="square" rtlCol="0">
            <a:spAutoFit/>
          </a:bodyPr>
          <a:lstStyle/>
          <a:p>
            <a:pPr algn="ctr"/>
            <a:r>
              <a:rPr lang="en-US" sz="900" dirty="0"/>
              <a:t>146</a:t>
            </a:r>
          </a:p>
        </p:txBody>
      </p:sp>
      <p:sp>
        <p:nvSpPr>
          <p:cNvPr id="86" name="TextBox 85">
            <a:extLst>
              <a:ext uri="{FF2B5EF4-FFF2-40B4-BE49-F238E27FC236}">
                <a16:creationId xmlns:a16="http://schemas.microsoft.com/office/drawing/2014/main" id="{7CFC67FF-E2E7-C480-9AEC-D0B39984012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1394388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9B50-7537-B18F-63A6-2D14282AC37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C3158-52B7-DD63-3B04-B82ADB458CD2}"/>
              </a:ext>
            </a:extLst>
          </p:cNvPr>
          <p:cNvSpPr>
            <a:spLocks noGrp="1"/>
          </p:cNvSpPr>
          <p:nvPr>
            <p:ph sz="half" idx="1"/>
          </p:nvPr>
        </p:nvSpPr>
        <p:spPr/>
        <p:txBody>
          <a:bodyPr/>
          <a:lstStyle/>
          <a:p>
            <a:r>
              <a:rPr lang="en-US" dirty="0"/>
              <a:t>Therefore, the [13 in 3] on the right side of Row 7 is 247.</a:t>
            </a:r>
          </a:p>
        </p:txBody>
      </p:sp>
      <p:pic>
        <p:nvPicPr>
          <p:cNvPr id="4" name="Picture 3" descr="A grid of sudoku puzzle&#10;&#10;Description automatically generated">
            <a:extLst>
              <a:ext uri="{FF2B5EF4-FFF2-40B4-BE49-F238E27FC236}">
                <a16:creationId xmlns:a16="http://schemas.microsoft.com/office/drawing/2014/main" id="{8AA11315-5D55-670D-1FBF-2344D2978D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7AEBA17-D781-35AB-38D0-5B1F9E19E6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DCE1DE-77A1-75AF-E3E9-8C4F2F41282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696715-E2FE-CDDD-F8DC-C4FE00AD9B4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DF29DFB-AA30-B457-E52B-3D14929F36D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068AC69-4077-5638-A5BE-BFFEFC8C798C}"/>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53DC3C4C-3118-1961-3730-6393304527B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C07A7B29-3CA8-C54B-8508-02D44092FD1B}"/>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0919A3-3BF8-B2AB-6FB6-1DBE3BA713D4}"/>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4EFB9299-EAAB-B713-316B-81B67947F90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32EC99AB-BF6C-9CEC-4141-02621CFF353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63A02485-BFA1-43FF-BFC2-79AA351E87CE}"/>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BE7FB4D-704D-60AE-2233-25843D756D9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BB7B30B9-115A-A781-9547-03B1CEF3EEDB}"/>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979DCDF-C519-76BC-24E0-3B2369C7416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54DB7103-0C5D-B2D0-B504-39E82BD398D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1BF6CE0-8ED6-3976-7231-A6E44F0B077C}"/>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BB5A1B1E-B3CB-0EBF-ADBB-A50CAAE641CC}"/>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2B4E061E-9B0F-C9D4-54BB-C778F3D6844E}"/>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6D07FE88-0915-4507-DA92-190D96C68D32}"/>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41630ACB-4B90-0E7E-3FF2-FE98C02268B5}"/>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7E940F5-ECA8-2370-878B-2C221161E36A}"/>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7A309EFD-D3C7-0B89-6D1B-A4E7560E8C3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0A2E9F5-CBEF-C1E6-67DA-E7B32306BAB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0BFCC686-F7A1-8B12-BAE5-EFB8A37721C0}"/>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9CDE6264-8499-7C8F-787A-25166A2B79D3}"/>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50E299D-163A-4F61-D084-3B989F6A157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7AC84BD-6FFB-3484-51F1-15BC697D63D6}"/>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E2D3BA52-6FA8-7B56-54FC-354120CC8664}"/>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547CB2A3-0DBC-90DC-49A6-CC0294AE3EE1}"/>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0CD55AF7-B2D1-77DE-780D-6AB2E19BFA9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FFF8217-25DC-6D9F-8CFC-DED9B595FFBD}"/>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8415D7D-A11D-2EA2-5E39-CDA0E9B0C330}"/>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2F7AB1F6-145C-FC2D-2EF7-05776D2AF8E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14E21C37-EF8C-210B-1647-B49652D00C04}"/>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B10E9386-AE08-F3B4-486C-C06F9989998D}"/>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4A35BBB-E3CA-756E-9D91-43FFCF17B6E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03640FF2-B5E6-E816-BEC4-E5E739B5AAA9}"/>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3D61AA10-CBC1-537E-58EC-12387F0D0079}"/>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EA754832-F754-0D0E-B739-3D4672249B08}"/>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F49D36A0-D803-2EC1-DB42-D9C4775EF1D4}"/>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AFB2DEC0-2127-CB53-1677-B77DF87E3E9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A18FFF9A-7DC0-0D52-F52E-E04280B8806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35A10DC4-0A35-0841-6392-89EBA26A7142}"/>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1C76BDC3-2D42-A6F2-EFCE-5A48BC96C06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A3BA83C4-13A7-1A74-48DD-B71E6F1AF925}"/>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6EB6B61-7561-11ED-2DF0-B0E9F854FE3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D2F0289-99BB-CBBA-0EF9-0C1C03A3D0DD}"/>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49FBAF07-9B0E-CA3B-B9E8-EE6FF6E0B218}"/>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37E8DCFC-4AA3-50D7-0F39-10F371BF928D}"/>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2F7889C5-DB31-D7F6-20CC-6E318E18DAF4}"/>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9DFD9AAC-7008-BD6C-A774-68E3944D357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D2516CA4-C791-B5DF-E975-6B46FCCBEB6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8EB13F44-E5FB-355F-B0BD-1D62F4C07D4C}"/>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17AABCD-6A8A-AA93-E70C-B571C3FFAD5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C708EC5A-8714-58AB-288B-D9B77582C81F}"/>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B7652AC2-5930-7F64-D0C2-1418DA98B4BA}"/>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877CDFB6-4F78-7D8F-558E-71CB832E9DE7}"/>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99D1D20-6AD5-49D7-C7DF-5BDE5BE16556}"/>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006B29CA-CA7E-15AF-FE13-0E1D41D2ABDD}"/>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5E02BC5F-F742-F6A3-C785-4589B423C67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F2CDC045-CA8B-8042-9483-EEA94795D4F9}"/>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8A7ED64-6032-39B4-FA26-C7203CD3DD2D}"/>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E7C95A1B-939E-4331-7376-4F4621C8620A}"/>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6788E32C-7DE9-311A-9A2F-52968F4ECC24}"/>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FCC489E6-08C0-579C-FE03-C7861EF68EF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62B22D2-1704-A3C0-4621-A655E00AF08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F7C829E-80B3-292A-C5F8-55F1F72FC968}"/>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21AF27D6-C369-A485-9F14-E38952039669}"/>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5205B433-0961-ABD9-4687-42DE30A4CCFE}"/>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EDA7D111-048D-7D17-12CA-1D48D400D9D7}"/>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1ABA2253-5108-C532-CBAE-8CEAE072A102}"/>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4476490B-6239-E797-104F-CCEBDBCF6102}"/>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299DF3B-1075-9E36-048E-CA2D9A34AA88}"/>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D7E63195-75C8-B415-FF1C-5187240D51C1}"/>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95D3B69E-4500-0481-400E-A88A8239256D}"/>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E8CEA890-1B44-AA70-6525-5C1BA14819C2}"/>
              </a:ext>
            </a:extLst>
          </p:cNvPr>
          <p:cNvSpPr txBox="1"/>
          <p:nvPr/>
        </p:nvSpPr>
        <p:spPr>
          <a:xfrm>
            <a:off x="6152446" y="3907597"/>
            <a:ext cx="570089" cy="230832"/>
          </a:xfrm>
          <a:prstGeom prst="rect">
            <a:avLst/>
          </a:prstGeom>
          <a:noFill/>
        </p:spPr>
        <p:txBody>
          <a:bodyPr wrap="square" rtlCol="0">
            <a:spAutoFit/>
          </a:bodyPr>
          <a:lstStyle/>
          <a:p>
            <a:pPr algn="ctr"/>
            <a:r>
              <a:rPr lang="en-US" sz="900" dirty="0"/>
              <a:t>47</a:t>
            </a:r>
          </a:p>
        </p:txBody>
      </p:sp>
      <p:sp>
        <p:nvSpPr>
          <p:cNvPr id="81" name="TextBox 80">
            <a:extLst>
              <a:ext uri="{FF2B5EF4-FFF2-40B4-BE49-F238E27FC236}">
                <a16:creationId xmlns:a16="http://schemas.microsoft.com/office/drawing/2014/main" id="{E3CD56BA-1F36-CFC9-F43B-4F2E363DB6B5}"/>
              </a:ext>
            </a:extLst>
          </p:cNvPr>
          <p:cNvSpPr txBox="1"/>
          <p:nvPr/>
        </p:nvSpPr>
        <p:spPr>
          <a:xfrm>
            <a:off x="7157158" y="3907597"/>
            <a:ext cx="570089" cy="230832"/>
          </a:xfrm>
          <a:prstGeom prst="rect">
            <a:avLst/>
          </a:prstGeom>
          <a:noFill/>
        </p:spPr>
        <p:txBody>
          <a:bodyPr wrap="square" rtlCol="0">
            <a:spAutoFit/>
          </a:bodyPr>
          <a:lstStyle/>
          <a:p>
            <a:pPr algn="ctr"/>
            <a:r>
              <a:rPr lang="en-US" sz="900" dirty="0"/>
              <a:t>74</a:t>
            </a:r>
          </a:p>
        </p:txBody>
      </p:sp>
      <p:sp>
        <p:nvSpPr>
          <p:cNvPr id="82" name="TextBox 81">
            <a:extLst>
              <a:ext uri="{FF2B5EF4-FFF2-40B4-BE49-F238E27FC236}">
                <a16:creationId xmlns:a16="http://schemas.microsoft.com/office/drawing/2014/main" id="{166A1E38-FFF1-A876-17A8-326D6F65D313}"/>
              </a:ext>
            </a:extLst>
          </p:cNvPr>
          <p:cNvSpPr txBox="1"/>
          <p:nvPr/>
        </p:nvSpPr>
        <p:spPr>
          <a:xfrm>
            <a:off x="4645378" y="4909484"/>
            <a:ext cx="570089" cy="230832"/>
          </a:xfrm>
          <a:prstGeom prst="rect">
            <a:avLst/>
          </a:prstGeom>
          <a:noFill/>
        </p:spPr>
        <p:txBody>
          <a:bodyPr wrap="square" rtlCol="0">
            <a:spAutoFit/>
          </a:bodyPr>
          <a:lstStyle/>
          <a:p>
            <a:pPr algn="ctr"/>
            <a:r>
              <a:rPr lang="en-US" sz="900" dirty="0"/>
              <a:t>346</a:t>
            </a:r>
          </a:p>
        </p:txBody>
      </p:sp>
      <p:sp>
        <p:nvSpPr>
          <p:cNvPr id="83" name="TextBox 82">
            <a:extLst>
              <a:ext uri="{FF2B5EF4-FFF2-40B4-BE49-F238E27FC236}">
                <a16:creationId xmlns:a16="http://schemas.microsoft.com/office/drawing/2014/main" id="{B1DD8F31-5DFF-1FB7-EEA6-9A18928E770F}"/>
              </a:ext>
            </a:extLst>
          </p:cNvPr>
          <p:cNvSpPr txBox="1"/>
          <p:nvPr/>
        </p:nvSpPr>
        <p:spPr>
          <a:xfrm>
            <a:off x="5147734" y="4909484"/>
            <a:ext cx="570089" cy="230832"/>
          </a:xfrm>
          <a:prstGeom prst="rect">
            <a:avLst/>
          </a:prstGeom>
          <a:noFill/>
        </p:spPr>
        <p:txBody>
          <a:bodyPr wrap="square" rtlCol="0">
            <a:spAutoFit/>
          </a:bodyPr>
          <a:lstStyle/>
          <a:p>
            <a:pPr algn="ctr"/>
            <a:r>
              <a:rPr lang="en-US" sz="900" dirty="0"/>
              <a:t>13469</a:t>
            </a:r>
          </a:p>
        </p:txBody>
      </p:sp>
      <p:sp>
        <p:nvSpPr>
          <p:cNvPr id="84" name="TextBox 83">
            <a:extLst>
              <a:ext uri="{FF2B5EF4-FFF2-40B4-BE49-F238E27FC236}">
                <a16:creationId xmlns:a16="http://schemas.microsoft.com/office/drawing/2014/main" id="{81E45B72-3A3F-352B-AF04-883F2182F121}"/>
              </a:ext>
            </a:extLst>
          </p:cNvPr>
          <p:cNvSpPr txBox="1"/>
          <p:nvPr/>
        </p:nvSpPr>
        <p:spPr>
          <a:xfrm>
            <a:off x="5650090" y="4909484"/>
            <a:ext cx="570089" cy="230832"/>
          </a:xfrm>
          <a:prstGeom prst="rect">
            <a:avLst/>
          </a:prstGeom>
          <a:noFill/>
        </p:spPr>
        <p:txBody>
          <a:bodyPr wrap="square" rtlCol="0">
            <a:spAutoFit/>
          </a:bodyPr>
          <a:lstStyle/>
          <a:p>
            <a:pPr algn="ctr"/>
            <a:r>
              <a:rPr lang="en-US" sz="900" dirty="0"/>
              <a:t>146</a:t>
            </a:r>
          </a:p>
        </p:txBody>
      </p:sp>
      <p:sp>
        <p:nvSpPr>
          <p:cNvPr id="86" name="TextBox 85">
            <a:extLst>
              <a:ext uri="{FF2B5EF4-FFF2-40B4-BE49-F238E27FC236}">
                <a16:creationId xmlns:a16="http://schemas.microsoft.com/office/drawing/2014/main" id="{EDD50859-7969-FDE7-D320-EB82353CF06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395742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7074B-8780-C36F-F19D-169AC00F3F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B31A43F-900B-B980-4BE7-DD36174AE691}"/>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664E51F-4F54-B8DC-A633-06BB6A9819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FF117F-8E82-5C8F-26C9-F98A0B4D217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ED41D30-6900-CE1C-4C1C-DCFA666CF3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9ADDCA-2189-EA84-9E04-E50E3AEC8B9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62DC42-27DB-F13F-8158-2A34FE898B6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1C51D45-C845-817D-3B9C-C4CD63F0F2D4}"/>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4D54575-E4C3-606F-89A0-F16D0E13A35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C1102017-A8C0-65FE-9666-689CD147B0F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D062C56-FEA9-6D20-34D6-B6CE67A774BA}"/>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4DB192A3-EE3E-5264-01A9-949852298FDF}"/>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781D25E-6E27-868E-4B0C-B376F5BE904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8580DABD-0CD2-EC3B-E7A1-82BA1DF69B07}"/>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9BB4C680-3FCA-35B7-479E-907843E5AAF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76271881-7B59-4F92-C34F-A61C03BC413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6E253290-22E0-3D1B-9AB0-686F656EF565}"/>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D20CAB9-34F2-665B-D6D8-BCF3676677CF}"/>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718D2A79-F0A8-7F10-8BF7-7BEF27EEF032}"/>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6506321-6491-9460-7938-8AFEB74EA1C8}"/>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25951A0-8E35-CADE-C3D9-A28035DCE42C}"/>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747B48AC-70EA-C5C8-BB50-F8DA556AD481}"/>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175BFB1C-3182-1BC8-4C04-FA8C6C387C6A}"/>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E213E96-FACB-559E-330B-DF95F5263A66}"/>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5257F1A1-3367-ED65-7A4C-ACA894BF33CD}"/>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31BC679-189D-63B9-3598-FD9149A4936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D4E4EF18-F3A0-D430-76C0-97CC790146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9B2B5C7-9D7B-FF4F-B47D-08D358B6030A}"/>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B3A87CD-B10F-9C6B-4AF4-DB0C5ED6F46D}"/>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82514A1D-9CA1-066C-BF36-325679D35E61}"/>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035204BF-4A91-C3AD-FA42-FD723092AFF3}"/>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4B0CFB4E-5F65-23FD-F66E-88CF18A2D2AB}"/>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786663E3-0B65-FD25-67ED-3FD901AD0472}"/>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4920205-C28E-D913-DB5B-C56B35B43B7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C10F3CE-5B33-C491-799E-964FE7E6EE75}"/>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3D08A167-CBFA-4926-0D6D-FBEAFDCCE79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E708CDB9-CA3E-9FB1-5541-41F40A881E01}"/>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75B87F61-51D0-FF56-9BE2-157EB59F29B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57288A2-A048-1422-6638-2470ADF7130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17369F88-1E03-7FED-87B3-97E09BFD0C79}"/>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7AB0E52F-FAA4-983F-23BB-768B21B6BF8F}"/>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982784DF-4400-28D4-D991-089486BCADDD}"/>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61C6E74-84DB-98FF-E8A5-E6494886CFFB}"/>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859F1D25-6F40-F87E-FDB6-0F55260BE30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9DC790BA-67A1-2B93-0AD2-7DF7F04A5B3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3F60676-660B-C608-326B-9BCBBB4DB19D}"/>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6DFCF93-E689-60D4-B830-1E2089FACFE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671D88C-9FEF-3FBA-9EC9-F03AF94FAA2C}"/>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11C764B-2759-F109-5835-B8D069414D13}"/>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D3BCC5B-D674-8584-225F-0FE0814C1F47}"/>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27E6057-FAB5-8BDE-5C40-814C133E1021}"/>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8698AC6E-D3B3-982F-4A3C-19B3D170BB8E}"/>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E33D93A3-65B9-4E1F-5CB4-0FF5BC2D941D}"/>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C705C9E7-FD35-E95B-6BFB-6D538918257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95BEE680-4E45-FA7B-CB89-D72F0CC50DF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008A5CDA-E4A6-12BA-8196-885BD0811F0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DEA1F656-B374-854F-3FBF-A948634E30AC}"/>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9CC79455-134B-9432-9F24-7A80EEEE4459}"/>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12892E8A-8008-247D-CE99-F97B082AE53F}"/>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32FCA71F-56CD-35C9-37AA-69D84B182A45}"/>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F71FC808-6706-E4BD-B05A-07A4C1028C94}"/>
              </a:ext>
            </a:extLst>
          </p:cNvPr>
          <p:cNvSpPr txBox="1"/>
          <p:nvPr/>
        </p:nvSpPr>
        <p:spPr>
          <a:xfrm>
            <a:off x="5147734" y="3907597"/>
            <a:ext cx="570089" cy="230832"/>
          </a:xfrm>
          <a:prstGeom prst="rect">
            <a:avLst/>
          </a:prstGeom>
          <a:no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51D1B7E6-BC41-00E9-42D7-B361D2FABD25}"/>
              </a:ext>
            </a:extLst>
          </p:cNvPr>
          <p:cNvSpPr txBox="1"/>
          <p:nvPr/>
        </p:nvSpPr>
        <p:spPr>
          <a:xfrm>
            <a:off x="5650090" y="3907597"/>
            <a:ext cx="570089" cy="230832"/>
          </a:xfrm>
          <a:prstGeom prst="rect">
            <a:avLst/>
          </a:prstGeom>
          <a:no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3DCEBC95-7CE7-481F-DC4D-AFF2C08138F7}"/>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A070E0C7-629A-AF05-33FB-41EA5E781951}"/>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84C5684-0C71-1901-C1F6-5550373AD481}"/>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000C0C2-DD0C-65FF-0D70-D73FB5E75CF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B041A8B6-92B6-B83B-8461-0733E8C7E75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319009CF-78A3-8DCC-EB04-75DC4E693AE4}"/>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19F8A0D6-72C7-FD2F-AC6D-ECADEDFD20EF}"/>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B7058504-3CAD-EFC9-21ED-26042E068072}"/>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6776FB9-8173-E242-F979-022D0A62131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D0DD906-BE81-9781-ED9B-1AD3BB6EF517}"/>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1DA2607B-694E-B695-E2C8-F74D29AE42A5}"/>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215E4AA2-88F1-628B-D45A-47197499C6D9}"/>
              </a:ext>
            </a:extLst>
          </p:cNvPr>
          <p:cNvSpPr txBox="1"/>
          <p:nvPr/>
        </p:nvSpPr>
        <p:spPr>
          <a:xfrm>
            <a:off x="6152446" y="3907597"/>
            <a:ext cx="570089" cy="230832"/>
          </a:xfrm>
          <a:prstGeom prst="rect">
            <a:avLst/>
          </a:prstGeom>
          <a:noFill/>
        </p:spPr>
        <p:txBody>
          <a:bodyPr wrap="square" rtlCol="0">
            <a:spAutoFit/>
          </a:bodyPr>
          <a:lstStyle/>
          <a:p>
            <a:pPr algn="ctr"/>
            <a:r>
              <a:rPr lang="en-US" sz="900" dirty="0"/>
              <a:t>47</a:t>
            </a:r>
          </a:p>
        </p:txBody>
      </p:sp>
      <p:sp>
        <p:nvSpPr>
          <p:cNvPr id="81" name="TextBox 80">
            <a:extLst>
              <a:ext uri="{FF2B5EF4-FFF2-40B4-BE49-F238E27FC236}">
                <a16:creationId xmlns:a16="http://schemas.microsoft.com/office/drawing/2014/main" id="{307B9487-D0EE-C821-94EE-E428F569B518}"/>
              </a:ext>
            </a:extLst>
          </p:cNvPr>
          <p:cNvSpPr txBox="1"/>
          <p:nvPr/>
        </p:nvSpPr>
        <p:spPr>
          <a:xfrm>
            <a:off x="7157158" y="3907597"/>
            <a:ext cx="570089" cy="230832"/>
          </a:xfrm>
          <a:prstGeom prst="rect">
            <a:avLst/>
          </a:prstGeom>
          <a:noFill/>
        </p:spPr>
        <p:txBody>
          <a:bodyPr wrap="square" rtlCol="0">
            <a:spAutoFit/>
          </a:bodyPr>
          <a:lstStyle/>
          <a:p>
            <a:pPr algn="ctr"/>
            <a:r>
              <a:rPr lang="en-US" sz="900" dirty="0"/>
              <a:t>74</a:t>
            </a:r>
          </a:p>
        </p:txBody>
      </p:sp>
      <p:sp>
        <p:nvSpPr>
          <p:cNvPr id="82" name="TextBox 81">
            <a:extLst>
              <a:ext uri="{FF2B5EF4-FFF2-40B4-BE49-F238E27FC236}">
                <a16:creationId xmlns:a16="http://schemas.microsoft.com/office/drawing/2014/main" id="{7D055D28-99AF-EBD5-B16D-64C970A6D5EC}"/>
              </a:ext>
            </a:extLst>
          </p:cNvPr>
          <p:cNvSpPr txBox="1"/>
          <p:nvPr/>
        </p:nvSpPr>
        <p:spPr>
          <a:xfrm>
            <a:off x="4645378" y="4909484"/>
            <a:ext cx="570089" cy="230832"/>
          </a:xfrm>
          <a:prstGeom prst="rect">
            <a:avLst/>
          </a:prstGeom>
          <a:noFill/>
        </p:spPr>
        <p:txBody>
          <a:bodyPr wrap="square" rtlCol="0">
            <a:spAutoFit/>
          </a:bodyPr>
          <a:lstStyle/>
          <a:p>
            <a:pPr algn="ctr"/>
            <a:r>
              <a:rPr lang="en-US" sz="900" dirty="0"/>
              <a:t>346</a:t>
            </a:r>
          </a:p>
        </p:txBody>
      </p:sp>
      <p:sp>
        <p:nvSpPr>
          <p:cNvPr id="83" name="TextBox 82">
            <a:extLst>
              <a:ext uri="{FF2B5EF4-FFF2-40B4-BE49-F238E27FC236}">
                <a16:creationId xmlns:a16="http://schemas.microsoft.com/office/drawing/2014/main" id="{8AD3C112-1122-7A48-AAD3-6E7EFC06E1C2}"/>
              </a:ext>
            </a:extLst>
          </p:cNvPr>
          <p:cNvSpPr txBox="1"/>
          <p:nvPr/>
        </p:nvSpPr>
        <p:spPr>
          <a:xfrm>
            <a:off x="5147734" y="4909484"/>
            <a:ext cx="570089" cy="230832"/>
          </a:xfrm>
          <a:prstGeom prst="rect">
            <a:avLst/>
          </a:prstGeom>
          <a:noFill/>
        </p:spPr>
        <p:txBody>
          <a:bodyPr wrap="square" rtlCol="0">
            <a:spAutoFit/>
          </a:bodyPr>
          <a:lstStyle/>
          <a:p>
            <a:pPr algn="ctr"/>
            <a:r>
              <a:rPr lang="en-US" sz="900" dirty="0"/>
              <a:t>13469</a:t>
            </a:r>
          </a:p>
        </p:txBody>
      </p:sp>
      <p:sp>
        <p:nvSpPr>
          <p:cNvPr id="84" name="TextBox 83">
            <a:extLst>
              <a:ext uri="{FF2B5EF4-FFF2-40B4-BE49-F238E27FC236}">
                <a16:creationId xmlns:a16="http://schemas.microsoft.com/office/drawing/2014/main" id="{9118FE33-76C9-D844-FE03-08DED9467633}"/>
              </a:ext>
            </a:extLst>
          </p:cNvPr>
          <p:cNvSpPr txBox="1"/>
          <p:nvPr/>
        </p:nvSpPr>
        <p:spPr>
          <a:xfrm>
            <a:off x="5650090" y="4909484"/>
            <a:ext cx="570089" cy="230832"/>
          </a:xfrm>
          <a:prstGeom prst="rect">
            <a:avLst/>
          </a:prstGeom>
          <a:noFill/>
        </p:spPr>
        <p:txBody>
          <a:bodyPr wrap="square" rtlCol="0">
            <a:spAutoFit/>
          </a:bodyPr>
          <a:lstStyle/>
          <a:p>
            <a:pPr algn="ctr"/>
            <a:r>
              <a:rPr lang="en-US" sz="900" dirty="0"/>
              <a:t>146</a:t>
            </a:r>
          </a:p>
        </p:txBody>
      </p:sp>
      <p:sp>
        <p:nvSpPr>
          <p:cNvPr id="86" name="TextBox 85">
            <a:extLst>
              <a:ext uri="{FF2B5EF4-FFF2-40B4-BE49-F238E27FC236}">
                <a16:creationId xmlns:a16="http://schemas.microsoft.com/office/drawing/2014/main" id="{F429ECDE-0690-02AA-56DE-35D684C713CC}"/>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A13201DF-E149-FB36-6E66-DE5D1B8B6AEE}"/>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5DD2E4E3-0072-7EBC-451A-763DD841BF4D}"/>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3911A901-D9A3-A818-1AD4-81DCF0D2C697}"/>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1AF85F5A-7473-B00C-C1F1-4128E049F441}"/>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B56918A9-BDFF-0B16-9DD5-73BCD7254830}"/>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3542577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A10C9-8463-0281-D111-14CD627F2B5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72CC91-DB7C-BD87-D7B6-B285EDE6066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FFDB136-7E10-7871-04F3-E09C8213BA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F8D3E81-06E2-9531-079A-902172BE96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CF98244-A455-B5C7-4D90-9E1055F46E2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7345965-4E6F-6A8E-8800-12FF22547C3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13C059D-43FB-A006-0E6F-BAEB356F1FB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CD3B6E8-7A97-BFB1-729D-66CE369F430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7C02AF6-D330-F044-DF55-C0DD9016C8A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AC935E9-2A01-A55B-992A-A4097F78151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DD35A56-C027-08E8-42B4-50D4FDA64B05}"/>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7E31618-8C7B-10F8-F7E6-8C5E05C58F92}"/>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BFD4B113-0F2C-A786-F0E8-E4E9EE216A7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E5321BCC-2A6D-75D3-D3FF-E7952A935582}"/>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9457EC6-69F4-18A4-F483-9179D030579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D4FCDEAD-1E18-6E5B-B4E8-55777C88EA5E}"/>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85711AA0-1036-6477-A708-947804E03B3D}"/>
              </a:ext>
            </a:extLst>
          </p:cNvPr>
          <p:cNvSpPr txBox="1"/>
          <p:nvPr/>
        </p:nvSpPr>
        <p:spPr>
          <a:xfrm>
            <a:off x="4645378" y="901933"/>
            <a:ext cx="570089" cy="230832"/>
          </a:xfrm>
          <a:prstGeom prst="rect">
            <a:avLst/>
          </a:prstGeom>
          <a:noFill/>
        </p:spPr>
        <p:txBody>
          <a:bodyPr wrap="square" rtlCol="0">
            <a:spAutoFit/>
          </a:bodyPr>
          <a:lstStyle/>
          <a:p>
            <a:pPr algn="ctr"/>
            <a:r>
              <a:rPr lang="en-US" sz="900" dirty="0"/>
              <a:t>245</a:t>
            </a:r>
          </a:p>
        </p:txBody>
      </p:sp>
      <p:sp>
        <p:nvSpPr>
          <p:cNvPr id="23" name="TextBox 22">
            <a:extLst>
              <a:ext uri="{FF2B5EF4-FFF2-40B4-BE49-F238E27FC236}">
                <a16:creationId xmlns:a16="http://schemas.microsoft.com/office/drawing/2014/main" id="{91826311-3877-C3ED-3CD8-00C0398AE834}"/>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E6BD43D-B5E1-3FA0-EC92-BEDB549CD6ED}"/>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2794E310-7B75-3477-2CB9-180D331F007F}"/>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26" name="TextBox 25">
            <a:extLst>
              <a:ext uri="{FF2B5EF4-FFF2-40B4-BE49-F238E27FC236}">
                <a16:creationId xmlns:a16="http://schemas.microsoft.com/office/drawing/2014/main" id="{97B840E1-E60E-3984-495A-56161F7E05C6}"/>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DC61C6A4-4F98-1C95-40B4-A42A63949983}"/>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77BCC17C-4F49-708D-8723-4E27F7F1A465}"/>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526D5AD-BA1E-9B54-D1C0-1ABA8FA90086}"/>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1444857E-E238-2F50-7CFD-ACC737EC48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99CF776-4568-715F-F384-D564B24F12B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D100A48-D73F-0512-584A-34B072037CB7}"/>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BE6EB55-6372-A691-CEC3-B406C1D60A9C}"/>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0AA16DC1-425E-E082-2203-E21497F07CDF}"/>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3B913B02-FEDC-453F-086D-3D36510449A2}"/>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61DE805F-D7BA-0EDE-A8FB-B4769C5518DA}"/>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FF675071-7664-D7B3-471A-29822E086398}"/>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61C11EFF-3A17-D345-2298-473EF8E8346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6329530-0C00-60AB-5572-546B49E14F5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00F0D28-97AE-5DBC-3FBB-DB7083AA9D5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1EEC2693-6352-529C-62B5-DD1CC741E69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DB9AFB50-EEC5-57FC-4D88-C63529628D7F}"/>
              </a:ext>
            </a:extLst>
          </p:cNvPr>
          <p:cNvSpPr txBox="1"/>
          <p:nvPr/>
        </p:nvSpPr>
        <p:spPr>
          <a:xfrm>
            <a:off x="5650090" y="2404765"/>
            <a:ext cx="570089" cy="230832"/>
          </a:xfrm>
          <a:prstGeom prst="rect">
            <a:avLst/>
          </a:prstGeom>
          <a:solidFill>
            <a:schemeClr val="accent6">
              <a:lumMod val="20000"/>
              <a:lumOff val="80000"/>
            </a:schemeClr>
          </a:solid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69C6BBE5-7ADA-8C4D-6953-121719729A51}"/>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70BFFE9-432C-7E5D-BE8F-C7F12714635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A2DB03F9-7740-7E64-C9C6-B4CF77A0D76C}"/>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A2C4CB89-85D2-334B-8520-B0DE1AAC6E8C}"/>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758AA84F-03AE-4935-50A4-C5F10A3082DE}"/>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95075454-1436-7554-0875-3026BE98ADDA}"/>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177B0F14-8A9F-01EE-D731-79914CBE01E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226C9B84-0993-BC0A-5A1B-4868DA3DAA6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7E21F13-41C2-7A20-2835-822A54B2BF01}"/>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0CF0B85-45C3-9C16-28C3-C0E0C2CCC0D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342BE724-4730-476C-97EE-93EB0FB4C1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7AE89A8A-6B33-0BC4-411C-C5F5BABD9FA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C20FD983-3589-4AB8-EE1A-68087570DA55}"/>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83E2234-0850-9531-1023-84280DAD4B44}"/>
              </a:ext>
            </a:extLst>
          </p:cNvPr>
          <p:cNvSpPr txBox="1"/>
          <p:nvPr/>
        </p:nvSpPr>
        <p:spPr>
          <a:xfrm>
            <a:off x="5147734"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09D8E4D4-1796-3BFC-F88A-3FF320C343AD}"/>
              </a:ext>
            </a:extLst>
          </p:cNvPr>
          <p:cNvSpPr txBox="1"/>
          <p:nvPr/>
        </p:nvSpPr>
        <p:spPr>
          <a:xfrm>
            <a:off x="5650090"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46</a:t>
            </a:r>
          </a:p>
        </p:txBody>
      </p:sp>
      <p:sp>
        <p:nvSpPr>
          <p:cNvPr id="57" name="TextBox 56">
            <a:extLst>
              <a:ext uri="{FF2B5EF4-FFF2-40B4-BE49-F238E27FC236}">
                <a16:creationId xmlns:a16="http://schemas.microsoft.com/office/drawing/2014/main" id="{B4F76150-C175-E9CE-98E1-4AD4CB2D5DE0}"/>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3FBAB173-6B3E-5794-F083-D9C181DDDC5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69B61AD5-5776-A1C9-F7F7-4E460FA89B4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1EAB3B66-1EFC-87FD-BE26-AFD3BA9AE7A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9A99E433-52A7-C26B-0019-3E85E52EF2B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67BE37A7-C146-0887-CC21-346FCDD671D4}"/>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6FAE7EE1-741C-8092-2775-BECE465E6B59}"/>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7118D320-82A8-430E-C846-D6E6DC8CFD3D}"/>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7934D710-BE89-DF52-E63A-C7F3E6DE6F58}"/>
              </a:ext>
            </a:extLst>
          </p:cNvPr>
          <p:cNvSpPr txBox="1"/>
          <p:nvPr/>
        </p:nvSpPr>
        <p:spPr>
          <a:xfrm>
            <a:off x="5147734"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AE6C3A29-634E-9D69-E514-74108EAE64E9}"/>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01C6DC12-747C-0BFA-8973-2806DD992552}"/>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537D4C95-C7E6-FF7F-CEE7-CDC4F30B67EB}"/>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32E30D4C-7F8E-42E6-B3CA-625C0944F27D}"/>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9F79A60-E5AA-556F-1D37-4339898800E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6B680E2-A2C6-704C-7491-6E04B8282FA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2A91B509-F3A0-3E8A-F630-0512119E4FDE}"/>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D185C943-4774-0D89-28AE-F0821A7421E4}"/>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EB1C372E-EC88-577C-9DAE-DFD26346D9CE}"/>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97FAB47-7F5F-0A28-A974-3780AC8FEB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8C246268-64E9-A882-BDBA-FB6747F95731}"/>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B800BE51-9CD4-E4D8-B718-13E0824811C5}"/>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393F5EA6-FEBF-5F3E-C2DE-CF05EC53F126}"/>
              </a:ext>
            </a:extLst>
          </p:cNvPr>
          <p:cNvSpPr txBox="1"/>
          <p:nvPr/>
        </p:nvSpPr>
        <p:spPr>
          <a:xfrm>
            <a:off x="6152446" y="3907597"/>
            <a:ext cx="570089" cy="230832"/>
          </a:xfrm>
          <a:prstGeom prst="rect">
            <a:avLst/>
          </a:prstGeom>
          <a:noFill/>
        </p:spPr>
        <p:txBody>
          <a:bodyPr wrap="square" rtlCol="0">
            <a:spAutoFit/>
          </a:bodyPr>
          <a:lstStyle/>
          <a:p>
            <a:pPr algn="ctr"/>
            <a:r>
              <a:rPr lang="en-US" sz="900" dirty="0"/>
              <a:t>47</a:t>
            </a:r>
          </a:p>
        </p:txBody>
      </p:sp>
      <p:sp>
        <p:nvSpPr>
          <p:cNvPr id="81" name="TextBox 80">
            <a:extLst>
              <a:ext uri="{FF2B5EF4-FFF2-40B4-BE49-F238E27FC236}">
                <a16:creationId xmlns:a16="http://schemas.microsoft.com/office/drawing/2014/main" id="{C6F8C087-FA28-7549-1B91-DB35920C8987}"/>
              </a:ext>
            </a:extLst>
          </p:cNvPr>
          <p:cNvSpPr txBox="1"/>
          <p:nvPr/>
        </p:nvSpPr>
        <p:spPr>
          <a:xfrm>
            <a:off x="7157158" y="3907597"/>
            <a:ext cx="570089" cy="230832"/>
          </a:xfrm>
          <a:prstGeom prst="rect">
            <a:avLst/>
          </a:prstGeom>
          <a:noFill/>
        </p:spPr>
        <p:txBody>
          <a:bodyPr wrap="square" rtlCol="0">
            <a:spAutoFit/>
          </a:bodyPr>
          <a:lstStyle/>
          <a:p>
            <a:pPr algn="ctr"/>
            <a:r>
              <a:rPr lang="en-US" sz="900" dirty="0"/>
              <a:t>74</a:t>
            </a:r>
          </a:p>
        </p:txBody>
      </p:sp>
      <p:sp>
        <p:nvSpPr>
          <p:cNvPr id="83" name="TextBox 82">
            <a:extLst>
              <a:ext uri="{FF2B5EF4-FFF2-40B4-BE49-F238E27FC236}">
                <a16:creationId xmlns:a16="http://schemas.microsoft.com/office/drawing/2014/main" id="{7198FAF0-4A90-4C20-800E-5C7D586E5B77}"/>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84" name="TextBox 83">
            <a:extLst>
              <a:ext uri="{FF2B5EF4-FFF2-40B4-BE49-F238E27FC236}">
                <a16:creationId xmlns:a16="http://schemas.microsoft.com/office/drawing/2014/main" id="{2001CB4D-FB79-A1D8-055F-5B87086DC47F}"/>
              </a:ext>
            </a:extLst>
          </p:cNvPr>
          <p:cNvSpPr txBox="1"/>
          <p:nvPr/>
        </p:nvSpPr>
        <p:spPr>
          <a:xfrm>
            <a:off x="5650090"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14</a:t>
            </a:r>
          </a:p>
        </p:txBody>
      </p:sp>
      <p:sp>
        <p:nvSpPr>
          <p:cNvPr id="86" name="TextBox 85">
            <a:extLst>
              <a:ext uri="{FF2B5EF4-FFF2-40B4-BE49-F238E27FC236}">
                <a16:creationId xmlns:a16="http://schemas.microsoft.com/office/drawing/2014/main" id="{99AA72AE-BBA9-1FBF-3128-F96C7125AAA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A9B96C83-F103-7415-BD4D-B7376D3CE5AB}"/>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65AC3163-F5E0-DC97-3C3D-C1EAA5A228E7}"/>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493A0573-3D65-E4D5-FEB2-96D00AD374BC}"/>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24DE649D-DA68-7433-50A6-4049DFF95689}"/>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45FB4C02-0B90-CD8C-D89D-B9C15CD48033}"/>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FBD057-0413-53E2-CB63-A030E40B4694}"/>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1148889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F2308-763C-8E7C-4EB0-F7724EAB45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34516FD-2E33-7264-666F-8A2D7E5BC2F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0A5955F-CEE1-A75E-F645-64AA84221CD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183212-A89F-93EC-A60D-5F67DE9F69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6D820E-16DE-3BBF-0900-38FFE0A7546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8E93611-22EB-9D2C-36C7-79F629198D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83A6022-B22C-D72D-2E40-23D49228EFA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DE4D8E7-F839-FCA8-3957-8C4D7CA79FDD}"/>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AB33690-C6B4-1532-8F93-330EF1E04A9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0030E8A8-87F7-9174-85D8-D8BEA125B5E6}"/>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D6DFB4F4-665A-054A-9984-7EA7D85F475D}"/>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3510A808-F64A-63EB-E066-A91BAFCF11B0}"/>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68E4DCED-A247-EBCE-B370-778EFB09F8A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2BA7C62E-C20F-1B18-0247-C19D23547304}"/>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BED0BF0-771E-D6FA-3596-27D89468D1C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6D510803-77B3-D2C2-8166-79DC7F389017}"/>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903391A-F948-6A51-7DF0-AD6F23334D8A}"/>
              </a:ext>
            </a:extLst>
          </p:cNvPr>
          <p:cNvSpPr txBox="1"/>
          <p:nvPr/>
        </p:nvSpPr>
        <p:spPr>
          <a:xfrm>
            <a:off x="4645378" y="901933"/>
            <a:ext cx="570089" cy="230832"/>
          </a:xfrm>
          <a:prstGeom prst="rect">
            <a:avLst/>
          </a:prstGeom>
          <a:noFill/>
        </p:spPr>
        <p:txBody>
          <a:bodyPr wrap="square" rtlCol="0">
            <a:spAutoFit/>
          </a:bodyPr>
          <a:lstStyle/>
          <a:p>
            <a:pPr algn="ctr"/>
            <a:r>
              <a:rPr lang="en-US" sz="900" dirty="0"/>
              <a:t>52</a:t>
            </a:r>
          </a:p>
        </p:txBody>
      </p:sp>
      <p:sp>
        <p:nvSpPr>
          <p:cNvPr id="23" name="TextBox 22">
            <a:extLst>
              <a:ext uri="{FF2B5EF4-FFF2-40B4-BE49-F238E27FC236}">
                <a16:creationId xmlns:a16="http://schemas.microsoft.com/office/drawing/2014/main" id="{39C1FF7B-60B1-B45B-AC86-C01CAA52D05C}"/>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0B81A3D-2549-C325-D6D4-F562128D807C}"/>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3D14913D-F434-7BE9-3C2F-65FBFD144622}"/>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26" name="TextBox 25">
            <a:extLst>
              <a:ext uri="{FF2B5EF4-FFF2-40B4-BE49-F238E27FC236}">
                <a16:creationId xmlns:a16="http://schemas.microsoft.com/office/drawing/2014/main" id="{E5EE0ED5-08BC-6165-FA51-831749EA76EB}"/>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C309E32F-9BED-94FB-3E24-31DD8D7C0756}"/>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375094EF-B832-2C2F-1EBC-D7BA586EFD20}"/>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F29DF7AC-18BF-5948-52EE-F397D66AC190}"/>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AEC7EC11-745C-589B-6223-8C79B03D34F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F66640B-8EE5-2576-209F-5B5D29B656F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EA64C409-9641-4753-3A84-F9915BE789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6BDD8EC-ADF7-2686-E5E5-1EE3E2F4D5F3}"/>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4AA8458C-DAED-40DF-2019-842A87691E73}"/>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1EB84060-4D72-9217-CC44-05D56AFDB7AF}"/>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C0962E42-9853-4216-2664-E87E2380760F}"/>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00DBF0EF-E413-232A-5421-0061770652F3}"/>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805F6C5D-3DA6-0594-44D4-B34F7947B7A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316D5639-965D-5AFE-61A4-64CF7E8A052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E5BE9985-29F8-BDB3-1F1E-C4A3F186495B}"/>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2DBF41B2-A45D-1218-0BA8-205AC61617E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DC3DB53E-DC56-F06F-1340-AC7B0A9C240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989D62A-388F-0868-5042-89B416C7660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D90FF68-5351-E836-7E54-0AB274FA0AA8}"/>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46EB74B8-7E04-6287-90C1-054FA4DD2331}"/>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5C27A434-0E3A-370F-0C4D-1E90857D1F54}"/>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0E321CC6-0D3F-7521-CFD1-094651FCB34B}"/>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9AAB705D-2434-52FD-0449-BBA4C2BB0B07}"/>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EC6EA35D-DEFB-B745-F53C-B9B2CDA9046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78103946-5E5C-2483-1734-99C5BFB84B2E}"/>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96110974-3C44-F230-C6ED-B6CE6F988E5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57A46447-004C-3BB8-4F86-AFE3C21E3475}"/>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60DCD4A-3676-62A5-A3C5-F39E5DEAA84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58B113C0-A3E9-238C-EDB2-8560E68532C0}"/>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F760866D-358B-1136-9390-DD6408553387}"/>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0AD61FAE-9E2A-322F-3A7A-C1B18557350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B616FBAE-F6F7-A8B3-0EF2-3F31D75924FD}"/>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A9D8C214-D2E7-FAEC-FD7A-AA3959DC4731}"/>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8C464928-59FE-56B9-2464-8B125180958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6F246ABA-2C46-E5D0-3D7F-4B7F9CC887F8}"/>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42B9154F-3B71-C2BA-09F2-16DFC97A692C}"/>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5892491D-7016-C85C-4D5B-22316C6CE575}"/>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9" name="TextBox 68">
            <a:extLst>
              <a:ext uri="{FF2B5EF4-FFF2-40B4-BE49-F238E27FC236}">
                <a16:creationId xmlns:a16="http://schemas.microsoft.com/office/drawing/2014/main" id="{531AAE93-C2DB-09E6-8DF7-F6FDA44FEBA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8A89C1E7-A2CA-EDD4-F964-1B08EE67B7C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9724BF95-7ABD-518C-48FE-C81E35C583A6}"/>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8546C96-BEBD-6492-FBB1-5AFC5FEC379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A8C5BCB-41FC-1804-CAEA-86651E12D4E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29AE5CE9-9A2F-61A8-85ED-CAFBE7BE09D4}"/>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FD3D6B63-1EF1-95E4-7C3C-B484FA30646B}"/>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0DCD76EE-E74A-368F-353E-AFD44BA0DFE2}"/>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ACABCB32-47C5-2E48-F464-357976DF9FA7}"/>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ECF5199F-EADA-340B-8824-F18BA9BB54A3}"/>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3A77C8FD-0DE5-09EB-0FE0-BC8B4B5063CB}"/>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CA819F30-D1F1-DECC-D7CF-5C23E0AB1774}"/>
              </a:ext>
            </a:extLst>
          </p:cNvPr>
          <p:cNvSpPr txBox="1"/>
          <p:nvPr/>
        </p:nvSpPr>
        <p:spPr>
          <a:xfrm>
            <a:off x="6152446" y="3907597"/>
            <a:ext cx="570089" cy="230832"/>
          </a:xfrm>
          <a:prstGeom prst="rect">
            <a:avLst/>
          </a:prstGeom>
          <a:noFill/>
        </p:spPr>
        <p:txBody>
          <a:bodyPr wrap="square" rtlCol="0">
            <a:spAutoFit/>
          </a:bodyPr>
          <a:lstStyle/>
          <a:p>
            <a:pPr algn="ctr"/>
            <a:r>
              <a:rPr lang="en-US" sz="900" dirty="0"/>
              <a:t>47</a:t>
            </a:r>
          </a:p>
        </p:txBody>
      </p:sp>
      <p:sp>
        <p:nvSpPr>
          <p:cNvPr id="81" name="TextBox 80">
            <a:extLst>
              <a:ext uri="{FF2B5EF4-FFF2-40B4-BE49-F238E27FC236}">
                <a16:creationId xmlns:a16="http://schemas.microsoft.com/office/drawing/2014/main" id="{7F6A8F13-D9C0-6647-281C-FFE5A05F5E95}"/>
              </a:ext>
            </a:extLst>
          </p:cNvPr>
          <p:cNvSpPr txBox="1"/>
          <p:nvPr/>
        </p:nvSpPr>
        <p:spPr>
          <a:xfrm>
            <a:off x="7157158" y="3907597"/>
            <a:ext cx="570089" cy="230832"/>
          </a:xfrm>
          <a:prstGeom prst="rect">
            <a:avLst/>
          </a:prstGeom>
          <a:noFill/>
        </p:spPr>
        <p:txBody>
          <a:bodyPr wrap="square" rtlCol="0">
            <a:spAutoFit/>
          </a:bodyPr>
          <a:lstStyle/>
          <a:p>
            <a:pPr algn="ctr"/>
            <a:r>
              <a:rPr lang="en-US" sz="900" dirty="0"/>
              <a:t>74</a:t>
            </a:r>
          </a:p>
        </p:txBody>
      </p:sp>
      <p:sp>
        <p:nvSpPr>
          <p:cNvPr id="83" name="TextBox 82">
            <a:extLst>
              <a:ext uri="{FF2B5EF4-FFF2-40B4-BE49-F238E27FC236}">
                <a16:creationId xmlns:a16="http://schemas.microsoft.com/office/drawing/2014/main" id="{43CF0001-9413-DBC9-47E2-6338AFA7C311}"/>
              </a:ext>
            </a:extLst>
          </p:cNvPr>
          <p:cNvSpPr txBox="1"/>
          <p:nvPr/>
        </p:nvSpPr>
        <p:spPr>
          <a:xfrm>
            <a:off x="5147734" y="4909484"/>
            <a:ext cx="570089" cy="230832"/>
          </a:xfrm>
          <a:prstGeom prst="rect">
            <a:avLst/>
          </a:prstGeom>
          <a:noFill/>
        </p:spPr>
        <p:txBody>
          <a:bodyPr wrap="square" rtlCol="0">
            <a:spAutoFit/>
          </a:bodyPr>
          <a:lstStyle/>
          <a:p>
            <a:pPr algn="ctr"/>
            <a:r>
              <a:rPr lang="en-US" sz="900" dirty="0"/>
              <a:t>19</a:t>
            </a:r>
          </a:p>
        </p:txBody>
      </p:sp>
      <p:sp>
        <p:nvSpPr>
          <p:cNvPr id="86" name="TextBox 85">
            <a:extLst>
              <a:ext uri="{FF2B5EF4-FFF2-40B4-BE49-F238E27FC236}">
                <a16:creationId xmlns:a16="http://schemas.microsoft.com/office/drawing/2014/main" id="{51B55E86-D0E4-3A10-8D08-44A65D3D085C}"/>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4D625432-DD51-83CD-ECF0-ECDDEDA0927E}"/>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634583F8-AB5A-CE7F-AB64-C8D4EEB7A7C4}"/>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938D5E35-1559-05DF-60FA-1A2D4BA9D4F1}"/>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A7F8C55E-3A4F-BAF9-9A07-2386FA19336B}"/>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438BB965-D8B2-94C7-4BA2-F409A61E0AE4}"/>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CE31C58-BDC4-0630-29FB-9A77242DC4EE}"/>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98969562-AC9E-D572-6709-0C624A41102B}"/>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44DDAB45-59AE-4365-021C-D4E335374F28}"/>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A2D44128-03F8-426B-4EB2-D9D2217ADF9D}"/>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BDDBD56E-BD9A-3ADD-577F-3E81482DCEA0}"/>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3384B16C-B307-1951-5AB6-52913CFC9A57}"/>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1CF10614-DA77-7687-4DC2-9208AEA6F231}"/>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92973592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D365F-C0B5-9AD1-5534-07742D8FD1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9E2CA7-41EF-D3FB-D66C-C6DE987C461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08A7583-BAFC-BE5E-5993-CF9ED15F191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A116B5B-F6B8-24E6-00E2-9B931E2BCA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6E40D3-6788-1B51-8D68-9B40140C66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4FA27D-463C-2273-CB9F-5E1C34D37E1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66EF40-2D59-47DF-60F4-1F1EF4415A5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0AB48192-D197-E0C4-BEFD-676F23934B1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6613462-D203-C4BB-F116-877AEE898367}"/>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098A5C4-9F3F-E9C0-A453-BBDDC6DF252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8BD62F-EF13-E725-615F-5B93348FBC39}"/>
              </a:ext>
            </a:extLst>
          </p:cNvPr>
          <p:cNvSpPr txBox="1"/>
          <p:nvPr/>
        </p:nvSpPr>
        <p:spPr>
          <a:xfrm>
            <a:off x="4143022" y="901933"/>
            <a:ext cx="570089" cy="230832"/>
          </a:xfrm>
          <a:prstGeom prst="rect">
            <a:avLst/>
          </a:prstGeom>
          <a:no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EA3F76D8-1CB2-A6A9-FEEE-F72275AF662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3DE04080-CE08-F2F4-0602-50EDC28E568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B884D447-0566-2889-1304-8F4763627411}"/>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8F04F1F0-57F2-55F5-ECEF-BFBBB31EC12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7A41864-EA20-4674-3086-3B37B05CA626}"/>
              </a:ext>
            </a:extLst>
          </p:cNvPr>
          <p:cNvSpPr txBox="1"/>
          <p:nvPr/>
        </p:nvSpPr>
        <p:spPr>
          <a:xfrm>
            <a:off x="4143022" y="1903821"/>
            <a:ext cx="570089" cy="230832"/>
          </a:xfrm>
          <a:prstGeom prst="rect">
            <a:avLst/>
          </a:prstGeom>
          <a:noFill/>
        </p:spPr>
        <p:txBody>
          <a:bodyPr wrap="square" rtlCol="0">
            <a:spAutoFit/>
          </a:bodyPr>
          <a:lstStyle/>
          <a:p>
            <a:pPr algn="ctr"/>
            <a:r>
              <a:rPr lang="en-US" sz="900" dirty="0"/>
              <a:t>97</a:t>
            </a:r>
          </a:p>
        </p:txBody>
      </p:sp>
      <p:sp>
        <p:nvSpPr>
          <p:cNvPr id="23" name="TextBox 22">
            <a:extLst>
              <a:ext uri="{FF2B5EF4-FFF2-40B4-BE49-F238E27FC236}">
                <a16:creationId xmlns:a16="http://schemas.microsoft.com/office/drawing/2014/main" id="{B49208D5-7F46-9F0F-2E82-2AAF7BA025E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a:t>
            </a:r>
          </a:p>
        </p:txBody>
      </p:sp>
      <p:sp>
        <p:nvSpPr>
          <p:cNvPr id="24" name="TextBox 23">
            <a:extLst>
              <a:ext uri="{FF2B5EF4-FFF2-40B4-BE49-F238E27FC236}">
                <a16:creationId xmlns:a16="http://schemas.microsoft.com/office/drawing/2014/main" id="{3A6009FE-3746-37D7-4047-10B45F0D4C48}"/>
              </a:ext>
            </a:extLst>
          </p:cNvPr>
          <p:cNvSpPr txBox="1"/>
          <p:nvPr/>
        </p:nvSpPr>
        <p:spPr>
          <a:xfrm>
            <a:off x="5147734" y="1402877"/>
            <a:ext cx="570089" cy="230832"/>
          </a:xfrm>
          <a:prstGeom prst="rect">
            <a:avLst/>
          </a:prstGeom>
          <a:noFill/>
        </p:spPr>
        <p:txBody>
          <a:bodyPr wrap="square" rtlCol="0">
            <a:spAutoFit/>
          </a:bodyPr>
          <a:lstStyle/>
          <a:p>
            <a:pPr algn="ctr"/>
            <a:r>
              <a:rPr lang="en-US" sz="900" dirty="0"/>
              <a:t>34</a:t>
            </a:r>
          </a:p>
        </p:txBody>
      </p:sp>
      <p:sp>
        <p:nvSpPr>
          <p:cNvPr id="27" name="TextBox 26">
            <a:extLst>
              <a:ext uri="{FF2B5EF4-FFF2-40B4-BE49-F238E27FC236}">
                <a16:creationId xmlns:a16="http://schemas.microsoft.com/office/drawing/2014/main" id="{8EA9E738-C916-CE80-F79E-0A0C29639762}"/>
              </a:ext>
            </a:extLst>
          </p:cNvPr>
          <p:cNvSpPr txBox="1"/>
          <p:nvPr/>
        </p:nvSpPr>
        <p:spPr>
          <a:xfrm>
            <a:off x="5650090" y="901933"/>
            <a:ext cx="570089" cy="230832"/>
          </a:xfrm>
          <a:prstGeom prst="rect">
            <a:avLst/>
          </a:prstGeom>
          <a:no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F57944EB-3BFB-9415-14A1-9A3C9CAFA45A}"/>
              </a:ext>
            </a:extLst>
          </p:cNvPr>
          <p:cNvSpPr txBox="1"/>
          <p:nvPr/>
        </p:nvSpPr>
        <p:spPr>
          <a:xfrm>
            <a:off x="5650090" y="1903821"/>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A13365AD-1E61-BB49-8941-34BAB39B1E8D}"/>
              </a:ext>
            </a:extLst>
          </p:cNvPr>
          <p:cNvSpPr txBox="1"/>
          <p:nvPr/>
        </p:nvSpPr>
        <p:spPr>
          <a:xfrm>
            <a:off x="6152446" y="1903821"/>
            <a:ext cx="570089" cy="230832"/>
          </a:xfrm>
          <a:prstGeom prst="rect">
            <a:avLst/>
          </a:prstGeom>
          <a:no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61452CC-96C6-6E6D-07FA-8384FF335CE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0D48628-8ED2-54A5-D560-B8B1E401853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EB1BF9C-AC12-4A59-83B1-4F6373AFE632}"/>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62202B7-453A-8D08-AD5D-DB31AE6D7073}"/>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4CDA2675-E604-3A4A-B866-E4338E9C8917}"/>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1C9FB143-BFA0-5E0E-B205-0B6DDCD7BD5F}"/>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9ADFEB8F-6ABF-AF30-DC52-5AD7827391B3}"/>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66170671-14EF-8EAF-0C14-304444B22F43}"/>
              </a:ext>
            </a:extLst>
          </p:cNvPr>
          <p:cNvSpPr txBox="1"/>
          <p:nvPr/>
        </p:nvSpPr>
        <p:spPr>
          <a:xfrm>
            <a:off x="7157158" y="1903821"/>
            <a:ext cx="570089" cy="230832"/>
          </a:xfrm>
          <a:prstGeom prst="rect">
            <a:avLst/>
          </a:prstGeom>
          <a:no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854FBB21-6C18-629A-A7F3-BCB35C928338}"/>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4353027-D793-9785-55E4-7185E152F15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5CBBC768-A428-F23E-C228-4419EF87BE9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a:t>
            </a:r>
          </a:p>
        </p:txBody>
      </p:sp>
      <p:sp>
        <p:nvSpPr>
          <p:cNvPr id="48" name="TextBox 47">
            <a:extLst>
              <a:ext uri="{FF2B5EF4-FFF2-40B4-BE49-F238E27FC236}">
                <a16:creationId xmlns:a16="http://schemas.microsoft.com/office/drawing/2014/main" id="{C1F0C858-9A78-14A4-F431-E2909BE3595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04C8BE6-028E-1E94-B50F-9C833928FE7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9AB9D948-9165-45E4-99F8-16027655AB5F}"/>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24140054-E4B5-D62B-CF58-144B0C8CA09E}"/>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49BFD9E8-0C62-8D42-4501-AA299EB8D313}"/>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EBC5D560-F05C-5E50-AB75-741D5BF5B67C}"/>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AE4CA9D9-4CA4-2F73-C9FE-3DC40CF693B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DE5D5670-F353-9F3A-5040-15C7087B710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EEE313F0-0DAD-3FD7-8022-B10690847DC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D03ADB2B-C9FE-BEAF-1C75-287610D4229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7F260FBD-8CAE-B900-0877-50548F748F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1F5A6162-2E0F-103F-6A58-F7B0DD73A5C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6A668690-D71B-D68B-DCAB-3A0167D887D8}"/>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5FF0B2E6-6B19-6452-EBBE-F40F0A8B86CA}"/>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9FB56724-803B-EA89-A6A3-4BAA59CA923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4789A55C-2FFD-5401-A238-51451DD15A0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F8C4913-7EFB-AF65-C8EA-BF781093E03C}"/>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6F8918B1-D1CC-0907-8486-CA2C443B13BC}"/>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E82128D7-A4DB-58CC-1623-16C1FB8BF3DD}"/>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CB3533AD-A737-D30C-58F1-18436B6C0188}"/>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8666D2D9-CDDB-55AF-0790-169197B7357C}"/>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9" name="TextBox 68">
            <a:extLst>
              <a:ext uri="{FF2B5EF4-FFF2-40B4-BE49-F238E27FC236}">
                <a16:creationId xmlns:a16="http://schemas.microsoft.com/office/drawing/2014/main" id="{A178AE8A-CDBF-73CE-E9CD-A2D16D4A1C0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8CF54EFC-7D6C-77CA-3EF3-4DB3CDFE68B8}"/>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115EE35-25BB-1BA8-E85C-19FA82C6E978}"/>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317A5980-70F1-E033-1119-64ABFA4674F9}"/>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7CB2F61-7F50-A687-F080-9042CBC12C5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DC7276B4-54FF-438F-0426-583E69E079C4}"/>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6DA21960-A02E-33FF-8753-DF517E0EAB7D}"/>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9C836D1C-8E94-AAA6-A5CB-247D90172F5A}"/>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6BEEE27-97D7-735B-C865-77D892C824F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2E25196-5AE3-F275-71DE-96D521743E3E}"/>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5982D4AF-B250-BF9F-D621-302EFAED53DA}"/>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8F10049E-87D4-9B1C-CD02-1FB30D1F8370}"/>
              </a:ext>
            </a:extLst>
          </p:cNvPr>
          <p:cNvSpPr txBox="1"/>
          <p:nvPr/>
        </p:nvSpPr>
        <p:spPr>
          <a:xfrm>
            <a:off x="6152446" y="3907597"/>
            <a:ext cx="570089" cy="230832"/>
          </a:xfrm>
          <a:prstGeom prst="rect">
            <a:avLst/>
          </a:prstGeom>
          <a:noFill/>
        </p:spPr>
        <p:txBody>
          <a:bodyPr wrap="square" rtlCol="0">
            <a:spAutoFit/>
          </a:bodyPr>
          <a:lstStyle/>
          <a:p>
            <a:pPr algn="ctr"/>
            <a:r>
              <a:rPr lang="en-US" sz="900" dirty="0"/>
              <a:t>47</a:t>
            </a:r>
          </a:p>
        </p:txBody>
      </p:sp>
      <p:sp>
        <p:nvSpPr>
          <p:cNvPr id="81" name="TextBox 80">
            <a:extLst>
              <a:ext uri="{FF2B5EF4-FFF2-40B4-BE49-F238E27FC236}">
                <a16:creationId xmlns:a16="http://schemas.microsoft.com/office/drawing/2014/main" id="{1BEA650C-29CB-83CC-B537-663237076F85}"/>
              </a:ext>
            </a:extLst>
          </p:cNvPr>
          <p:cNvSpPr txBox="1"/>
          <p:nvPr/>
        </p:nvSpPr>
        <p:spPr>
          <a:xfrm>
            <a:off x="7157158" y="3907597"/>
            <a:ext cx="570089" cy="230832"/>
          </a:xfrm>
          <a:prstGeom prst="rect">
            <a:avLst/>
          </a:prstGeom>
          <a:noFill/>
        </p:spPr>
        <p:txBody>
          <a:bodyPr wrap="square" rtlCol="0">
            <a:spAutoFit/>
          </a:bodyPr>
          <a:lstStyle/>
          <a:p>
            <a:pPr algn="ctr"/>
            <a:r>
              <a:rPr lang="en-US" sz="900" dirty="0"/>
              <a:t>74</a:t>
            </a:r>
          </a:p>
        </p:txBody>
      </p:sp>
      <p:sp>
        <p:nvSpPr>
          <p:cNvPr id="86" name="TextBox 85">
            <a:extLst>
              <a:ext uri="{FF2B5EF4-FFF2-40B4-BE49-F238E27FC236}">
                <a16:creationId xmlns:a16="http://schemas.microsoft.com/office/drawing/2014/main" id="{3B6B12EF-EB6B-E890-1B24-61A0D14F430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215FD6D3-10C9-AA79-EDB2-BA1CA80B6BF6}"/>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74260C99-8F87-9697-7CCF-5A90971D909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C18B83A3-14A6-4119-3F36-163B8CB278F1}"/>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7C0B7347-5FC2-CE50-E971-7BD1ADA792BD}"/>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4643AEFC-0159-ED4B-3E51-58F5106DBFD2}"/>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0851A23-CDE3-1920-B94F-E7137867E380}"/>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A8DA7674-A83E-401E-2B98-868DBEE71777}"/>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472BEF9D-F6C8-D00C-93AD-7FF66538B8A4}"/>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46F722EE-B2AD-7A38-EDC9-7ABBE9CD0C1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498DFE98-382F-F371-5396-DC4D388DA92C}"/>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0FB19E79-DF96-852D-412D-6D63F4EAF27E}"/>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809DB4AE-4867-9FEB-9F4E-83193C8E90E0}"/>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D56F42F8-A9DE-3B2B-4D38-C3F746015F8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1" name="TextBox 40">
            <a:extLst>
              <a:ext uri="{FF2B5EF4-FFF2-40B4-BE49-F238E27FC236}">
                <a16:creationId xmlns:a16="http://schemas.microsoft.com/office/drawing/2014/main" id="{C72D6646-D373-8F7C-3EDB-1574C1982EE8}"/>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0E8C83A-531B-2C50-60E3-1C225A611A9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7A7EA6CC-0CB2-4ED3-3586-A4F1203535F0}"/>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F978A31B-7DFB-5760-7F53-E91AEA430F60}"/>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82718816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52A0A-FC94-6AA8-EB25-27D60E8EAC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C25858-1874-1513-02C3-6DCAA50978A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F650B5-BF93-1890-EB0C-4AD247ADA7C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5DC4A0-E25C-7B25-CFF0-0B85DB06678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9E499C-7ECC-C831-ADA3-78895DC620B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2D17DB-0C53-3B96-A416-B8540EC5D8B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E1FF5F-1E1D-C6E7-FADD-0AE298436D0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77B1CC2-AE9A-5779-BDC1-B4F297A5D5B9}"/>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BC1CCEF-2120-32B0-B351-BFD41981B26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013A3AA-36F4-74D0-B3AC-3E6E65477A75}"/>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F3A43E0-D180-7C3F-C13C-E8762E9672CB}"/>
              </a:ext>
            </a:extLst>
          </p:cNvPr>
          <p:cNvSpPr txBox="1"/>
          <p:nvPr/>
        </p:nvSpPr>
        <p:spPr>
          <a:xfrm>
            <a:off x="414302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1F291C5-1202-388D-9F80-D190D4B28124}"/>
              </a:ext>
            </a:extLst>
          </p:cNvPr>
          <p:cNvSpPr txBox="1"/>
          <p:nvPr/>
        </p:nvSpPr>
        <p:spPr>
          <a:xfrm>
            <a:off x="3138310" y="901933"/>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D849156B-2444-B4C6-1FB0-12FC1473A1D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ECEA3149-A1B3-CB33-C7D7-541A655E9D75}"/>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B262CCF-1E86-BED1-B7E3-7FC3FFF08C3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95229B71-D92D-765E-CCBE-B140C0319A94}"/>
              </a:ext>
            </a:extLst>
          </p:cNvPr>
          <p:cNvSpPr txBox="1"/>
          <p:nvPr/>
        </p:nvSpPr>
        <p:spPr>
          <a:xfrm>
            <a:off x="414302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3" name="TextBox 22">
            <a:extLst>
              <a:ext uri="{FF2B5EF4-FFF2-40B4-BE49-F238E27FC236}">
                <a16:creationId xmlns:a16="http://schemas.microsoft.com/office/drawing/2014/main" id="{C0ACBC5D-222D-83B2-C8AE-937E7751099F}"/>
              </a:ext>
            </a:extLst>
          </p:cNvPr>
          <p:cNvSpPr txBox="1"/>
          <p:nvPr/>
        </p:nvSpPr>
        <p:spPr>
          <a:xfrm>
            <a:off x="5147734" y="901933"/>
            <a:ext cx="570089" cy="230832"/>
          </a:xfrm>
          <a:prstGeom prst="rect">
            <a:avLst/>
          </a:prstGeom>
          <a:noFill/>
        </p:spPr>
        <p:txBody>
          <a:bodyPr wrap="square" rtlCol="0">
            <a:spAutoFit/>
          </a:bodyPr>
          <a:lstStyle/>
          <a:p>
            <a:pPr algn="ctr"/>
            <a:r>
              <a:rPr lang="en-US" sz="900" dirty="0"/>
              <a:t>24</a:t>
            </a:r>
          </a:p>
        </p:txBody>
      </p:sp>
      <p:sp>
        <p:nvSpPr>
          <p:cNvPr id="27" name="TextBox 26">
            <a:extLst>
              <a:ext uri="{FF2B5EF4-FFF2-40B4-BE49-F238E27FC236}">
                <a16:creationId xmlns:a16="http://schemas.microsoft.com/office/drawing/2014/main" id="{A064A36E-D54D-AFFF-16E5-5AA4FEC1B2FC}"/>
              </a:ext>
            </a:extLst>
          </p:cNvPr>
          <p:cNvSpPr txBox="1"/>
          <p:nvPr/>
        </p:nvSpPr>
        <p:spPr>
          <a:xfrm>
            <a:off x="5650090"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FA8B210-0D3A-F77E-0B07-569785141F49}"/>
              </a:ext>
            </a:extLst>
          </p:cNvPr>
          <p:cNvSpPr txBox="1"/>
          <p:nvPr/>
        </p:nvSpPr>
        <p:spPr>
          <a:xfrm>
            <a:off x="565009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7B4BA19C-8BB5-24E7-22E0-1CC54712A273}"/>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8EE90491-EE1F-89EE-48D2-A633FE66D69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D5FF6CF-B5D8-6557-9F06-D894DF1EC0F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F13F2D8-DD9E-E0EC-5FFF-EC11045D5D64}"/>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A7210C2-0430-8E4C-8942-124228F8808F}"/>
              </a:ext>
            </a:extLst>
          </p:cNvPr>
          <p:cNvSpPr txBox="1"/>
          <p:nvPr/>
        </p:nvSpPr>
        <p:spPr>
          <a:xfrm>
            <a:off x="6152446" y="901933"/>
            <a:ext cx="570089" cy="230832"/>
          </a:xfrm>
          <a:prstGeom prst="rect">
            <a:avLst/>
          </a:prstGeom>
          <a:noFill/>
        </p:spPr>
        <p:txBody>
          <a:bodyPr wrap="square" rtlCol="0">
            <a:spAutoFit/>
          </a:bodyPr>
          <a:lstStyle/>
          <a:p>
            <a:pPr algn="ctr"/>
            <a:r>
              <a:rPr lang="en-US" sz="900" dirty="0"/>
              <a:t>38</a:t>
            </a:r>
          </a:p>
        </p:txBody>
      </p:sp>
      <p:sp>
        <p:nvSpPr>
          <p:cNvPr id="29" name="TextBox 28">
            <a:extLst>
              <a:ext uri="{FF2B5EF4-FFF2-40B4-BE49-F238E27FC236}">
                <a16:creationId xmlns:a16="http://schemas.microsoft.com/office/drawing/2014/main" id="{039C02B3-B746-2BB5-A7A6-AA6931AA78D9}"/>
              </a:ext>
            </a:extLst>
          </p:cNvPr>
          <p:cNvSpPr txBox="1"/>
          <p:nvPr/>
        </p:nvSpPr>
        <p:spPr>
          <a:xfrm>
            <a:off x="6654802" y="901933"/>
            <a:ext cx="570089" cy="230832"/>
          </a:xfrm>
          <a:prstGeom prst="rect">
            <a:avLst/>
          </a:prstGeom>
          <a:noFill/>
        </p:spPr>
        <p:txBody>
          <a:bodyPr wrap="square" rtlCol="0">
            <a:spAutoFit/>
          </a:bodyPr>
          <a:lstStyle/>
          <a:p>
            <a:pPr algn="ctr"/>
            <a:r>
              <a:rPr lang="en-US" sz="900" dirty="0"/>
              <a:t>83</a:t>
            </a:r>
          </a:p>
        </p:txBody>
      </p:sp>
      <p:sp>
        <p:nvSpPr>
          <p:cNvPr id="36" name="TextBox 35">
            <a:extLst>
              <a:ext uri="{FF2B5EF4-FFF2-40B4-BE49-F238E27FC236}">
                <a16:creationId xmlns:a16="http://schemas.microsoft.com/office/drawing/2014/main" id="{A1468978-E20A-9A9B-E2A1-D528030240EB}"/>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40C87E69-52B5-1712-B3A4-C1CAB4AF3D10}"/>
              </a:ext>
            </a:extLst>
          </p:cNvPr>
          <p:cNvSpPr txBox="1"/>
          <p:nvPr/>
        </p:nvSpPr>
        <p:spPr>
          <a:xfrm>
            <a:off x="6654802" y="1903821"/>
            <a:ext cx="570089" cy="230832"/>
          </a:xfrm>
          <a:prstGeom prst="rect">
            <a:avLst/>
          </a:prstGeom>
          <a:no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554A1396-D36B-4A12-03E8-FF2B30687D9A}"/>
              </a:ext>
            </a:extLst>
          </p:cNvPr>
          <p:cNvSpPr txBox="1"/>
          <p:nvPr/>
        </p:nvSpPr>
        <p:spPr>
          <a:xfrm>
            <a:off x="7157158"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8013CF19-9051-CF7F-99A2-C059602EA35C}"/>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8831D4E-8F6F-B570-E58F-F2E95DC4012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518BEE2D-C6A3-8C64-83DD-CC04A8D9EB71}"/>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7965897-E90D-E11B-2DEC-E969BF36A10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B20EEA39-30BD-4193-DDD5-1C9A5C7EC78E}"/>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159EE6C3-7640-61C5-7639-60B32E6818E3}"/>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08C71351-325D-5EAC-581E-6005526D0D1C}"/>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026B8B71-2921-5D33-896B-FB85B1036014}"/>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20FA4C39-2498-3008-998B-47A1098FF16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32E15504-44DA-040E-18E5-9115B6CBF8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683DE632-3AB1-78EE-3385-5E8F885658A6}"/>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477A43B3-9ACF-754D-E301-B3EA75ED990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642D0408-FBF6-C390-D995-A600505896F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3D668DB3-B142-8C5A-2356-6065BD504BDC}"/>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5CFDF688-B98C-6BDD-C824-FE396D13E524}"/>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BF25F7E8-3600-1E58-5F30-ED2E0D9DC9AD}"/>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BD8C4D07-C882-7057-8AC7-4EA8F3C7FAF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A31E8256-7FA1-8C16-1208-C5635467F3E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A1897B6-6D2D-EE13-C7CF-DB81D3B7D6BA}"/>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BFB7C5F-39FA-F6C3-7AF7-6470F134799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08AD7BEB-35FA-0F04-E69B-028CB71BBC1E}"/>
              </a:ext>
            </a:extLst>
          </p:cNvPr>
          <p:cNvSpPr txBox="1"/>
          <p:nvPr/>
        </p:nvSpPr>
        <p:spPr>
          <a:xfrm>
            <a:off x="3138310" y="4408541"/>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D782ADD6-3748-21E7-EFC3-DAD59AF79ED1}"/>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7EB2E24-F444-9A66-F749-60192FB58698}"/>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9" name="TextBox 68">
            <a:extLst>
              <a:ext uri="{FF2B5EF4-FFF2-40B4-BE49-F238E27FC236}">
                <a16:creationId xmlns:a16="http://schemas.microsoft.com/office/drawing/2014/main" id="{D90C37CE-11AB-450A-6B5E-949AD7FD95DF}"/>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887F8DD2-A8BA-F1D1-50B6-B8D7360D5386}"/>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F4A607B8-AA6E-23A5-061E-1C3C55AEB1C5}"/>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22FE4003-432B-8DAE-DB41-801A0E59359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1627A22-C600-1BDE-18D2-568CBC86B20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B5E70BDE-FDED-20A9-46FF-EA3B0613007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DC50C5C6-5158-5CC0-DC96-A5D07E042F60}"/>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B8FE013F-DA19-0349-6EE4-1241E8CDE76E}"/>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1C82854-E826-C052-14A9-33F746A2ABD4}"/>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22CB9BF2-0D43-B739-21EF-AC14767FBEF5}"/>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2C7FE119-9BF6-C7D3-3355-CE791084B3B1}"/>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6BBDB0C4-124D-E623-67F3-B6C64E330411}"/>
              </a:ext>
            </a:extLst>
          </p:cNvPr>
          <p:cNvSpPr txBox="1"/>
          <p:nvPr/>
        </p:nvSpPr>
        <p:spPr>
          <a:xfrm>
            <a:off x="6152446" y="3907597"/>
            <a:ext cx="570089" cy="230832"/>
          </a:xfrm>
          <a:prstGeom prst="rect">
            <a:avLst/>
          </a:prstGeom>
          <a:noFill/>
        </p:spPr>
        <p:txBody>
          <a:bodyPr wrap="square" rtlCol="0">
            <a:spAutoFit/>
          </a:bodyPr>
          <a:lstStyle/>
          <a:p>
            <a:pPr algn="ctr"/>
            <a:r>
              <a:rPr lang="en-US" sz="900" dirty="0"/>
              <a:t>47</a:t>
            </a:r>
          </a:p>
        </p:txBody>
      </p:sp>
      <p:sp>
        <p:nvSpPr>
          <p:cNvPr id="81" name="TextBox 80">
            <a:extLst>
              <a:ext uri="{FF2B5EF4-FFF2-40B4-BE49-F238E27FC236}">
                <a16:creationId xmlns:a16="http://schemas.microsoft.com/office/drawing/2014/main" id="{E04CA934-C4D9-54C1-3932-4CB153189EDF}"/>
              </a:ext>
            </a:extLst>
          </p:cNvPr>
          <p:cNvSpPr txBox="1"/>
          <p:nvPr/>
        </p:nvSpPr>
        <p:spPr>
          <a:xfrm>
            <a:off x="7157158" y="3907597"/>
            <a:ext cx="570089" cy="230832"/>
          </a:xfrm>
          <a:prstGeom prst="rect">
            <a:avLst/>
          </a:prstGeom>
          <a:noFill/>
        </p:spPr>
        <p:txBody>
          <a:bodyPr wrap="square" rtlCol="0">
            <a:spAutoFit/>
          </a:bodyPr>
          <a:lstStyle/>
          <a:p>
            <a:pPr algn="ctr"/>
            <a:r>
              <a:rPr lang="en-US" sz="900" dirty="0"/>
              <a:t>74</a:t>
            </a:r>
          </a:p>
        </p:txBody>
      </p:sp>
      <p:sp>
        <p:nvSpPr>
          <p:cNvPr id="86" name="TextBox 85">
            <a:extLst>
              <a:ext uri="{FF2B5EF4-FFF2-40B4-BE49-F238E27FC236}">
                <a16:creationId xmlns:a16="http://schemas.microsoft.com/office/drawing/2014/main" id="{D3E4986F-D1B4-CA76-9DB1-6315E308C55B}"/>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B0D7CB07-1648-D888-DBE6-C100256D30EC}"/>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CFEBD88-734A-2B0A-03F4-101C3C00608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50ED2591-9D1B-F2DE-095B-8C674BD77792}"/>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0671CF74-5759-384A-9EBF-87F34A48671D}"/>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C705E967-2DC1-AFB6-3BDD-6FE48A0F41A8}"/>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D32DC79-0AA9-CEB1-32C6-B64E46C2C041}"/>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EDCE4FD1-B892-6BCE-CE84-A85AD9C652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9BB3EF09-B969-1BBC-5B50-083F672152E0}"/>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F79007C3-4560-F9A2-B691-4C1140FA686B}"/>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597DC248-CB11-A057-56E3-87BF0875B47F}"/>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6B404072-A897-B5C8-A2C2-AA4CCFBFF837}"/>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62391BF3-8C65-B21C-203F-1E43A3B108C0}"/>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AFA86754-CA38-BB00-2CAD-0DF765AF5E8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1" name="TextBox 40">
            <a:extLst>
              <a:ext uri="{FF2B5EF4-FFF2-40B4-BE49-F238E27FC236}">
                <a16:creationId xmlns:a16="http://schemas.microsoft.com/office/drawing/2014/main" id="{75045E23-E6F4-822D-7C0F-C19A6EDC029A}"/>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D2153FCE-41B5-B7CB-8025-69986DBAB3F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3D5A0380-2D98-87AC-4918-5D8BB8471B21}"/>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84B148CE-A015-E943-632A-1E9328019AF9}"/>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EF94F976-2CCB-D3E3-B897-A2DFE7B16AE7}"/>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24A289BB-6EB4-CF3E-9CF7-F9F91214A54F}"/>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685823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B0297-89C8-C259-2A6C-C1A3577C40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2E0286-FB62-66FD-BCD7-85BD07268B8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062438-9E3F-7D47-FC58-0F9D7F99AD1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9CA815-202E-9E7A-0127-F91CE3C04CF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4BC88F4-4C1C-D2BA-41F1-E2B46826A9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E8AEE7E-D8F6-2125-1E55-01927F89B24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C5283D-4E7B-09C8-6236-302CE5AEDC8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BC5EB70-D73F-5F2D-AE62-D77FB10F67C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87E6789-FC05-FBCD-9BED-F7CCFCF9B24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ED85600-9E47-21AE-2386-68252382DE16}"/>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426424C-C896-C8B9-A23B-96FFAC881FD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34" name="TextBox 33">
            <a:extLst>
              <a:ext uri="{FF2B5EF4-FFF2-40B4-BE49-F238E27FC236}">
                <a16:creationId xmlns:a16="http://schemas.microsoft.com/office/drawing/2014/main" id="{7186280A-6783-702B-FA85-D90D174F45D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84561B36-8AE8-6D8F-23FD-D1105E17BEF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5BD586D4-C109-1D67-7539-DF1C3186A1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C90FA97-05AE-06D0-AD0A-B08F358681E7}"/>
              </a:ext>
            </a:extLst>
          </p:cNvPr>
          <p:cNvSpPr txBox="1"/>
          <p:nvPr/>
        </p:nvSpPr>
        <p:spPr>
          <a:xfrm>
            <a:off x="6152446" y="901933"/>
            <a:ext cx="570089" cy="230832"/>
          </a:xfrm>
          <a:prstGeom prst="rect">
            <a:avLst/>
          </a:prstGeom>
          <a:noFill/>
        </p:spPr>
        <p:txBody>
          <a:bodyPr wrap="square" rtlCol="0">
            <a:spAutoFit/>
          </a:bodyPr>
          <a:lstStyle/>
          <a:p>
            <a:pPr algn="ctr"/>
            <a:r>
              <a:rPr lang="en-US" sz="900" dirty="0"/>
              <a:t>38</a:t>
            </a:r>
          </a:p>
        </p:txBody>
      </p:sp>
      <p:sp>
        <p:nvSpPr>
          <p:cNvPr id="29" name="TextBox 28">
            <a:extLst>
              <a:ext uri="{FF2B5EF4-FFF2-40B4-BE49-F238E27FC236}">
                <a16:creationId xmlns:a16="http://schemas.microsoft.com/office/drawing/2014/main" id="{712BB184-1BC4-58BE-AD9E-DE71832E60EE}"/>
              </a:ext>
            </a:extLst>
          </p:cNvPr>
          <p:cNvSpPr txBox="1"/>
          <p:nvPr/>
        </p:nvSpPr>
        <p:spPr>
          <a:xfrm>
            <a:off x="6654802" y="901933"/>
            <a:ext cx="570089" cy="230832"/>
          </a:xfrm>
          <a:prstGeom prst="rect">
            <a:avLst/>
          </a:prstGeom>
          <a:noFill/>
        </p:spPr>
        <p:txBody>
          <a:bodyPr wrap="square" rtlCol="0">
            <a:spAutoFit/>
          </a:bodyPr>
          <a:lstStyle/>
          <a:p>
            <a:pPr algn="ctr"/>
            <a:r>
              <a:rPr lang="en-US" sz="900" dirty="0"/>
              <a:t>83</a:t>
            </a:r>
          </a:p>
        </p:txBody>
      </p:sp>
      <p:sp>
        <p:nvSpPr>
          <p:cNvPr id="39" name="TextBox 38">
            <a:extLst>
              <a:ext uri="{FF2B5EF4-FFF2-40B4-BE49-F238E27FC236}">
                <a16:creationId xmlns:a16="http://schemas.microsoft.com/office/drawing/2014/main" id="{2B16BC4C-6B24-6AE6-10B0-EFE76FB6B2DA}"/>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F0C79297-6709-F82C-A806-71A987E8208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E18C747-4B76-27DD-4590-31B89C26C0B3}"/>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033A06-7DAA-CAD5-EE51-94A983B0A0C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B1480DB-19EC-4003-C64E-9F1DCD64668A}"/>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CAB4B265-5D29-D1D6-4F1B-2E15B745312F}"/>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2" name="TextBox 51">
            <a:extLst>
              <a:ext uri="{FF2B5EF4-FFF2-40B4-BE49-F238E27FC236}">
                <a16:creationId xmlns:a16="http://schemas.microsoft.com/office/drawing/2014/main" id="{111C4642-C3E1-A7AE-3A21-E02BF4FF33D8}"/>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D435FB8A-4D0F-2EE7-0E06-22DC2E1E2693}"/>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33A27321-C3FC-E065-AEC3-1F5F75D8A4E0}"/>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55" name="TextBox 54">
            <a:extLst>
              <a:ext uri="{FF2B5EF4-FFF2-40B4-BE49-F238E27FC236}">
                <a16:creationId xmlns:a16="http://schemas.microsoft.com/office/drawing/2014/main" id="{A9454ECF-FB20-6CBD-3A55-C03206396B4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F513CFC8-9DA6-4786-E5CF-783E30BA8F7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C9867BC1-7539-E767-0C55-A812D0AD2DB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2F3B5DA-AE21-7D1A-328F-7C3970258375}"/>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4BD63B4A-6D11-2A89-A061-2D5952655CA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29106469-2F12-7019-6214-BF58403F4B86}"/>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A311C680-36B3-DD36-A62B-D4BFE0A3B2D1}"/>
              </a:ext>
            </a:extLst>
          </p:cNvPr>
          <p:cNvSpPr txBox="1"/>
          <p:nvPr/>
        </p:nvSpPr>
        <p:spPr>
          <a:xfrm>
            <a:off x="6152446" y="2905709"/>
            <a:ext cx="570089" cy="230832"/>
          </a:xfrm>
          <a:prstGeom prst="rect">
            <a:avLst/>
          </a:prstGeom>
          <a:noFill/>
        </p:spPr>
        <p:txBody>
          <a:bodyPr wrap="square" rtlCol="0">
            <a:spAutoFit/>
          </a:bodyPr>
          <a:lstStyle/>
          <a:p>
            <a:pPr algn="ctr"/>
            <a:r>
              <a:rPr lang="en-US" sz="900" dirty="0"/>
              <a:t>32</a:t>
            </a:r>
          </a:p>
        </p:txBody>
      </p:sp>
      <p:sp>
        <p:nvSpPr>
          <p:cNvPr id="61" name="TextBox 60">
            <a:extLst>
              <a:ext uri="{FF2B5EF4-FFF2-40B4-BE49-F238E27FC236}">
                <a16:creationId xmlns:a16="http://schemas.microsoft.com/office/drawing/2014/main" id="{E057EAB3-0BA8-ACE4-6B9F-6541DF746C7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6ABADE72-F78C-9227-92E3-CC15643CE3D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7D6B02EA-1734-2836-532C-980BCDAE74AF}"/>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E52545C1-5B67-9BDC-221A-CD52D0DA59A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60" name="TextBox 59">
            <a:extLst>
              <a:ext uri="{FF2B5EF4-FFF2-40B4-BE49-F238E27FC236}">
                <a16:creationId xmlns:a16="http://schemas.microsoft.com/office/drawing/2014/main" id="{F655762D-F025-894E-F31E-986CF8DFC4FF}"/>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38C194FD-2742-0A71-2A2E-5570C43087A9}"/>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9" name="TextBox 68">
            <a:extLst>
              <a:ext uri="{FF2B5EF4-FFF2-40B4-BE49-F238E27FC236}">
                <a16:creationId xmlns:a16="http://schemas.microsoft.com/office/drawing/2014/main" id="{D48C46BE-CEFF-51B1-FE1D-885B60218674}"/>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931F2D74-768A-A616-39AA-2A10D7B154F8}"/>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46645211-139A-EEB5-9EA6-2D241621B183}"/>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4E61DF4-D54C-F2FF-D4C1-B04342BBB31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023713D8-6BDC-31CE-B28E-C55EACBB375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30BC400A-7E92-1FA2-9504-D05AA8CFA94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CED3EC08-C64D-9FCB-6238-D07C6B877240}"/>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A7B334B9-468C-2342-00D7-6633DA95DDB0}"/>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6055D9F-55D9-4A10-BDAE-9BD408C0140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EFC4D9C2-7FFD-2A3C-0187-6310D86D6339}"/>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DF998F06-A6B2-F1EE-A6A2-324446DADB8C}"/>
              </a:ext>
            </a:extLst>
          </p:cNvPr>
          <p:cNvSpPr txBox="1"/>
          <p:nvPr/>
        </p:nvSpPr>
        <p:spPr>
          <a:xfrm>
            <a:off x="4143022" y="4909484"/>
            <a:ext cx="570089" cy="230832"/>
          </a:xfrm>
          <a:prstGeom prst="rect">
            <a:avLst/>
          </a:prstGeom>
          <a:no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FE45FB8C-539C-C7B0-4140-839928C4CBEA}"/>
              </a:ext>
            </a:extLst>
          </p:cNvPr>
          <p:cNvSpPr txBox="1"/>
          <p:nvPr/>
        </p:nvSpPr>
        <p:spPr>
          <a:xfrm>
            <a:off x="6152446" y="3907597"/>
            <a:ext cx="570089" cy="230832"/>
          </a:xfrm>
          <a:prstGeom prst="rect">
            <a:avLst/>
          </a:prstGeom>
          <a:noFill/>
        </p:spPr>
        <p:txBody>
          <a:bodyPr wrap="square" rtlCol="0">
            <a:spAutoFit/>
          </a:bodyPr>
          <a:lstStyle/>
          <a:p>
            <a:pPr algn="ctr"/>
            <a:r>
              <a:rPr lang="en-US" sz="900" dirty="0"/>
              <a:t>47</a:t>
            </a:r>
          </a:p>
        </p:txBody>
      </p:sp>
      <p:sp>
        <p:nvSpPr>
          <p:cNvPr id="81" name="TextBox 80">
            <a:extLst>
              <a:ext uri="{FF2B5EF4-FFF2-40B4-BE49-F238E27FC236}">
                <a16:creationId xmlns:a16="http://schemas.microsoft.com/office/drawing/2014/main" id="{260997F7-E2FE-6CF6-EF8B-040225DCE966}"/>
              </a:ext>
            </a:extLst>
          </p:cNvPr>
          <p:cNvSpPr txBox="1"/>
          <p:nvPr/>
        </p:nvSpPr>
        <p:spPr>
          <a:xfrm>
            <a:off x="7157158" y="3907597"/>
            <a:ext cx="570089" cy="230832"/>
          </a:xfrm>
          <a:prstGeom prst="rect">
            <a:avLst/>
          </a:prstGeom>
          <a:noFill/>
        </p:spPr>
        <p:txBody>
          <a:bodyPr wrap="square" rtlCol="0">
            <a:spAutoFit/>
          </a:bodyPr>
          <a:lstStyle/>
          <a:p>
            <a:pPr algn="ctr"/>
            <a:r>
              <a:rPr lang="en-US" sz="900" dirty="0"/>
              <a:t>74</a:t>
            </a:r>
          </a:p>
        </p:txBody>
      </p:sp>
      <p:sp>
        <p:nvSpPr>
          <p:cNvPr id="86" name="TextBox 85">
            <a:extLst>
              <a:ext uri="{FF2B5EF4-FFF2-40B4-BE49-F238E27FC236}">
                <a16:creationId xmlns:a16="http://schemas.microsoft.com/office/drawing/2014/main" id="{B378943A-F097-DCCE-B027-0F2D6150AD8C}"/>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BD9AC3AA-A5BA-32C2-8E28-0162E05BA166}"/>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03EE040-F017-3A69-5B89-98D16ED91B9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DFA02638-54A9-B6A6-8204-986ED1C5B905}"/>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8BB68EAC-6579-9AFD-C194-54E28A7751E6}"/>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8A2130CB-85FE-E141-EAB3-6E976C04BE39}"/>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032C4EB-BE27-4CA1-EC0D-57C85F0B8B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8C4CCB80-E90F-D2F0-ACB0-6B88EEDBF698}"/>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D233E77B-81C6-0DED-8232-0E923D5A32E7}"/>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C7D6F2FF-0CD3-57B2-D069-F6724AA58B07}"/>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389B4C4-DA9F-D276-6E49-ED96BAF02F0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8234DA36-8425-E81D-E322-E51A04A66FA8}"/>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C182FF6F-1E46-659C-D618-59C5CCBFEF8C}"/>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91B0EEB-6E95-90D3-39C2-7B86C91650F3}"/>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1" name="TextBox 40">
            <a:extLst>
              <a:ext uri="{FF2B5EF4-FFF2-40B4-BE49-F238E27FC236}">
                <a16:creationId xmlns:a16="http://schemas.microsoft.com/office/drawing/2014/main" id="{3B841D6D-5BDB-9053-7052-959B94CF9F66}"/>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7307994-4A43-0DA2-EAB6-06D68341A69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1A2B2956-432A-DD04-D11D-35EB29F3D056}"/>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3B5375E0-2E80-D4B7-11A7-3D4B0E37F99E}"/>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1D002616-5BA9-1C5A-81A8-B15461FF941B}"/>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CB023AB6-82C5-F776-8296-68AC0F8E7E4A}"/>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367BEE1-471E-B3FB-E373-8F6B36D9A411}"/>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819FD2AA-A739-33E6-7528-1E245835CC5F}"/>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3C27D662-B2B0-3A44-CC2A-61C29EB3D8C6}"/>
              </a:ext>
            </a:extLst>
          </p:cNvPr>
          <p:cNvSpPr txBox="1"/>
          <p:nvPr/>
        </p:nvSpPr>
        <p:spPr>
          <a:xfrm>
            <a:off x="3217333"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05938CA-A0A8-1807-782B-AB21A88B8291}"/>
              </a:ext>
            </a:extLst>
          </p:cNvPr>
          <p:cNvSpPr txBox="1"/>
          <p:nvPr/>
        </p:nvSpPr>
        <p:spPr>
          <a:xfrm>
            <a:off x="321733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1245E2B0-6689-FBDE-C6A3-628AC715DCBA}"/>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26503E1E-8AA6-A24E-DF53-169D6F382B4F}"/>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0F1408A1-3241-C83E-9503-85B28F6994F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93" name="TextBox 92">
            <a:extLst>
              <a:ext uri="{FF2B5EF4-FFF2-40B4-BE49-F238E27FC236}">
                <a16:creationId xmlns:a16="http://schemas.microsoft.com/office/drawing/2014/main" id="{16188249-47D0-BDFD-B1AE-115CD964B912}"/>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FC57E1A7-28BF-0310-3514-090D448CBD03}"/>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5" name="TextBox 94">
            <a:extLst>
              <a:ext uri="{FF2B5EF4-FFF2-40B4-BE49-F238E27FC236}">
                <a16:creationId xmlns:a16="http://schemas.microsoft.com/office/drawing/2014/main" id="{6C7EB0A5-5C62-068E-770C-D9723F207B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6" name="TextBox 95">
            <a:extLst>
              <a:ext uri="{FF2B5EF4-FFF2-40B4-BE49-F238E27FC236}">
                <a16:creationId xmlns:a16="http://schemas.microsoft.com/office/drawing/2014/main" id="{A520A10B-4787-50EE-A203-754A0A19B810}"/>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7" name="TextBox 96">
            <a:extLst>
              <a:ext uri="{FF2B5EF4-FFF2-40B4-BE49-F238E27FC236}">
                <a16:creationId xmlns:a16="http://schemas.microsoft.com/office/drawing/2014/main" id="{E1855FD7-5F0C-701D-3E71-08404F7082CA}"/>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98" name="TextBox 97">
            <a:extLst>
              <a:ext uri="{FF2B5EF4-FFF2-40B4-BE49-F238E27FC236}">
                <a16:creationId xmlns:a16="http://schemas.microsoft.com/office/drawing/2014/main" id="{ED61ACE0-4C71-442A-E12E-8336E62E3204}"/>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12440973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57AF8-CA51-A7D6-D9D1-D5D442467D4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93EB6F-DD08-F41A-72F1-01593322038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706E4E6-9B21-A130-8617-D57930CBE9B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FD3E18-381A-D65F-A3B0-93E3B52FB5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6196766-0EF6-9940-CB80-D63274D3D46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EFD4494-3ED0-E564-6B61-939DA4861C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06B2EA-C0F9-5817-6547-AB1FDEB03F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8740E4B-5245-372B-CE15-4F01649FA11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F51F56FF-F878-EB81-2D1C-6E743799F0E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E5933393-4297-E884-1787-E1AFAA77A14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21834BD1-4B20-8698-6C0B-51507903D352}"/>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8136429-B8DC-A843-1882-5BC129E562CA}"/>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B33631A-4013-76DC-F65D-D45F7EDB65F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DF39BE5-FF2F-FDED-7537-AFA490F49C18}"/>
              </a:ext>
            </a:extLst>
          </p:cNvPr>
          <p:cNvSpPr txBox="1"/>
          <p:nvPr/>
        </p:nvSpPr>
        <p:spPr>
          <a:xfrm>
            <a:off x="6152446" y="901933"/>
            <a:ext cx="570089" cy="230832"/>
          </a:xfrm>
          <a:prstGeom prst="rect">
            <a:avLst/>
          </a:prstGeom>
          <a:noFill/>
        </p:spPr>
        <p:txBody>
          <a:bodyPr wrap="square" rtlCol="0">
            <a:spAutoFit/>
          </a:bodyPr>
          <a:lstStyle/>
          <a:p>
            <a:pPr algn="ctr"/>
            <a:r>
              <a:rPr lang="en-US" sz="900" dirty="0"/>
              <a:t>38</a:t>
            </a:r>
          </a:p>
        </p:txBody>
      </p:sp>
      <p:sp>
        <p:nvSpPr>
          <p:cNvPr id="29" name="TextBox 28">
            <a:extLst>
              <a:ext uri="{FF2B5EF4-FFF2-40B4-BE49-F238E27FC236}">
                <a16:creationId xmlns:a16="http://schemas.microsoft.com/office/drawing/2014/main" id="{AC539EF4-7180-EFB6-1FEA-46397BB2CA0A}"/>
              </a:ext>
            </a:extLst>
          </p:cNvPr>
          <p:cNvSpPr txBox="1"/>
          <p:nvPr/>
        </p:nvSpPr>
        <p:spPr>
          <a:xfrm>
            <a:off x="6654802" y="901933"/>
            <a:ext cx="570089" cy="230832"/>
          </a:xfrm>
          <a:prstGeom prst="rect">
            <a:avLst/>
          </a:prstGeom>
          <a:noFill/>
        </p:spPr>
        <p:txBody>
          <a:bodyPr wrap="square" rtlCol="0">
            <a:spAutoFit/>
          </a:bodyPr>
          <a:lstStyle/>
          <a:p>
            <a:pPr algn="ctr"/>
            <a:r>
              <a:rPr lang="en-US" sz="900" dirty="0"/>
              <a:t>83</a:t>
            </a:r>
          </a:p>
        </p:txBody>
      </p:sp>
      <p:sp>
        <p:nvSpPr>
          <p:cNvPr id="39" name="TextBox 38">
            <a:extLst>
              <a:ext uri="{FF2B5EF4-FFF2-40B4-BE49-F238E27FC236}">
                <a16:creationId xmlns:a16="http://schemas.microsoft.com/office/drawing/2014/main" id="{431C5A98-64FF-4F21-F59A-601D91D41573}"/>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75AF19B0-CBFC-B3EC-006F-95F864EDE0A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FCB4B4C-CCC5-92F2-A894-48DDA42656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1E4B683-2FE2-4B88-A1AB-C583ACEBF90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DDDD9201-0227-4AE5-B9FB-E2C2240214C1}"/>
              </a:ext>
            </a:extLst>
          </p:cNvPr>
          <p:cNvSpPr txBox="1"/>
          <p:nvPr/>
        </p:nvSpPr>
        <p:spPr>
          <a:xfrm>
            <a:off x="6152446" y="2404765"/>
            <a:ext cx="570089" cy="230832"/>
          </a:xfrm>
          <a:prstGeom prst="rect">
            <a:avLst/>
          </a:prstGeom>
          <a:noFill/>
        </p:spPr>
        <p:txBody>
          <a:bodyPr wrap="square" rtlCol="0">
            <a:spAutoFit/>
          </a:bodyPr>
          <a:lstStyle/>
          <a:p>
            <a:pPr algn="ctr"/>
            <a:r>
              <a:rPr lang="en-US" sz="900" dirty="0"/>
              <a:t>78</a:t>
            </a:r>
          </a:p>
        </p:txBody>
      </p:sp>
      <p:sp>
        <p:nvSpPr>
          <p:cNvPr id="51" name="TextBox 50">
            <a:extLst>
              <a:ext uri="{FF2B5EF4-FFF2-40B4-BE49-F238E27FC236}">
                <a16:creationId xmlns:a16="http://schemas.microsoft.com/office/drawing/2014/main" id="{7EA40600-91CD-AE12-DD65-7860C88FB40B}"/>
              </a:ext>
            </a:extLst>
          </p:cNvPr>
          <p:cNvSpPr txBox="1"/>
          <p:nvPr/>
        </p:nvSpPr>
        <p:spPr>
          <a:xfrm>
            <a:off x="7157158" y="2404765"/>
            <a:ext cx="570089" cy="230832"/>
          </a:xfrm>
          <a:prstGeom prst="rect">
            <a:avLst/>
          </a:prstGeom>
          <a:noFill/>
        </p:spPr>
        <p:txBody>
          <a:bodyPr wrap="square" rtlCol="0">
            <a:spAutoFit/>
          </a:bodyPr>
          <a:lstStyle/>
          <a:p>
            <a:pPr algn="ctr"/>
            <a:r>
              <a:rPr lang="en-US" sz="900" dirty="0"/>
              <a:t>87</a:t>
            </a:r>
          </a:p>
        </p:txBody>
      </p:sp>
      <p:sp>
        <p:nvSpPr>
          <p:cNvPr id="55" name="TextBox 54">
            <a:extLst>
              <a:ext uri="{FF2B5EF4-FFF2-40B4-BE49-F238E27FC236}">
                <a16:creationId xmlns:a16="http://schemas.microsoft.com/office/drawing/2014/main" id="{5F863BBA-9EA4-BF78-7CF2-7F5C40DE1444}"/>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4525DDD9-AC47-1A8B-7880-937411DEAA6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4CBAD7AE-406E-0506-59A1-51A8C138195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A59B1E2D-4881-9561-AC22-E7AE2BC099B2}"/>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BBCC63D-479A-053C-08CD-800F0A68E71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D005D894-0A49-32D6-921F-60817230B338}"/>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4527B0FB-5103-9D7A-5284-C4A76FC1A79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DE042F74-B372-2FA5-6AE5-57E817406F1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6D648CCF-EFF0-E256-1B7F-158A94BA555C}"/>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8093DE7A-FF3F-D01B-867B-13B1CC43D96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69" name="TextBox 68">
            <a:extLst>
              <a:ext uri="{FF2B5EF4-FFF2-40B4-BE49-F238E27FC236}">
                <a16:creationId xmlns:a16="http://schemas.microsoft.com/office/drawing/2014/main" id="{26AAF534-D573-E229-CB28-0B71E4559E5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0F86088D-876B-89FA-0653-2BD3ADAC25C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98F2BE63-C9AE-BBCE-781D-B85C886D913F}"/>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3DC20EA-9BDD-E60B-733C-5615D90B911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0460794F-5624-0999-B702-E193B2A6045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F79E8E0A-6144-5FDB-FA44-350CEA0D9AC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083CB0C4-CC99-DEF8-39F9-1D9737398CEC}"/>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07E24314-98F1-D3E9-1CD9-C453FA24E972}"/>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68EBA35-6C5A-FAEE-B9A9-C50F9E361FB4}"/>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0AAB3BDC-2CE4-23BB-5409-A71B7384424F}"/>
              </a:ext>
            </a:extLst>
          </p:cNvPr>
          <p:cNvSpPr txBox="1"/>
          <p:nvPr/>
        </p:nvSpPr>
        <p:spPr>
          <a:xfrm>
            <a:off x="3640666" y="4909484"/>
            <a:ext cx="570089" cy="230832"/>
          </a:xfrm>
          <a:prstGeom prst="rect">
            <a:avLst/>
          </a:prstGeom>
          <a:noFill/>
        </p:spPr>
        <p:txBody>
          <a:bodyPr wrap="square" rtlCol="0">
            <a:spAutoFit/>
          </a:bodyPr>
          <a:lstStyle/>
          <a:p>
            <a:pPr algn="ctr"/>
            <a:r>
              <a:rPr lang="en-US" sz="900" dirty="0"/>
              <a:t>52</a:t>
            </a:r>
          </a:p>
        </p:txBody>
      </p:sp>
      <p:sp>
        <p:nvSpPr>
          <p:cNvPr id="86" name="TextBox 85">
            <a:extLst>
              <a:ext uri="{FF2B5EF4-FFF2-40B4-BE49-F238E27FC236}">
                <a16:creationId xmlns:a16="http://schemas.microsoft.com/office/drawing/2014/main" id="{562F6A47-6E59-BC2D-AB12-BA21B64CF9A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24676B54-DEAC-E0B6-6032-789F39978145}"/>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D9939EAB-9687-5FA5-0619-0D7656854DF3}"/>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D23F111F-0A18-38A2-D8A9-4135BC295C38}"/>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D04E485A-74E0-3BF4-A927-19BB022A5D4F}"/>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5274F3AA-A8A9-AC99-24EC-A5499FB984F4}"/>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1760807-5269-DEB7-521E-7356CD4AE8D0}"/>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3186CE40-EF25-E067-30FE-E5CB472E85A0}"/>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CDEAF8BD-0905-B21C-B67E-41EF98CA64EE}"/>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1A197CC9-7F72-BCD2-BEAC-EDC16BCD0E61}"/>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8541BC1-E812-8275-F8DC-99D9C53B6C3C}"/>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E60CA7FF-46F8-B5A2-0533-72B2950B3A9D}"/>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2FEF23B0-D1D5-3F0A-7E77-EC74263CE9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DE85577-608A-8F21-720F-396C0647791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1" name="TextBox 40">
            <a:extLst>
              <a:ext uri="{FF2B5EF4-FFF2-40B4-BE49-F238E27FC236}">
                <a16:creationId xmlns:a16="http://schemas.microsoft.com/office/drawing/2014/main" id="{4F1F6694-68FE-CE39-68EF-C4C43951D736}"/>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22CD90F-FA00-0F6C-CEE9-EDFB874A23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F4BB6E60-802B-0197-1374-C40926CFDE59}"/>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07C41DCD-841E-1D1A-AA5E-44D48940AF41}"/>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CE545CFD-8854-E817-794A-0AA43B297B2F}"/>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9B713625-C5E6-D79F-9A3D-09A29F60B956}"/>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8F5EA60-DFBA-A742-DBA6-59F375936F97}"/>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0812123F-5AA7-1687-3ABE-907B152B9394}"/>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392E0C62-16A1-32DD-1CA5-D367F36CFD1B}"/>
              </a:ext>
            </a:extLst>
          </p:cNvPr>
          <p:cNvSpPr txBox="1"/>
          <p:nvPr/>
        </p:nvSpPr>
        <p:spPr>
          <a:xfrm>
            <a:off x="3217333"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25FAF4D-A786-4B99-F16F-9340180559D3}"/>
              </a:ext>
            </a:extLst>
          </p:cNvPr>
          <p:cNvSpPr txBox="1"/>
          <p:nvPr/>
        </p:nvSpPr>
        <p:spPr>
          <a:xfrm>
            <a:off x="321733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C35A2C07-CBD1-E272-1D48-2A2ED5AD3945}"/>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7B7FAF24-F266-8878-75D7-52B0747DA67B}"/>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B2633922-A22C-F205-FC9C-BAD470F3A69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93" name="TextBox 92">
            <a:extLst>
              <a:ext uri="{FF2B5EF4-FFF2-40B4-BE49-F238E27FC236}">
                <a16:creationId xmlns:a16="http://schemas.microsoft.com/office/drawing/2014/main" id="{CA0640C7-0258-646B-16CF-DBF5262A1EC9}"/>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85601C98-7CAF-BBE5-9414-F480EDB4D304}"/>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5" name="TextBox 94">
            <a:extLst>
              <a:ext uri="{FF2B5EF4-FFF2-40B4-BE49-F238E27FC236}">
                <a16:creationId xmlns:a16="http://schemas.microsoft.com/office/drawing/2014/main" id="{2C44D2A9-69DB-2A3F-D103-55627CC839A9}"/>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6" name="TextBox 95">
            <a:extLst>
              <a:ext uri="{FF2B5EF4-FFF2-40B4-BE49-F238E27FC236}">
                <a16:creationId xmlns:a16="http://schemas.microsoft.com/office/drawing/2014/main" id="{43DFD872-DEC8-A511-475A-30683B9E964C}"/>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7" name="TextBox 96">
            <a:extLst>
              <a:ext uri="{FF2B5EF4-FFF2-40B4-BE49-F238E27FC236}">
                <a16:creationId xmlns:a16="http://schemas.microsoft.com/office/drawing/2014/main" id="{3809E6D8-4513-C2EB-E46F-1B41C8F0AA6A}"/>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4B17867-94C8-1CCB-E34B-67B219CBB73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05E3C579-4A62-F3F6-2043-679C8DC8538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C0B12F1E-B1CD-CAF8-FB85-D70A16389739}"/>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19" name="TextBox 18">
            <a:extLst>
              <a:ext uri="{FF2B5EF4-FFF2-40B4-BE49-F238E27FC236}">
                <a16:creationId xmlns:a16="http://schemas.microsoft.com/office/drawing/2014/main" id="{F0E7490C-963A-E999-6F47-C06AE704C7F9}"/>
              </a:ext>
            </a:extLst>
          </p:cNvPr>
          <p:cNvSpPr txBox="1"/>
          <p:nvPr/>
        </p:nvSpPr>
        <p:spPr>
          <a:xfrm>
            <a:off x="7213604" y="3237891"/>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3B88A716-01D2-134E-8BD4-A397568F20BB}"/>
              </a:ext>
            </a:extLst>
          </p:cNvPr>
          <p:cNvSpPr txBox="1"/>
          <p:nvPr/>
        </p:nvSpPr>
        <p:spPr>
          <a:xfrm>
            <a:off x="6214537" y="3741226"/>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2B13AAF0-0234-B485-1C3E-73D31A905B1B}"/>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F8ADC55-E7DB-BE85-160F-6F70BBC18ADB}"/>
              </a:ext>
            </a:extLst>
          </p:cNvPr>
          <p:cNvSpPr txBox="1"/>
          <p:nvPr/>
        </p:nvSpPr>
        <p:spPr>
          <a:xfrm>
            <a:off x="3716867"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C11F04FA-2F1F-8D8C-9A48-DE43D462D46A}"/>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F6F7FC2-5AE5-B6C3-05DA-2E87A9FAE6CC}"/>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5932DE1-480C-C046-82E5-36F7EFC9B4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E823B35-B89E-0BBF-7DD4-3C24D20E2789}"/>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2203264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5BD1E-2C53-4369-0280-D0208331D6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AE1077-0559-7CE7-1936-7DD70EABA73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3CFF73E-87F0-FD2E-FB2D-667AC8816B8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56E205-2DF5-2B84-50DB-7E4AF5D12FE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C345D4-D591-98B3-22B3-3A9A3CCFA15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EDD913-5145-F09D-5CD4-E9A2E40670A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DD452C-32CB-4515-6D11-F3D7F0704F4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209B52E0-9063-DE33-BB75-3D5B8A5D1D4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A96DDB9-31DD-C2D3-F083-832F6B879AD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A0512CC8-C51D-8703-3432-3AE9DA72F72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B5A8927B-F75E-7ED7-8549-60E826031A4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B06650C-6685-E1A3-3C81-F0A25B5D382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42D8DDF-E236-5AF5-3EA6-50C71086125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62AA274-CC33-8995-2392-719EE2583941}"/>
              </a:ext>
            </a:extLst>
          </p:cNvPr>
          <p:cNvSpPr txBox="1"/>
          <p:nvPr/>
        </p:nvSpPr>
        <p:spPr>
          <a:xfrm>
            <a:off x="6152446" y="901933"/>
            <a:ext cx="570089" cy="230832"/>
          </a:xfrm>
          <a:prstGeom prst="rect">
            <a:avLst/>
          </a:prstGeom>
          <a:noFill/>
        </p:spPr>
        <p:txBody>
          <a:bodyPr wrap="square" rtlCol="0">
            <a:spAutoFit/>
          </a:bodyPr>
          <a:lstStyle/>
          <a:p>
            <a:pPr algn="ctr"/>
            <a:r>
              <a:rPr lang="en-US" sz="900" dirty="0"/>
              <a:t>38</a:t>
            </a:r>
          </a:p>
        </p:txBody>
      </p:sp>
      <p:sp>
        <p:nvSpPr>
          <p:cNvPr id="29" name="TextBox 28">
            <a:extLst>
              <a:ext uri="{FF2B5EF4-FFF2-40B4-BE49-F238E27FC236}">
                <a16:creationId xmlns:a16="http://schemas.microsoft.com/office/drawing/2014/main" id="{2CD435EA-4421-B3FE-FF24-42BCB2FC25CE}"/>
              </a:ext>
            </a:extLst>
          </p:cNvPr>
          <p:cNvSpPr txBox="1"/>
          <p:nvPr/>
        </p:nvSpPr>
        <p:spPr>
          <a:xfrm>
            <a:off x="6654802" y="901933"/>
            <a:ext cx="570089" cy="230832"/>
          </a:xfrm>
          <a:prstGeom prst="rect">
            <a:avLst/>
          </a:prstGeom>
          <a:noFill/>
        </p:spPr>
        <p:txBody>
          <a:bodyPr wrap="square" rtlCol="0">
            <a:spAutoFit/>
          </a:bodyPr>
          <a:lstStyle/>
          <a:p>
            <a:pPr algn="ctr"/>
            <a:r>
              <a:rPr lang="en-US" sz="900" dirty="0"/>
              <a:t>83</a:t>
            </a:r>
          </a:p>
        </p:txBody>
      </p:sp>
      <p:sp>
        <p:nvSpPr>
          <p:cNvPr id="39" name="TextBox 38">
            <a:extLst>
              <a:ext uri="{FF2B5EF4-FFF2-40B4-BE49-F238E27FC236}">
                <a16:creationId xmlns:a16="http://schemas.microsoft.com/office/drawing/2014/main" id="{484509BE-50AD-AC01-81A9-7F4A3426E19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4482695-DC20-0B73-FB35-3FF605F3563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6F5D7238-5BC7-A723-0361-F4E06AF11EC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488A646-D5F8-EE9A-875D-A6E027E4756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267FACF1-DFD5-2267-60F0-BB560DF48D49}"/>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C1ABC040-6B63-28AA-F066-DB0DC8DEB611}"/>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2737986-FD2E-4C66-B230-6A84F21E201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42B2BCDF-0467-C5F9-DC7A-A871234B25C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350A6FC-9BEF-E4E6-A13F-D1AF588FF583}"/>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88F1097-9AB8-E575-E20E-73D766AEAE96}"/>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FA2AED9C-954C-7A8B-5C31-434A128C1C5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DF620A6-3375-9F0C-2EF5-9993F419A75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5B0EC36-FCF5-A86C-E04E-4D93B5C0987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6A97A3FE-8D83-4F88-6C3B-BC83AE4EC30E}"/>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F74AC3A-FB3E-DD83-562D-C12CB77B5E2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8477C667-10D3-CD0E-56E0-7A4538DB2EFF}"/>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B36001E-5A29-020F-E741-FC8E64002E9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D2BBC73-7DA5-37A6-D9DA-0A63B8D91B4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1CE26916-AB69-6B5B-57B2-C7247EB24B44}"/>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53FE61B4-5783-A6D1-C84A-C4605E615189}"/>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B9EB5289-A9E2-B514-5B9B-67AB5C825725}"/>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EFB22FF-A2A4-D43E-6E24-2A8A85335757}"/>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4D25F5F0-B384-24C5-A7E2-6A4B0B05FEA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7AC34229-822D-BB53-AE1B-62BD0B900C3A}"/>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87FFB7F0-87FD-8567-E544-9E4B23ACA4F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1DE07FD4-AFA2-820B-AFBD-5A7529F30468}"/>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C00989BD-7D36-C152-FB2C-9E0C1D36A864}"/>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74A7E684-DFB2-5AC8-8D05-0229E115EE2E}"/>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BA0F5FC-5578-E021-812C-DCE3946D446C}"/>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D52B361B-847D-08C2-57B9-FBA9EF9AE0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5CEC10D0-0CD1-ED64-25E4-217154B4FF22}"/>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AFD256EF-B86A-1AC7-1042-EFC652009BA3}"/>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C5550C6E-3FAF-0D41-2249-16CD6057A401}"/>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68BDCCEC-9C4C-3420-1B9B-440A6C8C2363}"/>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0CD5933E-5517-5124-AF45-7422A32741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EC28158-F864-451F-E01A-85D4FBD5CD6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1" name="TextBox 40">
            <a:extLst>
              <a:ext uri="{FF2B5EF4-FFF2-40B4-BE49-F238E27FC236}">
                <a16:creationId xmlns:a16="http://schemas.microsoft.com/office/drawing/2014/main" id="{6AD1B627-85A8-2191-5CDE-FF2BFCA301BE}"/>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5DB3369-6628-C48D-6E1C-4DCDA511DD6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0E1E915E-7EB9-306F-D2B2-70FDE526B749}"/>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A02427BE-EBF0-2839-4D12-990FD4C2AD47}"/>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44ADFEFE-01C0-B001-C8A7-EE14C2920AA7}"/>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91D3B983-506B-BDE7-8E59-E3006259A8ED}"/>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320D8B6-5A6A-8D71-FACE-5C097527ECD3}"/>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7EC1E03E-B4CE-F07C-7A91-9CF066EE6999}"/>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F8CC0260-BCFC-FDE8-3397-F982B0899105}"/>
              </a:ext>
            </a:extLst>
          </p:cNvPr>
          <p:cNvSpPr txBox="1"/>
          <p:nvPr/>
        </p:nvSpPr>
        <p:spPr>
          <a:xfrm>
            <a:off x="3217333"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4D7777C-2B42-DC79-FED1-B0A3E34ACE0E}"/>
              </a:ext>
            </a:extLst>
          </p:cNvPr>
          <p:cNvSpPr txBox="1"/>
          <p:nvPr/>
        </p:nvSpPr>
        <p:spPr>
          <a:xfrm>
            <a:off x="321733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77D12576-C78E-6B4A-0384-D015903B5415}"/>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2B2CFCA5-B826-2F6C-09C9-2F44738518BF}"/>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AAF72DA0-5CB0-9AE5-7519-B2E5535A632C}"/>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93" name="TextBox 92">
            <a:extLst>
              <a:ext uri="{FF2B5EF4-FFF2-40B4-BE49-F238E27FC236}">
                <a16:creationId xmlns:a16="http://schemas.microsoft.com/office/drawing/2014/main" id="{50E0DADB-5294-57E0-AAF3-2FF3A84F9DB6}"/>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B5341645-19A7-E46B-736E-2A74E2F946F4}"/>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5" name="TextBox 94">
            <a:extLst>
              <a:ext uri="{FF2B5EF4-FFF2-40B4-BE49-F238E27FC236}">
                <a16:creationId xmlns:a16="http://schemas.microsoft.com/office/drawing/2014/main" id="{BB51C278-DCCF-FDA7-ECE7-823522025A8A}"/>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6" name="TextBox 95">
            <a:extLst>
              <a:ext uri="{FF2B5EF4-FFF2-40B4-BE49-F238E27FC236}">
                <a16:creationId xmlns:a16="http://schemas.microsoft.com/office/drawing/2014/main" id="{FCCC2CD6-071E-C968-F9C4-9D85D0E49568}"/>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7" name="TextBox 96">
            <a:extLst>
              <a:ext uri="{FF2B5EF4-FFF2-40B4-BE49-F238E27FC236}">
                <a16:creationId xmlns:a16="http://schemas.microsoft.com/office/drawing/2014/main" id="{1CC72D84-51FB-1039-802C-60A02B26B6A1}"/>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783DE30C-8C2A-CCBC-1A5F-D730FAA33C1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3513CCBA-5F33-F3CB-03D2-8B6012E916F8}"/>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E489489D-0F86-F623-2AC5-1E810BD863C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19" name="TextBox 18">
            <a:extLst>
              <a:ext uri="{FF2B5EF4-FFF2-40B4-BE49-F238E27FC236}">
                <a16:creationId xmlns:a16="http://schemas.microsoft.com/office/drawing/2014/main" id="{6FEF318A-ED1B-02CE-AFE0-287DD7D70A06}"/>
              </a:ext>
            </a:extLst>
          </p:cNvPr>
          <p:cNvSpPr txBox="1"/>
          <p:nvPr/>
        </p:nvSpPr>
        <p:spPr>
          <a:xfrm>
            <a:off x="7213604" y="3237891"/>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944CC1CA-EF8C-B05C-E15D-A7AFFE92362F}"/>
              </a:ext>
            </a:extLst>
          </p:cNvPr>
          <p:cNvSpPr txBox="1"/>
          <p:nvPr/>
        </p:nvSpPr>
        <p:spPr>
          <a:xfrm>
            <a:off x="6214537" y="3741226"/>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EDCD105D-6C67-ECFA-71AD-6E0579A4935A}"/>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C3C3520-E2E5-2362-7A09-6429BA4B9F8A}"/>
              </a:ext>
            </a:extLst>
          </p:cNvPr>
          <p:cNvSpPr txBox="1"/>
          <p:nvPr/>
        </p:nvSpPr>
        <p:spPr>
          <a:xfrm>
            <a:off x="3716867"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55937FA6-13BA-3A24-2EAA-D5FC60F9313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B20C35A5-9A0D-0616-D135-2183F36AC7BB}"/>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F39C1BBC-8B91-898C-99DB-362BE9DEC69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17" name="TextBox 16">
            <a:extLst>
              <a:ext uri="{FF2B5EF4-FFF2-40B4-BE49-F238E27FC236}">
                <a16:creationId xmlns:a16="http://schemas.microsoft.com/office/drawing/2014/main" id="{9CED00C5-F5B9-F217-BB97-3792A1CF26DC}"/>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76EB7509-EF08-4AC0-FF52-FE5483F0A0D9}"/>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CDBBD272-B83F-6A23-A079-41885A6069A4}"/>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72977E5-DEB2-7032-5D82-9740A5BB627A}"/>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BBF843E2-5BF7-38C2-3D3C-416A893DE3DE}"/>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6952292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D6CA3-73D3-FE2A-2158-B6CF85A818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C06043A-C85F-86DB-79A0-7DCA26E24AB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72CE816-FE1D-218B-6AEB-EF15D6C2C38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0F23FFC-36A6-506F-735A-9BAF7613A8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5B3AFC-E7BC-B223-EE31-A625E7EE8F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A4E824-7240-83D6-A14C-F7D6842E53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5377DFC-92C9-A788-27AD-940474D8013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A4280EB-DCFB-3A01-C114-A60C06F5BE0C}"/>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5DA887C7-8E1B-DFD7-338B-B127380C8D5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6EEE91A8-E30C-74DC-1780-48A24BDD4EBC}"/>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776C7DE5-58CC-B19D-B5B4-C2C98CB23DA2}"/>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732B9B8-A2C2-F9B5-438B-157B0BA26C4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9F4EEDC-FF7C-D748-CB85-3BB037EF185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143086A5-DD4D-899D-E3B6-101B06FBB35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EF396A9A-DBD0-7647-4DF8-E45BB21469E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1E27557-77B1-A47D-C2DC-EFA3147F3AD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78238A0-E5D3-9387-F570-4425EF3415D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5F085254-3EAB-0216-3A4C-736CC6675B66}"/>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61695B3-035B-660F-CC84-320CFEC45F4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16EFAB94-9719-FE21-8DE7-CF59955CC3D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0D25D84-3C5A-49B7-C5D4-7E57D0F01F1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11F57A9-7FC7-DF67-23F8-26FF44C322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2CF3391-E0B7-B6E5-FB20-7D4E55724858}"/>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16897611-2F6E-AC7A-7A32-2F27C302B2D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18AAF2DD-4F15-FC95-C701-6552F398419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3D6FB432-488D-C711-17D2-93CE7D5F6DEC}"/>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084E4D1E-E495-27DB-EC8D-C48E04F2213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82B6E06-7A61-EE93-756A-58EF630ACF6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D4C8CB03-2A30-405E-99CE-607E0427E419}"/>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73396272-BDF4-FB99-FCBA-CDE450B8AF7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B8A7200-11EE-E619-C02D-BCE03305B63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DE59F632-118B-41FB-7ADC-6E2A7599A1FF}"/>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2335A6E0-DFAA-C4F9-8AE4-2124CD49ABF2}"/>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46D5A94B-1FE0-3F1A-79C4-8D927B716834}"/>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93F3BF2-6C8B-E3EB-E1F5-8D5022261F1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5E57300F-738D-6662-83C9-AD3DE22C2F3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79D6091E-F44C-C34E-F9D1-49FF1FD9F2E9}"/>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B6551A54-852F-BEA8-DAD5-7CB6E68C4C0C}"/>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F960FA51-DACA-E0BE-AF6F-8B02935A2F0A}"/>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82854509-CC35-2EB0-B75C-31E8DB3A6352}"/>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57551CDD-3909-3087-7FDF-B370CB84409F}"/>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CDDBDFA-A647-3A6F-99B9-76CA60F5DCAE}"/>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CE581CCB-9A83-661A-A89B-ABA8752B7039}"/>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4A059213-E431-8CAF-A68C-2A13CA0D6D8D}"/>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67A81462-A26E-DE24-3588-15DB60CBC8E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62DB382-34CF-E7D7-2B51-709E9D9ECF56}"/>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656B2077-807C-F94E-C00F-E5D68396C973}"/>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41CB61ED-2F5C-792B-088B-BCC76FAEED9F}"/>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2D49DD0-7A21-FE48-36E5-873D5BD45384}"/>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1" name="TextBox 40">
            <a:extLst>
              <a:ext uri="{FF2B5EF4-FFF2-40B4-BE49-F238E27FC236}">
                <a16:creationId xmlns:a16="http://schemas.microsoft.com/office/drawing/2014/main" id="{5CC6F1D6-52F2-98CC-C9B7-E41ACC886AE1}"/>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6885C66E-03D1-AAAB-A9A0-F58542C5D7F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D606D38F-0EF8-9327-6865-9853D188E98A}"/>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35A13B78-F42E-C55F-CDF3-4D46A98F57DE}"/>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8C3FCDFA-BE0A-1031-9F99-EF52C09EBD4F}"/>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74BC46AB-B7F6-FB0D-A5C0-A9C06E0E3967}"/>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5E234526-6EAC-164E-BAB7-415489497C26}"/>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690A923C-75A2-79EF-A09C-95A57A31F925}"/>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A1C20093-6162-18FE-2989-9C6E1BCB7433}"/>
              </a:ext>
            </a:extLst>
          </p:cNvPr>
          <p:cNvSpPr txBox="1"/>
          <p:nvPr/>
        </p:nvSpPr>
        <p:spPr>
          <a:xfrm>
            <a:off x="3217333"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42FC707-8543-C06C-86E6-CD2AD65D1435}"/>
              </a:ext>
            </a:extLst>
          </p:cNvPr>
          <p:cNvSpPr txBox="1"/>
          <p:nvPr/>
        </p:nvSpPr>
        <p:spPr>
          <a:xfrm>
            <a:off x="321733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96C2F00E-FA5E-5319-6D05-FAE5A165E96F}"/>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79594623-889F-61C4-6468-DB520398D213}"/>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3F1D5A55-13A9-97E1-62CF-C51FE97276B6}"/>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93" name="TextBox 92">
            <a:extLst>
              <a:ext uri="{FF2B5EF4-FFF2-40B4-BE49-F238E27FC236}">
                <a16:creationId xmlns:a16="http://schemas.microsoft.com/office/drawing/2014/main" id="{3181AA19-7996-5E88-D2E3-692A8410B000}"/>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FF88671A-F33B-3AA1-6E6B-EE8CC3C60E44}"/>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5" name="TextBox 94">
            <a:extLst>
              <a:ext uri="{FF2B5EF4-FFF2-40B4-BE49-F238E27FC236}">
                <a16:creationId xmlns:a16="http://schemas.microsoft.com/office/drawing/2014/main" id="{5D56E801-5FC0-DEB8-21DD-934F63C9922F}"/>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6" name="TextBox 95">
            <a:extLst>
              <a:ext uri="{FF2B5EF4-FFF2-40B4-BE49-F238E27FC236}">
                <a16:creationId xmlns:a16="http://schemas.microsoft.com/office/drawing/2014/main" id="{E04D9D71-1301-E504-F3C0-11EED8A54C7A}"/>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7" name="TextBox 96">
            <a:extLst>
              <a:ext uri="{FF2B5EF4-FFF2-40B4-BE49-F238E27FC236}">
                <a16:creationId xmlns:a16="http://schemas.microsoft.com/office/drawing/2014/main" id="{576D3875-B732-59F3-90F1-780CC249C5EB}"/>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33DC1A74-664E-995E-D192-159E5A0D15A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D4412F36-E080-CA88-1C1B-AAA2986DFD5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997B8532-D3C5-CC27-4A39-8A202E59205B}"/>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19" name="TextBox 18">
            <a:extLst>
              <a:ext uri="{FF2B5EF4-FFF2-40B4-BE49-F238E27FC236}">
                <a16:creationId xmlns:a16="http://schemas.microsoft.com/office/drawing/2014/main" id="{4E89F4CB-E30E-B31B-DD46-08D04C642761}"/>
              </a:ext>
            </a:extLst>
          </p:cNvPr>
          <p:cNvSpPr txBox="1"/>
          <p:nvPr/>
        </p:nvSpPr>
        <p:spPr>
          <a:xfrm>
            <a:off x="7213604" y="3237891"/>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A06E2756-A1DC-D062-5EC5-2003B0989DF8}"/>
              </a:ext>
            </a:extLst>
          </p:cNvPr>
          <p:cNvSpPr txBox="1"/>
          <p:nvPr/>
        </p:nvSpPr>
        <p:spPr>
          <a:xfrm>
            <a:off x="6214537" y="3741226"/>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F1CC0306-D846-53B0-DEB5-BEDA81DE7679}"/>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F89A375-233A-FFB4-3834-E4F3708BF7F5}"/>
              </a:ext>
            </a:extLst>
          </p:cNvPr>
          <p:cNvSpPr txBox="1"/>
          <p:nvPr/>
        </p:nvSpPr>
        <p:spPr>
          <a:xfrm>
            <a:off x="3716867"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8B50ECC-C005-4E04-52CB-F06ECDEECCB7}"/>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914DBB2-A56D-7B57-3E29-E9151BAD72CD}"/>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AEBCB1C-5EC2-ACB4-5793-DA7C029964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17" name="TextBox 16">
            <a:extLst>
              <a:ext uri="{FF2B5EF4-FFF2-40B4-BE49-F238E27FC236}">
                <a16:creationId xmlns:a16="http://schemas.microsoft.com/office/drawing/2014/main" id="{69D9CD46-2CB5-40AC-2A76-BC0CADD715B1}"/>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8CC30DD-EE9C-25E7-CB81-5E9D14CD6866}"/>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1BA6C0FC-89CB-F204-42FB-4B1C639AE8CB}"/>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E7C42A52-0F2C-11D7-D099-04EBF8C79298}"/>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37F706C2-B351-0B84-6AB0-BA3A697FCED3}"/>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1EEE3730-04C8-0DF5-6548-07055D235802}"/>
              </a:ext>
            </a:extLst>
          </p:cNvPr>
          <p:cNvSpPr txBox="1"/>
          <p:nvPr/>
        </p:nvSpPr>
        <p:spPr>
          <a:xfrm>
            <a:off x="6214537" y="721216"/>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EF70883E-BD32-7D6F-B2C4-23455898E293}"/>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5120561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CB55C-660C-E3BA-6DB0-4CD5FF4BAA6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E30F9F-9952-0056-FA9C-64D518A8B1CE}"/>
              </a:ext>
            </a:extLst>
          </p:cNvPr>
          <p:cNvSpPr>
            <a:spLocks noGrp="1"/>
          </p:cNvSpPr>
          <p:nvPr>
            <p:ph sz="half" idx="1"/>
          </p:nvPr>
        </p:nvSpPr>
        <p:spPr/>
        <p:txBody>
          <a:bodyPr/>
          <a:lstStyle/>
          <a:p>
            <a:r>
              <a:rPr lang="en-US" dirty="0"/>
              <a:t>Complete Columns 7–9.</a:t>
            </a:r>
          </a:p>
        </p:txBody>
      </p:sp>
      <p:pic>
        <p:nvPicPr>
          <p:cNvPr id="4" name="Picture 3" descr="A grid of sudoku puzzle&#10;&#10;Description automatically generated">
            <a:extLst>
              <a:ext uri="{FF2B5EF4-FFF2-40B4-BE49-F238E27FC236}">
                <a16:creationId xmlns:a16="http://schemas.microsoft.com/office/drawing/2014/main" id="{F1418F05-4F7D-9DD4-7FD5-D4DA1DE8270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AE45AC7-F256-C53C-D945-F4086CC05BC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17186F-719C-70F0-8DBC-1C6A07A79A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BEBB44-D961-E14F-9D8E-F11B433B83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134F169-1905-E97A-8896-FA0C0E29562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3113D3A-4D84-0B58-7FE3-EFF73CA7D6D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D58ABCB-9A7F-8D9E-F4D8-DF683A2E2E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00B9ABA3-1372-2B9B-6373-1E8DCC31040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F9745A3-3771-5F7B-2A3E-688E24EC751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32343A1-563F-285D-13CD-FCB696F4D73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4322671-211F-572E-FAC0-D37DEFCEBD4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85543B5A-4CD5-C164-70AC-A21772F86E42}"/>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7EAF9C3D-598F-81A0-9A0D-46A880AF8D4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1A8BB8BC-A655-D1B4-67FA-DE5972723F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8A56760-094E-706A-B771-3AE1CEF7972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27A2C565-512C-1365-7B2C-F422AAB7FFB4}"/>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A1007E6-3383-B195-CEF4-846BCBB1B962}"/>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C04CB91-99D4-9113-87EA-61D0154ED9EB}"/>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D7426A54-5EBA-FCA6-01A6-C1FB9AC748E2}"/>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E23FB1D-9784-E6AF-D1AA-5B23178B886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3454444-F026-75C9-5AD2-B0D5EB53788A}"/>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AFB0C9A4-B329-B06C-E828-8F43B544425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9842229B-B505-B5D7-D9D3-052DB03C9C12}"/>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EE7019B-2182-72E5-2DB1-62F2F95586B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3BB4245B-9FEE-C915-5840-58967F08705F}"/>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7348E774-CF46-9D61-B232-5628D0E5AF55}"/>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467BBDA7-8664-9363-D966-A98B3B349C8B}"/>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7E481453-B247-ED1E-E370-910F6F92D9E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04AFD04E-6B54-33B0-3DF2-33AD078542D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E2571B79-4403-989B-DADD-D8907E7B3BD6}"/>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70B73739-7E4D-E474-46B4-8703E5A1B164}"/>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7120F072-4612-EDAD-B011-FE1E7364B4F9}"/>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C42CD851-7E60-A63E-B939-26BE5A050D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4BAFA101-BA60-054A-C1CD-EED8FA51A15C}"/>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80" name="TextBox 79">
            <a:extLst>
              <a:ext uri="{FF2B5EF4-FFF2-40B4-BE49-F238E27FC236}">
                <a16:creationId xmlns:a16="http://schemas.microsoft.com/office/drawing/2014/main" id="{60703667-CF92-6680-FBEE-3059C687E2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233B419-7488-0332-FA1F-601025E3383C}"/>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692CA6E8-5AD6-F1BF-0C5E-31E64DC6F355}"/>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89" name="TextBox 88">
            <a:extLst>
              <a:ext uri="{FF2B5EF4-FFF2-40B4-BE49-F238E27FC236}">
                <a16:creationId xmlns:a16="http://schemas.microsoft.com/office/drawing/2014/main" id="{F0EEF253-088F-8E7D-59B9-57CED6302ACC}"/>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E7430F99-62CF-4353-CDF1-BEF9E0168A04}"/>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1924876-05F4-81DC-85A4-0C34C6526B72}"/>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C7E2697E-CB0D-5B64-CF62-0A9EA6D815DA}"/>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4C7F85AA-6C06-FB27-C47C-3529F35933FD}"/>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C9B22C14-372B-5FC2-F8F5-15D0B6FCA57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77B715B8-2C2E-16A6-60E1-B1E798B38DE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CAEBE342-6B99-AE78-9D22-40FEE44C30D8}"/>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1" name="TextBox 90">
            <a:extLst>
              <a:ext uri="{FF2B5EF4-FFF2-40B4-BE49-F238E27FC236}">
                <a16:creationId xmlns:a16="http://schemas.microsoft.com/office/drawing/2014/main" id="{7EE86F74-79BD-5594-94FA-E1D7756D0520}"/>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546E3D7-A466-700C-BC22-F55CF03B8E4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1" name="TextBox 40">
            <a:extLst>
              <a:ext uri="{FF2B5EF4-FFF2-40B4-BE49-F238E27FC236}">
                <a16:creationId xmlns:a16="http://schemas.microsoft.com/office/drawing/2014/main" id="{98AAA5E1-E2BC-3127-F62B-55ADEA4194C0}"/>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EB19546E-FF41-8007-187F-6C83176DD4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B4F8D689-7B27-39EA-9F17-0999930505F5}"/>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3052D4D6-9E6E-C78D-A023-B89B5C965920}"/>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EB76367A-81D0-50A9-DFCC-B3BB316E072D}"/>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E7753921-1220-9B6D-7D00-6339033B6F25}"/>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721D8EB6-723E-D8E2-44AE-09E04DCA091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FE2A7E3C-C704-6430-7477-1982E970BBDE}"/>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66863DAB-792F-B007-F3AF-7092D606AE30}"/>
              </a:ext>
            </a:extLst>
          </p:cNvPr>
          <p:cNvSpPr txBox="1"/>
          <p:nvPr/>
        </p:nvSpPr>
        <p:spPr>
          <a:xfrm>
            <a:off x="3217333"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65FAC76-6ABC-B0C3-BC97-31E7C612A733}"/>
              </a:ext>
            </a:extLst>
          </p:cNvPr>
          <p:cNvSpPr txBox="1"/>
          <p:nvPr/>
        </p:nvSpPr>
        <p:spPr>
          <a:xfrm>
            <a:off x="321733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5EE5BBCC-0303-7F68-C9B2-665446842CF2}"/>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67A3FC59-8CB8-E061-146D-7A165DD2A3C0}"/>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F8411204-B591-4763-6887-7A1C18400D75}"/>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93" name="TextBox 92">
            <a:extLst>
              <a:ext uri="{FF2B5EF4-FFF2-40B4-BE49-F238E27FC236}">
                <a16:creationId xmlns:a16="http://schemas.microsoft.com/office/drawing/2014/main" id="{7617F628-67A6-1B10-1243-DC3AE90D48BC}"/>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67D33F38-3C25-65A1-0A61-DFCCC05D1122}"/>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5" name="TextBox 94">
            <a:extLst>
              <a:ext uri="{FF2B5EF4-FFF2-40B4-BE49-F238E27FC236}">
                <a16:creationId xmlns:a16="http://schemas.microsoft.com/office/drawing/2014/main" id="{EE22AAF5-9BC0-C779-B888-15FE13958BD1}"/>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6" name="TextBox 95">
            <a:extLst>
              <a:ext uri="{FF2B5EF4-FFF2-40B4-BE49-F238E27FC236}">
                <a16:creationId xmlns:a16="http://schemas.microsoft.com/office/drawing/2014/main" id="{63D6663E-2AB4-F602-0714-906AB8D7AD9C}"/>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7" name="TextBox 96">
            <a:extLst>
              <a:ext uri="{FF2B5EF4-FFF2-40B4-BE49-F238E27FC236}">
                <a16:creationId xmlns:a16="http://schemas.microsoft.com/office/drawing/2014/main" id="{70603511-3197-3F38-DE2A-A1156E18294B}"/>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043E392-1FC8-39AE-268B-88D3C58D0DB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CCDF6996-77DC-BC07-66B3-8170127E9A83}"/>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DCF49606-4E8E-20BB-EA25-A258D36EE169}"/>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19" name="TextBox 18">
            <a:extLst>
              <a:ext uri="{FF2B5EF4-FFF2-40B4-BE49-F238E27FC236}">
                <a16:creationId xmlns:a16="http://schemas.microsoft.com/office/drawing/2014/main" id="{88C62766-73BF-8985-7A15-A9971E1F6936}"/>
              </a:ext>
            </a:extLst>
          </p:cNvPr>
          <p:cNvSpPr txBox="1"/>
          <p:nvPr/>
        </p:nvSpPr>
        <p:spPr>
          <a:xfrm>
            <a:off x="7213604" y="3237891"/>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29E915FD-82E1-A4C0-338E-958A512EE47B}"/>
              </a:ext>
            </a:extLst>
          </p:cNvPr>
          <p:cNvSpPr txBox="1"/>
          <p:nvPr/>
        </p:nvSpPr>
        <p:spPr>
          <a:xfrm>
            <a:off x="6214537" y="3741226"/>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12D7071E-28E2-D166-0B7E-499B1B7787B8}"/>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51F52E13-7E0E-791F-5C07-103D7F5841AD}"/>
              </a:ext>
            </a:extLst>
          </p:cNvPr>
          <p:cNvSpPr txBox="1"/>
          <p:nvPr/>
        </p:nvSpPr>
        <p:spPr>
          <a:xfrm>
            <a:off x="3716867"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1037BAA-79F8-CA0A-9BC0-4344671BA8E7}"/>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A5734756-3016-A033-4FEA-E9D14D29CA5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9D0C9A3-3FBC-BBF2-4B59-C36C629E541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17" name="TextBox 16">
            <a:extLst>
              <a:ext uri="{FF2B5EF4-FFF2-40B4-BE49-F238E27FC236}">
                <a16:creationId xmlns:a16="http://schemas.microsoft.com/office/drawing/2014/main" id="{C0CBC4B0-432F-160A-6B1C-103A0D752142}"/>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DE330FCF-0091-A7BF-9C06-A7241BAF01F0}"/>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1D6025A-4CB7-D61B-878F-D7C2B874B7F8}"/>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9F61CEF-E368-3AA0-38B5-57A43CEDF3E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09430E6B-3D32-C073-911B-AF150CF293D5}"/>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FADCD8F1-F7A8-B3D6-A981-A9499000D2F5}"/>
              </a:ext>
            </a:extLst>
          </p:cNvPr>
          <p:cNvSpPr txBox="1"/>
          <p:nvPr/>
        </p:nvSpPr>
        <p:spPr>
          <a:xfrm>
            <a:off x="6214537" y="721216"/>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28AD7F7-8B23-955D-BC4D-65AD53D0B60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9925962-6F1D-736B-190C-FBC71F7D9F53}"/>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29" name="TextBox 28">
            <a:extLst>
              <a:ext uri="{FF2B5EF4-FFF2-40B4-BE49-F238E27FC236}">
                <a16:creationId xmlns:a16="http://schemas.microsoft.com/office/drawing/2014/main" id="{1C50C509-1520-831E-E1DD-AD8EAE8550D7}"/>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3D8A98A9-19A1-7D80-48C6-2DC2C69F6DCA}"/>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594956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10413</TotalTime>
  <Words>4153</Words>
  <Application>Microsoft Macintosh PowerPoint</Application>
  <PresentationFormat>Widescreen</PresentationFormat>
  <Paragraphs>3491</Paragraphs>
  <Slides>62</Slides>
  <Notes>62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62</vt:i4>
      </vt:variant>
    </vt:vector>
  </HeadingPairs>
  <TitlesOfParts>
    <vt:vector size="6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390</cp:revision>
  <cp:lastPrinted>2026-10-16T03:13:07Z</cp:lastPrinted>
  <dcterms:created xsi:type="dcterms:W3CDTF">2024-03-19T02:13:08Z</dcterms:created>
  <dcterms:modified xsi:type="dcterms:W3CDTF">2026-10-16T05:58:04Z</dcterms:modified>
</cp:coreProperties>
</file>