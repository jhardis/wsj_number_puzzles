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457" r:id="rId2"/>
    <p:sldId id="531" r:id="rId3"/>
    <p:sldId id="532" r:id="rId4"/>
    <p:sldId id="533" r:id="rId5"/>
    <p:sldId id="534" r:id="rId6"/>
    <p:sldId id="535" r:id="rId7"/>
    <p:sldId id="536" r:id="rId8"/>
    <p:sldId id="545" r:id="rId9"/>
    <p:sldId id="544" r:id="rId10"/>
    <p:sldId id="546" r:id="rId11"/>
    <p:sldId id="547" r:id="rId12"/>
    <p:sldId id="548" r:id="rId13"/>
    <p:sldId id="549" r:id="rId14"/>
    <p:sldId id="538" r:id="rId15"/>
    <p:sldId id="550" r:id="rId16"/>
    <p:sldId id="551" r:id="rId17"/>
    <p:sldId id="564" r:id="rId18"/>
    <p:sldId id="565" r:id="rId19"/>
    <p:sldId id="571" r:id="rId20"/>
    <p:sldId id="572" r:id="rId21"/>
    <p:sldId id="573" r:id="rId22"/>
    <p:sldId id="575" r:id="rId23"/>
    <p:sldId id="580" r:id="rId24"/>
    <p:sldId id="552" r:id="rId25"/>
    <p:sldId id="579" r:id="rId26"/>
    <p:sldId id="539" r:id="rId27"/>
    <p:sldId id="555" r:id="rId28"/>
    <p:sldId id="556" r:id="rId29"/>
    <p:sldId id="557" r:id="rId30"/>
    <p:sldId id="570" r:id="rId31"/>
    <p:sldId id="558" r:id="rId32"/>
    <p:sldId id="567" r:id="rId33"/>
    <p:sldId id="568" r:id="rId34"/>
    <p:sldId id="569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73"/>
    <p:restoredTop sz="94568"/>
  </p:normalViewPr>
  <p:slideViewPr>
    <p:cSldViewPr snapToGrid="0">
      <p:cViewPr varScale="1">
        <p:scale>
          <a:sx n="113" d="100"/>
          <a:sy n="113" d="100"/>
        </p:scale>
        <p:origin x="14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B0A96-CB7D-68FF-F47C-390A8D6D2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159253-2E08-6AAE-82C5-CE1B7106AE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2E4E47-6D3F-2D8E-6AB2-77D8C7F203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9388DA-5090-47C5-C142-91EB24FEF4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8635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D4D3B-728B-C6E5-3B45-9FBCB7A3D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BAC7DA-E578-9BC7-B019-7DE73ACA9B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299792-1734-EB2D-C27A-779EDADBAD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840A3E-142E-6640-4581-13EDD63E8E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8737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28E62-A764-FDDC-2A9A-5D82D1C32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ED10D5-B815-3B6F-8D31-7771FE627A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93182E-7108-BEEC-231F-49931032BD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A2864A-C093-9E94-845F-0D8BC71577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544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C4815-EA70-4AD8-995F-B055426E9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618DD2-AD22-8EF8-51A2-51A14980CA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7027D6-64E5-5CE4-8710-EA6C658877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825C76-54CE-CAA2-9811-5995ADA0B7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6440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B5B7F-D2D5-334D-7505-8E92B7AC2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1031C4-F69B-31C7-1777-103155BB5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EA8401-7A14-244C-6C9A-915A6ECDF1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514D12-0B53-92D3-22D9-53C1C70533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1788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35A81-86E0-D2B5-9682-666C0D6A0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C2070E-9882-4906-5809-47676967CC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9E9046-7F88-D16F-26AD-07A48AF06E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B3FDF-5C44-E1E2-79DD-0441B0A6C9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5948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56B2D-682C-037C-49F2-49AFA5765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6BC51C-5CE5-E9F0-75C3-2BC4446313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AAD4C3-A725-4257-99AD-682DF9697C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80B197-CA61-3D29-D53E-29F6BA7946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1292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18EF3-7935-DF38-99C9-954CB6043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19CD70-F83C-618B-030B-0F75C54C2E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9662FA-00F4-872A-ECE8-FD5DC1DFA7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D5DEC6-3F26-0603-A60D-06137750A9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7326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5D5EE-1EA5-E190-89AE-65F19472B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DEBCE8-4670-A150-AE3D-B2EBB0C114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A5B51D-7AC1-3B72-6323-B48E5A9F1C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683669-AA1B-70B4-2ECE-7C44957862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9137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6D463-EFB9-195F-B6C8-FC7F48FE3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994871-F0F3-9152-C2D0-777E94FE82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42D59B-3345-CA4B-2067-16A566751C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3F295E-9C9A-C88B-EA6D-882482513F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7419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C43DF-6659-FD28-DDF5-34E9560CF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83454F-A77C-CD38-184F-1CB1AEAFC7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68C80B-2933-E513-6FC0-C12E15DB1E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D235EC-E775-12B1-1D3C-1D0CF06442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7832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537E8-D964-6FF6-EF6A-95854F231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DEA1D7-B88D-92D3-792C-6F1A96B712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E40CBB-4FEA-485B-AAD8-D0B4E1C893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3DF017-AFE2-F85B-DA4E-02887F362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5964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90107-FA8E-5499-B655-7CE6B6927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252D60-D38E-C485-AAED-4362ED41A5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01184A-B7CC-E9E3-50ED-89FF523068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0B8F92-E9DC-AF09-110D-33BB587445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7297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E9F44-14C4-2691-B162-484A98395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A214CF-FF23-8F00-2CC9-6B284FDE38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26E045-178F-B5DB-5576-FFAB3AB6AA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E34CF9-4682-9A5E-C0C5-BEF4593ACB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0374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89EC9-88A4-C1B5-3433-7FECCDD6D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39293A-24F7-3DD2-CC57-BE6F36817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6F68DF-6834-CFB5-7210-C40A3DE9B2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CB0ED0-46BC-66AF-E679-82A84E4A69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0712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B554A-CB27-C93A-9052-AF78E7BD0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D5ECD2-9759-7FB2-2E55-00C24296F1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9F657C-DAD8-0981-185D-09C56E68C6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F376C7-18E0-E94C-3A2F-04B7CD9FD5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5069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D5A78-2E31-12AB-B601-6EFA93412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B1CE88-CA02-CC5B-18ED-48B13C5415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613A6E-64A0-4E87-508D-80E7CFE16E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4E4D87-36E2-9DDC-9692-9C3C7276FF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653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8EBFC-1494-E144-A1A9-057F3FCC5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19AD0A-B448-D3DB-8FD8-E796293163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85E681-C4BC-CBEA-E2EA-E3C0FF560C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040220-BD4E-C41A-3FB2-CDDDEB0CE5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3193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902AF-D899-62DB-8F53-BD25D805E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47ECC0-92AD-EF6D-10B0-279810DA6A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2F50D9-B88D-112F-F57B-7D332F69D9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1A5797-0F27-0732-6713-EAD8906000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7122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C8F67-61B3-86A7-5846-C44A0848B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5BB1B8-B802-B4FB-F307-9C964E2033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CB8045-1242-CCAB-0D84-6F1E9FA02B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FB3671-B288-2730-31CA-99A033B0DF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9804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4902F-9C4C-366F-C47E-EC4B397F6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559B3C-5359-22F5-3A0F-655F4E989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AC83E2-109A-8CE5-0843-7FFCF85680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A8769-A120-721A-E809-1FDF15A0BA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1559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7A361-D62E-8BAA-D735-55AF4606B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066192-693C-8893-CB39-C6C0C5F68D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7C6A6F-B90C-8823-BA47-80155FC216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52E522-1E5F-046C-A8D1-07D0649A20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5715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06B2F-F53D-EDD3-5E9D-798247D98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2366AA-D944-71A7-6710-AEA444B71E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43CB24-D27A-C698-C329-9FDC304E89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079B93-CE33-C422-7955-45D7C56109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7713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EFFB5-6A27-E14C-B164-3923F7B35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46D585-F78B-BDBF-FB09-77ABB4D635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5DCF25-90FF-3926-A9A9-1440600A7A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083286-AEAA-3591-D301-5B7103BB4F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2947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DE543-D60F-6664-710D-98FBEE9E4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7D93B2-6F7D-5533-46A9-7FD1128CD2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740044-181B-B6BF-BAC4-89ED9C53E3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9D27C-0026-7DF2-806F-B723B78026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0674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3DBA6-0137-8EE6-BF4D-F70F361C2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D3C4D8-5DC6-BFB0-6F4F-8E219B275A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CC6FDB-73E2-E4A7-10F5-587248FBEC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7CAC4E-C3CE-39FD-B34B-7249716F68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34889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4DB55-F58E-9D21-E14E-7C6A0E424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34CC24-33CA-CE5F-004E-D33BFB3148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9C73D1-DF54-480D-50A0-1922D06DA9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2C55B0-C8F2-97D4-F987-4FBA754118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07193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D8A62-D5DF-45AE-E4AB-02E1560C9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4F99AE-064D-AE6A-D46E-C710E7BDF6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E100DA-0186-FD1B-5BC4-08A60E93AD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5EBAC-FFBD-A6FE-ECC4-6E490002F4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88328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85C24-3458-6B6F-BD7A-F8F67E321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2F0611-CB01-7D03-0654-C1DCB9E81C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47AA9E-7851-FA5C-69F3-AC71B34145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2D54FF-C9C0-2A64-00DC-00CACD56D2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07629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94085-1293-C39F-9860-E2EA54B7F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DEA1CB-15FE-718F-AF9F-175FC468C7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46EF55-58DE-8DD2-ABA9-761719F23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AD710-10FF-E959-0545-5E3385BEE8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53896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E7F4F-DAFC-7367-CF0C-AFC166A4B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5EA642-EF06-1049-B6C2-6BF21BB069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F5D99B-64B9-FE9B-5714-750A1F650B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24FCC8-A7CE-FC29-4B7F-003DED0401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61924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12F03-CB0D-7D9E-0E84-BCD44B889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014C25-52AC-C8C1-414B-B0042C0CC9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991C1B-1D6C-C2F7-7B02-86875123EC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D48954-E228-8E4C-7505-F253F0B07E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82346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C42EB-2F85-5548-01A0-672269E39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6DCA9D-C1A4-9014-47F5-55CFEDE478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40BC65-2BFE-2A62-B04C-84B8FA74E6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306B15-A3F8-DF90-B585-8EE40C04C4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812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udoku puzzle with squares&#10;&#10;AI-generated content may be incorrect.">
            <a:extLst>
              <a:ext uri="{FF2B5EF4-FFF2-40B4-BE49-F238E27FC236}">
                <a16:creationId xmlns:a16="http://schemas.microsoft.com/office/drawing/2014/main" id="{3263E026-0A32-582F-CA59-0E100B1A1C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4561" y="265208"/>
            <a:ext cx="4543224" cy="5032796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CB65B-2993-8660-3335-5A301754B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44270F6-935E-D97E-22E5-59AA8303489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5, 45–(12+7+7+10) =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C5689B7-D16C-B6D4-9D69-27A8F6D45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EF82BE3-F8DE-B579-5CC3-39B79F26D5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447EA71-A298-72B6-1E6A-8164E12900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16B065A-295D-966D-5AE7-92B23E7031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DFEABC5-6282-068C-7E2B-D3CDD08DEB2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929563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1618F-4171-06EE-8169-4857B4A2C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E07DB44-B31A-4365-ACEC-B3917F2C2EF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[4 in 2] is 13. [16 in 2] is 79. [17 in 2] is 89. [7 in 3] is 124. [23 in 3] is 689. [15 in 5] is 12345. [35 in 5] is 56789. [14 in 2, no 9] is 68.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F6FA26A-C10B-2FF8-3FCD-77B899E99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A4A7F3C-9F07-CCA3-635B-4EBF028C1F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D39D8AC-7652-D038-F1D1-FA6961E0F1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935B3BE-CE68-B4DA-58C1-F2A49CE3C1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5B287A5-9F30-4D9E-041F-5948C84DE58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B03BF5-1094-FD31-CABC-0C77B9D21F4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7A02CB-FD35-ECE2-1805-FBE8C064728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DAB659-7541-822A-0BEE-6704EA00655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DD179A-D374-967A-DF7D-C0720B05854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802F50-C777-D193-398C-47BD01CDEFBA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19798E-7D37-3CEC-36B7-9881CA234A9A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41668B-F94A-BF9D-D406-A12EFD70F47A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E25417-CD1B-5F2C-7702-0A4EC0A5719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7A11C8-38E0-9069-12DD-C5A7C7B772B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3F5297-B3D5-14F5-5C53-8F5EEC41E72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737270-F8B0-AADA-CFD8-251B8017245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434041-7CA2-D678-DBAC-D2EE0D45124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FABBAB-C13E-A0E6-356D-80F3CA7E88B8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B9C50B-E1B4-4ACD-537D-15CEDB70984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7E5E3C-A068-FAEC-1470-69119608F44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FAD3916-F8ED-F715-420C-64D722D8F94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20BAE4-BC13-0CC3-4C51-A9713969A30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D92C00-8EA9-9809-5528-528EA86B6D5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C6548E6-E8CF-234D-3789-1CD1B79B4A6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90ECB36-C008-BB5D-4D93-0EDCF99C315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7FDAB1-7AB0-0393-0B08-39B1B6DB11D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FC4E0FA-E6D7-46BB-E760-434B303A461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AC64BC-F385-7AAD-5604-75C82D80EA87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329B41E-CC98-8E85-7531-F6F8B6A8A90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D338D37-5296-2C7D-41CB-4EBD07D793F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AF5181-AFD7-296D-24C7-DD7EC1CF143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FB4D2E3-413E-5A7E-C866-9C4AA4D8500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0155F51-FF27-092A-581E-066967F39F59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1130F6C-A8A9-0139-FA40-42137E46899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2EEB931-A1CB-6882-D20A-CCE5F787E31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3718392-2A87-FFEF-FCD4-5FF211047AF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D87F17F-1E03-CA22-F40F-3A23FA9229D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5CE47A9-385A-6CFC-ABAC-2BF8F02FCB11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C4778F2-5FF3-C810-2E61-A9F3285CC4A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EB5A275-D5C4-14DD-FC42-10D4973DF17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21F59F3-D9AF-9E37-DBAA-9FDEAAD94468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63DEE72-EEAE-9692-9939-72A19BC697E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</p:spTree>
    <p:extLst>
      <p:ext uri="{BB962C8B-B14F-4D97-AF65-F5344CB8AC3E}">
        <p14:creationId xmlns:p14="http://schemas.microsoft.com/office/powerpoint/2010/main" val="3704398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0DAD4-3F7A-3876-5D6D-091CFA5CD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6E0FCB-3E02-3860-8CE2-7D508B83F16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cages that can be initialized.</a:t>
            </a:r>
          </a:p>
          <a:p>
            <a:r>
              <a:rPr lang="en-US" dirty="0"/>
              <a:t>Initialize cells with 6 or fewer possibilities.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97AD608-99A0-4A64-2236-7115EBA37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2219A6D-41F7-F7CB-5A8E-E60C0404CC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117B2D5-8A2F-19D4-0ED1-BACE54F9E5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620B942-D3A7-00E8-0C74-2F9386D65B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AE1EBF9-C962-1099-FAA3-25971DD31BC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46ABE0-8D85-4AF3-EAE4-1B35E6967C6B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9EF77C-4AD0-E5C3-5E9F-B00537D57F1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7B7EBF-06B2-D3B0-EEE4-85BA6863570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2D1BC6-052F-AD79-3B68-234E2584D69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E078EB-1E35-6DC7-C4C2-5F1B9D6C076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1A1FE7-59FC-763F-6114-9456C2E1FB43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F95A5F-902D-7BEC-88E8-0EED4841A7E1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9652D0-A4F3-585D-2303-FD9860403BE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966230-9DD1-D616-5155-B5A7FFDD78F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40C582-CED0-04A2-A853-A31979047CA6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C34305-CD0E-9BC7-B201-CC5DB14BD22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344EA5-B928-81CF-A2F1-570295A0FC0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A1BDDC-670D-FC95-1800-D16495F8C36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27A456-4EF5-0C37-EFB5-11070450352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72D48A-9EA7-712B-0E5E-70153DEA6AA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7BB02B-CDDC-67D0-16E3-31CAA1D9AF0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CAC9CE-E7B1-0907-7E8E-0CBD8F51DDD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0792484-4096-D44D-BF5D-163EF071204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338DE4-65CE-969C-7B23-92E41954DEC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FBFFE81-3166-0190-1F14-913B8714EA0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F6B879E-E50F-3605-FF14-9D8289813F3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4AA39A4-B456-C287-8B79-68E59E8248B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14DE68B-72DD-2D2F-06EC-B28085F4272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E7939FC-BBFC-E6E3-2977-74A7187FA39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24DC813-50E6-52BE-36B6-676A5132BC1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BF054AC-C7F7-0BED-CA95-FC01199A1BE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9737A2-DE75-7924-88B5-8789420E1038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D05164F-8512-7AC9-C678-C40D8762307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6C3B7C6-C187-A5AF-1C19-5078652BBD3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B44F1DF-1893-C8C9-B535-826CEAA6CA1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BD3A26-D8CB-69A8-BB31-81B09A82E89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AD83141-B4CD-7C4D-2669-9C286B2FC1A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45FC353-86C9-97CA-47C5-A91C5F13B7B4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DE448CB-4B2F-3174-0993-580727BAEE64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BF410D5-2CEC-E3D2-3091-4ECD530F34A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D3D0847-B74C-7D2C-BCD2-C498387511B3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2DA2464-E595-7353-259A-4E3CAFF578E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B15B342-E552-9E50-1362-25C7ABE908E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BC24141-5C8F-E7BB-BF19-4B2F539CF8F6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7542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F8A1BA9-251C-C851-4479-EA4966E2F23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35F87B8-793D-39BB-3699-E05197B69533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324FB21-EA35-431D-1508-4A71C05221B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2E4C94C-187E-9E40-451E-A0883BE22B50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7531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9F9F158-A6FC-7D6A-D1E2-07D981EB5DE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4DD7399-BD21-2112-B257-CEEAC0F7A13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53494A7-66A0-60DE-78E8-AFF5758F7CEE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EA07D82-EAB1-734E-FA5A-F0D8205212D8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83F876E-88D1-0B98-581B-BA799E092A2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7EEDC12-EFE2-36E7-B9B8-3460089C09C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00AA5B2-3829-D290-F4E7-A308A0129D0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876432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3F3B2B7-33ED-FB3D-27F4-2406C308023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AD84820-ADD9-0B71-0C26-70ABA268291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65C9F36-5485-41D8-60DD-CFDB79897E5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43F26F4-7D9B-7D1C-16CE-9BDD0B3673E2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1EF1415-C257-D251-CA09-51C98DFF113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5AAF08B-3246-736F-4977-42B13AD6FA7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6451237-1FB2-6A5C-F4C7-F0358BF18EB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3E1347A-7126-F2D1-B693-3D19C48611B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DEBC92C-0BF1-9944-B004-096D58B2C99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B1037FF-431E-A821-7DC7-1EBBF04F8D0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61A1449-7E39-8653-D143-3BB36979F9E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D254B0D-7C94-D3FB-CF37-B7ECBDDE30D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3B39DFF-EF67-436E-E217-C1A5E71AF3E4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4AC60EC-A2F9-E6C6-9462-72B1D00564DF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976542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6E7DA3E-2B83-86E2-B326-8048F774F495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EBCE405-A89A-63B0-9044-317C248CDC0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</p:spTree>
    <p:extLst>
      <p:ext uri="{BB962C8B-B14F-4D97-AF65-F5344CB8AC3E}">
        <p14:creationId xmlns:p14="http://schemas.microsoft.com/office/powerpoint/2010/main" val="1933463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A2CDC-DD3B-D0D0-8620-835F05F0A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25CE2E2-961E-3F3E-1A4C-754F65823F5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8F73307-8E9C-265F-E7EE-7472E39410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4275917-EFA1-AFDA-3168-891204A5CB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F99E625-5E08-756B-A83F-E3E8F5FA3A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209EA55-7E03-E8C7-2036-C9740CA84E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DBF61D2-7843-46A3-0601-EF275726550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F22925-4E09-56FD-6BC0-D4D921798736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D91CC2-CD47-ABC1-7DBC-FB9A990EB48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B633A6-5C1D-C457-B42E-676B1AD7DE6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FD307B-1503-22FC-8A45-0B2E3B09674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CE2DDC-E518-E18C-D6DC-7EA93B7B162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F7C451-F001-12D6-9011-B6E3AF259B0B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8822BC-550E-7546-62B9-C197811F3B7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24E25B-A226-6B6D-9ED1-F297BF774422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BCB548-42D1-75FE-A3B8-C2C014A7059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BE63D1-A9ED-1161-4C31-76E3A722F4C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50C6E8-D1B0-C076-E051-286A06ACB06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778AEC-27F1-CD7C-80D8-EF015A9574B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BF3843-2597-E6F1-2DB5-62BFA22D425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10ABB4-CABD-596C-4438-E55C856791C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F81C8F-2D38-B9DD-D998-EF9576E09DA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C99011-0470-5AC1-E612-CC3D8D7FEE1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21F1DB-00D6-75E5-3400-ECFB245CC4FA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092295-B4A0-E5D6-5E1B-DAA8C45B016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0C527B-4385-5B10-BB47-F886928467B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816D56A-0407-07ED-0BED-7CCD958F115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9A64AB-E557-BF52-BD46-E74DB5413D0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0F4372-0929-163C-C878-F6BBFE7F03A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0FDDFA7-C9ED-2025-CA6B-45893222EA91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1FA9CD-63AC-9EB8-9AAF-0B99CBDF51A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A25E43E-E414-234E-F0D4-E96933EF95C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10C444D-3D43-3973-3434-72487B4F6E8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23D37AA-5200-0BEF-1A5F-8EE9FF48436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4B4B748-E92D-57D1-4F4E-FBD2D2B5B54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C4B2B1E-82E2-F954-1169-8545544663DF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078C505-BBE3-1C34-4AC8-5B40A8E1317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539D07F-E942-D03B-E2EB-1018410086D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DE24A57-6DE6-25DA-A2D1-817101FEFDA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2EFA36F-1AF8-6324-0208-C33544CDF348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E2F810D-54BE-DC8C-7F58-717D9B68214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13A7F23-BC4A-F4C1-EDEB-D4BD45B1C47E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072AB33-8E08-4A24-167E-35EC99144472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ECE527E-3CFF-467D-61F1-1205F77E19B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B9B4D84-4F06-E950-7ECE-3C8BA6DEB3A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CBDA9FD-AA70-0D13-EBC2-9826426F2CE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822B075-45BE-C63B-E4A5-B003C7993BD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C7442CB-6D93-B1A6-4AC1-80E7F7150C29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0E093CC-8681-E8A7-E4A7-4DED6F108CD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4DB3462-64B0-4078-E647-8F2191301EC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C517844-1E2A-380D-B5E0-3ED817BA2DF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B3F5AB2-6F33-EAB5-C7CF-39C1E71A8DA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8093A60-7CEE-F50F-48A1-A820D61A73C5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6722F6F-4B11-CB0E-8F6D-7538EA89330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4205989-865A-AFD4-8AD9-782AEBE423E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4E15379-89C4-73B2-0C14-8D5AAC11348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7EE44B5-0558-60A7-E4EE-FB9B6C1566F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5857298-FB1D-C443-0E20-8DA4D158F42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274D9F4-D242-70FD-9671-3141E8FDECD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026AE16-A417-3EF2-2319-C8CE86DF62E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B87EBA9-C5EB-90BE-9CE2-587C08B2BB09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CF43FB9-91BC-CEF7-A166-815ADEF49CA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413B453-4C92-4298-71C2-722E7026550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41E34DE-F041-A1C6-71D6-0A73664D0FB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689E441-FF12-0414-8EA1-24E2BB4B39E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B385872-9134-86B3-0FB3-C5A62D4B9E8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4E31C94-0658-642E-DC9F-B3CE113ED2F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2CD3509-890D-91BA-EAE9-8A22F207794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EB13AA7-FB03-B990-AF66-C3AB6A838CF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7543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BF2C4D3-23B6-3D3B-F1BD-9D8E823141D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AF76270-6A2E-1B57-F221-00A80C9C077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F120F59-D074-9527-AB76-113FC0761684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4110C85-85C9-20EF-25D5-A3D1A7E624F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</p:spTree>
    <p:extLst>
      <p:ext uri="{BB962C8B-B14F-4D97-AF65-F5344CB8AC3E}">
        <p14:creationId xmlns:p14="http://schemas.microsoft.com/office/powerpoint/2010/main" val="1762619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87210-469C-BECF-A761-B8D2D766D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7926A1-7CAD-7517-E74F-C3189C4236E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4A22722-1802-12AC-30A6-8093DDD5D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1D33193-CDFE-1BA8-5B77-7B599A3DB9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98D1A19-4E60-27E7-FCD2-119EE5C129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4A0AEF7-534E-0834-C7B8-41478118A3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1D94EAF-B0A7-5B1A-3657-065B89BC0B0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54ED16-4A31-C53C-BF30-FF96654D37EA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58C1D7-2353-2F7A-EE1C-7F4BEF22A97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CB6192-004A-90D6-3423-15A1811ED1F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1A231F-5B61-5E09-9036-FF552A7805B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661382-21AB-32B2-7A96-7487D9741F3F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9FE221-E11D-A951-43E1-7511226F488E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51D8EE-703B-BA11-02EC-05036C254DB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965A9C-27B9-7121-A291-E4A5E1DDEC4C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8926D5-7B74-334F-7492-08F9204B52E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064CE6-3AD3-09E2-245D-2BE1BA875B60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8B657A-F972-C936-CC60-1DE20D046CD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178692-CF0A-86B1-B699-6031F2CB053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D0098F-2C37-E210-6F71-2AC4659818D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F10C36-93A3-A5E0-CF26-03E0B84ABC4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E53808-E5D9-AFD6-E3E7-869D2CC7EBA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6FE104-CC22-4FE7-527F-1A28FDA868B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2CA319-738B-245C-9BF9-11984D124A86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573094-7ABF-818B-AB82-1DE5A43DD37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851E6B-70EB-B6E6-5EC7-43FB869F66F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385B777-806C-A9F6-33A4-760ACC686A4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48BB35B-EC9E-2FD8-A67A-2B0AFC1C620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9EE8F35-F87E-FE8F-8E0D-2A561C9AC185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5B51BD8-B8A1-3ABA-A3AE-0726A8BF2BD4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F349FF-C5D9-8ED0-5473-BC68DC2DB6F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AAB39E5-3D2F-A7B7-657F-2F877C6EEA5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2996832-1185-A67A-086B-250AB4B70E6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1342020-BD5B-D8A9-0666-164C32C0D3E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CB67DF5-9EB2-CDF4-507E-07F50ADBB4D3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FC761CD-9AD6-0E13-8A89-5C2248D7398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6AFDBCB-7330-1A9F-E322-907E53A0F11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DE40DDC-2B84-418C-D099-1CB9E868029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43925CF-DD53-BDC0-197C-EB68676A5FF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D71A797-BC32-4904-7C9A-8FC6FF27A29E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1F1205-CA48-2A2B-AC9C-ED59863CC3E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7C483D0-0932-F13C-6777-784CD0A363E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777217E-2447-AB5C-6063-8BE79EF64C86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AA6099-6A08-DC7E-14A7-4FA8D95C684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B474833-5939-2B91-98BD-0349653303D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EFD7F28-ACAF-0287-F2F3-54AE38DD1B9C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FFC15BE-A759-3A18-529B-1A2C8B496F8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0FEB80A-6179-191C-809B-C313D924D0F2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EBB3974-C40D-8952-6BBC-C7445E0AB97F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47433AC-430D-1033-C16E-4A4AF45F0F3D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DB51603-DB40-E407-DE0C-D65C8476272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90F5F04-4224-5B3B-68E2-447F79F56C3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BE4EDED-449C-85F8-36D7-E2286B99B91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0DD487B-07EF-9F1E-4A2A-10775C40E116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D628278-B904-BFC7-6B3F-B5A0DB45B5A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61FC245-FEC4-C558-F552-B0982CA872E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13733C4-6599-6A23-C067-77D40C14420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4EA1EA7-4C9B-638D-84E5-5CE272350BA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BCAA2C2-1892-4577-8236-895B50D5AE2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F72C24B-4D09-BC9F-6E51-F114C7DC92F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77C8266-D57F-C81F-835F-B7DA67AF1263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1769B1D-3DDC-0ED6-7B02-8DC32E805C1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A0E342D-94B6-9D9B-AE2D-5DCCC784F7B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6D83EB1-EA9E-D397-0165-C72DEC4BF7F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4644446-0EE4-F252-73BD-20016CE9BD9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E249EBF-F4E4-1155-98F8-DE67D748376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9085464-1DDD-B294-4185-834125D600C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DF0A884-62FB-35EE-43EC-599A639D5B0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4AEF35F-BB98-5711-4C5B-FB3BAA19482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7543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D4A55DD-61C1-4CBF-6820-F8F3010387C1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3B3E9AE-0FB9-6B4B-51AB-A499C606FD6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510B854-08EB-44ED-25C2-02561F6D46B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ED410BE-A36F-0072-D67E-7FA3D69BBA8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</p:spTree>
    <p:extLst>
      <p:ext uri="{BB962C8B-B14F-4D97-AF65-F5344CB8AC3E}">
        <p14:creationId xmlns:p14="http://schemas.microsoft.com/office/powerpoint/2010/main" val="125207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9979D-4C8F-223D-1570-CF566C520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86D473-B292-2F93-B86A-4BB89AF70D1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8 in Row 1.</a:t>
            </a:r>
          </a:p>
          <a:p>
            <a:r>
              <a:rPr lang="en-US" dirty="0"/>
              <a:t>Then, initialize [13 in 3] -&gt; [5 in 2].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B1F1076-99F6-00A8-3798-C2E9CEBDC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520A5A2-84A4-8F11-C419-98F7D6A200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86D6339-748F-68C2-63F9-5F09E8B0BB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8B428D9-FBC7-1697-CAEC-12BE549C2B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07FAED1-4D6B-726B-09CB-AEBAEA0A020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E4BBE6-0E8E-E401-4777-40F01A8A0F5D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3BCC9F-4BE5-E56D-8F53-7C5D3C9976F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BB5F0B-E943-72B6-FA51-07BE9038AE8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A6F3A9-68C2-570C-2BE6-678486C9593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6C3DFE-9287-37DE-DB13-3AFC4B9EE86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BCFC53-782B-F9FF-15FA-07F736EC2D8E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A55452-F500-35D9-6F4D-3DBE1A902D95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A73F56-C403-D23B-DC98-E24A672DED1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ED62AB-0E35-B81D-8B73-76FCE1F1842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DF1758-CDF4-AF99-0AD4-79BF189711B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88359C-5409-3631-D7D6-6B2F9D351D3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CE24F0-4867-442D-80C6-D60A196C030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15C70FE-C528-02F1-563C-D75116879BD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9CF2B8-31C5-D84E-4B53-2E2127F93F0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570E00-B160-7E64-53ED-F3965AFCC910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7DD3F1-DFBE-981D-4222-6415CF6CD5B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D38A91-2AE4-19FB-83E1-C9876B30BEB0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D31B3D-101E-E530-4B5F-88657C5A331A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914DFB-21DA-E01F-DE81-2516D86969F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07922CD-745D-7B85-47B7-91D5D7F72E6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63E6B74-DBF9-DCE7-F45C-9AD6844BCAB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B37928-C09B-ADB8-7FD5-73C2E6EC150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FBD3D1-86FD-8962-3F27-DF88E8B4C415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E1C2FD6-4946-2F59-4D89-B684FFD84A6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42FD178-DFFB-A6B3-CD2A-D79F183C25D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0FB33BF-52F7-79F2-6064-2CCB7AEA193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8DB4725-1FEB-495F-C76A-A1E39E2B345F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52571FA-4E75-CD69-2F70-08AA3CBB7A13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979B8D5-B05C-94A7-4229-77BF5CF9255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DDFDC70-0BEB-CFA6-E0E3-DC72FF41279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7327E45-BD2D-6042-2B7A-369F999D981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8032E11-7377-0AC7-93CD-2BC2881F082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881386D-973E-8DBD-E161-DF424971C38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0B717E9-FFF6-DADE-5A1E-7858E2FC651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90A8C86-E476-1261-3D15-DEEC9F5C252F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835B6E2-852A-C832-6C1C-54D2DB096AAE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E082872-E154-BF56-9797-7B8BE2F3678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F8A95E3-733F-98C7-DB3D-AECFB8D9E380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6B4CC7-853A-EC45-4784-244F252E08CD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FE7AA30-CB65-0A90-9658-5FDD574CADF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E938BED-02DC-91CA-641B-CFB227200E67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6C99BB8-8372-6DCE-0F14-13C08B3D7CA3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7BC9A01-DD56-5FC5-B88A-B16D504AEDDD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9773357-78DF-23C9-6AF3-B97F38CF7A6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42A8D6F-F4EB-6918-4FDA-72A83F6CD4D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FCBA028-842A-9152-1131-4F74809BEDEE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5955E4F-54CB-88DD-0A9C-0AFF199ADCC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9EFAF61-A7BF-33C7-3E1E-328DFAF3AFC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41E8F53-E55C-2707-CA57-6CE61820B43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E9E122F-090D-B3A7-1F47-2EB5852C0A2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FEDECEB-C13B-9329-C884-07E0261D14F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7FC4303-FE65-F9F9-F073-BC67FAA599F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3004F4A-2A5D-4E07-F9DA-CB486F09D6DF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19E7F4D-5D2F-5D0F-0675-379F5317020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226F844-ED6D-5B7F-5108-838197D2A52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CEA32E1-5B54-E05F-0405-931D437DCA1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B20962F-FBC4-2FCE-6AC4-0F3332A60DEB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4E72C4C-E951-1ADD-B71A-7BA25FB33DD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CC47518-BC12-2281-A786-9F3A4E18FDF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1FCBB8D-B10B-4B2C-EB78-063A9038629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BB31E09-D234-CA99-7DC2-39059952595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05D1203-ED9B-C6BF-4B42-4DE8FB6A38C4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7543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A6E556B-48CA-75DA-5738-7D323948FF71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90B7740-8572-283A-7391-8D4A70E2861E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0EF8357-8770-0E13-BAE0-0809F6B6982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D178C92-265D-6A20-BA2A-19F78795E42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79D949B-C084-121B-C283-89CE52142B8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CCFC78B-9B12-10BF-0732-2FEE073CB97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</p:spTree>
    <p:extLst>
      <p:ext uri="{BB962C8B-B14F-4D97-AF65-F5344CB8AC3E}">
        <p14:creationId xmlns:p14="http://schemas.microsoft.com/office/powerpoint/2010/main" val="3005149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A2838-EDC8-19AE-C67E-F0814454F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ECF62F1-47C7-7877-4773-71EC3708F7C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F2BCBF3-CC0C-0809-6849-F2944F32C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124266B-1CCB-14ED-B8C9-AA9469DABD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2C408A3-0BD8-7C69-93D7-46159F9581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3D36FEA-8930-6C5F-E28E-B3DA5F75B2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862C3ED-3E4F-E666-2D25-5634BFB6A01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6E2BAA-C59B-4A51-0E9D-C60C01BCD463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729208-1B22-B9FB-7873-6A547B97482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99F801-818A-02FC-009B-2547F7920DF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23AE2F-A46A-6903-D4F1-D20625AC31C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3EC312-AF1F-7C8B-9DBE-7CDD30B6236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7353F5-C3FE-E546-EB69-7027B570E2C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C8217D-29BF-0EF1-7134-F5E6A544EB85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877893-3C70-6EFE-92C1-7FD513CDBBA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7E45F2-9A2F-7EB3-2D4F-7853A8EB7F4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C4E9CE-3CCA-1D86-651B-D47CBA1E23C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ADE940-CB00-E5A1-2048-CF75E7386704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66AA7F-BB21-0772-B3BC-376E0F9F034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6284DF4-6802-A9D0-28D4-5490E5F2291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66804C-CC0F-3F8D-FCAD-D2066C016330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28877E-5BDB-AE5F-5799-65CDC0F20A5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0D0489-7C5D-5224-694F-B0843F381B3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0C62878-1DED-6063-552B-25148AAAF45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F63F00F-7E66-9669-600D-051C0603901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136E16-2EA7-2419-F24D-6D262E20094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A882DE-78EE-261A-92E5-B3D396FA0DA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D6E9C67-817B-6030-F852-33A5074DF84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E616067-532E-5838-4FBF-1DEB606B671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810FF11-511F-A182-9FD4-B12628A4D50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C9BCD6A-5FB2-E02F-5281-BAAEED1C248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2AAB7F-FFBA-B896-7C73-D1A43203B43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265BF60-110D-9AA0-93BE-D8F0C9611B66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CA83B92-330F-E249-FBE2-475ADC4F700F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8D3AE39-8DA5-FFA4-93F7-5C5ACDE16A8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8BA1717-4AB3-AB25-837B-A00F4F9D61F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0B6B5DF-D0E1-854F-F6CC-CCE6418CABB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9ACF22C-75E4-0585-CBCF-6C282706148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C06ECDC-5740-60DD-3EB3-FA463DC3B5E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A9A8E4A-EC2E-211E-76E0-FC20206F49D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64FA89F-CA66-4E01-ABBC-4A04052783F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7CB748B-1F34-A15B-8F9F-31CE18B1B66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D6FF7CC-A0A4-3849-3B72-E60BD322AC4A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CD74456-A4C9-2440-093F-1337969C447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139A603-A672-68F4-BB62-046A1866F2C2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6EF3BBB-73B2-F482-05B4-FD057A0098FC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C942505-F287-0DF3-EAB3-60887474A0A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2D5E913-42B2-863E-2E3E-1D916D14919B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71B9531-17EB-07D1-7FC0-FB110BA18A7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A1B2C62-17D2-E745-BAD8-8FC97154816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69558D4-A159-990A-E5D1-9004804D717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E6E421A-5F6F-83D8-B006-6855DAC01A9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52B7713-23B0-3075-3D1E-E0E6E605236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8D4BA60-DB2F-CEFE-1ABC-6BFD23B1018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815137F-155A-618E-C501-10A9FC10A4C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36604DF-7781-294F-DF20-92D3F604942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BDFABBC-7A2A-1DC5-EB02-4013D06D7BC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8558704-112A-7919-50B2-939AE1868F4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CDA8A54-026F-F19A-4BC5-42CDA3FD945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DDCE9E9-1C04-04B2-117C-CD05D20FCE4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E8C5902-148D-5D39-B8D4-ABDBA51B9DB3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3FAFD18-12BF-C6B3-6BF4-422D75A6487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50F881D-AFBF-C239-108E-DC993783677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808D1A0-DA4F-98E8-BCC9-427C39AE3D9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E467705-B92F-4EB8-1FC6-575097BAE63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278B42E-F838-390F-E800-4BA8F7AB40F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0CB58BE-325B-BB0B-93C0-CEFADF5C5C8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F485073-85CE-597A-24DD-0340C31F5F4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A9B1387-351A-6381-41BE-ED1BD14DABE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7543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D4DF847-11A4-E331-FA8A-BA34D1F10A2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060B4EB-6A95-E349-FC74-4CC00B480B28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5DE5347-CF88-5131-0655-FE62804523C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3ACAAB0-56A7-E2A6-B28B-050B7B31B82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EBD45B-20D3-11E7-0844-6C02B2E7610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686930F-2561-2B5B-C78B-5E7C19849EC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</p:spTree>
    <p:extLst>
      <p:ext uri="{BB962C8B-B14F-4D97-AF65-F5344CB8AC3E}">
        <p14:creationId xmlns:p14="http://schemas.microsoft.com/office/powerpoint/2010/main" val="985357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32A01-F933-5B51-683A-DCF111E5F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6CF5A01-C798-B8FF-0E33-F0E9C0750DF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Note 12345 quintet in upper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01AA712-3F61-75FC-F95D-6A9D3DC6E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FD52A0B-A00F-335B-4334-743B006A7A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6D9CFC2-E51F-2D03-2B9E-59F545D7B2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BE15DB7-1F32-8D20-17AA-F75EEE7206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758FEB2-BD7C-0139-A19E-DC9E4416912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9D79AF-AE54-D661-B456-151FB41F417C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628241-825B-FA14-AFE4-994599659B4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E25565-471B-F518-8A85-148E973A4C4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9FE7CF-C2A3-FCFE-EF89-E41F9520554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AFB460-167A-DD0F-FFDB-377C0D0AD0D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3DC5FA-E842-D204-8289-340C6B4C36A4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4B4A72-EF1A-7A1E-F6D5-2B048EEAD57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6BB5B7-459F-4E71-EE45-D7C99BB3AB8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ECE7EA-772D-3169-945C-745E5147CA3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D1F2A4-DC0D-E673-B79F-F744F5CE18C6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AFFCA9-E292-A587-3126-FA015F0DDB0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02FDE5-5ED1-39A2-B17D-80B40CC5A69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5ED3AB-5153-6D09-978F-813DC3E65EE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AF562E-0101-091B-09A8-E151FB007C31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BA5A5A-3A51-C80F-4D95-B4BC0A8F292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6FE7BB-0154-6FCD-5425-37A50B6350E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5BB6E7-1BDD-01A6-0DCE-517C3F94F818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4FA9688-70C8-C922-103F-3B740B9AA555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B918D58-46A4-5367-7ABE-EBBAAC69118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1CC1EC-C6A7-490F-8D3A-C1D35BFDCA5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DF3541E-FCE0-1C4D-4F57-F2A5AB68033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EAED09-B7A8-53E0-1469-31936542EA4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06FE1EB-05C1-F5C3-1CAF-8032613BF3AE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9BA1012-F07B-82A7-1F49-D48453AFC0D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BF7612E-8CBF-952A-56F1-05234778D4C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8390D33-923F-3015-31A6-A90EF2151B5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80B2C75-9DC2-0EB3-1D09-8946D978FA7B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E8C62BB-A25A-86A7-9A5C-1AFAFD0BFE23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630030F-A6CD-E590-1ADF-895D69820E8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B7E9AA8-B726-F94C-F729-85A4EB5F42A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83D7B08-440F-F9DC-7090-5556AA68E95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40BF908-B275-F23D-15BA-9262F0D1C64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1D00FE8-9170-8E9C-536B-CF0629A8046E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A8CF73C-42A0-127E-CC9C-618D95FAB00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E316B0C-F506-7C08-E602-0CDEFE486BC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CD3E132-6C83-C516-0445-AF219D3C1A3A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BF7CDE3-FBCF-8B49-C0C7-CC8FFEFBF84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245ABC0-1625-724F-3D1E-7C68CA9DD0DA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E09AA4A-FC04-BDEF-A7AF-3AE705B24522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3E96BE4-00B2-15F6-B523-287F0BE7AF1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315CAB2-96C7-F3D2-6D90-9AEE719C574E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6A1D28A-2784-A908-5E79-88C9B7EF991B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7906EFF-A37C-3DA0-F052-F913D5867AC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A1C7A8F-113B-1EF1-EC6A-D81FBF2A2C0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77842E1-D2C5-3F38-2E3A-37C8D03B8A0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C0DB83F-55D3-4204-E019-09E45757D358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EE9FBB5-EF0A-5742-43F5-A50B995C2138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C383F3B-459F-ABE6-F622-4055B27A2B6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F0EA30C-0F1B-F336-81A9-A6FB6F018C3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DD39D9-6AB3-2E59-2106-CCAD4C8A5B0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DBEDEE9-E893-085F-7E88-3287BDAA6EF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CFB082A-5FFC-FF89-0827-054FAF0B62D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C08B5A1-B2CA-C13B-60EF-7BA9B9B0DC3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57F9097-0C58-3E54-A6A1-07EADA96D5E6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5CC1806-B071-A9A3-0592-C4706D726CE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7B4AA19-00A3-44AF-2EE9-BB5065FB372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489B8B0-7C80-EEF0-AEF7-F97267B60FD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4EF3B0D-9AE8-F354-D924-4705998349EF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F4EF2B5-5878-65F4-F1BD-2A142453AD6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ED38A6B-2BD3-3DFD-97BE-1CAB80FB46B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4E04C75-D918-1202-B299-D8ED2FA5559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BEFF3C1-CFA7-8EA3-4D4A-CD008972667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7543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463EDC5-1C8E-1B55-9A8E-3B6CAFAF2CC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FA8F8E0-6688-A606-5ECE-BA1A7F238499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F339B0E-C32D-F116-4EAA-868B250E3044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B38CE13-FAE2-DD7F-683B-363EEE28AEE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451B227-7BD3-23DC-C48E-B88306B456D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AD80D24-C62B-2693-B0AE-9F8F05AAA8E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</p:spTree>
    <p:extLst>
      <p:ext uri="{BB962C8B-B14F-4D97-AF65-F5344CB8AC3E}">
        <p14:creationId xmlns:p14="http://schemas.microsoft.com/office/powerpoint/2010/main" val="2348539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3FF29-4449-1283-CD7D-1C48C2F0C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9A3A1B5-02F9-49A8-D6C6-8288849F22B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073DBA2-AF04-B23F-92AE-44CC795E8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1CA71B4-0217-5B89-40E1-1B8922BA6E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BB17CC8-D8D0-D0B2-268D-F070177F7D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D3B2E0D-6324-9774-0310-A44FD476BF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6B4FFB-5247-4207-522E-594F3DB9343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49075D-A65A-F53B-5994-612516E3E899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181C2E-A654-9A96-5D68-A0AD61FEBC0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E31D4C-693D-4CC3-1A3A-8AA0B0D5039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75F229-0291-A641-D81C-CCC783D99D0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B1612F-D072-C48B-3564-B6C56BEF033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3198FA-962B-916E-1694-12C47D0517D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85C552-B84B-D33B-88D3-4DB16937D5B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4D70AF-A573-6662-01C4-AF39597BE877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8181C3-6253-624C-7FE3-C3BD437B248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816F8A-AE95-C89E-3C17-2DB5939CE3B0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F8B010-37F8-5074-35C3-7117BD2387A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04B24F-E940-1A80-C3A9-221CAEA91BC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F788C1-A81B-D7A0-811F-DDEAEC7A2A7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3A08F6-A71F-7B03-391B-5C937A897AD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E73A49-B726-190E-0C24-FFACEFB2B8E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8A8C90-FD70-84D6-1730-41DF9E9E682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C164CA-8C74-B506-56ED-C58195BC024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BE95F3-E67C-FCFE-2135-BF3CDB95718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33D599D-373D-94DC-ACD5-3B958FFE3CA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784400C-3717-F85E-C6F3-B20C2D4C08F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B263D69-57FB-CE8F-1B42-4277DD080ED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D9B7B5-B0FD-2A6B-752D-A12231FE637D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453731-80CE-E2D4-9414-1BC5D5E296B0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B7BDC73-45C8-5440-4D2C-4AB8325DA1C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20BB44E-96DB-BCAE-0B4E-52CDB1518AF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C56EDB5-9144-0F92-6094-F3B54BA6835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B985DDD-10E1-B7EB-6135-450723B667F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EE7AF7C-3F97-DB78-9A41-3784EF7FD0A5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7D35BD-3764-884F-B580-2F0C8DA5D94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4CC8779-9A0C-2346-4693-9725DD3C44E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D64E602-B508-8EF7-A163-534F5689557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5162C27-644B-798E-0E74-D19A5FC24C5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C90DB7C-E537-EE57-2716-9CCE27BF3126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4A2ACFB-7A64-B54D-E64F-96BE8467476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3CD5084-EA54-62D7-2574-050030917BDE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057458E-6D26-F18D-58F5-D58EB643383A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4F1474B-E101-9BF4-8F30-15AADCBE721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4DC2D48-5143-1830-ADD3-52B2EFBF8F4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00B74D6-841D-EEC5-4B5F-64B92183738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D31E3B6-3BA0-7A73-A32B-4BA1C558DEB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6BE98F6-DD11-3A6D-BEAE-C2E8F481BB78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EAAE358-E4AF-9C75-53A3-C1BAD68C967C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80A1042-3292-395D-CDD5-CCA8F7024F0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527B7CA-DDA1-FFF6-E745-15175E05699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2209852-1681-41E8-6AC8-E7EA7A78E25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721CEBC-56D1-FDEC-A795-36D786D2461A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03101FC-200D-62E0-2562-9921CDBF73C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089213C-A2ED-3703-7DEC-B5D26A81DB2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DA9EB73-050E-1BD7-B89B-E536D4B473C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02C790D-4360-AA78-BDF4-1A717BAABBF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6D0F714-98F4-2A3F-7028-DDD6A45532B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56750DA-94E8-79A3-92AB-1519982F9E1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0F5FD76-9B5D-1897-266F-60897F0FA35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28A8385-6945-5B7C-D64B-DB3C77FBB423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5C2455E-61D9-765F-1680-5DFB5B1873F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0B1BEC9-C5E4-64D8-AF5C-DB63500EE60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74FC264-748B-695D-CC69-FAC7EDBDE29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6B7AE65-257D-5FCD-ACAA-F0F942CF04E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E5C423C-EC99-8C81-7BD7-FF16D3B973A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B01681C-190B-6718-81CB-3C294DCE946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111C99B-24A7-A159-06BA-AC3F0CC83CE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B80CCD6-B977-AA2B-8CAA-A87300AED759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7543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A670709-DEE6-31BA-51EE-5C2B6CC9F721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0F770B9-E0E3-338F-A243-0A0088AF9BC1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8055617-D918-18AB-D577-F81BE31B52B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7DE5FEE-BD23-3A57-C453-1BBCA7E9B5E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AE5B09C-9A27-AEC7-33D9-DCABB4B432E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CD99F7F-4AE0-C0BB-D4DE-3B4ADBD4366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</p:spTree>
    <p:extLst>
      <p:ext uri="{BB962C8B-B14F-4D97-AF65-F5344CB8AC3E}">
        <p14:creationId xmlns:p14="http://schemas.microsoft.com/office/powerpoint/2010/main" val="2976543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38893-1A83-80A6-F9AD-5FF1249B3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7EEDD5-6510-4F05-FEA3-FD35C3B18DE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6AE3D1A-CE09-8686-CA16-4F1ED90EE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6376574-2348-924F-C45D-196B7AD550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8EFD08B-7835-E0B4-CC49-DBCB82C8A6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B33D51D-9F5F-2567-56AE-2B4772A868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A719538-4CC4-38E8-0608-5B1D57DABE4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BA1DF6-E104-E230-8E09-91AACF29A21D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FB8434-DC07-595F-4B15-7B3BFE0CCA9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25339-53AD-8DD2-EFE5-A3999B2607A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38CBF3-B1B5-FD38-EB58-83E5F36AC48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E24292-9670-4363-C2C6-B623EA28D99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9ED6A9-C032-3261-5752-ABDFFA3661AB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1ECEAA-FE77-EA41-9998-45EC248F3B3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774C1A-FF21-AC88-ED43-32D3B4031266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D298A5-9C85-DA10-7843-7610147CB71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E4D675-7D89-40AB-9C07-50F4FFC8275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62FF8C-2A47-FA55-28B3-253A7891018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6D1BAE-7C15-0F17-9977-FBF44EAFA07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C8D6E5-1553-BEC0-9A48-FD14D6EF56E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84C524-0138-1E6B-2CA9-38C26432884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C2A482-F12D-8E1F-A2A0-4C2D3CEF024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A5FDE2-1750-FFBB-C446-BB5CF95977A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70DB94-44CA-16AE-956E-F09472523FB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7C0E5B-6ED1-CA83-9E91-40CFA703F60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12992C9-51FD-BBF1-0EAF-DCC8747AD6C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4DDC1B0-AD5E-21ED-81B8-458541B08EE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1227A3-DA67-D738-34CF-8FFEA2C3B12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2957299-9A24-EC75-E719-5F43B9082EA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D683824-926C-CBA2-F69C-E255186BD057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E546BA0-E6D3-76E4-A729-7A9E1E5AFBC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11D82FA-EC8A-E165-724E-4611343C426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7E1A153-E36C-6116-6357-15D3487A73C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A3421FA-F10F-0D57-317C-6D869ED60592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C099AB6-F653-F2D8-9C40-03D9D8E5AD3F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9C7E52-C476-3366-26FB-BC661D2413B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47701B6-2A83-2191-FED8-B5D9E0F54E1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9435B34-4B7C-A7A2-4D41-A467B5A7910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3D04CF7-116A-9B1F-CD84-39C5A56A184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BFFE51A-9124-470B-B3B2-4669874CD99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F5A6139-84ED-19B7-25E3-D12496E8225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0E39CFB-90E3-18A4-EF30-759993D2092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4462BFD-25A9-9CF0-26E0-DC97FDE0A4F9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E16680A-CCBA-5B45-F312-F9573BD67A3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39DF357-889E-9F8C-E28D-D4D50FA3E1F4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33C6435-DB23-AB1B-D4CF-2782C94023A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39A216A-6E4C-002A-18B0-A3B47E42BFB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6980F99-4E6C-45C6-C329-6B8CDEA584A9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69B7AED-FCF0-172D-0E98-DFE77C77A114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25626D-993F-4235-FBA7-67D9E29C1981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F47BA46-45C7-F3DE-F696-ADEF828CDEB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74BAA7C-1437-632B-8D07-E73056CC142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C58C292-BB9C-B235-B784-0AA3486EBEA7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B7714DE-2C2E-2A7C-2E19-FB3137CC516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DC70506-806C-A9D9-CEA8-23BF4D14DB6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54321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9B2AD9F-4892-2340-ABB5-6A7F933C2D6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648077A-7472-9CD2-FE45-452476F49B2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4238BB0-6580-D10A-338A-13AD4DA5C99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5F67685-7D6F-BA6F-CA15-0604087487E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2E594CD-5A76-9E73-51CD-5E567A0C881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6911C2C-5F79-DC69-0DAB-749E6E91E73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900E51D-8088-10D5-6967-62FCD4723DE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58FCF30-3959-D4D1-7811-452A9222653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C3EFAEE-F27A-247A-FA46-A20EA92C9AB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3F29112-6483-AC17-8B6D-DE18C0DA052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4770477-A4C2-017A-FC0E-BD2BB2311C1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1F6410D-0569-8F07-80C9-F756DB1BD4C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DD6CC54-772B-8F1F-08F1-8355A7606C3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5DA2C73-C223-8E35-AD09-22E28C117CD4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7543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2943933-2EC9-BB42-8585-A3EB8FCDFA0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7471D1F-9752-7346-074C-243391E9FAF5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011EA88-4C08-1AFD-1A43-DFA78D32A33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E7E00D9-CBE8-64FB-103D-BB21E99A64F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7B9F9DA-53F6-2CF9-6D11-5635687AA0F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23DA37A-1387-BC11-B971-B994820CE85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</p:spTree>
    <p:extLst>
      <p:ext uri="{BB962C8B-B14F-4D97-AF65-F5344CB8AC3E}">
        <p14:creationId xmlns:p14="http://schemas.microsoft.com/office/powerpoint/2010/main" val="28354307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42633-4278-C11C-3B90-3E9EED44C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2E57EB-D81C-6FBC-8149-6AC48F149F9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9 in lower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3E8A6F8-661D-96B6-4BB7-58EBD1093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DEB1636-0900-5D04-5754-AFF1BC69C7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B499A34-EEFA-A8D6-761C-BEF5C57E94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8AB210C-8EF3-FF6D-4D6B-0C73127FD7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DAD5F4-8D13-4863-5B5B-690D47FCD36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5F8AC3-D397-B00C-1E68-0EA6D5A686A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C24A91-88C3-C179-DD90-FC9624EDF458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4C4930-5885-FF91-2CB8-3EBDC26ACB4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DA5C32-0AED-215B-ADB9-C88E932E5F3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1263C8-888A-59A9-2E2A-801D9D49112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6003B7-23A3-7BE4-7524-0CD1A48D1E6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4964CB-4B13-E5F9-990D-13DE2217CC2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1DCBD5-4823-C892-EE04-1918AC07C89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392CE0-DC23-5AE8-AA67-FA079CA8453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723575-0324-4E29-59A9-BDA3982CC94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9D3861-6110-441F-36C6-70E00A806B3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2CDF28-D239-1C1B-93FA-7D683266CC6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77701D-459F-7508-3730-0709A0838265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793E20-29D8-5C08-4130-8A8B6F6AEA7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B20C5D-8A46-FF89-777B-8BFF4860CF4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3582F7-01DD-37D5-7501-A34B6F7F1C2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2680EB-7544-F68C-031E-88E4529E9671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8AD9436-9069-E638-35C2-037D51D7417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D6740E-6E54-38F7-A304-377E2F18AE6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49BF24D-8909-5DAD-0090-C564F7A3629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9F6E6D9-9163-6351-4269-B44FECBF321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152F4FE-386E-B2F2-4CCC-20D3C6FE4F5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B335E01-04EB-C93C-3B56-45B3EFE5582D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8A5292B-EC75-A25F-1989-C7B1DE68F94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0FDC19-6BB9-D324-26E2-6F500638246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8BD05A4-3ACD-15AD-3DB7-D804E7007B0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3F38E72-3396-3FEC-C359-354FD863EB0B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4DE5098-DBEF-4C51-EF90-1F5DE339B1B9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4BE657C-7A86-1016-1EB5-8EA456DE921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DCA5F4A-772C-CB8E-17ED-A8A97F3910E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7825FC1-893E-42EE-36DC-94323CD32D1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8C42757-D954-74AD-392D-E22F7BBF090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7A9892A-E676-A7CA-C949-762F963062B1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FB549FC-199C-242E-A0F1-659C5B5B50C4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B9E603C-67AF-80E4-F585-54D04EBB03E7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9BBD64A-37E5-A4AC-81FB-2D3EC92D66D9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7A87489-C13C-DE24-333C-57A0D6BB9F0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D5856F5-0E91-C77D-F010-E79EF2F99714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5F8973B-452B-E184-33B4-83E1DE62124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C68D642-F3CF-EE6A-A866-AF3517AAB55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053A178-33B2-654E-6B2E-DC3979A8EF3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0254FBB-54A0-2BAF-E137-33B9CCBE82D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576B0F8-DDF5-C615-3A21-C8E3C906931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8646E0-A5B6-C195-DB53-C989EAF58A9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D8ABB6A-75C5-FCA0-0A6B-771D01C2DCF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6DB175C-2DF3-BFBE-1B55-41B7297421DF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A6FECF9-8B96-9EF3-F7DC-2E60E1C67A2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18328B4-04AE-988D-327D-72EE743190E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54321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EE63595-7A95-2264-F38E-37EA7CE6FB8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3EC1663-1DEF-E752-D625-924D1FA537A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10E173C-B50D-5C66-298D-59DC78FDEE5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08C905F-5459-D451-5588-C79EFC2D895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CA36377-961E-C38D-C5B4-0011E14BA9C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CE91965-A58C-ABA9-7B60-0D9197D8C39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5E8136A-2ABE-AE13-691C-2A6EAC27DD9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656F2CB-B737-F7A9-DF9F-25B33F8469D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EB08973-66A1-AF92-42BB-9C63487033B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721C813-D08A-A633-1E01-7C32B6FD844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62EA4B3-D9B7-E9FE-8868-73940B9C2D8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A89C08A-845C-676E-9F67-1030E7C6456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B93EE96-6F5B-C079-D0D4-3F1A147E85B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90A3D7D-14C8-A0D4-98E5-57E2018747E3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7543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F34F360-00F1-020C-36FF-22DDCBD7792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F01E6CF-36E2-3909-485A-A311789C301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30BF8ED-AB9E-FA22-032F-F62D1221BBF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1971510-91F7-53A5-1B81-D1E9E1AA20A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FFFBA39-375B-852A-9113-5716338F36D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C4E75D8-E336-C4D1-7C6B-8678D9620F3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0886882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BF2EC-0EC7-6C4F-6F25-6D75267A2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FD5705E-ADAC-7CCB-3A3E-3933CFF9F8F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E94F6A6-E625-0CC8-D241-73FDC8E9A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1980204-D4AE-C401-E7A5-CA4E5E7891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14BA32B-7063-E014-8E98-2D84ABA937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5BED2A6-E941-ACCC-5A18-27704ABC61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3A4983-AD11-432C-4219-2F451DF99EE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F3A5A5-EB88-0DC1-7F0D-97EEBEE59952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96FE09-9517-07C7-985F-BA90AACF633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33C87B-0B30-87F3-0706-7C2C22EA32C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2FAC75-A5C0-5CDD-C007-75F3D946455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68C215-055C-5094-6C32-C6E24B64412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E97FE0-0BA1-EF2B-13FC-BF8C4923003A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D82FDA-0419-3278-8A2D-0DBCDAC25A3E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B98B16-4EA8-A330-908B-372A37711C32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29AA63-E703-F5A4-AFF5-3D3B3CF5633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E57235-FF74-7FB8-9E71-7463DF49EEB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C951E2-1BE4-45F3-F055-CD7EC9882E8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B87BFE-2A5F-C4D2-D26E-B6341848E52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DB808E-ADB4-D344-FCE7-15B2B8C6E268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D6D724-5796-9534-62ED-3395CB8802C7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C108A3-E0CE-0A40-CD31-5882B0451AE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B4196C-59B0-A293-D048-80C4F82CCA4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BA0E2C-C29D-7A4D-10E8-96D0AA12E3FC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B93659D-EEE3-6C63-0514-EF38776F5E1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26BE9C-3522-E605-E630-CD08F5112CA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6AE238B-7A14-E6BD-F6C6-284BE11C21B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375C66C-A519-4101-BFB0-16FD3F3D579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F699345-E3A3-F757-4A3C-6C5350ADB23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CE2A8AD-5137-179D-A132-DE8F1D9C664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B5DEF65-F380-0F1C-C94B-697391D9E20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0B06E00-33E1-9396-9A26-9EFD5726085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2B980DD-7FEA-DEBB-C751-E347753852D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0EC6260-F570-B590-FBF4-A4D8FC2EBDEF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14CE22E-D194-04C2-D391-7AABEF3D477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14E4C09-D4E4-BE43-0A0E-4750E58CB13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8575264-F625-27D0-6F43-B6167FE9A4E0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011E98B-99A8-E644-5575-FA5E42F5B4E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4107E5-0244-E13C-74D6-7B6DBAB7639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F218FD6-9277-F43D-F275-35A73583281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10744DD-DEE1-9AFE-9055-95B176CAC170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625AE0-0208-2912-88C3-5BE236FAB2F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84E05D1-8FC8-20C4-AFAE-DC74F257E83C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9BDE821-C750-035C-BBF5-248C7271CC5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5463F68-99C2-1E23-6748-6A88ED808BE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A5ECC3F-DEF9-DDFA-60D9-EE22701040A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8FE8B56-4C0F-D867-3B15-65F0D75B20A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EE820AE-8DBC-7B4E-A486-EE41E444F3D2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D00C999-7DF3-F58C-BFE8-01590597596B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B0F589F-8012-448F-1ED4-832D54445E29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5A2DDDB-743C-C0BC-EC7E-BE2F8E33559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4D960C8-F164-16A1-52AA-BE7724169FE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15F4F3A-5F2F-8189-92B7-3EF141D52F44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64321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8B37E91-1710-818E-DFF8-87776A6C56CF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0660B46-2A64-4058-5B51-8656EECF663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54321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7CE9557-6A3E-C0F0-9C31-7E99E44CC4B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472E9AE-4A3B-CE55-B54C-75BEC5CC87F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1F21796-5ED0-FBB2-5DDA-A683D3EC2E9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4DAEDA8-BFEC-6306-7CCB-D9180C0BE12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79971A4-1724-729E-8D80-38FAA4AAC7C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2A90472-ADD8-B877-64CA-13F75CE7267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38CBF33-8C2D-77C1-2095-D6BE43BF5CD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4550103-1A61-E795-82B3-13920F64636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FCA5741-1089-D432-6405-3D3422E1897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F249759-DE67-3736-2A92-46217A4B7D3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04421FF-634E-AD2E-93C7-AB824F57FCD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EB1142F-9A08-616C-0BEB-FA34FA0E0F0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0400305-14AA-1B1D-352A-C45DE292B69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7315857-2495-B376-C29E-A6E2952EDDA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7543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671C8A5-600B-6AEB-BA7D-FFE5ECE943E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879ECD3-E789-46F2-37D9-1274DD7CEB4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D0002B0-ED2F-FCF7-D3C2-AB4096FA4AC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52F5386-CF6E-1331-42D1-8D248E2D09C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FE0E4B5-2E9C-65C4-1DF3-F7B45E3ABB2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5FE4952-104A-59DE-B21D-1CA13939535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870082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CFD05-AB87-7ECC-EB17-BFB4EDBBD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8B63B42-C46C-8C53-6ACE-6250881347D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F69FBB5-266E-BA58-1C90-0C5EAF6270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4989B40-821F-FDC6-960B-3666FCC026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E48B9CF-6F4C-7845-4AE8-BF3E2641A3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FD9BFB2-52C2-7D4D-8F04-E1E80B99B0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237A0A-5A82-BB43-02CE-F59EEB84C79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3DAA16-1930-290D-4EA5-AA351C96113D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0C055B-D26F-74EA-2D7A-19D37EB8611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A01B30-2DAB-107B-C20D-623D983798E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D6FFCB-A70C-457E-ECC2-7D45B171A10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3E2640-54A8-8E81-95EC-3A05792B371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2FE8CF-D8CF-092D-5898-3EE7A38AA98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0CE659-051E-BB39-D943-AE95A472434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7CFC33-A82F-9777-B994-A155D350ABB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715687-E832-F693-D6FB-C6A9DDCA98B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D0CCC1-CA26-B88C-EFFF-E75497ECC8B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5ECC39-F579-79DD-94F0-A47AD3CEF04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CFAFCA-D734-93AA-9D59-4B93933B0CD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8A1EE90-A674-8C3B-2141-E582A4519C8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F9102D5-732C-873E-12CD-FABF5F6958B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3A6BFC2-C2F3-D042-04D3-FCA446398C4A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9C1B21-F0B6-C6B4-9202-474AE183D1C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BF4E2C9-D3DE-152D-9302-03053A999E8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C56300-9933-07A3-2308-BF1D3E037A1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E3F38F-DF1B-5F11-30CA-B2A173A3658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FC2EC41-6625-5697-D0BF-F5380BC469D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897FCF9-7294-B779-A8EC-B2CEC031447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8A66CD1-7D87-6D17-2C2B-904E2BCE36E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BE51377-ECB0-CC55-E95E-8B1C6564F96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E5C7D85-59E9-E89F-8FE8-6E64EDDD8A33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F292CD4-A99B-A4F0-FB05-AA4973FF69D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708B115-68EE-D7DF-DB28-669818A2716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4DF9AAE-DC7D-FCB2-9224-B6BF0D40C1A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DB1AE13-38ED-8DE2-B1AA-D1DCD46D1DA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D334FD3-56DD-8CC2-0C92-708585059E6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D2BB847-7917-020C-EF2B-7CB189BFB84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7D0F6ED-3CC5-E848-D4FF-E7A0F3D392D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F8BB1ED-A013-7E43-D18B-795FA627C27E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A9C2AA2-259E-AF10-B3FB-8CD00D1E20F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E47863C-BA2E-B6FD-4508-287F2D5594A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A1C51EA-5502-817F-D36D-7628738B4B6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FE35A7-91EC-B5AF-C829-18B2BB6EC05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71DCC02-1843-78CC-8147-42E1A9DFD53E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18E0DBE-9A18-90D6-5707-48D208F6C1CB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A7B76F3-3BE9-6169-74C9-111ED56FD49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E7F6962-827A-DBA6-04D6-1E64DA32D87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22B1E9C-7F57-A5E9-E34F-0A1D00EC939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9B4B771-2616-249D-DECB-50F220D2DEC1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38DF080-4AF1-AECC-2B39-E6DD8E62AD2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BC1CD6C-22CC-0D3C-D758-6957705D852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54321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4BC71BF-00E7-6AB0-0AF6-81227A150FA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6D0BCA0-A66E-2D32-FD05-FC42CA3BC40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481B0FA-EA06-A8CF-7D25-CD72CF9D2E1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4B7C8DC-C149-CBDB-BEE0-B15BFA1675A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0CF4EC0-A528-6837-7ADC-2AF5AB1516D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15F98C3-1CDB-6EF0-4200-6628841A900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4B9A2FE-53A3-4768-B8F9-D18F1985BA4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8701CC8-1F7D-D09E-0757-827D2A6B38E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9523427-4842-5EB0-BA1A-22D2D365B2C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A73A0F4-58B0-25BD-6DEC-78EC9809CF3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D863485-E6FF-DFD7-7045-634FC69A6BB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81318B9-9600-6648-A247-E14472F0CF5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17F73C7-CBD4-5D84-33CC-DBB33C33336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162414C-5925-117E-0EC0-DEC8E118557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7543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586ED23-7B80-CC93-4301-7752F193591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0B93F98-0993-71CA-49CB-9A001099A24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6D4E959-97B5-9F1C-F1EC-F9E4F3A61C5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3167B45-88AD-9818-326D-82B06AAC04C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F0CCE81-30AC-8AE6-AE75-619776E3537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2FBB7D7-D60D-EC9A-316C-0659B94158C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D915A60-6391-5CE5-269D-F313BE98546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52C45CD-42E9-4D39-8E2C-558E847A1B2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80FCBDD-FB91-2C65-AAAB-75EC5455A47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6B7C2C7-E9BE-5706-CC9C-EC7F76D0065F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778065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A9613-10F9-75FB-26E5-57D2D0FFD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989C7B-DBF3-4907-01CE-D39A3509F3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ECDDDDB-27EB-2754-CFA0-B9BD463119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501DA38-3240-3456-5548-C7BD9CCE10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DACDEEA-B5B2-92D3-1D62-31B4770EEC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BC74927-A4EB-21E1-2B92-F658F2305B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25FC5F-269E-B4B3-86A9-AB0323C24A6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CBDF80-72CE-53E8-9507-9D705DC54644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63BEB8-55BB-3461-31DD-3A023E491F8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E6170E-E7E8-F389-EDC7-F1488BE4D53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D0F58A-AB86-A9CD-DA38-5832AB00F2E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605F47-50A0-A381-C324-7B5052B62DBA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01A287-16A5-5752-1732-76B649AC444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AD5113-D76D-9548-A314-1F0EDB588CD4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B5768E-232C-2AB2-15BB-B5E2C5703FE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F84DD4-EA27-2E04-82CF-53B6135B6C5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931EE0-8403-086E-89A5-CB69E48161F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BD17F2-56B4-58E5-2179-988C5F00784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D7A08E-DB8C-0607-1C98-CE882182C3D5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A7673F-E7BB-7A32-FBC7-4668C5952E1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3DA9FA4-7487-6995-4721-0A33E46624A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E08CCB-C3B7-340E-E1CC-4817C76AF2E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3E0630-CC08-BA93-16DF-91C305093A5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5300841-0617-AB68-B11E-0A9DF78C5AD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2857FB-2D42-2C97-C24C-C89C5B87D6C2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9CDDD5-45A5-4CB8-DFF4-B37A388B158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ABE5D92-A112-C74B-659F-9CFD1BB647F0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0D8297-B2F2-9C6B-FF49-B38B9CB76E1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843DBD9-6CA8-ADD8-BDBE-8650C3A75EC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E1145AD-6941-D8CE-CC0C-9FA26D22A3DB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722F84D-C4AD-A247-21EB-BCDC486CE2AC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C30F670-8101-9093-7866-80BFEDE3F282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849E7D3-44F7-30C3-FD59-2F092CFFF5C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449B843-3EE0-986F-B83C-C835D855293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C277DF9-D72A-2FE8-7361-1436220B19B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0F7B6EE-0B9E-8B9E-D5BF-BB47C5FAD2E7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1D17065-2B1C-576C-8E32-3CF56292640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B8E956D-8B90-6B15-9379-9D083A106067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814E2B1-802D-9A75-E8D9-3249F8F17BD8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9D76641-8278-4363-ACE4-9AF48D570D2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55D9613-1095-12D8-CE5C-320CA4CC3CE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C8503C1-E495-2363-ED83-A33654699806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47F14C1-0648-6E15-D212-548BAC03B6C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51399AB-26C6-B337-7E13-8E1C51C11FA5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084BF19-A6F8-2C42-0DD6-09CA3110A00A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4240B8F-F961-B135-8D15-A677B61144C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44DB35F-0A25-D973-CB14-12606904AD9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43E4236-F6A2-8469-987C-E985E25C486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FB12C41-BBD8-FEF0-74F7-DE9169A8BFE6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2F3FA0C-4283-8FC3-2BF5-AB564133882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6A23DAC-4434-2221-5219-08018B24EF8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54321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6B72035-D36B-23A2-F00B-678E468C820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AA13A7B-05FA-D623-ECFA-E5E9BC077B5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1F5A42F-77C0-8922-37C3-64334A45081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99D84AF-4C8C-7E5F-57A6-F65BD01AAFA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94CAD32-88F7-B6CF-2B1C-F928B406198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5B95A29-E0DD-9887-F265-F387CE8903A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9E1BB73-7309-F271-C24D-A410A0E6636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9DC5EB0-863E-A558-5514-F3CD75D4F33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E0B3815-15E7-7B1B-0590-4E51173938A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0D7A24F-4EA9-10AE-05A7-3BDE09F6E15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52CF536-925B-4644-4181-346DFF4EB43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BE753F5-F36B-4625-9297-72A1B2EE72E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1E80DB4-D34A-EB1D-D151-4189E9EA850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0020EAF-AB29-E640-F2A2-30CCAEC920E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BE38702-740F-DC53-313F-4E0C69FCC895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DEEF67B-68CF-CB26-DE92-727731E7947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B2C0B9D-5507-F2D5-5A45-CD0323A11CC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8D996CB-59ED-F7AA-BC13-43C4CE868F2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D0B25B4-94D4-60EA-7DFE-5FDA0850056F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1332DD9-3199-224D-58CF-D82EBF338D40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021E8A1-275F-EF30-7C77-7904612D6BB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9490629-6AD5-F93B-8130-9258ACF69CD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EFA545F-0E4D-4EF5-C52B-E5CBF3CB81D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D2286DC-7438-9DC5-5A3D-19C18E88DA8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555888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94C38-49EA-F9B7-6BCA-3C6399AEE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DAB1EFC-C134-3C58-4AF7-0C60B303FC3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430D209-2B8A-EDBB-4C64-2A2836E4A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2EFDD46-F979-D268-4831-A2F9383183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8E353B3-CD50-54AC-DC06-C9A9BE5991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CB4F3A5-8BDC-76C4-F7FD-BD0B9CC23D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C120FF-3322-8C26-064B-85B43223703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46EE2A-9C49-D0B4-AC17-21599D66762D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A5B9CD-7CD8-2CCE-33A0-CAC2E930811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6DCEED-D3F1-E54A-D7AE-DAD787060EF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08A5D0-8FBC-FA9F-407A-5D3EBC481F6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1EC2DF-9310-3E48-07F5-C5526618E6F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1E8187-D98D-8227-E1DF-D9CB50656333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151C2D-4DAD-D0F5-6132-C1F1E564AD9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7576B8-9945-FC4E-8A6A-EAE9179308F3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8E1C8B-A631-1ACA-3D31-80C5E0EA7F7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07C4BB-4118-72C3-12A0-A5D55F5CFC7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109423-149F-2220-CBD2-07D98E4A666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744B3D-AC0D-F31C-BAFA-749E78ED397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73B0B7-9F49-C789-9328-D95B6826FBE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6848C9-320C-929C-5F16-49E5A33FA06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EF495F-BD58-F402-341F-97AF485EE7F8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1870C3-1871-61E9-9534-0462A17DAC55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16AB19C-FFCC-07F5-457F-C42FBB2D1119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D70D7C-61A0-560D-1D8C-6F2C766E65A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763F02-A725-9C45-C3E5-214B5830C15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43C8ED-2775-45A0-6FF1-5E2C92605AE4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DEC9779-8ECA-D0BF-43B7-B6983D2C7E6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9629DA5-42CB-1063-440D-CF6F60C1491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8BD4C1-47FB-2842-63E5-EFE3391F1FC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8AD83C0-60DD-A279-623A-69A1E190E9BE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BDFD786-9815-3AE0-C350-8223483AD03D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2294439-8E75-E622-A7F8-E0F5979B2F2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90C1D2D-4805-DD48-2622-CE202A4DF4C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C4D6B8A-DB6A-3F15-2647-7C522A1838F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FD7683A-DB3B-4E92-55DE-4E8F9A60099E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0AD0DCE-B6BB-12DA-1803-160FBC512D5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84C385F-F984-9C66-E8B3-5F8B89810AD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7619395-CA64-3584-D78C-947C97616D89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85EEE7D-BD8B-3ABD-0B62-063105E3096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C16C40A-1C6C-0844-E335-71D757AA44C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87BEAA-0C62-6C3F-F45C-831AE25D902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463A812-A3DA-CCE9-EDE1-B3EE47F6AEF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33C5FA8-FD06-42F8-3106-DB33F7200A95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367E229-D8FC-E725-BB7C-02E989A69E37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1E8A3E4-BB02-58A5-4919-AB3DFE28C2B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5562230-A7C8-3CC7-5DDB-06C011D2841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E9133B2-1FCA-BE7F-FF79-DB2DB8E1512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14064C6-4636-0D50-4947-CECF3BFC14F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54321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2AD3D8C-3398-F0F7-37C0-2B8E6E72355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F63AAC6-7D1D-8083-5B80-F61A4245B5F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C1A2244-A6D9-FA64-B0FC-E4EDCCE4D87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969A025-F1EE-818C-5720-AB392D6B689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C5FB275-1A7C-B6A2-DB28-2E7FE9CA6F9F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990719F-1622-1DD8-27FF-5D2199C03EB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87B6A70-2C86-AA2B-9340-4BBCFDA48B9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FD86F7D-AD5E-EBBF-5DC1-EEE46725C8A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4CE396E-F10F-4584-3692-59755EF3EF0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DD2E10F-9D64-EDDF-54AE-B4F88570B4F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7F83D4F-9C07-8119-18A9-D960E65684B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4D6E12B-DFF9-8001-7098-586C16B5C62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848FE36-CEDE-3900-BA1C-F23A63626BF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FEA3D29-F721-0A1F-C1C8-7326D052637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D97696D-33D2-ABF7-045E-DB1ED5A97F5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4E1BE87-AA77-BDEC-A6C0-C6BCE62FE62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35A8BB3-5F90-A6C7-EB21-CC8B701F04B7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118811A-AF33-292F-5CD8-8C441EF853A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96D59A1-A3D6-2E39-B94F-6EA1F3107BBC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357C133-5AF7-DBE7-6CB9-2FAF2330BFC2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F58B974-F4D1-F3DA-3AFC-AE05AD09887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5A4AFDA-4C75-10B7-D68F-507CA9C29E6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6A44326-E8DF-8FD8-628C-2A59D8A658F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0F4400C-712C-2C51-9CCC-B74F22F5F6F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796DEC-11E4-7BD5-E0BD-47C3B65A6BE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FA3EC3-DAD7-876D-C713-FEE2C1A0EB6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872597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ADAC7-C465-F9A9-C491-2B89BC1A0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00EAA3-3E16-A031-B5D4-95B8FAC6DEE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4ACF4A9-D98F-8F2E-ED13-AF1D70CB7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1287E9B-4F52-C219-BFED-97A6F42D46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697DAE6-3D26-D418-ED87-0CBED5B2D5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36AFB3E-7FD5-7B4C-FC03-99514A327C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2E20BD7-3AFC-5FFF-69C9-2A86F8A6257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0B5483-267A-BE3F-0039-A1D4B4C1A2F9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48FB69-BAEF-9F24-4A4E-70CB95982C9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B5968A-EA60-90C1-4599-99F605B5F01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599EA0-0526-E0EE-6808-57CCB4C9A4F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7BE617-37CF-3489-419B-FD46F7703D89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88B526-4B32-05CC-530A-927435CFF3BA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5BB926-1A64-9BEC-9C9F-7A631475962E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FD9A61-E745-DEA7-9CC6-06611170A37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A5D804-3F98-621A-E4D3-656206AA05C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752B16-4ED9-0217-01BF-222529D64A29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BF2CE9-C0F7-02F6-0510-756CAB1B3FC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07AE75-AF63-B3EB-C113-B9B492EE68E5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709D1F-D040-6BBD-7102-790D48D5E05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6F054E-DB62-5261-FE7A-ACAF62897DC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D60112-BC39-5D63-D5DC-C7FF00E5C34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D751602-5821-9C81-DC4D-F50481D1789A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07D79B-F9E7-67B3-A7F3-9A76670985C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8AC8DE-E22A-89D0-B777-9B53EB159A6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93E4480-FA5D-EFE6-0F15-4BD4D4BBB20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A02A875-5643-2332-888A-A0A9E080A78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F703AE-5693-AEA8-1D68-EDD13EDC795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C4F02C7-7BE2-260E-77FD-C8E4FB09BE6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2B7241-42AC-581E-5B43-6B949023299C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AC2980A-3D60-E8EE-9FF2-006B1330FB9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E1DDC52-B062-7DE9-A401-E05E3C55B3C5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B58EE51-EA25-7334-2B2B-14185E44663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C389EC6-60B6-672C-90E6-829164F6CAFB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465B287-C547-B617-D480-2D26DE605A5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AC0DCF4-8B95-3D83-08AC-B79BC5D2D5C2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D473A0E-DDDC-3997-5048-242C144C3C7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7D7DEE-ED71-C235-CFC0-1D04894476FD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8FBC02-AF0E-A79F-4C42-66E1B4236BC4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549046E-8429-EF6F-01CA-EA57671EBA6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7AEF1E2-6D70-8D84-F7C4-BD1168B9B932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A23A26B-167D-BA49-1856-D42448E3DDE0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9D914E9-84CA-2C0E-1E10-CC9FA557269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E22DFC8-54A5-B7E0-8C08-BB953B8711BB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AE0FBC7-ED07-19AA-EBC9-E04501CFCA14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BC887E7-C10C-6944-ABB4-27B78A08C15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D915E9F-A32F-15BB-8812-17E23B708A1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2F67D26-6272-451E-F0CB-8E1C6826C2EB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D1EC14E-3688-4B52-0827-4335599487C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5432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C53BC79-8243-9EBC-3651-F00929F60BF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A7AE614-6200-09DD-1CB3-638C810EEFF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95F8838-749E-580E-2FBF-E71894F7996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80FBC0E-23B3-5947-4257-21DDA50445A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ED3AC63-82E4-6B0A-DA65-EDFF9B90FB3F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FEA7931-5EEB-289B-6B25-E0A52A44784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8CB7B3A-D4CB-30D1-E0B0-34B0F07E71E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77EA072-3C91-FF6F-C712-BA91B7D4C79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9D10155-08A5-F80F-88E2-CF21BB1A20B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4D1CC1E-1013-2E3D-86FA-0E3067EAE0E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5432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119CA84-7A40-FAE7-E365-A2318A9DA10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39B3548-61BF-2C70-2C9E-D8CDA02A550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8FA623C-D8CA-9DC2-DF4F-C83EC95C35E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78A7AE4-BAC3-BBE6-83EB-52F9595B6FF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8090E30-5C9A-A43C-2552-68A7E5EE6B28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2741933-6ED2-DF63-FAFF-89E139D7EC3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3354F13-C62C-BC3A-FB7C-6C5164AF3DFC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AFBE59B-1826-F25C-E8EC-167CBEDE953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484D8CC-4074-587F-C741-44BB7BBDA18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2070D9D-7AB7-4D47-CFF6-957CE078B927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0118D6F-8312-DB44-BF07-2DE0E593D2F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958C9F0-9A76-8D84-7418-632AD4EA6CD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F9DED55-F9CF-6C01-2DB0-555C7D5E201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2817B5D-4380-47AB-0E45-33FAB8EC3B2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F55EC5-B05A-FBAC-58C6-6E4A2E1B497E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F02C57-3883-480B-B538-2C6F785F51A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866139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CB8F6-09D8-EDD2-644C-0E1E1A5C4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D3BF326-F78E-144A-F19E-A984B5F03A0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26506B5-5504-207C-065D-6B6117F72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848BE83-8140-5CAB-0832-D63E6B80EE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AA16274-C0F3-A4F2-5D57-0B471BE290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E1B9C83-2AB9-70EF-15C8-FD001278B8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DD207D-94F5-FF5D-2318-3F6C6E241EA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D394FF-6C4C-F4FC-8100-02FA0D4BA1E8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01B341-12D4-1624-A4CA-007BE5E81CA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2537BE-2785-65E9-D9C0-323C1DFDF53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3D63E3-B26D-3054-76A8-7111BF56630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3E1607-2D4C-5430-562A-B061F3DEB6E0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50A9E2-64D4-3CD9-07E7-F67666D6990A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9D3628-74BD-2DEA-5FCE-7D8B33D2456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3AADEC-833C-3125-1617-D084288D97B3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D05C8D-5522-EFE3-3C82-6934635F576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18EFAC-4C29-7630-60CF-B92EF9EFD54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A2BBED-69BE-DA7F-F239-4C8C42EDE7F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35C69B-D91D-2F32-D165-DE02222783C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57FD731-7CD9-F37E-BEA6-3219F00A52E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66CD80-AD18-CAC3-7EC2-A8C3B884919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557031-567D-19B2-EE2E-1C83030E638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47FE496-E4EF-EF10-BD14-3D87059887B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7FD14A-9971-A7A9-818F-BD766D859D7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6AA7EF-2AEA-A1B6-A150-C5B563159A0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E0185F6-F620-816B-41F6-AC7F2940D60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B1A92BA-2D7D-0EB7-C07B-A08332B46A55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AD8EF0-47F6-DC03-89D2-964122A694F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D8E8402-057C-5E7F-5874-A250E9FAB3F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5BC82A6-3129-EE66-CED6-800B3E23957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F4103F9-29FF-869C-3E65-3194AD779EB8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1853A7-88C0-3EEB-8F82-7F7C9503B03C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EF56769-B1D1-9BFF-498F-4CF426559C8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5B23F4C-E348-BF4C-5FDC-743E1758145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9E95B36-9869-14C7-F9B0-5F83ED4E0B5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07731C6-A220-B682-4539-DE88F7CCC104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75EF0B2-3732-2FF0-52BB-A61316B7D8F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F941C3E-38DB-C586-F510-568F06FBA81A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9E21121-A0F8-32A6-4A10-75439F178E31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D4861D4-1F56-ADB3-3BE0-EC3CD79DF4E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A836CFB-0C54-50E3-BDFE-6EDD53BE0932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DA8B436-4C6E-C940-1DC7-9CDF27CEE3BB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962A4E4-A57D-8584-C157-8AE62B9DE07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23423A0-1A9A-02CC-3789-3889ABBA695C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A94E100-F94A-CD3A-133F-B48A3EA168E7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8293920-0C38-D69F-C0DB-317365552B1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76BAA29-19C6-322F-28EA-3A1AAF6ACB5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586175C-F0E2-ACF0-3698-C12B51DF538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1B96953-AE6D-C131-D370-679AAE180BB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AD935BD-DE88-9329-B6D5-1CF114C7A58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81ED312-41A7-947B-2EF8-186B2818985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7C79B6F-39BB-8E75-ED65-1C7E58CE857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1F9F9A9-5C4E-F72F-C5E0-2CAF625BED1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214DDAF-37FF-5D66-09A5-2E63718FFC9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9044D9C-9BD5-5EC4-4A22-0904599EFF4D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70CC417-72AA-57D9-3880-219C8E6622A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CD7633B-184F-B118-F27A-5CE4970AA3B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4E4C350-02FC-BAB0-BFEA-7DD360C7B84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68F5714-746E-A9A2-CC09-E3AC54CE04B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5432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08C5C62-C17D-0C98-9652-B9F0728DB84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4B6B831-EBFD-ADDB-3295-66694C4E7CE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E407831-6D9E-F3AF-C06D-F6E09AD00D5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1C01E7F-9DE3-9BC5-1D95-82D43190541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DEE2F81-B189-EDAA-BC49-1689EBC4B9D0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086B3D0-C53C-171B-CA41-646BC26F1FD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37D10BF-951A-8536-24A2-BFF4D5A15747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0D4DF65-3810-D725-0C63-311FB16D948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62B18E0-5BE0-AD19-20FB-419C15F9ED4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C52CCAE-005D-B093-3ECF-E0D3B249F5E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4E4FF9F-589F-831E-1C54-DE3D1360C89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F6BEE02-0994-3392-BF5F-0798E729B9F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50E1E5C-31EB-8C8B-5AE6-A1BB8061C8E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34C07F1-4E58-741E-4D9E-087F08BF076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882A3F-1994-9B00-CFD3-AE22D553EA7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FA8ECF-713C-5910-20DC-822A14277D7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624378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D045D-4EBC-B585-6A8E-5A4292D71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EE1E1F-8343-CD56-35B3-6C0A2A352E6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57391C6-8B64-C85B-C24F-476954B8B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B435280-0709-F2BC-77DD-E98554DAA4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6929B50-78F1-95FF-30BB-EA750BE559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035E0D8-E924-BF42-EAD2-8B05E41A5A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75D32C-5B00-9FE0-8BD3-DC1BA7F947D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3A36DB-A98D-EF03-F92F-59178042FD72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2785BE-3231-295A-44DB-D55F08112C88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AD94B0-32AF-4609-A80C-B41B33F8F8A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D29630-8B1C-937E-9249-0D44926E683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C306BC-05D6-2358-25BC-60A9327C03E9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2AFF07-1F96-AA1B-3CE6-E5AEDAE823B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068A00-B5A7-19FD-AF47-4EC0D2C40351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BE6A1C-6E52-DF1E-2A74-9DE36261C7D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C8A26E-CE10-D2E1-80E2-952C319C402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D52E95-EA13-4EAC-04C2-CE1A4B23512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96A9F3-BB70-1F0C-0AA7-F347F10C551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07CC97-D548-9210-ECFD-EAF6BF89D55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347A5-FBB8-0CB4-37FA-70730A1ACA4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46AB1B-76DB-D15E-1A79-F042D11C750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A6E334-41DA-83FC-BE32-A565DF3768E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64786E2-8453-CE28-3759-B05AA808705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94E54DA-8FDB-0118-B5D2-12DCC5BA0FF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ABAF26-5A48-E700-2F18-3E6842876705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5EF313-BC60-1D7C-C356-F50D07D4B5A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E129423-4E0B-537D-BE1D-CC2497EF45A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2A60BF4-09A9-D977-FD29-9DA1DB66FBE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72B32C2-3D6A-50D0-23B6-84FE99ECD81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5C4F6EA-82C9-5220-BD13-79D66EED693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F9E64A8-A5CD-0CE1-D292-EFD06135817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78C8F80-D8AD-F208-4456-4A37FD187F9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1C6A73E-8B60-F814-9BCA-0BE45D3348E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C267A38-DDD0-A834-3DEE-94C882C304D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8213EC3-38D5-5E42-AAB8-E7D09B83D92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D3ECC03-1344-7E91-A176-26258CF754E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05B49CD-9443-EC02-0346-AF639C455758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BB9B394-92F1-55F8-03EC-5228E43AF27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1A57EBC-FA30-667A-4448-4D99CB5CB8E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72FE493-D34F-E538-E1C4-52F749DA8B6C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F6F8217-A98A-D3CC-41DC-B0C087E34B0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0901C14-A043-04B3-B3F2-351733E61133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46293AB-64CE-DD62-B994-DE9587A1951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61DCB1A-29AF-4DBC-E45A-E19E61647B99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C91FD3B-ED84-2A6A-3997-8B29F68B600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A23064F-05F2-5F96-1DD4-04ADFF534F78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025CB95-9652-92FD-5010-DD6592CCE18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1304A5B-3DDF-985F-CC42-D6D8AD5A930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0021503-0BE4-7E33-AC05-142A071EDDD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1779990-A4DC-E1A9-6DB0-C3637086137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22A4F73-5F30-201A-E7C3-E7757E7D869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F5AD84E-DD3E-C925-6C86-256C310D636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14F45DA-7D3D-5F43-BC32-00089086FE7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63615B3-2858-51F5-ACF4-61D83224BEB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7F9E7D0-18AC-6CF0-45E8-E16ECF38F8F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EAE2CEC-B77A-A983-C8FC-C8DE72FA01C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705E850-E036-7123-9B60-4BA693DCF5A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86A1175-1B31-FA81-92E4-13B1AB99882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4224A48-D631-E28D-7677-36C8597FFC6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B8628E8-89C6-DD28-BB1B-90466653559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61FCED0-FD55-039E-401F-ACBFFE7F1C7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45B3F30-3584-DD40-6C1B-2A02BC2A0C4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7E76956-D4C8-F9DE-C71B-3F6B35826F6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B853BDF-A7F8-B773-108B-0FADA07AF51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B195A7C-9D58-07E5-A8E5-F82969B44F0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15E0B7C-1472-3C4D-E4BB-28B72561F323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B8CFA9E-3BC3-42F9-7313-C4E3FAA2AE5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043B739-D2B5-25CD-F262-56B63A35792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C88FE30-380F-C744-DB4E-C4C2AAAFA54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C187518-A413-A0E7-1449-EACB7AC141E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4780E8-FDFD-AD92-CEFC-71C17F3403C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47F74A-DD44-AD3E-0C43-EC275BCA964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82F894-DDA7-590F-B74C-530CD11B9B2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79FFF2C-3994-B967-199C-A4864FFC7FA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2E4D947-4DF8-134F-DA6D-0FE0517467A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209845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2824C-36B4-5558-7557-D690DF3D3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99144A-10BF-BF8C-BD51-4F103DD25FA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2231DA0-B347-265B-8835-E152A1D7E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3372B4C-CDBD-BC0F-924A-5996DE5092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321DD32-5687-B43C-95A0-F31720A98A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C53613F-1CEB-4C5B-2FF1-4FE2E4590C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582D9E3-B1AC-8585-18CB-133A45FCA8B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FFDDEC-C6EF-48F4-1D7C-45E25495F5B5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54B5AB-D3D7-B708-B135-FBADCA8D12A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7E0FA3-6F83-D690-A2FC-9D72CC7D02C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D10837-195E-5405-9C33-E8C8B856A9E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C244D9-F68C-8955-3A35-884F1E23110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8D41AE-56E0-D1BF-076C-6D58C749652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B9FA97-BE3C-4891-BD46-229F3173CC2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700834-2440-ED83-A450-5218B666091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C6B5C8-E88E-0F3D-46BF-88ACA565518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A73CC4-BA2A-0627-A632-A71EC7D7210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FCC35F-DECC-273B-88B5-456A2EE28C6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E20C08-B037-7942-B00B-C316BF9F1D5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1E14FFB-3D92-3AA6-AF11-2612B2A203E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6686B6-EE1C-E663-6CF3-25A77BD0B27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119470A-A7C0-28C8-722A-435EB87DF38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3CA770-8C25-8B3C-92EE-FB6DA72BC91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BBE1F38-7223-BEFC-7058-1F5B40794A7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D35327-1C1E-78AC-8336-A1275680E68E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E1F2BB-4AB5-E66D-4BD7-B3F9B917F02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C49AE7-95FA-1E10-295D-9083EEA8F40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9F27363-46DC-3FD3-F7D0-33B7C8F13C0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3125367-3D83-CFEF-EE0D-F156C774213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945BEB5-AA35-687B-7F94-B81B5E60EBB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53846B9-2A1A-CD59-380D-B0B25D27BDC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71047E9-59E3-5FB3-6297-5EF15EBE09B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988FA5A-F717-CD0C-43C8-CDF7E9E5DA5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F819F13-7238-2741-10AC-47849DEF75E8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3B414B0-5838-3FD8-C94B-DDF3E9226FE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8C79CDF-D64B-DCB9-E319-B8431892DFA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7C48DF7-6E5C-0311-963E-7EEBB48B7174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ED41527-DCD1-FB9C-67FD-C75104194E0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AAF42EC-EBF8-0847-D057-409AED57313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428A4A0-52CA-40DF-AD30-D8809087A386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7FD13A1-5C53-C13A-9FB7-F9D75E09632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2AC4DB5-CF21-5352-B264-61587BC6F02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AE56262-23ED-83FE-F6AA-B2CA35DD4677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D629D65-C811-9319-E4A2-67896CFC056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285C584-36F2-3F46-BF62-108B2B7994F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4518764-5085-73D9-2403-5B3F62A78F2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C7C3F77-0D5F-D15F-2456-B6648623654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9C921AC-182E-48CA-ECA6-3B23CDE6633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0DD7D1D-6024-4FEC-16C6-BBAAC33BA7F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052E066-302E-5E0F-02A7-1D7C8280D2B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0A4DA93-E77B-4151-B656-251232C4462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64A56A5-0BE7-6375-6C40-490D5D46BFF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4528B4A-0146-8770-1024-E0E058C89579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6791CC1-9BBA-B434-4A49-7FCC9A10B92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0D323B3-55AC-37DE-BC44-72C19B30C1F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299FDBC-4B35-2F2C-ECD2-ECAECF07D4D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3987B10-70F5-404A-DFAF-696528AB41F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7914AAE-938B-6113-CBB7-A88DC5B2079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3BE7A14-03D5-592E-169B-9DDB469B1B9B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4F1F9EA-2CE5-9A7E-F240-0390813AE9F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9EA814D-4FA2-5273-3ACD-2D464649577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D58F3DB-B300-D243-01F7-DC2A4782FABA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BE1C4E8-C7ED-1866-71E0-B31E9D8F581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F1CAC32-F273-2357-E975-3B14DEBE028E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B37E11C-6574-3FAD-7C48-776DCC14A81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621C885-6699-9F28-A701-E150CF2331F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23C261D-C985-2B92-A712-7ACF5714B9F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F928C31-0B08-8A14-A482-A9DE02E0A2F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7553DEC-711C-09F7-20D7-E4D8E219D92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6405ED-5D8E-34B7-7670-2A6347A2E57E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935C17-C5B3-8837-6FC8-C93952F69EA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CD7C53B-43F6-5B53-E581-9BA97B659F5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52B7118-5335-A228-FC7E-BB92CF465EF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82B237-49C5-2DC5-CF88-46196456104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9108A74-68A7-F5DB-2BEF-D607424161E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2936417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89D22-4505-C929-4ACE-BB527F880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284D1F2-F6EE-2066-E12D-1F0D5DAEE96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195898F-01EA-2B47-9375-7BD21EA727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7F776C7-4C8A-A599-9DA5-D371C1161E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922CACD-7265-4094-B76E-CE62CD2F1E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400C485-E562-F4E8-1E5A-6B03B527F0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C5A7AC2-140D-164A-47F3-5475F936754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DB217A-F09B-0B91-2386-1EC3D7BEE097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CEC71D-8BCE-BCC3-BB83-7AF052AC6C3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255E5F-42E4-F2AF-AA49-8EFE07256E1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AF82AC-27A6-650C-CAC1-67A260092EC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BF42D1-37B6-D8B9-6F9D-A52F4A3B44E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61E18C-6C06-326B-2828-4F5DF68C217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D08957-4997-6601-EB5B-5B2FD5A916A3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70E915-B2AE-1D77-59FE-C4428A4FD35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9DEF9D-8675-DFDA-5691-0E53719D8EB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D374EC-1425-1D1F-A7F3-1C2AAA08C6C4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5A57A0-5996-4596-4E19-ABC6C83495D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372394-52FB-920E-73EE-E630A50449C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D5D2EF-5F9E-5D10-EC2A-C23B6190E2E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4FB5FEC-2719-C2C8-A4EE-260B85DBA32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84FE68-2D1C-4553-7E01-4D11CA328F8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CF5591B-49B3-E69C-420E-82D2C26C594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D4890E2-FEAA-AE86-34FA-F2ED556D6ED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ED6EC2-699F-C244-24EC-F56AB30B9F2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38AC665-3BD5-88F9-0D12-8C0F20C2803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5AEC0F9-D1C2-D4FD-ED11-5CA7BD3CFFC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73ECDCA-DDC6-73A7-8CDC-7FA0F88A7BC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4AD469E-0BEA-2811-A6E0-05E7DCDE8064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BE4B0E7-E898-9CF0-042C-945374E754C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D554B28-EED4-62E0-F6C8-B2552AD716E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C22057A-8F86-B45C-17EE-DFB250540244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1FB3CE-4B4F-CB14-C8D3-449E324D0B8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FA0808A-E0A9-248D-35DA-5E27C2DE837C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C66871B-C72B-66A8-9251-1396555EA41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7A58AD2-3A1E-FAA7-D52C-D58AAEDC7C7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9405474-DB3E-8A4E-FDF7-01B21A623286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73C7961-E854-DD19-0A84-09471A55B16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2601419-D367-84D2-FA56-E199B1D2F8A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BF79997-5684-F7E6-A257-3664A2DC7995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A904126-3B0A-3440-6433-0CCA3F034C8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6785920-3EED-5995-0D0A-205B94D7622A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BB42EB2-FEAF-90EE-567C-7AF15E926A04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EABCDCA-B1BB-9A60-849B-535AE9A59ACD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B3E3DD6-5936-E530-A183-CFB8C2D03298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7EFD9DF-0A44-A3E1-FF0D-B3CC27FE29C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D150A0C-D1C8-9DD8-410D-176AC9B588F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8FBE9CD-A860-08FB-77ED-970B8213394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813F2BF-73A6-BB1E-64F3-CCED3AA3B85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96B3944-A1E7-FBE8-ABB7-00B18F9CEDD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3BFC430-EC1F-C991-52F1-BF900CB517E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FED2AF5-898F-92ED-D58E-75CF32B220C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4BA667E-A283-2877-2446-1EA4339C699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81C6F2C-BB57-5634-2AA9-B739E6EA7B4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A2CB93A-63AB-6034-CDEC-8696D19A166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CCCFF20-0E39-274C-DCCF-31142B1141C5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10BC69B-CB77-751E-6EC6-9F101E95514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C93F287-6FF0-10C1-9100-9641CAC8844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F825376-2C83-B288-B80C-ED70A19C4B6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01B200E-DB00-ACBF-88D1-E6720E54973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CE5094D-EB98-A631-5E21-DAFF4F6F3D4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9255FC7-1730-9CFC-97D9-6BBF2B23A5F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7BC3A1A-2934-CD12-7410-3AF3F75C2CB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8958EC8-D77C-60F1-2877-E523FF553BD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0C58EC2-0F3F-25DF-C482-A31065FFD56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CE976E-41E4-C412-2996-5E8333ED8B2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90FE98-1701-1ABB-43DB-D12F02266FB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21C2B3-9027-24CA-EF34-F6F3CDB8AF0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FA26790-F868-ADA3-2F1E-B3E1D4FD0F9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1918712-15D5-EDC3-F028-DC5EB9B0F38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549E9D-5AC5-3DA6-1062-C216F11FC40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6BD63EA-6334-4495-36C9-F89450D913C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7221534-E035-01A9-458F-3AAE3E5E67A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0F6014A-75E4-D6B9-25C4-D47C1E75843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6C1A63A-AEF9-3879-29A0-0BC370815D55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4275912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B2E93-8044-07B9-D040-93AC329C4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005AD2-DA99-C3CC-3342-0897E1F3D6D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50E5CAA-0EA2-49AD-FE30-AED6AA61A2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C0278AD-B590-58C1-C72E-11CA4BF6A4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06863CC-5A58-075B-AA84-C6580EA61E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A3E4A6D-4317-CEDD-D6AB-686AA7A60C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ED8AC80-CDA5-AE1C-27F8-D0365FA6B6A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4A5DA3-2724-D14B-FA12-2FFE6F8B5A29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B9F9F4-23DB-DFF3-FE32-0C0DB2A54E3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CED473-AF2E-F2B7-E6C7-73F0F87AA2D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37902D-53E8-8C71-642D-F24E521B4A5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CB4DED-B89B-81DF-1A94-22DC7E0C875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BCFC28-34BD-0ADC-137B-51231038D43E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E4F5B0-9760-0FF5-AA24-E4C66A60D043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38C63F-3A25-5D45-E39E-6669E9D313C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A03EE6-DFBE-5493-6B08-AD94440CB82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12E3D7-7A18-CBD5-2C82-746CEBCF6B5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B9438A-50F1-D2D4-28ED-FFE0C5FCFAE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B0A96A-4CEB-909B-C4BD-272DA7360D75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FDB25E-9407-8FD0-40BA-57E6F273E3F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64C10B-41C4-443B-8976-6A08155ACFEA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812516-8653-62F9-4156-052EE2AC9BF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957AE02-304F-32CE-CBEB-78C8932D941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1C616B-7A1A-7079-E986-50388AC3040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73BF63-322F-7FB8-F1E4-45A36AC59D3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71D6DF6-C03F-9EE7-7731-2F0628382C1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E001CB-E927-CAA8-C5F9-FF6462F087D5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6071DF5-DC28-6180-48DE-4873C0C3186F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A6AB1D2-EF37-D80E-F5FA-DB6521EBDEA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E396963-1C0D-1266-6257-67CFAE1E95A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3736DF1-456E-BB71-251D-75F4F4A5FCC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33FEC4C-7BCD-EA69-4244-F10CF2C90560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2249B51-6EED-0A9B-C67C-B744C186D2D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9CE0FB5-E4CF-58DA-C303-B5A212F2DAB7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B4188BD-FD0C-C356-7FE3-98E013D6AC1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C87C9B3-58FB-82CD-A33C-4BFFCBE045E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6CD98D0-ECF2-8967-8E06-B0E2CA84C9A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060CA5A-C644-2E4B-1B3B-2F0A908D489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9A3E8E1-7224-6338-5705-45A3D35F4A9C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92A3526-216B-410C-17CE-73080AA67CB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9A6FB3B-BAB9-2623-04B9-A7B5B2A868D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4F952C2-6921-5DFF-E768-72999D4535F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69EF62A-859B-2F4C-325D-186AE539CE9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F02D11-5735-B1EC-785F-7CE5F2477F8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97E31DF-934A-E1DD-A216-52B1F8CE7FA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24527B1-03FF-BAD3-8491-E79635DE6E4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282CEBF-E928-2D12-9D07-D5B01B6E674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C518FCF-ACCC-04A8-E325-02E998F37FA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1CD5508-C4A1-E442-2087-D377DCE9A32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8E9FC56-981E-DC61-5EBB-9629E13CA60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B9CF788-A091-5F9E-4D54-8373A097FEC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C952478-8EB9-22C7-33CF-1D71B8C9EF2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FE0078B-D02F-E1C4-3F7F-01678BBF2E6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5E8198E-C03E-A35A-A714-60637C27507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3E70BA2-1DEC-5F40-09EA-F9372C44988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907234B-5469-676F-B39A-1D2E396A826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84133DD-39F6-ADA6-3DDF-F2047F255BC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9CF1304-591F-B91A-B7C8-40D9C874AA6D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AB60217-767B-8837-7375-EF4D2D0F995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7153D70-2D30-C281-D618-C82935FEED3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98DF4E5-7A8E-B737-0EFC-26CA7003EC1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A005D82-961C-A13B-5F4E-6B1743C0D667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70C244-120D-1061-B062-5C061A1D2196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6AB4C1-222E-5786-4B4D-CB9048B20C0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7ED305-D0A8-90FD-928C-0FA9EA944F0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98E33F7-88DD-8149-E728-8EEFE01970F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CDB5C0-6803-C9FF-93CF-C5F7C41937D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AD1AEC8-46BA-B136-596F-9CC24D4EC33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2355D38-7A50-0F75-19A2-D3E8D5F01C01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2E9269D-92A3-28AB-67CC-2542B28C62B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94750D3-6969-54F7-00E2-9C59D2E1AA2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2E58B54-8B70-7232-F670-9B3645732B9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4EAB158-5DAD-89E2-FD84-01561C53BA3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F3C11AE-716E-1330-D086-B4014A0F2DE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BEF6E33-88FB-1299-F6C6-D48B3FBC0BE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1631222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7C18D-6CD2-2119-3FAE-C2DF82E73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680D6F5-965B-C049-A064-AAFFDF24A8B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C305E57-E70E-E21B-B080-8A4EB64B8B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F43068F-2428-73ED-E59D-558176A3A2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0242F62-25AB-A704-F2B7-1B94FFCBA0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DCAD167-6961-E8F8-FA5C-772C8DE65A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EEB09D-399F-720E-F4E8-7E72B9BB783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091C82-DFA4-49A3-477D-878B5EFF3344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25CEF7-954E-99F7-DA6B-327371E9B78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8656AB-0A46-7ED9-DDE2-282D7C771E9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5B0C6F-12A9-83DF-67F1-9539E59C3DA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828DBF-8C33-81C6-3911-4373A8FACAF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315151-B809-4805-822F-6A19C2EBA0AA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148B79-2006-C5A9-D5A9-2C000C3610E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BA2753-6A5F-E3E2-2DB9-574B767DE5E0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8E6659-479C-6A0A-115E-166AF048978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B3337E-A11F-D1CF-F123-C16A638CACB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DBB4C0-EFB5-D211-297C-CC814CEC7E6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CF8485-C44E-3756-017F-1CAE617B7648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FD1098-5CBC-6A61-5BAC-E33495F669D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ACAFB1-52AA-03E6-F5A6-3ACF4D42A59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D0DA59-2E43-79D8-3032-6AF4DFE7C11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B0513A8-868A-9C68-A338-4D03DEB16BB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2FB7AE1-1AAB-6DC9-76DB-B5CEBECCE4B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424DA68-993C-362B-EF8B-A9348A1C168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A2CBE63-AD52-95E1-F47E-F287ED8725A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CB6D697-0BE8-6F7F-F34B-FAB702405CA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1672717-EF03-3279-529E-B2A9B5F01F11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EB7BA93-2892-D7F5-DF92-71963F3F657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EDCB2B9-DDC0-0CB5-075B-41F620FCDF3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B175686-DEDF-CA1F-5711-0F45C981463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CE2B722-02A5-AEFE-D665-FE9CC5C15910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29D8405-C0EE-64D1-484A-DEE1C7EAD07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BDDBB59-1549-9435-822B-1AA0757A4FC6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AF266A-9DB3-50D8-5644-E651CC8EF2C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4A67E83-2F21-D79F-7D7F-8692B6024FD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C76436B-CC3C-9260-64A6-F6D85CD6A109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18962EB-2793-CEB6-3C77-26E37885B4A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AA1DFAE-2F7F-7F5F-BBCA-7B301728DC06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9BF09ED-F50F-A268-5C45-9C9CDCF9461C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9DF8056-F359-5F9D-385E-D9D39FFED2A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5374F43-FA29-B21A-C5AF-567F87BD284F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286EF29-1066-1926-6C65-992F4708090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0E1D22A-018B-472D-551B-8115ED1F068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C188738-E010-B17A-4C8B-D789B363621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B7F04D1-24AF-F149-2A64-4E5078F831D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7CE6192-C485-ADD4-21B1-30B40E0F881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1AA7F64-63B8-0867-A63D-4B6C65F5B21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4CB9464-2107-9645-4D64-BCEBF7F5297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31E9372-25B0-92F1-A735-11E83BE8BFD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435C598-6E79-F90B-D1B9-9AC84463AA4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74D00BD-53A0-B8A7-F97E-4B542CA7B0D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A7EF2ED-A3E4-3D1F-4FEE-BAB5812C59F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ECBEB75-946F-4C18-44DA-046B63E108F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8E11218-0221-2ED9-EAB9-AFE7CE12ECD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542DBFA-9532-F7D0-37CD-50EB89CC582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B8EF5D0-EDFF-6444-F52C-1434DA4AA43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2594579-FC37-E4DE-0477-5D5D9D410FC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E18DDEA-BDEC-5032-A127-C369D181FEC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7B9A75E-CC50-0C9B-5297-2E375481EE1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FC111C6-6ADA-902D-55E4-4A4FBBD15FA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1C6BEF8-3D18-649E-16CA-70719AC3E23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B0F430-1C71-1F65-A726-C5FF1B4EAB02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A80417-10D7-4BE3-D2C5-149B9D2C857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69F7529-0DFC-CEA0-877E-DD3CCD71B36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C60D394-7AFB-4F72-2619-D1443FA2339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8530EA-BFAF-7CB5-F776-9656EB19A6B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11605B-3411-0843-B314-7FAB29F6195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86D4A95-CA5B-DEE5-2B36-D063B1469DC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9F70E79-37BE-06D7-4BA9-3DC43FF9C20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C83CD9E-0D47-C083-C99A-B9500099E85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74846F0-10A5-9BF7-D58A-51B42596C14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168C0E8-7491-1DCF-5FB6-17736733CC9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DED1944-A121-1BF4-BC53-B4AAA254B0B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CA2827A-F6D7-DD7D-D4D9-F3532A31CB3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1637909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0BA6A-CAF0-A69A-1670-E3ED91EE8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266E0E0-3777-B534-67DA-A8B6488C515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0936776-0D77-6DFC-06C4-59CBAAA5B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25D0015-84F9-5533-9FC0-737217DDB7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B2C773D-00B0-6E1E-671D-0152665B79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7D5228A-420A-0F17-CB02-84E8D01ADB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80119A6-78D9-4921-4E44-CA8E9302322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465EBD-02BC-BB39-5190-119DA829FF43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4030DE-AF04-9B58-5CC3-723B45B980A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975072-8078-87B0-CE79-C564A30387C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D784B8-1FD2-84FE-70A5-677037BC9E6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1C01B7-E26A-4D25-13BB-721F88B4C5B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76B9D4-9A3F-6E26-945D-CE8A34F8D2F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EAED24-AD62-D695-D288-F951F56B61E1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262E6C-6A51-1088-3D42-35EC5F1288A9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40873D-F12D-5141-E6CF-3DFFC9784DC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23B506-7225-4236-961F-A146AEB45BC9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903B59-3F67-2CAF-D808-F2DF1EBF590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DEEBB7-CFEA-EEEE-1D42-68B18CB6852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DF557F-FE3A-8492-965E-7C48E3E41D9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0F6ABEA-B499-E903-B12A-A5A6C543C61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2F20C46-C93B-D15D-DFF2-DC19B7E7DA2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0E06170-3765-7BBA-0327-1950663D9DC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EF05783-7D44-4C26-6540-ECE78B0E1A5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7B5A64-736D-6DE2-C1BD-5087988FC34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4EDEB8-03C8-0AFA-ED1F-51E5D8729D4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DBAB48-6616-209D-56DA-02BAD5BF5FD6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FDE86A1-361D-7A15-7B00-6AAF73AB2311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3206690-1AA1-6C5C-ABB4-B1A37E28E43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84D7D55-74E2-AB75-F2AB-53481253BA7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FF8A7C0-7988-861B-5A7D-2DA4E2B3449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5407BEA-9CE0-C6FF-D4B7-E09DFC7B1881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728C855-F61E-BC89-B0DA-41693BE7366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91C56F-BC6F-5FFE-71DC-D28D4BF46C90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5A73331-89B2-B613-116C-F9DB5B5AB0D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516450F-CAAB-AAF0-194C-724C0B4243D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C1FDFE0-3DC3-29BB-263C-09E646215E2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B57AEC9-A9AE-C804-BF2C-268500F928B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690A16F-13D1-D030-21B7-A3856D75B6E7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43BC171-5E8C-ED60-A0AE-49A73C1D91AB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660D6AC-385B-4462-C170-35EEA1345C5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63ED426-4F81-4327-7CFF-5A3506D069B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C6CE932-6A36-8797-484C-A40940446B0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D0DABAF-52EF-0307-4F51-D4AB53323E9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911D0E5-B68D-A1FA-0E1E-3F83E00D6FF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A1C2301-E71D-E83F-A73E-D499A237661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0914A4E-005F-8DDA-27B4-9E66F6A4D2B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7B63F39-6EEB-CF2E-54AF-8B348070B4C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10F474A-44C3-5243-DE6E-74226F64959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1BB8DDB-1B4A-EBC1-91FF-F2996B0A56E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FF7B91B-3CF7-5EAA-58DB-63A40257A62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0DB12E2-CCC9-5F6C-E094-7B066D5776C0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00072ED-A05B-B9BA-5F3B-45240B35EA8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F675C2A-2F67-07CA-ABC1-9C3E1186084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6DB9F5F-482F-300E-98C2-BF9716B9232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834C458-6010-DE23-52E8-5E2D7F6EA246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1AE16D5-81C3-991A-781F-3E6BD105766B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5EFE67A-6728-F429-F747-211C50755A1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693116A-BAB3-487C-F75B-1DB8E5773B6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87B5D3A-08FD-B441-69E7-7869F427E4A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1A06BF3-B49F-0909-0076-8AEC7121EE2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2E940B-CC57-5E0F-E3E0-650E7944C03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BB09E8-92FB-49CB-304A-4672A404F46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E5215EC-633C-351C-4FAC-83B1669F3BE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90C94E1-E217-164C-7CF6-352EEEB5FBC3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8B65AA3-47C2-B19B-6BA0-43E0D9EF9E4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9C1A92A-9AE0-568C-8A80-BC2E98C26C8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E9DD5AB-A509-C9D8-B963-77CF76C66A1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F4ED4DC-53C7-DC0F-D7AE-75281E73862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C8667C2-A2EE-DDBC-BA45-7FD29AFF49F8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E393D93-C45C-950C-7328-6D1A4EB9058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08DF701-C56B-26C0-8BF8-67911056F8BF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219EB5F-D125-B5B4-DEFB-7060F6B316C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F6FBE96-CCB2-4215-5517-43D6ADA0B7D0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A65F000-B103-F81F-9677-0A65453CF33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3980783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25FDA-B2CD-862F-8B97-5625FC4CF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EEC4555-DE0F-8DD8-BFA9-3292D13A3D6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B7DCAA9-90B4-CC1D-D952-E7E384DF1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738DB4A-3B1C-F8FA-B62A-8EE09E7FD1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C040AF3-F124-383F-1E92-36F19E9273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B2A1DBF-AE0A-F6A7-CFE3-5192A6950F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1EE82F-E721-41FB-AAE6-90C28C27FB7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6C019D-D2D5-AF01-51BC-BFF0C4626EF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FB580B-9145-6BB2-3CD2-6F26EF10F5C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973DB1-4E5E-69A9-132A-422CF582299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A5395F-7879-C9FC-ED99-6BDF5782572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77A06F-20DA-B727-4F06-14E52B111D5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144910-4E7E-C707-3C7D-3C4FA16AC86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269F82-B40A-C586-DD9E-1BD5578A928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FDC23D-4F32-5D27-AD26-0A741FA2727C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85B5DF-10AC-AEA5-1F1A-F82E5AC2222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BAE338-48D1-2162-C5B5-27F3AD7CE3F4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09EA24-0D17-23BA-7D0C-22882AF1689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91F2D0-C0F8-4D05-73C3-F779AA78ABC5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303C22-5ED6-2C55-406B-C74F56D48B3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91931D-C40A-1A9E-FC5B-2CFFCC7CF02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729621A-AE39-F56E-F392-5768D54E5CC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98FDBD0-6247-76F3-5D66-DEB0D98465C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3EDF07F-3313-7FA1-B1A4-D00732AD57F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7E15B35-3408-7495-48C0-B21F7191FA2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B0A1659-1D32-B7B9-5BEA-EDAF66E344D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7C9A0F0-394B-AC2E-7DD1-BCEF1C07E26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4A2C141-5C35-C9CE-360C-7BA2374E1284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4311CC6-71D1-B7D2-1E8C-7B9607AAA83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D3B8C22-EB98-6278-4A56-7D06A77E42E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DCE9A7E-4669-647F-4F05-6161483A9A1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185255E-EE42-4A56-B175-13F40AF0E4F7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B6E463F-71FD-3AF0-E4C1-F4413E9E7D2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26B7B05-D9A5-4ABC-7ED2-084D99E08DE5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0DB73B7-74DE-474A-2447-A230946BAE3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D2E5D9D-FC17-9ABE-1444-2B337107F200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9A1CF0D-153E-AB80-5A0C-08120C28A6B0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13AA59C-BCA3-152D-573A-D54E10C6248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281489F-91A7-B8AE-E4F3-C364C4307C5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DC7C420-F270-22E1-23EE-6352F9EA99F7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A5FC2CB-4A85-E18A-096B-6286BF40FC1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48F46E4-42D2-B744-F8F3-B6894A39279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7F655B-7E4B-67CC-9560-D66DB38BA51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9FB0664-BD16-508E-5DCE-72F92060320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C7EDE4C-F452-1716-354A-2D7F617B261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2C4C64A-D6FD-D861-E5DE-ED0E3961278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686D54B-0AC5-A30E-2D63-5E11C6FD532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9562096-4A01-65D3-55E6-6CD1C148BBB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B193304-5F31-6097-4628-24F01E13971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44C9754-373D-49BD-17BD-A9BEE7AC75E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35D1A42-B08B-6D49-159C-EB1D31C4B4D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4C5D7A8-19E0-CE52-3F8D-95D386006C00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DEED4C6-7155-4DDA-E15A-09FB37D35238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4DF76F6-A842-EAE4-78D6-50796F90A20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140995E-E837-AA57-EF2C-CD15BC1B5C4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9FB88EF-E892-483B-7014-2489D1FA8EE6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6D00E40-F87B-42AE-CED2-2D76A45B21D6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2D62155-948D-0031-BEF9-4EB49561C32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A40EDBF-4BD5-3B01-6BD4-69E73BF1B61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C6D2267-80D3-29F0-DD39-535FA44551F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53CF289-92A1-7FC6-FEB7-97B898580E9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21B8AD-1F98-E392-2F39-396E54A6FB7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463256-5310-C7B9-BE71-8B69AB8EB8A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2225AE-95C5-6696-ADD2-C389682A6E8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59652F5-DAAE-2C83-5F48-97A30BDE099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4996C78-EA49-B844-3D1E-05DA6FF89A1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5CEA33B-FB18-3059-6A63-D1AE52B07D4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DE7B3CD-E673-BA93-B572-220340EC621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2486AE1-2E8A-A9C1-B28B-29245FCF05F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1B2A7E4-5EE1-F452-38F0-B81F34C3D24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8CE6028-3D61-9DF4-CF04-84EAA15A3D72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C9028A-13F3-3648-9CA2-A2B4333C522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CF5273-B610-3523-868A-DBEFC0087F0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8AF26B2-EA89-BBAF-97B8-5E9D9D15E5B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D8F26A0-8B19-8873-7FD0-3BCA77CE895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932440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A70F3-0DD7-D28C-DEFB-FEC4F6601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E8850AB-C9F7-B355-D0C2-C1B970103B6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cells with six or fewer possibilities.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C714A3D-6EF9-1F67-1372-3F0EE6C11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BFA4010-4307-E8C4-1C1B-5D323C10ED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80B05B5-E56D-B07F-39C9-2953A29DDE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CFB10F7-C6B2-609B-9576-A23F90EE93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413B2F-D320-5DCC-C20A-1F6BB354B4E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8176F1-56C7-BEC2-AF96-DB7290BD716D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48EA86-7113-F866-1492-66A220EBB27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A395C7-404B-69EA-06B3-195C0A36B94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A2B290-E1AC-1EF0-F03C-3915CAF601F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6E26E7-DFDC-7842-A7C0-FBC99A5209B0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5CE020-C194-6EED-242A-08021C07037E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71A7C4-03F0-4DF0-EC6B-14525DD4B45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25842C-486A-891A-7A48-D5AFA952D46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6A5871-7537-00DB-0428-A5F05B2820D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7B8D09-260C-7300-6F94-064636A396A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7B3673-35A8-CC70-E358-B0CC65ADC65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D056C1-EB5E-8A28-0C08-F7233634241B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36662E-AD90-9821-EC33-8EDD9B6A141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7522FD-D7D9-E996-0185-DB9C2C1220B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A74D39-E0AB-94AB-93DB-502DB0348BE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B459DCA-6482-4214-CDE6-07592FC1012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EFF34F6-1766-B599-A0CF-ABC0162667E7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496198C-96C4-FE65-23E2-1045C6553D7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BA69E05-62D4-E566-34CC-7E67225E885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CB1DB4C-7293-5F14-82A3-9B0180735FF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56F470E-3045-0C6B-BCBC-90B28167440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7578DD1-9BDE-4FAA-D261-221444B7367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76DD9A7-6A04-D71E-05FE-D0551C5DB38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D09DF8F-04AE-4D44-E32A-9481D3DC896B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5F31C02-4B92-0937-1054-AF53F8C1E9C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61DEA20-DEF0-36E5-5492-67D2C3582BD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207575B-FD52-683D-3C13-D3294F676F10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DC2B6E8-3A74-746D-B1E2-589495A7466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5E63ADF-DD2C-E8E9-CF8F-185BEB1DC62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875BA85-F701-38BB-8349-E45398CD882B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943F9A4-A77A-5321-96BC-D8BCBA43775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23F9C3D-C157-D7B4-2AE2-F389D91FE077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7027B20-2387-5D92-587E-CBDE5A8DE0FB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F08B2A9-F0E7-6BA6-7015-1A9431549AD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6B43BA7-3968-D492-CFE2-15C089E43EE3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F0B3C81-C902-AAE2-549D-8233096A5B3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BF2DCBF-A583-6540-9DB9-D1275EC8C29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B23DC1D-5B2A-E523-C53F-5E8C945BC29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737CF1B-F7FF-8939-C39B-A1A4835C4E4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98D4561-9B24-0239-01B3-11EABE26D6C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7E2D3C4-EABC-1C65-F434-44E6FEBE89D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F63CB3A-5D0E-D461-23BE-EE3BA93880D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FAEF1A5-5E50-B905-77EA-42F267DA142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D435B38-05C0-A3FB-7E5A-A528A8FD7C7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8EA261C-37B0-D22B-97DF-78F2C2223D7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2520A8C-2D1C-93DB-1122-0690A777687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7EB365A-3CC5-ED0A-FE93-2E9E5785093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2F060F1-7525-F84A-845C-D85AA4EB4D5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7F01F46-689E-F5DF-3DF1-8DC3645AB0A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D9F506A-6044-027C-4DA8-99F264E34996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67F5B52-A03E-8B26-FC1C-DC3C952E215D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BD8C9A9-8B30-5695-6506-DAEACFFE6AE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0BF3043-C298-21DA-FA1C-3ACA3532493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02F62D0-6CC4-C473-538D-A0EEF1881E4E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D2973FC-33F9-B01D-DC64-5EBE32101DB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69EEC84-8F31-8F3C-0DB3-0A738B31F0B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A24B81E-315A-BF24-6CEB-847502A22B7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6BE7551-AE6B-ADDC-DB3B-BDCAF7627D5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E2126DA-6D3D-2DBA-09A2-714B49D585F7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1358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24D82F0-350D-8AB8-3BF4-F26B9F82BF8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F1E8464-27B8-C5CA-FAEE-156D4E23554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98A4592-E837-C88B-4D21-D6A74B06DBB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1DC3378-B65D-179C-6DF9-34C9A803591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BE48FA0-BAE8-EC16-9087-B53C64E63AB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6E2CBE3-A411-8A90-5AEC-251E66333DFD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B49DA0E-2536-D7DF-8CD0-BE315BAA52F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78DFE7D-0806-A6CE-07FE-B8281F10440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FA34420-D1A1-2D4A-8E99-7F0DB71B1B8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4939F47-4E94-3BCB-7AF8-D6EDDB8995B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D5C62002-B703-57CE-F8B4-54D02A493BD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93A45EA-4E96-E78F-AB78-D7E7BC0939D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6AA3205-5EE3-49EB-D7E9-06888AF7BFC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2E48530-910D-80DD-C5CB-1D938F09FF0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BFC927C-BA9C-8D50-8500-0F67B295F05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6570091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E36C4-E833-5AB9-5B99-BD8401A98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0A97ED3-86EA-8605-E67D-491BD89901D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9, the 4 must be in [13 in 3]. [13 in 3] -&gt; [9 in 2], however 45 conflicts as a solution. [9 in 2] must be 27.  Also, last possible 2 in Row 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F0B0213-64C0-CB4E-CB1C-8F57C2CA7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FA7C313-BD21-8373-1C5E-988F7D24E5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E652F39-E90E-0730-A01F-9127DA1FED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8FBDB00-7E0D-8BFC-FD78-CC4BD30050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5DFAD81-9989-705C-E3E4-AA3E855213A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7515EF-259C-2F56-ED44-EAB3D243DF3D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5892A2-2491-084E-A6DC-708F38AB4BC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1EFA52-3F82-76B5-0C72-63AE64BC97D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C456A1-B802-1FA8-DDE1-3F5D8A4A156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0F16AC-E8F0-D159-59D9-6F4DFEF81B1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8483E0-94FB-0106-5D2B-9ABE02C1E5E8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709869-2DE2-91C7-BB40-0D1DD3731931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5849C4-159E-231D-A6F6-0781E263484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92B185-3861-1035-2A0E-51E37022006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E6CDFD-B1E3-0A76-F02F-DE7B7ABC5BD9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97ADF2-E147-1C12-B34C-553B03BCF50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902B19-0F99-3789-7DA3-DDBDD7D77E4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00FDA9-7C8B-FC77-26E7-8B3A313AADC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A53996-ABBC-C67B-5BC4-AB300E5CE8E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E6F67C-95A3-BFBE-FBC1-48C0F2F0BA9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63AB2D-2D79-00C5-CA5E-C1F1580BEF8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A846F6-FF30-E35C-4EDC-1A04B1CD723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B4D09B1-FBE2-394A-C6C3-65EB71B8487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022FF38-8B0F-1CEE-BC11-3C69B305D78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5E2B2C2-1A19-6325-AD83-01EB7DA24805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64D9E61-F143-180C-CBF8-701EA18C17F8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35D5A56-A148-4EA2-8607-FB22764101B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4E13D80-D796-2022-A9DC-6668882B747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382C6C5-6520-4D64-AD44-E947D7DB389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8A1C701-BC74-5A0F-8EDC-4633DDBC8A88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1644B8C-7A9C-C1C7-4D57-7CCC306F120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33B30C0-D938-E401-F59A-5262060C1ADD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A7168DC-CDF7-4314-D651-5932D8D05DF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153A2BE-A9EE-FBE5-B015-DFA9E6F4FE2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3FB9F2A-98C1-7306-FF8D-3810D3A024E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E353FD7-A36E-A516-AD45-16187252335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600FECE-933C-D322-341C-28AF08D62BD9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96D4783-5D39-686C-BBF5-11E6DE95764F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A98D5BD-5E5F-910F-53B4-E75A1A770CD1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D6BC6BF-CFF5-563C-9C75-7694EDA1ECE3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88EAD22-CDE3-337C-27ED-D0B446AA34B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7DD932C-578E-69BC-1A11-C9219098EEE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3E2950F-2C89-FE89-B42E-56564016BE4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90354BB-1DFC-863D-386E-6A50D578791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E02E7BE-EABF-DAA0-79C4-9E78AB88A08D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D2EA0B5-7510-D9EB-D0A1-F0E27880C79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4600165-F3DD-CF6B-F4DC-8C3EFC00971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C19D3A8-FE68-1C8E-066E-CCCC37B48FF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79149D9-A612-648E-23B4-161292313B9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91A3D33-4C2D-3FEC-2D47-7ADCDA194508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40CFDD4-DC1E-F7FF-6F77-8F0C1D0B0F8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BD33B4C-0CD3-40A8-B239-7F9858F2D64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8B55443-63A5-2FB4-791B-2EB9858494B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EDEDE7A-7ABC-9DA1-A852-8945E3740E9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CCE3B44-6205-9B13-8D41-5DA3CE505D1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16D2138-7517-1D9E-1717-2F3C8DC4536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05FE1CF-0CD9-141C-B47F-36E19777748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32D50EA-74C0-D4AC-5BE0-DB78AA805E0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DABC0C1-9C98-87CE-CC21-92756C819E1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83D761A-9CBA-14A4-FBEE-2C954F2D735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C045128-F7BF-C347-27E2-CA66F4A0267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F136782-6B56-FC93-8E3B-667C83A2DB98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6023DDB-A892-6F2E-2E90-5F34B643918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4DD9372-F91C-23FC-1F50-2D6464C9A3F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1358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0A3BBED-5C01-B853-9F1D-781D8E25C7F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0774F1-1446-A5ED-58E9-4981B4C73BB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CE9242-A682-EF18-4DD3-6DAA1D0892D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7A51F2A-2693-E6DD-B626-BDC231631F2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C417B87-C2A5-5C9B-060D-4BAB95D5349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BFC3162-A91D-E102-E5F6-0CD68B4EC48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FB2F0FA-4076-5104-5707-5CAD4C073F4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64A5567-349A-F6D1-F236-87867F00C56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B91F5A0-A067-930C-8A53-F7411A6007F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BFDA903-4E5B-89F0-AB91-20C24F4FBF0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CD56A57-2881-2F05-89EB-B79B21BE9AC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1198125-5ECE-A4D4-92AF-AB06C53BDBEE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99F8BF4-E1BB-279F-AF08-F6164F8EB7C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8A9777E-ED72-4CAF-568F-02CD3AE6CE9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A07DE5C-2D3F-3F98-C84D-1A12A8F1A1F2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2ED06D8-D5BB-72DB-CB61-30409552F95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58172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EC3E7-75CB-2319-7F12-D27CF56D1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8CC8CE4-FF45-262F-9317-E5583E883C6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7743EFD-07EC-D75C-785C-F1A091730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C44C1B9-3E79-A90F-7734-AFF6EF5E7C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489F46D-4FE2-78FB-B73E-62CAFEC493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3E23103-8068-2623-7769-4CAC8CDADD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AF5CF6-CE57-AD87-1991-E74DF995E1A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C6333F-4B96-9273-4B81-52F19854128A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47FAA6-037E-D0C0-245E-18E8ABB02E38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18450E-7857-EE42-E216-5ACFE99CCC3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A8E4AB-8F72-615F-8EC8-12F6525FDA8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583D97-5BF0-7F4E-45CB-0F984933449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11FADC-306F-417E-F89C-C4FB6E8FE48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8D0E8C-2D1D-ACFC-A85A-32969E74AD63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238F8F-968D-8892-542D-97EB51D651F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B2E9C3-0D49-3616-3775-55B2DFC39C2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49B402-8DBB-8013-620E-4825CE9672A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CD5363-1D43-25F7-3642-94F9AC99514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66154D-B526-BC44-897B-B434130788E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B28E5A-6734-5BB8-B35C-4F6F85FBCC4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1896A0-2110-A3EF-A187-19D16543870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FE14B0-DBF8-7613-477B-A3F3A649677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0C994EA-29BC-F5C5-F27E-FE82D57A3B2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9A686B4-7910-6964-29E7-CE08A435BF8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ECA5E67-8E26-0E83-D519-0F768FE6904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8097052-2B0B-A895-ED48-BEF0F72E9BF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F171A23-E220-3611-3CFF-3C57E6BE4EC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77B65DD-C385-D8DD-D1E5-5CD0AFFBFC3C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C0334DB-EEFE-1571-B828-0C18746EDF43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B563534-F22B-7A55-21AA-A265159EB7E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5AC6BA4-EBB3-2241-27A3-F94AC8540FB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D44CD33-B2CC-665B-85D7-1F9541634A87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F35EB5E-B1A4-D727-C6A0-8D5FF63C2AC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0236A85-257F-FA53-92F4-8631048CE22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FF5FCB5-6616-AFE4-D173-66BA93F459B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1FDC55F-9119-DEBF-39E0-2258CE335404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7141A1D-5DD9-C515-C67F-9188466D9CD9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2355B3B-8760-DA96-88D0-FBDCC573937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C7B0E64-FA23-FF0F-4AD0-E150309617D0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809736F-4FD6-33AF-0D7F-865CF2B9F9F8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38B18FE-6892-E81E-7735-DEC524D44FB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5C4B0F3-F4E2-AD14-1909-A1BD8A873D9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4531C92-7303-08C5-4E87-6BA07EAD363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97EC7B6-716F-D838-6ACF-92357B9F52B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1B1AF2F-D109-3307-3AF1-C67422B6ED5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91E8193-2828-EDF5-5B0B-3F03EFD75AA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CCB98B1-975C-37E0-53B0-EF4B69CA2F0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9301D41-1D55-0D0E-E75B-63535E016B3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1559A45-A84B-7AF0-5934-A519A9A1506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300293A-6D39-7061-6D15-952AFE2A89D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BE7758D-AE07-7379-AB55-C818643C1C0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46D40B3-D13E-FA34-8D2E-AB7E4B96848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A6BCF06-EE57-233B-5177-ACD2C423FFF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19265BA-7670-F1C8-A2DC-D1FF0D3B863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6054DFF-F875-B650-AC8B-969E844BA33E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51B7CBB-7B13-3C06-411A-A31483697C80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C22A109-D837-0E1E-8C6E-97EA4F33AC9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44DF633-951E-5083-7F16-195409EA9B8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90CCDC7-7914-EB3D-89CA-59782479CD6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E311990-330E-250B-F3FC-4C81371DBAE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2CE6D47-FFC2-91F6-8EEE-F42C8E4CC247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7072984-C380-BA83-7FE4-D18CE774570A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708E876-C1D4-8DA9-2BED-95342C97E9F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020FCC0-3149-E3C4-14DD-7A23BDE545CB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1358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6C3C654-D5BB-03B6-2CAD-8749119FF71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E45D23-55BF-A84A-9FF2-B3DC7ACB11B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2E062CC-6B2A-617A-0066-EA3124F4794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5BEC91-6A37-E004-3913-45DE425B14C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C9ACF37-0C4D-A5F3-12F8-E2318EFEE008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17FFE74-73E0-91B7-39EB-5640E3B2B38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7CF43E9-ECD7-1983-EC44-A603660FCD3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933A94D-B34A-D8EA-3EA9-5B4B0743BFF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E71FEA0-A769-B289-D7CE-3ECC6ED3A43F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2E040B2-0014-32A7-07E2-4D6867785CA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2F6B33F-0B6B-5CAF-2121-4588213C8F91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F84D4E0-5AAF-BEE9-F48C-8E8EC423CE6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9771703-1E82-1FE8-6394-A7FBDBCF37B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A159B9F-2D2F-CC30-CE99-79E89ABDB05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940D966-E008-1E2A-0CED-507F099840A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1E8D283-9546-EB05-80EE-1F1CBA12A78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367B7F8-1BEE-4923-A3AE-5E89C8F79F9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31B8C83-1460-B639-7BBE-F3BEA3129CC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6887977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F02A8-02EC-0330-9A30-25131B872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BD94A4-3738-2740-7DBA-D1FC8F0DC73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5306116-C730-C3DC-3871-7A7CB9B2E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1210682-71A9-A01D-E6A0-F490D72C59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0E4E716-CF74-23A6-0CF7-5271D63F94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01C42B2-95C9-0FBA-3B9A-9BB56B06A0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337872-E70F-AFAA-80CC-FE482C4E3C4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4F7002-008E-14EB-FF1C-0B9DDFC8D72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AA229E-9107-226E-8F21-A850FB032B4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14615F-F5D0-CF0B-6259-E6E37224EF4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FC74E6-D8E4-51C5-22E3-FA81F0AA9034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20DB91-8B7A-F45C-88F2-7A0BC021E1A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6AB862-C714-50FA-71DB-A4D8D7A8765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209533-C0E9-FE32-5F93-41EE4A2EB51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830D28-E28F-EE93-8BA2-8523515D049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061729-2315-A6F1-BBD9-10A7AE1E22F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64FCC2-6EF0-5642-BA92-DB121044BF6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5CBC2F-E60C-7F6E-DBFF-28E24034BAC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2CBA8B-8DA0-AC8A-619B-54879B0351B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1621F2-0A4A-F37C-C8DF-351FE4EF91D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6DFAF0A-94AC-1829-EA76-DC886B86B337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F48786C-F14D-CE61-FBAB-6B323DC0373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6AB2A5D-5BD9-780C-C865-63E009465D0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FB145BD-93AF-9885-BBFB-5F351E55438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52C8C63-FF2D-1D92-6083-557B022F604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C80654E-A899-7D05-20FF-2DCC228A597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76F31B9-B931-7D41-C00E-F2B6EDE60A00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699FB98-9CAC-6230-0B17-3E4BFC86D27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A954AAE-8180-5CF7-FAAF-8BD8FA013FC8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0EE842D-3608-5856-0EA7-9F69371D76B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8DE3422-5A97-1297-650D-3C71130999B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DD81A4A-FEC5-4F43-5973-E7311C4C62D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F8112FA-4555-783D-1677-EF09AFD10B6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98D520A-75D2-BE5D-EBAE-5C6A26CE41FD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105FEAA-F99A-D231-051D-14EA6ABE338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B15EB3F-E6D7-BEF6-B7B6-9496DA619CB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70194CC-DCA9-A2BD-E98A-D89D182B530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85D1284-E1CD-A12F-8DC9-166B37B984E7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E10EE20-A483-2939-B49B-0E5C9AFC10E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268A42C-8D62-3838-5096-AEBC34430A9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8A0342F-4B81-06A5-985A-7C61B81E596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62689E4-873C-7AC5-4D0F-0F5195DE51B9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9E9B422-BDB4-925C-E5C0-9B81BA8588B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22181DC-0B47-DB68-C5B3-8A25AA6F10E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1B92680-D68D-DE0F-8367-89336C14874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09D7560-4219-A0D0-2020-06EE8F3ED19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3930F18-7B4C-8FD2-C56A-EB12937158B2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1358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C349DB4-C62A-8ADD-51FA-80D30900724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8804EE-73F0-7C47-A605-A9904B27DF19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E0D0BE-64C4-54D7-D35A-AB8B2E30B96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7804DBD-BDE0-F664-F166-EA8CBBFF3B4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D2D1D89-6571-F8BA-BA61-24E5338257D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1207642-85E1-AF60-D680-091B932A659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C5F65B0-4DE8-8F1F-CE1F-50C15CDFE01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CAA2DF4-98A4-39CF-A09D-207314D4CFC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56BC206-E404-73F7-9BAC-F69E1E4AC66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CCB5A36-4642-0E39-DF61-1936DE1800D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1F5E4D6-C950-E6C3-11C1-896789A97E4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C20FE43-5443-C5A2-223B-2EC7EAE1BFC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73AD129-41B6-D3F0-8708-C391C0D3751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EE193E8-67E4-E7F4-BF15-CC6D76D2855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090A119-FBB5-AC9B-5970-212E42F78FA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77655CC-587C-FD09-A0AA-53A99ABF2BF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38280BA-41CD-4152-CF47-646E3162985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97B939B-C21A-8CEC-75CC-4A256AB3C6AD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11CAA899-4B11-3A49-7B73-AC34A36BF81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553A820-79C7-06BA-4DB6-2F757A2C22A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E9A01CA-E02A-767A-23B9-70D725640B5F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139F236-EAEC-F4E6-3962-41AC681B824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293B058-3FC9-7D41-E3AE-A3ED6F57421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E20D179B-91B4-2588-81F0-75E07B0E4BF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079EFAA-77AA-79F1-9C27-CE072C66E64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4D2688E-83A2-A8B4-F834-CD95903B637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3DD6F08-4597-A609-B7BB-4219D13DDBA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152D1153-244E-B979-A944-FA791F06767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E5604BB4-7F2B-5A65-4F15-CA3807BAA79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9C8C4E1-72CC-D4CD-988F-0CDCC1DF25E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E0D03CB-E0F2-38CF-BDED-0BF0F67C9B3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267D77D-BA7C-5B81-0201-DDEF3C74A57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9BDAC013-D901-72F4-E7DE-FDE65923C44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EF75F600-9704-03ED-9BBC-031EA0D9EF6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3B775347-EC7B-7219-FC29-6A99EE1EE90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667834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891F7-58A5-83CB-1055-CF2023102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F51AF14-A7D9-E630-8150-CE4ECA00D08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18A9673-50F9-244D-1F2C-B5433D694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702D6BC-77C2-BC9A-769D-3E7E21D98C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7AACF0A-7563-D35B-08A2-A19484D8B4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8A3ECFD-13CD-0648-F3A5-59BEF4E082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348C14-C568-5590-5DF2-CBE0EB37333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187E57-B020-D153-9AA8-1A0BF6ACC4B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A0A765-58EC-FDDD-E223-B6F3841BF8C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7E1139-080A-D5F0-6644-4F8B7FCBB54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56580F-3B95-C92B-AEC9-23F33905724B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7B5213-2908-5BB5-FBA4-1519E56CCE9E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2B7785-97B2-17FE-AF1E-7C4567F80CD5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DBDB9C-D37E-7714-6AEF-020D568C840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B7F5A9-729F-8D67-C76B-08C4D060399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3724BD-83DD-3EFD-B7C0-20F747C25DEB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67A906-3075-E43D-3DB2-6F71B8E38AA0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34DAAF-F62A-2FFC-E739-0EA34AB3A73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D63F89-EC62-E99B-2E6C-F525435EF6E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269F3D7-7451-0937-B8D3-05F13F9EBBF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E10EF1-37A1-9561-B27E-EC5D11A34618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F5B6747-BC62-590F-69D3-C47585B1B27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893E999-DDE8-350F-AA74-022035D15B9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58CA29B-FA26-077A-31CB-3D34497ECDE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EE1F093-D7AE-F453-CEAF-1853387C737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6B6593C-14A1-0E39-917D-EC277A4C3DE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289AB48-8CC4-8ED7-6C97-C431686C2FF4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DA45C70-6BB5-45B1-CA75-C202FEE9D17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CAB46B6-65E3-F42D-C611-C8D6961BAA1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5D4F906-4C30-2B22-725D-238FEB8E6B5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6BD0390-9AD1-CBF2-687B-54244C4B836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E2973D5-16CD-5C9E-727C-6628E789AD6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4DF78E3-4C4B-46D9-65AE-3D2E6F3B75B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9B06390-0866-E481-554D-4FA22BA5801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61FC388-1FF8-2BD1-4B02-B8CAA86A8825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158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712ED6B-236C-28E7-412D-0C14EBE410F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61615C-29CB-61F4-58F0-BED5B86669E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B85465-CC34-32C0-D1B7-64FAA1232AE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6FD4911-3C41-E825-7E3F-B5F6F4BB413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F1DC739-7C8E-2ED2-10A8-D48B68FE8F0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DDB5684-F1FC-21D1-A394-5B887A9E6E7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75C6D7A-84B5-47E9-60AC-25375F73FD3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AE091C1-8D05-4862-1990-D6B889AE7EA1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2EA6531-1CC8-2321-53F5-834717CD6B3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781C2B9-F46B-3435-7D6A-27877ADA419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60EFF79-2000-9381-88AD-509949C9399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E22D1AB-60C7-5A51-CBB8-C1C62E356A4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9C1912A-E5A5-E8A4-D6BD-BCDAD4296F2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C3813B9-D617-3DBB-62C0-9871FA537FA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1B226AA-7FC8-8ADA-9B15-ED72CE323E1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0FF34C7-8A3C-E64D-E688-633A4F7022E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5A7E290-CB5F-1248-F5EA-096142D02FE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30B7501-8A53-876C-36BA-61C37BEE0C0F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823C957-3E39-E74D-3B71-1A85700197DE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71F8BAA-F44F-11A5-2AEE-8D001F5608F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C736960-93C2-1210-17D3-C3E78687B7B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291E4C0-57BF-946B-E53E-34063044F3B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9AC945-4472-0552-6FE1-21C0473195D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5BC79F-B9C0-B351-7C52-D7D48F1C652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E83136-2181-C4D3-9F9F-310998BBCE4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00BF088-F3F0-C539-4DFB-00DD359A7D8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16FC4B5-324C-5DB4-8846-10548510158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9B4259F-5073-2CBB-1CFF-2E1589D2F1B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9F7EC28-69A7-02CB-DC10-7E032E0562F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C892D37-2AB5-DC84-4530-A71D1B305B9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731B1CE-77E9-0365-E575-637D432AE4D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B4C5E29-10D3-DB77-1B5B-831C512AAD6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03C133D-F219-3367-3100-0C443238CB2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21BB998-38E8-7A7C-F61F-F95D19CD4AE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3450AE9-FE53-CD1A-FCA4-868051F8875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5AF9D79-AAE4-4594-78B0-A711C0E8343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703A085-9694-AF6A-87FD-54659665B3C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821A157-5933-DD3C-7FEB-E261F02CCBFC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DBCD486-1C60-025F-CF1C-7A7BC36B6A7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95A9A6D-4CBB-B90F-7BFA-63EE80A77AA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2DDD880-FE9D-0C99-E892-FD6673779B7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6345C01-5E5A-3544-7814-1B6F4C215C9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07215A84-1F49-3C2B-EFA2-1C0B170B4CA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F013D50-74FA-F962-2BEF-F5249BF4826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AE7D721-3F97-89D8-4B7D-61AA4F89412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7062FD0-C2FD-746A-D179-0FED7ABD4B3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B16CC7F-20D2-D6BB-EE1D-F08AC3DC182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0847987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01743-B120-F94D-DCE6-A674A0A4D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BA91023-01BF-E5DD-C152-286564C6F2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BB652F2-6BA6-ECCF-06A9-958E108728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38085AB-F4CF-2F9A-FE87-EEEE63D098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D0E8AA1-FF27-C1AE-D770-6DA2F7DC69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8ADF10A-EBF7-23A0-B655-E8D42B6248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A87D3AA-960B-895D-4634-331C07CCF1B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33546D-948D-F135-4B21-9ADA2358965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E9686F-6CF0-2D11-B095-8EBC1D4E5AE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4F1EAE-C81C-CF9A-ABA0-1C456E82175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92262D-894C-8341-B2B3-49C579D2351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09086AC-E653-1F0B-FDBD-B0708AC9E95C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3037E1F-E56C-5ECD-5197-58DC5780489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40AE233-E9D0-1175-A588-49ED18624CB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7F85ABA-33C3-5F4D-F47C-A03867A67F6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4EB6CCE-CA02-B7AB-DD79-0EB327F0504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F81C890-01CB-7C27-7E13-B91A22517C5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0B5DD10-349B-99F2-1ED8-944E5CBFF7C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B91487B-659E-9E9B-3430-1B8A9645E8F7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5E5930B-ADA9-802A-BF58-F3300A3B0321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BD4570-578B-9B11-4E63-E0F12B5878D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E679A3-32C8-684B-7B78-86E6EDCA497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C8AA0B-000D-EC1C-7C41-729B1B7183F0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AE7476-867B-BF63-CE45-5F1B5EE90F1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A758B04-D55D-39CC-6FB9-9734BBC0319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87B47A9-71AD-6041-FEA4-B292A6ADBAE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5677802-FD28-924A-0011-7CA62786941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DCFF9E3-7D91-308F-1C3F-E29811CA24F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1B63A86-77F5-AF8E-A96E-A31ECC88924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306FBDF-B4CD-0AD8-F0AE-91BCFFE6EBF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3052D42-1D9A-9A37-0A05-C503BC17D08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7CAA20B-AD2A-BEDE-932D-7A1B59884DA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68DE2BD-2BAD-8D48-29D0-832BD13E116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489FFEF-F1FD-D748-687B-9529163967E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2CEF1BC-462B-E418-872C-53EE99E9F81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D7D6318-AE28-E155-D0E6-8077F3C0D9E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14F39F8-A5EF-BD02-1013-1349753CF0D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BBCCFB-6D5C-DD4F-AB2F-30FA8438BCFE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8D6995-D067-6AF3-2EE4-088539EC916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AA60CE-015E-0FD3-02EE-447D5622A68F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79174A5-C065-5586-0873-2E0A79B53FD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1B799D-7B2E-03FB-8F6F-7783A888F459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192A182-04BD-6609-0764-321A1F77622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1DEDB35-0E8B-345D-C4D0-BE77EC63EE0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D0B9952-2A64-FB50-6994-4658B3A2455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142FC04-4FE2-554E-7CBF-F95CB922D2E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0AA4572-D9DB-BA3A-80BC-8913DA92BB9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A864881-A739-5CEA-8C6D-DDF5E49C71F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FA7C091-C68A-FA91-BE7D-64D8C5B5574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55C2C92-448B-05C5-4566-3508B314394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CF281FA-6BD5-CE57-9FE1-B37D4F05CA5B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1ACC3B7-FDA6-721B-FD68-A520642DE66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006F11C-1BF9-88D1-0587-1F258296267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2680914-DBC0-D11D-C29A-E6C3BA6EBC1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B1EB650-2BD3-8ED7-7BC5-F737F81A181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30CB1BD-9EDD-843C-2BB3-BB8D360E1AE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84BD4F4-F22E-4883-C569-4A81ADDEC42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22D4617-F2D7-45BC-59A1-78640580805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466699E-FDF7-D66B-2BFA-CE5A2BE38A5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F1A9489-0F9E-0CB7-8EC6-23E22E84F3D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101BAEB-0B88-3886-7AE5-E5D2CB5B8E0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46E5B8E-3E0F-A288-F54F-41528F73E571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053673A-4717-FC0F-5BE6-4BD5A31EAC33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F5D0560-907A-DC07-2900-F403B6153B0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3C297EAB-AEBD-7F4A-5AC1-FE6E851752E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9641740B-C8DA-ABB4-D11A-63310C937B5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B6F8C314-0B87-5F82-2DA1-6DD1DB57BFF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1AB1F96B-DC92-1894-7EBE-3AF69CCA697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7BCE3B70-165A-0BAB-CA8E-EED77995149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175F5BD-2F8A-1DE9-2B77-C57069A4C32B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5F807E2-BF52-AE8D-313F-92065B1A620E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5F31B5EC-20D0-5EDC-BDD7-4014EAB062E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743BF346-E03D-C26B-552F-234A3D894F0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020D527-F92B-81AE-EF6C-450B4394262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91DD9E78-4C36-70CA-3E24-32CE11D7A73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027CD40-29EC-F74D-0A57-2AD83183E666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85974B25-24DA-66CD-BFAE-486759D1692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43081271-FE18-375C-A098-4A98E0B9064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D616CE37-0EBE-3D89-E705-FC302E87C75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EBD02358-66F0-A3C2-5221-73694F6C1B23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DFEC5400-C95A-22C7-99E0-AF5DBB11B55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E9E412D9-0E4F-C259-1599-756B09C1A3C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922902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B349E-AACE-04F7-EC66-AFCE8DB1E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FC32699-7906-26D9-8F13-F2E3F9EE2F0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A5CCC6C-21B7-F8A5-4957-317EEF7C5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809D05A-5C57-2C75-065B-6C01620E89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5EBDAD7-C44C-2757-CE68-EF75665AF8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46D67CE-21D6-A41A-7885-192A7A00AF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8EEB8FC-7D1A-8AE5-4D86-644C0789BCD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CA65B5B-9757-288D-136D-66637F6E613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505C225-4B39-B0F3-C621-011E2BC0432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42328EF-F3BC-270A-E98F-EBDA69486A7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C5E3257-CD98-5C45-C628-7F1F0760DD6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080BF5E-47DD-2BBD-F066-3A005797CBD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3F8CC6-5F24-BEE6-166E-65264CA1AE2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FE8F6B-47CB-BB1B-EF15-0227136E31D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F6A2E6B-A9BB-72F5-FDF7-0DE692DE5A00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50242E6-4760-BC64-A441-69305A19C0B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7EA1D54-465E-F286-D132-1C8CBBCAEEC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80A5CE3-144B-E09A-C552-33A5AF981FE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8A3315D-EB06-3018-9F8F-CC6B497530D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1C1799C-E82D-3C4F-39DF-EF6EA960C2D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84D175D-B524-6733-5FA4-8ED1506CD42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CC78217-2243-E995-D0A1-5C4A85B02A9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0A13151-BD17-37CA-D338-DA7E5C2A556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DDD5D62-8967-5CEA-BA24-52CD4327D7E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A431F8A-D838-3AA5-F67E-6DB48AA39F8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9C5C92E-A024-1CD0-1B12-767C86A5195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B9B35A0-D7C4-6D33-B7D2-21DD995C9ED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D10900C-86C6-5D27-C949-B7F878FCB0F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62508D7-3146-15A9-3CC8-635AD86C70C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A410C9-9C87-8547-3E67-A8E60BF00422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53826D-7702-7EB8-318F-57FCC9841A5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9F29E6-0364-EE52-A719-79A5E029ACCE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39452CF-AFCF-B84E-68D7-DB5964E59A3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F5AF08D-35E1-D1BE-E55F-8388A611CD9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8F260F7-2022-FFB4-1DE8-EEB351870FB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B77C493-9693-742F-1808-0D424987098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869B4D2-EF54-89B9-0375-D145BDCE5CB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636F3BA-3B08-611E-A122-D52F8D0971F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D1D312-308D-DA8B-51EF-FC8E378DD53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A0E11C-E458-DE9E-F4FD-C4AFAD0DE2B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41CCD83-C21C-4F65-548C-3B686F64227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7DF6B95-C066-A928-A185-855E9812A88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FCC9885-AA16-E123-C901-13508B66372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ECAA525-3EF9-CA9A-4F6E-837A71E1E51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4BABF60-2C29-8C58-C685-FE179FDA1F5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37A2D40-74E1-A652-3363-E8E5C57C5F0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B53E81-C21F-3BC8-F54F-4E88B86BA5D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A7F772-26D9-EF9C-541F-88461834756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7EFE58-9D8B-FE64-332D-98451A9FECE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278F226-F8C3-AF93-FDED-EFA701080D2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15452A0-A13E-205E-35A7-2A0A3B64079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E68E082-448A-A85F-834A-0B7EEF03115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2C181CC-A53D-55DB-6D30-2C66AB814F4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D1D4519-2EF2-7073-9819-6F6065F3A511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D7BCF35-A975-0595-AA67-965558A6A07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77984B2-B08F-1ADE-8045-B8884700251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D81B594-AFF3-2E5F-3D48-024AC2FA097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303F70C-A0A4-D33A-8EB2-4CA2FB85D156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2CA1283-B612-4B52-58CA-8FB114C75B6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A66A980-11D6-2C11-1B5B-8C90970DA61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1F3EA08-DC2E-A67C-E800-EDE1489B9FF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F1B2F02-E53C-B4A5-2C9C-A450DD95B2C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B08778-12FF-89C5-7A0F-9ABDCD2589E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902DFBF-03A5-F404-7BE3-B378FBFA7E5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317682-A2F6-E0DD-AA0D-B2470BA510B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90A262-33AE-6117-18D5-B0D0CF34425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E5BF834-788E-7EE4-2313-328DCECF02B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D722AA-3A3B-06A5-AED4-A378AB1FEC91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04FD42-93CB-4268-3FA2-01C690E7026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93C37A-A04E-8CDC-E633-4EE3666E206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A98FAA-071A-2CA1-A8E9-60B90D25FFB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90269B6-8794-57B4-C773-02B776B4676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EA69708-3504-F46F-7598-F1DBFA5C7A2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57748BC-F4EF-94D3-6537-874C3648A445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7A1A1A6-EA9C-C3CD-E196-50280F83974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87C3452-F2F9-D8A6-EAE0-089EE0BE064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FE1B73F-BB07-29BB-5773-BA234ACF7CA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D0FB8E6-A7B2-2676-0004-521DB07BF2C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50932A4-5A2A-EC83-C1B3-6C991C8ADF4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283AC84-B69E-CA5C-4164-BF0FA670496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FF9DA20-D65C-2699-760E-2513363286F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B7788B7-F224-EDDA-9E61-699F6C5DE16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8790141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7FC06-A88C-E47E-92FF-40742F4B8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7749150-5827-E791-29CA-4368899F652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 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9325ABF-0B44-E8BC-C92A-EDF955310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2D00F57-C5D5-6535-AE84-7A85A13CA5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090F856-681F-8F3A-9A8D-547DF67986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154C8EC-8772-3F6A-9D2C-3AF0404696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79C19C-4F9B-2FDF-AAD1-D52F827045A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276AB30-DC82-8D42-025C-C829B4A43EB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D2C34F2-3453-FCE5-FDA2-E07EAFCB39F0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FCDED90-CFEF-9F3A-C7AD-8EAC00FEC66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CBE2723-A6CF-D680-BA31-EE02F837EB0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FE5ACE0-BB84-835E-2D0A-DF578B7BB09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728156-9AB1-EB3C-688E-90BA1D51A2B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5F7160-1670-8AF2-27D3-346629B165D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8684A3-7AB8-C464-7C7B-5B1929A46BF2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8C0CF70-72B6-C103-9CF2-ACB4916CD36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8B635B5-09B7-64B8-D75E-8E71ED8EE1D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BFC7BD7-7D14-9390-CE05-B99089B0128B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6B11551-1002-80AD-1FB1-9D43CE6546D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29A0ECD-A02B-1C7F-E86C-A50A9B659A0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2D40D68-F6FA-D145-AFCC-0A77E14411C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1EA6263-94C9-B9CD-CED8-442ADD8BA48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57B9B67-096D-77EF-E34B-171E8718151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FD9D0AA-C6BF-2CC7-7641-BBBEBFF9F1B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E5A68B6-1E95-F78E-CB01-810BDF7B051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C00606B-5062-1BF7-CBA1-152A47DAEB4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E0CD2FE-0626-FC9E-11A4-C646EBF93A1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8154913-ECC0-BC96-3E7E-3C2DCB7EDD2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9CAA3C3-6DB7-FB98-77D8-5A6B88802BD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791F7F-ECD0-852B-B1ED-5483D06A5912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82722A-8E76-0EC4-DDC2-71677B96DED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1B92BE-A454-A816-E920-FAE5AE3F1E4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B7FAF27-BBBF-F45C-B609-7C75D3A837B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02C60DA-1667-7D49-DAFA-DFAA5BF9D57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3D8A6D-78C1-51CC-8DFC-50158C0CD59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FF89048-D02D-140A-C7B8-6116EC5C1E7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5634D49-FBF6-D512-738E-BA16C208E3E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4E0006A-E08D-941A-3569-E3C6EE16EAC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869D61-2B1A-0F4B-2072-6DB387D3657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0F3F53-8925-CDE1-7A1A-A61BE2014BF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08BA7EA-AC7C-F37C-1DAB-71AC9A4FD11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55C44BC-C76C-B84C-5A9B-1786AC810DF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148D80D-CBFA-C1E1-DF32-F4432864A365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4FB171D-FD4C-11F1-E6DC-5DF583E0602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70B52C6-DAF2-AB58-9645-DFC94BABFF1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3AAB10D-A8E1-7B2F-25F3-FE753A43FCF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B1AD20-7839-44ED-DCC0-F3CD1C6CABF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BD59EE-4750-3B2A-7A86-D4F1D3981C1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BACCB1-4DC1-AD87-DA16-3DA55E20413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332B4B8-3C6A-9092-AFD9-A94EAE61A96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75EB947-2191-9266-29A0-D210F986A5D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9C0FBB1-280A-0110-2FE4-3AFAB881841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FF7C87E-7071-23B8-D2E4-ABA3FB52E5A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52CD563-C613-8818-6B04-BB77C0A994C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71E8E04-10EB-8D2F-1FFB-99B076B19E6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D6D5633-0329-B011-7E0C-87B627B528E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904E1C8-2D73-5F73-274F-88AF1CB458F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E18C05A-9071-BB8F-B1E3-C52CC63F1BA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AEC9A2A-D060-30C3-4199-15DD8ED7CF8A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8F8A705-223A-BF3C-0FD7-362C32817EC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97D00B7-8E38-7C9A-46C3-5894A66839E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FED1CA8-92C6-ECD9-FD6C-652E23DEF0C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F1D9BC-9C9A-E7C9-295F-9B5511F27D1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F2CEF1-D73B-740E-D98D-86894256198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F14FF7-F26A-0725-0E94-2CAB12E8953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159C71-7778-1D83-5FCD-EBF1C2CF010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ED1BDC-B4AE-010A-B029-687056364B6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3881A7-1E62-C4EA-7DB5-27E2A169ECB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9670CB-37FE-A303-7608-7BE48E93D09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2F5BFA-F894-12E9-FB75-6F224452E31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1E0FE27-BBD8-BAF2-C7D6-D9BF0CB0142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9440F6-D1B9-8CE5-A2E9-AC740FDC401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60FECCD-BD3F-F85F-E222-305744DC973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21EDBBB-BE7C-3A61-C573-5C4DB9100C4A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CB328DB-3117-AD93-CDAC-FD69ADAC60A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2FB4BA7-54D6-6080-8527-9799E386B03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F7F979C-A37C-0261-4E74-2909B4DE66A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284E821-1531-A8F3-FBAE-EB4F473CACD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CFC7DC4-6C3A-C584-F0FB-9B075AC3E40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618A101-8365-EF7C-D546-6FC71A67B5E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00CC707-DF59-97D1-6D0F-F494AC9341A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809230C-CDCD-0154-7277-9EE38BAE04D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B86C98-A69D-9E25-BD78-2ABB14C5388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2936199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60861-4D9A-90C0-88C5-0F39E18B0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577496-AEC8-3BAC-1A59-B621E57727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Finish.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41FE913-874D-E0AC-AC92-4C0FEB389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A3BCEF8-5EA7-9E9E-AAC2-38F4B1F3D3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075BD38-6251-B329-3560-1532BA96C5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1D9550C-42EF-2915-157A-0DAFB56521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87E78F1-8722-4517-C863-8E8C4E63E9A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C8AD194-4B3E-326A-BE56-5862F538194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6CB1954-9DD8-8269-B3A1-357F2E40C8E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F7C4B5F-DE2B-DF44-C39C-07F3D18238B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FCB8C68-6294-DE92-B532-0BCE078354F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B011D50-9CD6-68BD-E945-4356ADF2416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B0C1AC-1AA7-1E59-0DC7-D697560EB38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C1CECE-F839-231F-3467-CDC965BA5ED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A46A7FF-3900-2A95-99A7-E5833530DBD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BD2AF40-E2E4-7A44-C9C4-A473C6C6F79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2C736A3-4B86-7379-11C2-B1086EF294A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78E79C8-7080-6CE1-E64D-2CE6BC51DCC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EC7E646-ACBB-ABAA-EE48-2D18F06A39C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D40DF16-D0D7-1159-CE6A-2072CB4FB40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8C71034-C619-646E-A06D-6A7424A37A2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B9A3682-38C6-58DF-043E-32376E24F56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53EACBF-22D8-BE19-8DB0-C1B874D719F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DDB20D0-6FD3-9BBB-F708-CD24CF5EF2D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9A3A210-619C-C6B6-679A-5BD564857D4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985595F-3F71-A322-5293-50F848F28DC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F4ED867-4C0A-F5CD-DC7D-721CCFAC499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6F74802-13A8-A869-72DF-0AE8EA01237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75A412C-05B3-5326-E0F8-FD6D3158D3F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D75E04-0E94-D36D-CAC1-ADDE95B3D76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05AB7C-35C6-B791-B5C4-FEC549C487B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639D3F-A7F5-EE81-45AB-48FFD8E9BEC7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154CBD-E8F5-695D-5CA8-513253AC5C92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2E0F168-F5AA-D59F-CF69-50CCA17488B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A27AFBA-DE9B-4F22-3BB3-BBB796F2DE6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4D5CCA5-992A-911C-FB85-F8125F969AF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CEEB08E-61C8-6D00-5C73-20D3F09B3D4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5B97AEE-0D9F-2B87-7FE8-12075D1D0EB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8FE60A-413B-8197-389F-0498D04546F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09B5CC-EE07-5C51-9FB7-BB7C644739F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7EABD75-ED73-F3E2-BFA4-F3221CB707F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27E3FB7-679B-923C-03A1-CD77C7FDFD3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C5A3DE7-ADE8-8CD7-ED06-3DAB287D905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46A4588-35FC-428C-151F-0C236D0C118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2B60D22-F547-F2D6-3C17-AB53472BFC7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ACC7445-53CA-EF69-2E00-C4285BA944B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09048D-358B-DDCA-6A4B-4B34876A3BC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FC02BB-CC83-AC42-C440-F4C2595EFCD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8B7E4C-D75A-62B1-B1E3-B0A540A1BBE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1875028-4FD2-77ED-422A-E03FD6058D9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8AF4384-EBD7-8B67-CA17-7320D0E5291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6C74033-FA46-8E12-0812-15FDFC7D2A1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9B75C6F-ADE9-BF6F-EDBE-3865FB50043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1ED88C9-3E20-DFA8-5667-EC3FA3979F7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72A0323-DD33-6B6B-3A17-D44281AD5F7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36767B9-0995-195C-1084-E6A029E6A6D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46D99EB-BB18-5CF7-1223-7AAF8353959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C52DCB4-2334-03DA-9AC6-7B16D2BC2CD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29D3F3C-6006-7156-A2CB-BF01F83CB20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60DB6F5-F6AC-4482-4ED2-8AF4D27CE55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37AD486-241B-0726-4AA5-946BC23D01A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F1F862E-B346-ECBB-ABEA-0F9A372B4F3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CC233B-970C-C7B9-9B7E-D8BA4914DCA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0DACA63-FF8C-639F-1781-71BE4C808CD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A8669F-D0C2-7352-9984-7E00EB1DBE7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7273DBF-11A2-2CFC-3E68-A19C2BCEACC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A000144-D1B6-8284-AABB-396574EEAB0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0DA3B8-17E0-CD06-0126-7A0619B649A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72BAED-B384-345D-16D4-4DD4A0B14D4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9E54C9-C856-531A-0D98-8B2EF021394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AF18985-3551-B9B2-442C-397503446E1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BF3E812-0639-D93B-1AB9-0493910064F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4406C94-D42E-B274-5FF0-C7F99485F0D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DBC4D2-7005-378F-F574-BB92BFE9FC3B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B45D943-684F-4660-6770-E502567939FF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5A4B15C-B95B-7667-6F89-D001A8B9573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C7A8D35-8CFD-ECED-0C1E-CA5A82B48B1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CC97733-361E-02F7-DAE4-62CB7EC0BEF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A35B7CC-F819-FAB6-6B9E-6CE19E136C2B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25B3CBE-63F7-2D58-4C2D-A03AFD91C1C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C30B0BB-E352-DAA4-F2B0-78F0844A1E4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136C6D1-6DC6-E2AF-E49C-4501F09A544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4CC0AC-DA35-8CD6-8068-53F6AF74272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E76C12-756A-E302-BB5F-C48C51416C6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3E5F38A-AFE3-B006-BB03-B8B10455B30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CDEC04B-5C4D-EF35-020B-096DAAE3295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A7EAA42-F663-1DFC-E582-A94A064447F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36280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10046</TotalTime>
  <Words>2516</Words>
  <Application>Microsoft Macintosh PowerPoint</Application>
  <PresentationFormat>Widescreen</PresentationFormat>
  <Paragraphs>2310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402</cp:revision>
  <cp:lastPrinted>2025-12-02T00:08:17Z</cp:lastPrinted>
  <dcterms:created xsi:type="dcterms:W3CDTF">2024-03-19T02:13:08Z</dcterms:created>
  <dcterms:modified xsi:type="dcterms:W3CDTF">2026-03-09T22:42:21Z</dcterms:modified>
</cp:coreProperties>
</file>