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6"/>
  </p:notesMasterIdLst>
  <p:sldIdLst>
    <p:sldId id="457" r:id="rId2"/>
    <p:sldId id="531" r:id="rId3"/>
    <p:sldId id="532" r:id="rId4"/>
    <p:sldId id="533" r:id="rId5"/>
    <p:sldId id="535" r:id="rId6"/>
    <p:sldId id="534" r:id="rId7"/>
    <p:sldId id="536" r:id="rId8"/>
    <p:sldId id="537" r:id="rId9"/>
    <p:sldId id="538" r:id="rId10"/>
    <p:sldId id="539" r:id="rId11"/>
    <p:sldId id="540" r:id="rId12"/>
    <p:sldId id="541" r:id="rId13"/>
    <p:sldId id="542" r:id="rId14"/>
    <p:sldId id="543" r:id="rId15"/>
    <p:sldId id="544" r:id="rId16"/>
    <p:sldId id="545" r:id="rId17"/>
    <p:sldId id="546" r:id="rId18"/>
    <p:sldId id="547" r:id="rId19"/>
    <p:sldId id="548" r:id="rId20"/>
    <p:sldId id="549" r:id="rId21"/>
    <p:sldId id="550" r:id="rId22"/>
    <p:sldId id="551" r:id="rId23"/>
    <p:sldId id="552" r:id="rId24"/>
    <p:sldId id="553" r:id="rId25"/>
    <p:sldId id="562" r:id="rId26"/>
    <p:sldId id="554" r:id="rId27"/>
    <p:sldId id="555" r:id="rId28"/>
    <p:sldId id="556" r:id="rId29"/>
    <p:sldId id="557" r:id="rId30"/>
    <p:sldId id="558" r:id="rId31"/>
    <p:sldId id="571" r:id="rId32"/>
    <p:sldId id="572" r:id="rId33"/>
    <p:sldId id="573" r:id="rId34"/>
    <p:sldId id="574" r:id="rId35"/>
    <p:sldId id="575" r:id="rId36"/>
    <p:sldId id="576" r:id="rId37"/>
    <p:sldId id="577" r:id="rId38"/>
    <p:sldId id="578" r:id="rId39"/>
    <p:sldId id="579" r:id="rId40"/>
    <p:sldId id="580" r:id="rId41"/>
    <p:sldId id="581" r:id="rId42"/>
    <p:sldId id="582" r:id="rId43"/>
    <p:sldId id="583" r:id="rId44"/>
    <p:sldId id="584" r:id="rId45"/>
    <p:sldId id="585" r:id="rId46"/>
    <p:sldId id="586" r:id="rId47"/>
    <p:sldId id="587" r:id="rId48"/>
    <p:sldId id="588" r:id="rId49"/>
    <p:sldId id="589" r:id="rId50"/>
    <p:sldId id="590" r:id="rId51"/>
    <p:sldId id="591" r:id="rId52"/>
    <p:sldId id="592" r:id="rId53"/>
    <p:sldId id="593" r:id="rId54"/>
    <p:sldId id="594" r:id="rId55"/>
    <p:sldId id="595" r:id="rId56"/>
    <p:sldId id="596" r:id="rId57"/>
    <p:sldId id="597" r:id="rId58"/>
    <p:sldId id="598" r:id="rId59"/>
    <p:sldId id="599" r:id="rId60"/>
    <p:sldId id="600" r:id="rId61"/>
    <p:sldId id="601" r:id="rId62"/>
    <p:sldId id="602" r:id="rId63"/>
    <p:sldId id="603" r:id="rId64"/>
    <p:sldId id="604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708"/>
    <p:restoredTop sz="94670"/>
  </p:normalViewPr>
  <p:slideViewPr>
    <p:cSldViewPr snapToGrid="0">
      <p:cViewPr varScale="1">
        <p:scale>
          <a:sx n="113" d="100"/>
          <a:sy n="113" d="100"/>
        </p:scale>
        <p:origin x="153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4/30/26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A8390-8F7B-D021-1A8F-12915947E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E394D2-9CE8-2357-2027-A985A3B0C7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B8AFA-B719-032D-F9F6-AC4F177D4F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44113C-4DA7-F5E2-7FF0-6B48FDFF59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126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9056F-DCBF-A2A0-EBCD-FA9B7E973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F813D6-BA0B-C6A8-CADA-F7524624F9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03717E-5D9F-28C1-BBAE-4BAC766CD4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1E60DF-2EC4-558B-536A-4922D1C4B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9071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F66DA-9450-4548-BB9A-68290F0D8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B62541-31FD-C2D9-05B5-095E1C606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A19D9-8F8A-2F01-9D48-69963B35AE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86061F-266D-7066-446F-A0C84F7EF0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2268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DB7FD-132F-CB40-CC86-B981D51FB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931D47-9338-49DC-CB1F-0955C28FF4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334F43-0008-0A6C-5986-33A4FC9163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F3A63-1812-453C-4C0E-42B81AC1A7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8779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0F5B9-22A2-8AB9-A248-FAEB4D030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F0E47-ACB4-7311-F58E-82D5ABFFF9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44BB4C-E1B4-8315-ED96-878B154C4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66C015-5B06-32CC-894E-D83470663F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3871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73C17-2ACB-F8FA-CEBB-B65A7BF49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222E72-F68D-E4E3-1DC8-A21C3246E1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70CB4B-4F05-6C33-F8C9-F57396FBC3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D0CA8-C0F4-A56B-E8AD-944D2F2E51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3134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106AF-56EA-0467-68F0-E2402021A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272CE-5881-E732-5C28-0199D3E491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FACC25-FD92-475E-5884-F69D6C5D4D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140358-C933-B786-EFD0-72BF1DBE61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1790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F9045-ADC9-97F4-CA26-78240500D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B87A6C-49D8-950F-03C5-5FD871AACB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3A327-4830-90CE-9BAB-C5DBA9FBF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6B349-4EF1-D617-E95B-61491A96FD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1102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E1CCE-490E-7B86-8C30-6105A2642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889736-2688-8354-EAE6-E9AD5423C6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937F15-B2F1-EAE3-70ED-AD15EBD3B2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29E44-47C2-7297-297C-87526598BC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9070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9203B-B1AE-DAE3-6F57-60E9758F1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A13B81-0199-9519-8899-6FBF9620A7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290C27-826B-A550-B418-B732809BDA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901915-2379-3E48-079A-5AD20394DD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2466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76372-E1C9-0DA1-D2E5-D852E91E4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0E65AF-43B9-B420-9A43-E4CCBCD5F2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4C92A5-785F-E3A6-A5A6-1985E53C5B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F531AD-FF74-24C0-58B0-8E91A8AB83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0516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41471-EDEF-2229-DD5A-DA32EFB96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3D23F1-66EA-5C90-EB88-7FC377A9DF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DF433C-C2C6-5416-6654-F33E956CCB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ED6ABF-5CF4-A50A-425C-21B9666FF8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2355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F5749-A4F6-DC77-D552-7236E7D69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E45891-F74F-C734-37CF-33E9099FD6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2440DA-AF34-B9F7-37B5-8D013AA18E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B1E6D-DF12-3C68-B4EE-C82F3C02A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0616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A1CED-FA62-6E00-09C3-33A5AB4F7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11BFCC-63AC-D00D-922F-D3E470DB2D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A3F529-EFFF-83EE-DD1E-AC109E0F90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A93713-05B1-EF04-4F1D-5A7A2FCBEA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0533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42F2F-FF08-7220-E345-7D613548A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FA099A-6766-90CD-B08B-6DB3EC8E39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4B010F-BB29-8EEA-0EC1-D5D7D06F0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0A315C-2CBD-E677-3D85-8AD67A84D6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791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0DB8A-C43F-BC1F-EB21-66DE0FD9C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EF4B95-CA84-5D1C-ECE9-FB9FCE3227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EF6B16-D4FA-5D0C-A2BD-6BF452E27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655DD-D142-1EB8-3092-792147FA7C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2201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D2B24-A015-D6C1-18DD-CCF384EE5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A4B1CA-7363-6337-4C1B-B26A7A98F3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C72DC6-0DF9-E37E-29B5-4EC9D0432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EF9B8F-FBD4-9D59-D671-5D1CAAD0D8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6022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1FABB-234A-765E-FEEB-C762D673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A45159-378D-59E2-1E2E-4639B153E9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3AC84E-817D-EC8E-7947-CB71C763A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59E32-6137-F3A7-6C77-6391FE972A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56845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1B850-B925-1444-76AF-E9320708E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E5FD9C-3880-A278-B7BC-91D652AED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C36806-41BD-5A03-7610-581F671B5C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50D187-705D-63F7-61B8-20654711D0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8209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12CB9-D0A8-91AA-4339-DC0D1BFC1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FED4E0-4422-844C-3303-F3B21AE063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2B3F8B-3486-A34F-9C00-FE97F6B193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77690-FAD7-CA94-B60D-FEE031E3C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14547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FE932-6B7F-20FF-227C-7993CF0A1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6DCD8D-1DE4-2430-A1B5-C5C934F20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573652-4BA7-7BB2-BD1B-2ED3F7056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79E110-121B-4EBB-C872-D81CE238B7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4755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3106A-4B18-21CB-4175-31B31C14C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A6E694-189F-D691-559E-33788251F3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97CC75-205C-F692-1502-EE328C4D7C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DEE11-9838-7E27-45B7-9B203A19D6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19658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C8909-0A30-AA1F-D508-691F56C1A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563805-9A13-1141-4D4D-C05789A12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54391-21D1-90EE-5586-1FFB64C10B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5FE8B-A06C-C266-3298-670047021A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2606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9D031-C2FF-3161-D324-B4B6F9C10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3866DF-CDC3-5C24-4FA9-5D4938341A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BF1F6C-8AE5-50DA-F103-44F0955AE7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CE2D7E-FC23-D811-C490-F060E6BCE8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1515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12F1D-32AA-36F9-6D9F-73209A11F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CB80FA-47E9-1041-C0A3-F5F01EABA2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574C69-05C9-E898-F768-54B1F85E80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2CB56C-DB20-5DC2-50DB-AD1C03E2C0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94526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9A3D7-D09F-9113-A458-A802F8031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D37775-9D01-ECC3-9DE7-1EDAF5A1FE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DF5577-5491-C0C5-095E-2CB5F35733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8DA7E5-A613-F4C4-BD5F-013EAB1186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77606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9B82B-9365-FA8F-867E-4E0E6EAF3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FF70FB-2D23-7B55-0F33-7DF7E743D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4FA30-B285-8C23-9395-6A9984D814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41856C-0C68-C3E7-2429-672C4E1E89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7121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13D83-1234-7078-CC68-1F63D1BC8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59796B-A382-C81A-274F-E80D4F0CC6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15E134-128F-087E-F870-D76F652BFB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A2B0B-68AB-0B77-30B9-14D8449F18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15262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09B29-3185-77D0-167C-506689B3E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A92A37-6CDD-41AC-1D47-0CF9291307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245AF8-21A7-69F5-999E-ABC30A317E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3F7094-CBC0-ECFB-AD63-A2B8F78D9C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76165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76FCD-6FD5-5408-7FBF-43555AA6F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63AAA7-8C97-798B-4307-24DC60BB2C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A780F5-2466-E338-F0F7-E6DE38CAC3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6CBDC-3F89-AB5C-7773-7FC933B335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90198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64122-A07A-D22A-CF07-643993287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EF0D79-A9DE-DD34-42C8-C8C9D88FEB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B64BB9-5C5C-E133-213F-39E5578B91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239290-59FE-F860-5291-615CC51320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57041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0BE86-BCFF-3F4D-EA34-35A3E4E3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0567A-3726-7147-969D-75BF1F50B7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B6ACEE-9AD0-7CC6-1C2A-1831F5DCBD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8FB0A1-64F0-BE21-EA8C-CB6203BF32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5161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AF951-F1B2-D87A-D31A-D91E5822A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4F8379-73D6-FECC-A903-8CF0A9510E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57F08F-427B-DFDA-6352-686BAFEDB6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B74C23-65D0-3C70-F06C-23A4831BC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42590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84B77-2457-7030-9C57-3AC9E95CC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417395-C80C-D4A9-23E4-ACB0EE5533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DCF36C-F638-CE0E-1431-4A608AC726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481432-9E3F-7ACC-5300-B0842187EE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8800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C3EDB-6214-85D9-9316-D659634A8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8F09E2-186E-6A9C-66A3-B9CF6DA73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98CCDD-F4CC-3AC0-9F06-B00A36F6FA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0892D-2F21-4157-1AB1-B699E23251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7739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FCE5D-EC0C-3A06-A943-4203F8155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2686C-12A9-2995-FCB7-01A084F0E2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BF62E7-13A0-8560-F0A5-5BDA41DDF5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937990-5F34-6422-0480-497D8E80C3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78312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38B67-AE5F-B9A7-FC58-FEFA1DB72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99A0E3-C9D0-3FE5-F2D0-E3647D816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025BC6-1B31-6D7D-75EB-CDBDE733DB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768FD3-736E-12F4-1394-6EB42FA946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97930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5037-9445-F43B-95B1-45647C376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E0FD44-1BDC-D165-4E79-60741734DB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CFEE2F-FC52-E730-F853-42A820FBE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48FBF-2F7B-4684-473E-06E69A3477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3966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07F94-5D67-C95D-6CC6-C61598A9C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05A07C-F006-BE8B-81DA-92C80A37F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0DEDFF-1635-8FD1-2807-B7C93AB09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92DA71-569A-B3F0-987E-5443CF2AFF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00846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894A4-869F-BEE3-9466-DC65AAAE7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4C8367-5F5C-44E6-57BF-97A314964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20FB72-9B1C-D025-A196-E646A0B6E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1A2C8F-81B5-DF38-7A4B-DC46FB7000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92025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ED68B-50A6-67EE-C4D0-0FFDC3EF4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12789B-D1AD-C057-4061-9EA73AAA7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9CC843-A172-3AF2-ADF3-BB43009D49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322C92-2B56-29C9-DC9C-D2C677CCFF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81457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75DB4-6D57-4EEC-A42E-570603347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30C5BF-80CE-E844-6827-BC7743BB5C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207D66-5ED7-98AC-37DA-42C567C486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0621AE-D74E-406D-6632-4802A1389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70374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1B0A7-1BB5-73BE-FEE5-9DF45BF28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7D4AEC-298F-CF45-1710-810A644083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ACF156-3BD8-1F61-FF4A-219CC873E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CCBCB-67B2-0EA3-78C6-D4F5CA778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3498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89583-41F2-52D2-ED65-A1DC512D7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10E32A-D3DA-8867-E349-15E50DB4B5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D86777-716E-1A6B-41C0-3C2965F6B7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0E9686-085D-46D0-40AB-CC0E4E3A31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13687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D5C01-8429-52E8-7AD1-C7091E175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EE755-1BBB-8B00-1422-EB444633A6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3B0E54-2CD7-16BF-7261-2FF058CBC3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91909B-B603-2D4B-B58A-C87A50831C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09764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63D2C-7B67-9060-4723-1D9AE0295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E602AC-9788-2757-C252-9495D75799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29705B-BF86-A8D7-B618-989B662743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4575BC-F777-3EBE-9ED3-942A59B44F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78614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A4A6E-8A11-2DEB-54ED-FA7169EF6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5C8B11-0C9F-A96E-D82C-4217CD92E8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5004D4-C5ED-E231-358A-064128185E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5EB337-5261-1D83-D9E1-955EE8449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64700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3E1C9-28CE-8FF3-F8A4-609E13C05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4C761-3E02-8F81-1A40-7E2BDAEE4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60F96E-EE37-103D-4D00-26FB7407A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33EA1F-2ACC-2354-CBD3-F4C24AA016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05894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8D416-CF47-5AC5-19B8-E7AC355C1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F48E81-1449-A610-62AC-DE66A9D220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FC5BCE-24E9-A4CF-91C2-EB037F45A7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FA6EDD-3AC6-FA84-926A-78B2363E57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85588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F327F-0172-990C-210F-2754E52F7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9FEC54-CF11-CC5D-8DA4-88F63FC12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B8C53F-99BE-5C9A-76A2-6748A4CDC9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0AEF8-956D-5E57-7BFD-73D4736137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88222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833AC-B246-15D8-F1C0-613E72F86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AACF16-B063-F79B-C877-A5A5C392B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5AD5ED-C132-1F13-59FE-86458413B1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108E26-0786-223D-F46E-FA805C3AF5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12180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1A09D-D09D-1A57-E693-FD0605FE3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893D8B-E424-878C-2F70-231AD34930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E47A4A-ADA1-B057-B6C9-1A01BB5572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F5E3E-5029-0718-C816-3DC055CCBC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68488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EDC09-4021-53D4-AF90-CF7787595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3DD501-8DEF-52AE-294E-1D8D4DEFE0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8DE3A5-A8A4-B3A2-E7DA-1FA3C7D579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C96DCB-F10D-0301-3295-44E462A3FF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40010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85A21-1B33-1005-4707-3DD31BCF7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2EC9F6-75E1-49AC-9A15-E5F183560F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3131A7-F901-ED6D-AA9C-674896BD3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BF61E-2479-CCED-9B4C-13958948D7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3952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1C397-96F4-5F3E-2D5D-7338B1E7C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2FE817-594C-B6DA-7C2C-B89136224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D93ED-E9E2-21B9-AD31-A5FF3C4FEC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CD209-14C3-AAB4-D9F8-6252ECCD21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47338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0B148-1292-D6AE-7899-6CB9CC1A0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05C7F7-31E8-EE23-0199-6705B4E98A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C974F0-9B0B-6CC5-D85F-4C07CB0088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3D3C21-D482-7009-D75F-ADC39C4551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64075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23768-9B86-F984-391A-059C7ADC1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4CE645-F75F-9836-9D6F-3AB1702079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BF5E45-F97D-CFF7-3E66-381A1780E2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EC9530-A16B-7681-00E2-143070EF71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28305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7CA2-22B9-DB89-BCE3-391667781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95D61B-8B4D-7A0E-E7B6-FA280EFEFF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EBF5B4-D093-8975-88F2-E07A823BF7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C5B6A1-DC23-F244-2C4E-47BC1CBF55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35483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2FBFF-7320-04DA-0D30-50E15C13B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1B31F1-2787-7973-826C-B9FE01DC0B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1FE27-C742-2199-51D2-AA9900D12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1D211-0AC0-5D39-B9D0-C793D8A027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64090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7C3BA-1AAF-76F5-777D-D0434D4EB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E43EC2-EDFD-9585-DE71-B009DBD67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4A506A-3964-E17C-78B9-65464C7CF6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4EAC9-4297-4FCF-D984-389297D87D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44768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E4985-DE08-9716-DB73-2BF809ABC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FAFFDB-D8F2-88F4-9CF2-58C0C1A1DD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6F330A-1907-7E30-2E78-0649E94120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1BE09B-3E2D-1B6E-02A2-9498F6A535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366864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32B39-75B1-5684-7497-2E5D71BC8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C66F3B-126A-BC53-ECB7-7A4A233D6F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9E6B0C-4F6A-A714-7C7A-BECDE71797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916AA-5C10-E0B8-1696-0399001C3B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67094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25401-3FA8-188A-480A-B2B2E6081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167CE0-70C4-6C1D-DA09-A7310F62E5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4C7803-0FD3-5DFA-4E85-8D509478CF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FCEE41-6794-8768-1F89-A6FBE9FA0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6366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37C12C-7FFD-6C4E-ACE7-DD76A1C8C1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409" y="249809"/>
            <a:ext cx="4543376" cy="504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65F75-7C13-A970-8AE2-46D930571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6FDC946-7D80-D2E3-ED5B-C8E9B6AE623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Rows 1 and 9 must sum to 45.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CBB5904-9035-FE04-3089-D8463C88A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4CE5F24-4025-4EB3-F66E-6AB67B384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ED0A69-E0D6-138F-F063-091E551956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CA52ED2-6AA9-2135-70AD-ECF5A0DAFA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CE664A-0BE0-829D-DE08-FAEC792CD35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DBB0BC-16F3-F4E0-9B45-5D34226531B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412092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371AB-3040-B4FE-D46F-F7F086799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580096-AAB2-EE31-FED5-8CF9C2284C6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Column 5 must sum to 45.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A7C4445-0635-9A98-4177-D8892CBBBF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BE0F404-C8B2-882E-79E7-9BD1C4910A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843F46B-C3F9-CAF1-40C3-1BB3FEBF3A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4EB524B-1F2E-1E5F-9C2F-D39DBD7537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7CB45F7-A482-5AC7-03E4-B9840658116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4E1849-DF8D-62E1-EDE0-1FCF1DBAC8C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C30E5C-CDB8-0596-1EA6-A6AF352C6DB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070323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FCCA4-3FF1-4C1A-28FC-17D7B2EA0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C5018A2-3A75-E517-F5AA-3DF3C36A2DA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Row 5 must sum to 45.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B50764F-D997-224B-5DEE-B21467DDBE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AB30080-A460-E41E-639F-99F5380356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E7B5080-9EFF-76A5-8762-12AC7BAFB1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41D28A1-3EDA-40DF-72DD-8230FCD7A3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291C6AE-DE94-7537-C43F-FC888224183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E7B449-DE84-299F-6FC2-EEE4217226D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A64A7A-099B-C9B9-E228-F93C82F084E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FD1A17-8D5D-5795-E943-96B09E39AD5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D2F9FC-8365-45CC-5019-AF4DB314208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</p:spTree>
    <p:extLst>
      <p:ext uri="{BB962C8B-B14F-4D97-AF65-F5344CB8AC3E}">
        <p14:creationId xmlns:p14="http://schemas.microsoft.com/office/powerpoint/2010/main" val="2424060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5541B-7DBA-FB6B-C40F-0992B1C9A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46BFFCA-8595-BC35-B304-DFB643E9A8D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[16 in 2] is 79. [17 in 2] is 89.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F2BC029-EC02-C7E1-1DAD-D4BC0F25D1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12815FF-496E-EE2C-3F53-6F888C7037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CC17DBE-6BA2-4466-7038-D91E04A135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D632246-0489-CF2E-5DFF-D48730087C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39B63DF-1F79-8BA6-22F9-1B9C0FDBAC8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B5B752-CFCC-096D-00D9-049C173B556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0BA6BE-2929-E90E-6A94-9BF257970EF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675C87-C864-91C1-F558-8D66E4DD224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C39E7C-5D22-2D4E-14A3-D1DBA870563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90BAD2-4152-1B2D-8BA1-B6E491ABF02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80FDDC-46D3-EEE5-8E2B-49FAA038326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4C26DD-3BF0-F79F-85C4-8B92647266A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6A4584-A0E0-2BB9-7589-461671E16FD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</p:spTree>
    <p:extLst>
      <p:ext uri="{BB962C8B-B14F-4D97-AF65-F5344CB8AC3E}">
        <p14:creationId xmlns:p14="http://schemas.microsoft.com/office/powerpoint/2010/main" val="38187289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98FFF-2C5F-F66C-8F3E-4C5BA7721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5947780-664B-153A-C131-2D962F3DE3D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[6 in 2, no 2] is 15.</a:t>
            </a:r>
          </a:p>
          <a:p>
            <a:r>
              <a:rPr lang="en-US" dirty="0"/>
              <a:t>Then, another [6 in 2] in the same column must be 24.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63E6941-133A-E5BD-6301-E822D0D1B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C776919-17F9-9BF1-C24C-162C3DF0F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2B54F4C-5CFB-97D6-76DA-3898C703F3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9889B84-5674-9F16-FB22-EA04546728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593F36-AA17-F8B4-01FC-36FBA33E364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5CA771-B520-431D-E159-0A189D001B1C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8357D7-3EF0-1407-B2F2-0B09EA0CD4D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6A10DD-2EB0-34FB-CB16-6C731FA6F16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955FCA-87C7-FB41-41DF-25F9084912A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45E186-A58C-90A8-903A-689AD77E1B1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592786-3A2B-D559-1EA6-026F1D6EA14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D8452D-A1CB-BF82-EE3E-C3176E17EB2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D8D2EB-1F47-981F-EE24-788A21D1645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6514AA-77DF-F9DB-0087-AB8E95AA14F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38469A-3BDA-FAFE-BECC-8DC49341C2F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308F4A-557C-1FFF-D908-8BC1D30E49B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910335-EBD9-82E2-BE84-FB76BFF751D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</p:spTree>
    <p:extLst>
      <p:ext uri="{BB962C8B-B14F-4D97-AF65-F5344CB8AC3E}">
        <p14:creationId xmlns:p14="http://schemas.microsoft.com/office/powerpoint/2010/main" val="15942069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5CACF-48D5-8053-EB4D-A84A6A5C4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E00518-127D-E913-C33C-EFEB7D1DFE3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[8 in 3] could be 125 or 134. The first is precluded.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E322AB8-57E6-BF66-65F6-2A625BB66C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9762D04-883B-7CB4-87A0-34A5621C57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CE80300-8973-E528-A280-3FC9767EAD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729ECC2-505A-B120-3C9F-E5AF605E3F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C63D67-2CA9-E68A-306C-9B955986038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2352F1-4F60-7BB2-5BA6-2074783AD70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3C1068-A191-2624-92CC-0E9F7F06DD5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91F150-07B5-A8CA-35B8-FF6FBB0B890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EB9F6F-73D7-6BD1-9400-99B8F0DC21B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837B7E-788E-3D47-DAAA-272E84C376F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D2DE8F-B267-224D-E3B2-64F28EEE810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7EE1B0-16A4-BF43-505B-0E0DAC3BAF1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8DB71C-637A-A879-0980-2CDEB88FAE5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B5F27F-6ED0-FFBC-2CC1-6B543697725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375298-F7BD-FE6C-446D-0962CE95841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16ACBA-5A0D-586F-974B-4333F0AF4D7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8A36B8F-D64D-99DE-CE67-47465D62943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79DCB6-D877-00B4-913B-10FC188DE44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19FE7B-33C4-3338-9A0B-E7BF254BB20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6D43425-9FE5-4C4E-6040-05270E6BBE5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260932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70FEB-0D9C-F16B-5913-1959B281B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D35775-9E35-FC1B-129C-4B541799D84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5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58691F1-1C24-2B40-27E8-5AFA015B6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3ABE975-E98B-BE65-4D4F-E7C2EABFDC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9CCF1C5-4A4B-B265-2CEB-8F360C95D4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1701D4B-9A9E-ABB9-45D3-0C39C4CD77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1C9BD5-A7EA-45B6-381F-E235D74AC6D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C8FA0E-7E29-8E3A-F7D9-87276B8229D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E74F75-0015-A336-9D66-2CB60602A6C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0D496E-FAEE-975F-9F93-B5E67B2298E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E8CBA1-3492-58C6-365C-52D60A0F22B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43B792-66BB-12CD-6BB9-B364D92D1C2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DD7E5D-7B55-2CAC-78B4-B7B39A6DBAD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52CDAB-0586-491D-ADAA-8DEBB2D7FE8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AB46A9-70EC-9A42-01C2-72F62BB5409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5B8A15-8A21-E7B8-77AC-A258558B0F8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20CBE7-B715-6B6D-2E2B-4CC7BAF4BE6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0EA662-6B50-5D53-2067-AE79AB7C908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10CD8D-2F34-DC1D-DD9C-5A3CB141E24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F3D53B-1A8A-69AF-399B-98BB921224A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E7D0DB-A05B-F038-EECF-E7AF71AF4A6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A79DE3-1A22-68F1-7F18-39C0A5AFF06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E65B2F-AE43-B26B-46A9-AE9A41A52E5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0C5A2D1-615D-AAF6-2C2A-43EA71C8452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DF34A9-7555-0543-953F-E843B3966B1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</p:spTree>
    <p:extLst>
      <p:ext uri="{BB962C8B-B14F-4D97-AF65-F5344CB8AC3E}">
        <p14:creationId xmlns:p14="http://schemas.microsoft.com/office/powerpoint/2010/main" val="44231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4CAF4-25DE-0BB6-DA8D-056DB18A5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D603AE-FF17-DCD8-94FE-4E1DBF14511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upper center block.</a:t>
            </a:r>
          </a:p>
          <a:p>
            <a:r>
              <a:rPr lang="en-US" dirty="0"/>
              <a:t>Then, complete 2-cages that are, in part, in the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E74BFEF-A3E0-3E76-5808-EBCDD5EB5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E41186E-D124-333E-7845-72797A665B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D7CD82C-50E9-9D7B-2833-A366193BE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56688E8-FD53-7224-57DE-A2AB16765E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71CE3E-B102-240D-DBC4-23B564C7407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5F0996-B05E-7822-A313-2319D2D5716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B8E405-7996-256E-D1D7-4955D13643C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8A0212-E1DE-D7D7-A4C0-0BC56D58FF6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C5CD88-54CB-00B1-B904-E264C3EFF71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3E6AB7-7499-8E51-8F12-20925CEB357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EF388D-8D77-F246-A135-0D9D43F12E5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DBD5B8-C1B1-FE1B-8085-816DC239820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C100CA-0614-9099-04E8-8D4A0FCA531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8DCBDA-EE42-110D-7C80-BF9B4BEEB3F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373D89-B83A-E828-B3B4-B3BF89B870A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A3EF0F-D89C-7DD0-FA5B-6787CA47800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DB090B-090C-C36E-6579-353EC743052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D68B2A-6E09-A7CB-E47A-F3D4D9A702D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BEEF71-27C4-4A87-2B7F-CB1C6EADCF1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22FCFD-7A11-F14F-E269-C3CF4D6E74B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4BF840-9927-5814-2324-882FB7C991F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F997F2-0D58-99A7-DBF9-6458F53758B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4FD9CF-DB55-85AB-465C-BB5F22D24E0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5F92C2-A176-62D5-0309-5AFA8B57CDF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C6CCC6-7094-A128-5782-F347C6DBE71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0C7A034-D7C8-1104-F9A0-32B6176A4FD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7E2023-4467-4E50-A589-2FBB892B195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57DC7E0-014C-C1A6-7637-7DF04E00326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01E7CF-0049-96F6-4FB5-23D19868A50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543</a:t>
            </a:r>
          </a:p>
        </p:txBody>
      </p:sp>
    </p:spTree>
    <p:extLst>
      <p:ext uri="{BB962C8B-B14F-4D97-AF65-F5344CB8AC3E}">
        <p14:creationId xmlns:p14="http://schemas.microsoft.com/office/powerpoint/2010/main" val="2369788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BD252-DE53-29E9-6C2D-B5A75F41B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41A68FC-726B-4F76-1E31-140124EFC7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lower center block.</a:t>
            </a:r>
          </a:p>
          <a:p>
            <a:r>
              <a:rPr lang="en-US" dirty="0"/>
              <a:t>Then, complete 2-cages that are, in part, in the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BE9A925-FDB4-1654-00AB-5C7FE8B56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3FE8AE6-948D-D564-9AD0-0AA6ACBEDB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AADB68E-5537-CC0E-BF29-3B0C718E85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FFB1A3A-D15D-96F7-6BB6-451EB2CAED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337C4B2-8A7A-3111-CB02-0F1602090EC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A66B2F-CC9F-0FE3-565A-46140D73C2E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7E2CAE-CCD3-E91F-3DDC-60327745B51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90A20E-B501-8190-F84D-5E72D1E35AB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A0451F-0D00-EA81-79E0-B1E9B37B88E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19DC6E-38CB-7062-CDAD-DB272216F48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595667-E097-F06E-2E52-53ADC8F1610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475133-352F-858B-3562-E97A10EF5F2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ED397F-8A5C-630F-2F94-F92CCB4CCE2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D6190E-1744-6394-FC55-224C239D6A9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3F04C1-2DA3-C7FA-C7B0-53B0481BCFD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2A2429-9B2D-CBBF-94E4-52967344521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B27E06-B6BD-65A4-5CCC-DBD44E6F47B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8856E1E-93C5-CDBE-9DCE-769E1AFB737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B92B75-6C9F-1430-B2EE-8A83B743581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558F25-6538-ADCE-0AE6-C3384327E58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EABD4FF-4FB3-E5C9-12EF-90C2A099EE9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A0A8C9E-A4F1-F97A-0D41-2B3868FA457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A300328-1051-6770-4423-0C523E60DE2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FA8B43C-247F-8876-DF9A-405BA877405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70A9BD6-E1F6-F740-3DCC-F081843CE22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EDA8C7-2B4B-7D1F-ED01-7610DB71A26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ECCF67-2131-9842-C77E-5A9F843F977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849A9A5-8101-2D40-E9DF-E743F5505C1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2E73FD-D2C4-5A33-4B97-07D6A7BCFAA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606F4E-8317-8BE6-7B38-31A756973E9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9044B48-AB38-4AFF-D82B-C2BDFC38FC2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1B3530-B918-CDB7-7B47-82B207F3D0E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9742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36BBC61-C787-0AE9-09DD-BAE182467BC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890323-EACA-720C-BDCE-F925EF20C80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2E4D6E1-A6A0-D4E7-E87C-D847E6BFBE2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13568</a:t>
            </a:r>
          </a:p>
        </p:txBody>
      </p:sp>
    </p:spTree>
    <p:extLst>
      <p:ext uri="{BB962C8B-B14F-4D97-AF65-F5344CB8AC3E}">
        <p14:creationId xmlns:p14="http://schemas.microsoft.com/office/powerpoint/2010/main" val="6406213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A2EB8-FF77-5D95-0AD3-C2DD1A053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BA0A69-49DB-CF97-239B-4CC279329FF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([13 in 4] cannot contain 8 or 9.)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102031C-18D0-5C7D-6097-6CD9890ABD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DAD1F00-483C-0564-6DBD-B0FE84AB4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F97D486-C9C7-7971-C8B9-4212253BE3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903A3A4-8785-F42C-6FDB-07E62C8B75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F0C50E6-7253-E8AA-F949-06C49F9C574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F446F5-8AC4-1CED-FE3E-9FA13F2F81C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8467A1-7CF8-7DFE-BD26-C050C674D97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9A12C6-AB40-29A7-7B44-DBD8A507AC6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C75F27-1059-EF6B-866F-F2E3E82F928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35CB4E-B03E-86D5-D8BE-635D955301C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6D31FB-4452-A9F2-A575-2B416D7EC5C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895F84-4FA9-AE1B-1AB8-271517CEECE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7B8EED-2EC1-5544-DC15-79D9FF394AD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2597F2-8CC3-EA5A-B5DF-868ACC88914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B41ED3-B1D6-AEDA-A867-D3DC18C2656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91D35B-43F3-5C27-7910-9D590FEAF83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326101-029C-822D-27D3-0CB7D54416C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D60F6B-B30D-06C2-D1D8-8CA131FB5B9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9E7214-091F-B975-43F9-603C903F3E9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10176F-6CE2-38F0-40D2-827C36F6322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B03F18-69E5-DA0E-696E-F6956D06AA8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AB97B5-131E-5AA6-E31C-7BD14068D79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CB5C4C5-8576-6AFA-82D8-D256D3F47F6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A69FEC-243F-5A92-2CAA-0396F59170E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6D21D70-167F-86EC-604A-87C81B38CD2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C18530-200F-B669-8A51-3F8D3FFA2FB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4481FA2-B07F-CFAB-FB08-6DD7A03B381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AC29636-408A-DA09-4F78-239E3251667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91E8C7-5416-AD60-67B4-42786DA1715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17C157-B1B7-A583-1686-5FB6559A13F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70052E-8DE7-8D89-8FDC-6E086A0CFFA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941FFAC-2B3A-ABE5-243A-E0C5A62AC1B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A08D3F-4120-9312-B034-7B4FB8915A2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A3A21DB-737D-2EF9-19A9-564892EE645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5EC09F8-919D-788E-428E-59B5C9BCCB4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</p:spTree>
    <p:extLst>
      <p:ext uri="{BB962C8B-B14F-4D97-AF65-F5344CB8AC3E}">
        <p14:creationId xmlns:p14="http://schemas.microsoft.com/office/powerpoint/2010/main" val="36321927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D61E9-4C12-065C-62D3-051FFE2BB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686453B-19AA-D80B-2307-146CE6E4EFC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6.</a:t>
            </a:r>
          </a:p>
          <a:p>
            <a:r>
              <a:rPr lang="en-US" dirty="0"/>
              <a:t>Then, complete [9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E4E89C0-080C-B541-8612-E916D148D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1710EF0-75F3-BC83-BD48-F0DB3144A5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F687F4E-4229-E300-0A31-7790B6FA87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0A8C029-AEEF-89E4-E039-6A896E09EE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7AE1A7-70F2-3322-E6A8-7AFEFA202BE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FA4F26-50EF-32C1-A873-4BFBF377BA7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EBD6EE-84E3-F4BC-80F6-ADFD64AE112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7243C3-08B8-882E-B2FC-4C834EBCAE6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524200-C276-D5D4-03B8-1B98C59E4CB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5F75F6-F89B-D5EC-5CEC-1F9527BBB0D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BC6ED9-64B5-B0C6-5DAA-01511E59AD8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FB319E-A5AF-E48A-4380-6E8A980D8B8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09A915-AE06-703F-250B-37A87676313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DD2ABD-08ED-8AE4-C2EE-09C4995219E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C2AC5E-FC14-087B-F578-5F18AF88D7F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961E21-9827-3145-D0E8-C13A4D876DA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8A0473-F97B-E2CD-7969-2E59CFE8DE9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D65834-80E7-959C-AAC7-3373AB592F8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99E775-F07F-30B1-1101-CA8AE9B30C1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05D854-2A6D-9617-C7DD-EB3D1CFEFB0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965FE49-53E9-B5E5-7308-AAB835F25D2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B80676-80B3-2E17-383B-0EE2F75D20F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56AB49-36C4-246F-8D7B-C2EB916838B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07FF29-658C-7AEA-B7EA-DB33E2C2575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FBFCD92-F31B-741B-E9E2-05C6F501675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9DF5F4-E542-B37E-B6E6-4B238950550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8BB754-4ADE-2F61-9D4F-E7E551116C1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4B63B3F-9D50-7121-D057-96D6CCEE8E4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7DDF240-B4F0-9C66-A0A6-A3F51F65004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5C0881-A4AD-C724-488B-B33F340736C5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9406644-28AE-8E02-184A-C7B704418A3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33CD4B6-A415-5832-DA41-5BCC02A2445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86BEB03-2AFE-DC4E-4B86-6524340EDD7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D77710-ECF4-0B52-4FED-C2DEC6705EE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A90E49-6718-8998-CEB9-B6A68B3334D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38FDF11-ACF5-DBA6-6E40-61F10747115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5AEADF2-40D4-BA31-6E89-6367C8965C0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4B43CF-D7E1-DBDB-4ED3-93ED9BAD38C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3789</a:t>
            </a:r>
          </a:p>
        </p:txBody>
      </p:sp>
    </p:spTree>
    <p:extLst>
      <p:ext uri="{BB962C8B-B14F-4D97-AF65-F5344CB8AC3E}">
        <p14:creationId xmlns:p14="http://schemas.microsoft.com/office/powerpoint/2010/main" val="38747245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BFF82-8B3F-F378-5203-0CD12703B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0E1BED-8EBD-DA29-7564-C8FB95F545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Again, [8 in 3] could be 125 or 134. It must contain a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7CB4830-E65C-AA55-FFD2-92AAB0D8C9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77BF6E1-5262-4F9B-594E-D9A9FC6B8D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62038E9-FF56-33F4-8218-254EFEBA27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F0260F3-9732-8062-0AD4-802262FAA1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4944FA-DA70-4562-A420-F8F12B6D038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5BC321-4FE1-B904-5EDA-480C3700C19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452FC5-699A-3507-3FDB-6B3373E4529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28075C-FE36-06C1-BFEB-30CA8A7C1C9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958280-BD90-0060-FD84-24532814576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F277C7-4DC5-CC1E-D88F-D1080F64D60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1B1752-E07D-DE0A-0052-9ABF26C01AE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FC957F-9F7E-A077-08DD-E8BA04CA900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6D7862-5BAF-BA15-6FF4-725D4F7C9F1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39378B-CE8B-15EE-ACF4-79F5DD2DD0B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D40C39-A77B-220C-86C8-788358126F5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C99C5D-5BC7-882D-815D-5A18706044C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018E4B-D4A9-15BB-DFA8-AAE7996B08F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38A591-1508-B6A2-E2A0-7F2F450498C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7F70334-DD48-0C3F-E39E-19EA7A0D8A0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4798EB-04C3-A415-3C3F-E17AD110CE1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E06697-545A-CFD5-5827-E1F362DF3AE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2E80F56-CA28-AD1C-D285-A20D4551433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C08EDF-E351-D7DD-31E7-1A240DBE432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853AD20-63F7-AC89-E623-006495ADDE1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1D26A4-E65C-DF4F-C885-0C45AF7FEAF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E50244-D9E5-87E8-3FF9-6FBD41878D3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D8DA419-AC61-37B4-EEB4-344625DDBFD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74403CE-04D1-ECB4-0F52-0BD71900F8C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E985B95-7DC1-01CA-0224-2827F2DD99E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145ECD-1C5F-6B88-B8B7-9A5A7212B55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B40C433-6A6F-0A32-C650-2D9120DAE8D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B94096F-82BB-B965-3ED7-C951EC86306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3D452BA-94E0-E091-5D71-23C1CC44AF9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8191F39-6BBB-C147-D8C1-F4C61E9DC8C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25335E-0147-756E-F9D0-F6CA74B7703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541F5B-9D6E-AB3E-3BE9-C4A95122322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42DC8B8-78B1-64E6-1754-911BD426BC0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B345CF-61D9-4A58-A21C-F5440FE4764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C1B6CAD-FEF8-C4E8-2B44-BA53F1D6048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3D5851A-77A4-C9EA-3557-7D82DF7C7C4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076EB5A-E95F-AEB1-7218-FC0B5DF4DD7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DBAA99F-34F8-5576-0F61-8251B4CDC07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8D80BB3-A2D1-780F-CB2D-AAC35A6E802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86DC4A7-FD26-4DAB-372E-3FDC27DA0B2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</p:spTree>
    <p:extLst>
      <p:ext uri="{BB962C8B-B14F-4D97-AF65-F5344CB8AC3E}">
        <p14:creationId xmlns:p14="http://schemas.microsoft.com/office/powerpoint/2010/main" val="42849693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3DE10-146D-9CC8-0FEC-99949D957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DC9C64B-D716-6617-B873-36C3B540A5E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[20 in 3] cannot contain 1 or 2.</a:t>
            </a:r>
          </a:p>
          <a:p>
            <a:r>
              <a:rPr lang="en-US" dirty="0"/>
              <a:t>[13 in 4] cannot contain 8 or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D7427D3-B702-02E8-0AAA-F7011D6FE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13BF6D0-F608-A61E-42AE-BBDA20BE15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F0CACF0-1379-A40D-A1D8-4F465DD372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B05FE89-F3D0-E1E6-223F-3B2E542ED4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7F1A93-F40F-EBBB-7435-477D848F756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C6CA5E-737B-9C66-B6C4-F06719BF03B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CADD10-E0D6-E256-9F14-443B9F9DD84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446A3B-97B7-D76E-1A54-826346F5927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A2F6F6-FE17-FC2F-CD1E-6173F59C9C6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C663D6-A916-3B13-01BD-F7395DE08C5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E2368F-D846-73C1-D73A-04955B7FB5B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A3A4AC-FB9F-5D14-8787-A45053601FA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A9B3D6-779C-8243-5D7E-E6BE32D0279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D67379-6840-5F75-E315-918A4D0A548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94C540-2F3F-DB38-6038-EE307F3C2E4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02BAF6-7F1B-FDA3-CD70-D1DC46CB46C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EDAFF0-029D-52AB-7690-9374B4EEAE3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72D2BD-5B1D-48E4-96D4-37A2BFBC9D5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46D756-1B5E-FB97-BC00-F7663D4D849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F5D387-557A-6FFF-B93B-1F34FD3F817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C86B44-D942-F3E7-716A-2FDD74C0CDC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A5A162-27F0-BEFC-E18E-E305060602F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7054518-A53A-50CA-9CA7-894B21BF761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E35C996-A6E8-36BC-B988-B0F796E2CAA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4369FA-275F-FFF4-1498-995B2E71ED5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D8496F2-B342-4290-F988-5559156507B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01EC02-1018-ADCF-62B4-1C031B3FE5E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67419FE-B89E-21E8-E3A4-40E05CE04CA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7A5FA52-A31C-7DE5-DE4F-A57998C2D70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698018-BBDE-1C7C-E14D-AD9C6882AA5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F3679D-6DA1-89EA-F6ED-0D957FAEB8A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1E6BEA-503F-B7CE-5EA2-DB2889F9B7C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0D2324-A172-AE80-4F10-A0BDC31C2C9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4CD7E3C-911B-9BE2-555A-5ED9D2FC3A3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8465C9-9AC6-9EB6-7E98-4F4C6E019B6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A537CF6-AE63-5C96-E13B-E7D84DF1AE0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826091-D45D-0699-960B-10459350F22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21849A-02D8-94CA-0B97-7069C09D42C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65F232F-F05F-338C-5788-832C5CEF444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D4E9E88-09BC-70E4-C065-375908A3C95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3B2ABD-8CE9-B1EF-4405-A0D9FE8D396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C94F9B-9689-0B8B-113C-E686BE84971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A1D8AA-F216-36E6-9332-48FB68FD652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638A3D1-C6CE-6BFB-3495-9C0727E6C2C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FF38C35-7C12-89F8-5593-32E3BCED7D4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00B607-EAE4-3B2B-44F3-B62F40DFFB1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F3D26B2-D986-0208-D884-124DC05C9C2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F3C8E08-6D45-4856-2E0E-D95B0E4F2FA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9FD5662-C9C4-5762-444F-D2BD99E395F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</p:spTree>
    <p:extLst>
      <p:ext uri="{BB962C8B-B14F-4D97-AF65-F5344CB8AC3E}">
        <p14:creationId xmlns:p14="http://schemas.microsoft.com/office/powerpoint/2010/main" val="25670535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21B0E-D056-A490-2578-21B8ED1D2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131564-5829-75B0-B3CE-51EE3BCBA9A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[23 in 4, no 9] cannot contain 1. (2678 is lowest.)</a:t>
            </a:r>
          </a:p>
          <a:p>
            <a:r>
              <a:rPr lang="en-US" dirty="0"/>
              <a:t>Therefore, last possible 1 in Row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19A4386-3329-E204-9E1F-5DA91E5CEB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214FC12-5EFA-2690-6149-7E90517F05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4BAB6E4-6C04-7A76-508F-999B0A1ADD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C7E93BE-15B9-06CD-BC7A-6737C4526E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15EBCF-00CE-44E6-A8E1-88B38639041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33F2C6-2C27-7EAA-9B1E-3FEF09569D9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C7B452-3190-9BB0-FB36-875D89D4EE4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5020DD-2BE7-F23A-7EF0-4C662330316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A843EF-E02D-9AF5-2BD7-C353932A461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01C0D0-88C8-0ACA-FE0F-40A232E4E12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9A6FEA-14FF-252C-135F-222DBFE56EF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18A143-1B72-54D6-46A5-530B2C5CD71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FA56CF-2CFA-362D-7701-959C243B4D3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B4148E-0C23-ACFC-D5AC-CCA40C0B756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61C9A0-0A6A-3785-7420-B7623613936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E960D8C-B770-8136-0DFE-ED865FE14AB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E8BD75-8471-90F2-C84E-FDB701FBC20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3F373E-47B5-3AD7-1C0A-2AD65DA695B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F379F1-3A40-97FE-AFC7-45758DD8F1A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85515B-5358-8AB8-E4DE-2070B234290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F070914-11B1-9D2A-0F1F-7BD9DAA37EA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A0A713-62CA-9779-EAFF-8036DF89880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4B0D44-A7D5-59BD-9BBD-217C2D8A047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CB37AD-84AB-E2C7-9FEB-B0D1EE5A8BB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FC8BA7-81D7-B241-EDF8-DADF9B8E272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812C1E-C417-EEDC-D3DA-A9F5042DF82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4CA1417-DD10-3AB2-9CB4-B57C26C55F2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AA46F7B-D3B5-ECC9-7450-100AB7D0E5F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FAE8E1-3505-3A37-B6FB-76FD08C4291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58E1B5E-7867-A94A-599F-4688BDDC3D75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48FE1-D664-E479-18AB-366D886D4A8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1E068E-2767-B421-DA47-9BC692129FE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A78CCB-7EF8-A612-78DD-060999EE326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8AAED62-708B-01B8-E7FC-61F57579F9F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5A10BA9-01AD-D623-181A-EAA23B5647B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352A928-EBD9-5D41-C483-84434CF8305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9E3C1A7-6414-6261-D666-196FAEFFC69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2E9CA93-E417-C466-354F-56167ACCA8E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8943BD2-9CCF-CA29-2990-5FEE6D0A719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B464D0-99B7-7CFA-D921-722B059E1BA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9C7EF4F-147B-7937-B869-9CE6D50BA6C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FA4A89F-D83D-C6FD-3AFB-13F04573BAF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83A1E8C-99EB-EA82-3A2F-5C97F384AE3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3E7C4C-08A0-2ADE-AB3C-9502771D614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4C6D585-FD1D-83F5-48B4-E358CF40F14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3440BBF-D3B8-C49C-85DE-F5616986D3E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B6EE7DC-402C-5700-1191-DBD527823A3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DE58AD-B9F1-28A7-E4F6-5A97573A463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898865E-150F-96B1-84B8-AFF03EFB05D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4832321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D67FE-4E15-0520-2E31-EDC8EDEA5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395D4A-20D4-D804-2E7D-852D2A6E3CC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1C78D64-B582-B9E4-F2F5-5AA3488933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A741E41-A9DC-E9BD-14D8-8036FE41FD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7121397-11ED-0127-D634-313287741F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3ABAF87-710F-3BA4-63AE-34A055F126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A797CD5-E443-6DEC-A29A-94A0CD8B2AD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1E0F46-355A-2B2A-3144-98EE8670058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5ECC49-57F5-26AF-30BE-83648C74E83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12E48C-EF50-D44C-48BD-2607756638B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A5D9-CA48-3090-9812-D6FAAFD93A6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89E247-10F5-940D-501A-69E4E2C9E2B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7312B8-786E-6572-679F-9280320E69A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D42942-B522-EA2D-4D02-125903131B7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D0855A-02E9-A776-C430-7F6B47A056F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743D21-662A-E067-B4C2-28515E03719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F21584-7CCE-6836-5A0B-0919970D57B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213274-2A1B-0C2C-AC43-653055B0F1E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7790CE2-73E6-0204-0F05-39A6BEA2ECA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3224CC-38C7-204A-414C-FE6EE7FA66C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B8D9CE-3245-17A8-6882-5CE96FB4337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8D8407-6A15-EBDA-9696-1C5F68F5A84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9CD10FB-7888-9E7C-73FB-E23FC0E2E7F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706CB7-56E3-576D-BF27-0409E00A9EE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6F5A283-B21A-CD2C-95DF-0E0216FE345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E37BA8-C89C-E3E2-3095-E7222F7610C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350B61-97FC-9DFC-8403-BDFFF6C5728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22E707B-176B-547A-E1D5-5102154E330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0EC507-6DE9-CBFD-71E9-958B66A59C5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14DB50-355D-B93B-397F-C531C884B5B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D20D60-40E4-EA3D-2A35-E0D2C7520F0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ECE374-D822-794B-3FBD-A977E864BC7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5819E2A-3F5A-02B9-EE38-0E90067A4E6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DBA7DC6-77B3-0088-7CFE-DA369814220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39070A3-756A-8B93-0CB7-6F070C6F660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7B750DA-D58A-EA67-72F8-0DD3699A094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99BFE12-A5EC-68AF-91A5-BB06B125148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25875E1-4A53-50AE-69C8-1F606EB2FED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E9F4712-6D0A-7E81-FF52-4B8E44C59E1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0C4461-9327-2C45-74A2-E14928B838A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3B97A51-973F-8E02-3A73-4BCBE771B39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BE6DF63-7372-C061-1DEF-2507CD2368C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57DFF3-46AF-CA36-470A-2CF6AC4C45A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FB87FFD-35B0-6AAB-908F-3A9C56A0EAF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E444633-3B25-63BA-1FDD-4185A376F75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FD5B071-50FF-66D2-B7D7-577FD2F5B3A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660972C-445B-2B04-C564-8373CF01BD1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B96180-51DB-8F4B-57ED-C3470ECC71E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19C303E-5963-450D-A6B2-8C4153A38A1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DF44513-780B-929A-A668-7996DBAF3CA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0625FDD-BD10-F758-A798-D6D19B78B5B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124644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EEDB0-5D6B-10A6-EE23-B54D5D69B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3923E8-E7B9-2222-74F9-202288B4988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center block, 9 is in Column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1647BC9-1322-33ED-4DFE-A4EED6D944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0B2BB7C-8024-BEB1-F4A3-79EBF00D1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113422E-A146-5737-9CAE-BC88B5CF6D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0CE127E-9527-BA07-1234-37B12159E1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929E42-EF2D-2F87-BC59-F78238FB614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85ED65-03A8-60D3-AAF8-05794A487AC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4A9CB9-02D2-751F-9FF5-F4516CE0723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49EBA5-E9A5-EEA3-C0F9-84073B9823F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7D5472-DFD0-2E92-F367-65D9870A768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913A00-9DC1-0F8C-DAC6-F71A9BBB9A1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1147E5-14D3-892A-85D7-26FEB44966E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375D6E-7B8E-4BAB-C491-50612524054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872DDF-15D4-911C-D0FE-055D525D09E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32F7EE-9E47-FEFE-130D-DE45F37B921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7FCDCD-D798-1400-847F-985328F79B3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0E5496-A111-4516-40F4-5887399EF6E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C5C19E-5AA1-A897-BCE4-BAC78358D7B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7A74E8-6C2B-FF09-AF28-12D5D7DF085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12818C-84A8-C76D-0B73-AC476DF7DD7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DD58C6-B0B1-75EE-5765-91E40B22522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AB5B22-014B-AFAA-38EE-8613F3CFBE5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FF7D177-5940-A3DB-7D0F-029CF7DB332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A9C96CE-28D6-9302-C037-22A615C596A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C81EB6C-1E89-75B7-2D35-AB7D51859B7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1820E5A-01AF-B429-2E27-AAB84E89BBA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0877A3-683F-727F-7307-AA03F03B41C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8B12C10-9153-DE16-01EA-A0841A1BB8E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B29D7E-B08F-4786-10A6-FBB639C21E6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EE3013-4A82-64DC-A791-27FDB8F43D5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CD73D8-C8ED-1F2C-9937-83F5D869551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AE0E89-B905-01DD-BA3D-54C93076F67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231E6F6-0584-3FBD-31EE-B77CBEB2008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D8C753-CB47-4B4A-30AA-104065A287B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ECAE020-8E00-1641-D0B9-E69CC2DEA2B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B490E8F-EC2F-6225-8173-4FB0A334126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FF779E3-0A97-49CC-0295-6CAC4851A24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FAC8669-6DF9-EBC1-907E-8322DC5810A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0D1587-2C4B-4152-4DB2-EF3A5020E08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473885B-9AEA-89F2-AC79-FE7BEB07C61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BFE2D3A-BDE2-6860-10F8-E0451E61EBB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67B53E6-BB8D-CC6D-853D-6B0A6ACA2DB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24CB457-5DCF-0977-EDDC-5C4121C5F95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6CFAD2F-EC87-E3CD-2FA7-AE5B56E5E9E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7421E7F-FDD3-09E8-C125-EEC0515C2A9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DF5166F-B479-8D21-5133-33F25F373AD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D3659BB-5584-CF35-A2E7-E16EC731A81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70BAC3C-01D0-E90E-13D4-C2672D429FB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358E73-2432-930A-CB54-4380B570CAC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5711CF9-394D-217C-166B-D56DE512942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6185760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3D53D-F751-4930-DB63-36C2F2B55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C88AF3-E18D-27A9-A6D3-2415A3B52D5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center block, note 68/368/368 triplet.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DDAA85C-BD12-D7DB-1B78-CF881B427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8C98685-947C-A79A-C208-62A694F11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A995B31-66F5-7A2B-48C3-242641258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994E2A1-E64C-01A6-1C49-53F6BC9B72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286DA0-0AF5-91AB-ACA6-209196D71D3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900927-9C88-BBB1-897E-22E96B1FB82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55C30E-018D-6D3A-C42F-BA615A8F9C4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B155D7-16DA-7EBD-8715-703360079FF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652528-0D5F-B6BB-9E8E-CF2BE801AE6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95026E-7223-E666-53D1-BE28BBEF5D0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A1DC7F-3131-BAB2-A6F8-DAE606C578A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A29F05-DDDA-12EE-58A2-3AD3C6DCE42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D44320-A014-D84F-A317-2D1A179A99C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CF15C1-1E56-90E6-F57F-455DBD2F25F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3668E3-3358-0C93-398B-894453992B6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94BD47-4ACB-FBFF-7BE2-CD168A0F1DC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F99E7D-2563-3F5F-9F5F-0D65B80DA6C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173EAF-DE1E-83F7-0B16-B5F9BD483F0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814FA3-3D42-0B07-1C72-88598DD8DB0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C472BB-B2EE-AB7E-87A0-01422B7CA6D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3B710A-3870-5D40-B655-0C576E092ED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50AB2FB-86C9-8EC5-648B-2234B5BAEDB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32A184F-F1D7-E212-F570-011A9CE9DA3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0E75615-EF19-FB78-CC07-0E176A0D390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7FE4E8-0CCB-9D67-3F18-ED1454D5D0F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3F1DF5-94BE-AD29-ACC7-54DBEF7F8C8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AB64B00-5CDB-FCE7-CE15-C1C90B9A862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1F6A71-00B8-C378-9ECC-800E4AB4BE3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5A9AD2-349B-1798-BB7B-95811CD635B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CCCB5AC-4534-7E57-0C57-CED1F2AAD4B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A0DFEB1-07E4-15B7-721F-7CD51F832D5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BA60BA-70BC-17EC-C5AC-8A5D4371D42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7C94DA3-103D-B8E2-E9AB-094F2C2C052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53BC258-3503-8706-B001-20C53071B14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7F8417D-4A23-0C46-ECC3-1332D9392C0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90C386-9E02-7176-4A10-78E9E7E8904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901AED8-23FF-7C44-4745-861ACF83CE1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F5AB527-A9A8-1C62-C0E2-A8C92BA9822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4B6F12-A2B0-BB14-D979-2947B68FF33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A5BEDB-4E34-E4F0-8BD9-46A47FC1829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187C9CD-5AD6-1224-5660-F35CBFC2182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2AD7AD-1BD2-B3EA-F2DD-E86413C26D2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F32FD1F-332A-F636-C8D3-C9D5A4E7662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3DDC553-B732-D61E-5881-C27A3A11D14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FBF0081-6E72-2E04-A520-5960A9E9155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10136E6-98B5-85B0-092C-B00F87B652A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C4BAB7-9AFD-EA00-B63B-902225DE3CD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E560EC3-535A-0921-2027-532D06C48EF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728FFBB-673B-B64F-3B36-C1EBDECDDF7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1244266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A8121-1EEF-240F-FE39-5F66F65E6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FC1B686-371B-54EF-1FC9-B9EDC37B109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7E1459B-59E4-7B5C-F836-8ECA64B329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374D31C-44E2-47F8-F517-2B8F758BE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0F457A8-53CA-1650-E7E7-F7F1D6DED4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A75FE67-0E3A-EED7-19D1-13843BD104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2313EC5-097D-BA5D-91C8-90A31B0ADC7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84D40F-1379-D966-1B38-CBD698E91BF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E8566A-DF55-EE92-E194-E72BA9453D1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DE51C7-F44F-6F02-0A6F-43260392298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78E0B8-4BDC-B4DD-37C9-0201806BB0B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685393-1EFA-9FFD-C4D7-2539E3D2907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DF65F3-235F-42F9-020B-BB9E781D736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B0F4CA-84CC-9090-514F-85DD6DBE716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0D817E-086E-5EC1-3F85-0A055D508CF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F31398-A523-06C8-1698-801C8F02BF7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874B60-71F7-6B5A-92CF-61B7618885D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B3111A-77B3-4802-5B17-43537F13D0E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08F3C8-8016-7709-2C4E-9F68B49097B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F8D191-0864-B211-DC64-8114242A5E9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05EBFF-D0B7-593E-12D8-D41C7ABD537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6E4246-37D6-288F-361C-F8D3D5C513D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BDA9BA-D145-A352-89A6-5AFB4E3F32F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1E4807-6F32-8B2D-C141-7A1ACF62AA8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CCDA12-C1E0-B302-E7C0-007F4C45E14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B0BC6BA-8ED1-8F20-123B-D714397CE3D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807F5A-6A90-A866-15E4-E54E1A9817C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2CEE5F-685F-1700-D49D-268F20CF4B5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715AD7-1C8A-F093-7481-3D2A00C7BB6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87D754-5C0D-015C-2CAA-4CD6656946B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4828FDD-2F77-1F38-F06C-92DEB00BF4A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0382AA6-164B-DB17-6061-20F84E40FC3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B06BD45-2D04-4294-C148-09B0E17E308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591736A-BF24-6B5E-2961-DBAF4FDE9DB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53AC6EB-6924-8D1C-FB71-AF19E7C0EFE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0C80593-3B7C-5967-8855-EEAB4C8366E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079A3B-6231-654F-0CF1-CB601F062CB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EBB78D0-5937-F2A2-C22B-EA6F0CCF2D8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E60DE83-7B31-5BDB-E554-F18667518B3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30FD4D5-324E-4AAF-B1E7-EC7B70A1387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AAFB949-D1B8-B995-55CB-46DD9E69B5E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C00A0F8-4A5B-EC4B-B6A0-C896BEE256D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EEE99D8-061D-7BC0-AF7C-A762DE4EDD7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CEDCE74-7D68-DC0C-11C6-13536E7D75A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4AC92CC-0DF4-E045-FD39-FDCA0D0FE70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A438509-9A37-CD38-6B58-A9F8C1D4486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3CA0371-00E8-3144-D0EE-4670F68C68C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D9707FF-EE26-9FE2-F022-60A44C11C46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719F03C-12E7-B852-E452-CA9230C19BC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16D24C5-300B-CA46-62F2-DE2B94FF859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60B8E53-5207-AB42-F9F2-FE93284BE92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884761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4AF99-FAC9-E556-645E-FDF66FD40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366F91-565E-E382-D0CF-0B35EC199E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2E71F99-FBDE-32B3-2269-A9CDC04A73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D233F1A-602A-E132-24F0-C0607EA0F8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362D9AE-827F-7332-2D3B-0628F786E6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98E1B63-B345-2519-7848-2558D9639B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AB79C5-E832-AF31-8A08-480292BF5C4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76C849-8480-2402-2645-02881C6047B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4920C5-5027-FDF2-AD6F-72A319220CB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ED6C5C-75FA-4168-353E-A7F48528B4F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96F67C-7BE2-6A73-C295-7C0C568D03C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ACBDD4-5C0A-C44C-39CE-AE29EFE814C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8945C0-205B-3B99-3200-96652EDACA9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A7DB19-CD35-34C3-C8B3-5ED6C0548A6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A7AB12-7420-2D93-B214-3AE37DA237F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C68C53-9F59-A0AA-BC15-FABA3EC5423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6E074D-D5BB-ADD3-8A64-773709123E8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7A62AA-07D9-6084-D0F4-3A50B7DCF7F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8BFB2A-91D5-59E3-3E11-525CBFBE46A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1ECA22-63F0-E2BE-49E7-E2E282E960B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D35CD8-65E5-9B1A-B68E-ED6D770A95B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8BF9F3-DBC7-61A8-E926-15387B9F420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A583F16-7B2D-D73B-DEEF-63A29FDDF1B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13283A7-2702-4D58-9619-9BFCF9CA566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9D33A5-088B-B5FE-BBBC-513CD77E3A2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3162BD-2EAA-A408-3C8E-99EEF1EC4DB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2F12071-76FE-2497-0E0D-2F144E54FB2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528DE71-FDB4-5587-7013-8DD80A04A27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8EA77E-7FDC-8A40-C83D-6CA78E1D009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60CD475-D232-B06F-4FC4-D36C7AEB4BA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1F238D0-19D1-DB8A-3164-88CE9311C02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67F5764-FB9D-E319-B5A7-02FCC70568B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A9649B4-50C3-F9B9-D3BA-850153F3B21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AE450B-0A02-D996-D88A-C30EEAE0B95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2063841-F5F9-77A9-E4DA-E78585AFD76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71F38ED-7CE3-6A41-A1CA-6A68226AD51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00BD3BF-9805-D5B8-C26B-2BB6300E436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D09DBF-7201-14C4-3B89-72AD3CD1130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1B8E780-7609-DCB5-D3CA-2FD79695AC5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B9CD063-D1C8-78BA-38FC-719A49367FE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5263CFA-B540-822A-557B-444746BEB21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7288DD1-B82E-6109-C664-86AA3867575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D75ACDA-FD58-FA54-1891-CD4A1631EAE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BD08F2-D160-D2F0-8B0A-54CFADDAD2B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F0C9349-6F9D-8121-C0E4-5A0F97BF7B5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43F9A0D-9F35-5EB6-A447-98E90F6747A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38E3B8B-0EB8-FCEE-341E-03C826ED96B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CDEBD66-FE47-4DCF-1C82-555E9D2EDA1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3C9D57E-52EA-170A-C239-87CB0733C39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77E1242-49D7-1114-9BFB-2CBE85E3543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FA80DF9-EB1F-1AAE-44EF-EB6BD4CFC73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3726384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153D2-8543-009C-D7C6-50B997FD4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376EFA1-4DC7-3B3A-B7CA-CF44BB9121E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center block, note 37/379/79 triplet.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7174E4B-CB15-7704-CE3A-BD076B854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D212764-6FFF-058D-9752-69F7BF095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5BA702A-500E-5A52-718F-17F8238B99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575204E-470C-8027-A0A6-4F37465F9A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7949B5-6F50-9193-1582-7FD2CF1853E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9A669B-22BE-26A8-E16B-0C322CDC8E7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53F778-BB6F-6B8B-3EB3-34C23D63BDB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84C859-F350-37AF-1E12-E3570295467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97C40D-0780-5C1C-7FDA-6F4C67B3DD4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793A5-73A0-24C5-15E3-3E85CFDCD1D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E6C2B8-47B9-585D-E437-2E2CB766526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9CC96-6923-43AD-AA7A-1860DE1431D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A5F310-3816-82A1-7CAB-9ECC0DDC51A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F05CF5-0771-4FA6-3F45-6592AB48BF0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9475BD-3230-115F-7FBB-FE75AC68493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629B18-0EAC-E653-0C7C-9054A43E560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2377A7-571B-ABA6-570B-90103C4BBB1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E335BE-7234-40F4-128B-4E24E32CFF0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20E686-E1F9-12D5-7BD6-E716661217E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548566-341F-B258-9786-7FD7D1AF8FC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DFF7C7-B6A7-48B9-3A22-5A6D6CBF688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B47CF5-7391-AAB3-409B-DDCF7BE8D42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30E91D-1FE1-6937-F3F7-7F546573662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9B083A-DFFE-E88E-140F-0C92CE0DDE1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A5AC73C-D7A4-AE74-22DB-57AD750BD1D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895878A-10D9-7802-765F-3A7E6483F6F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B7BEADE-A2E3-7E7E-740F-0DA63CAD1AB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685096-3940-BC8B-4B3A-FE4497FEE69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48EDA47-815E-F9F2-5283-7E329A483A7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A29BCC-69FE-C9D3-0726-411201D59C4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B2BE3BD-F3BF-BCF5-5B28-6E0A3DCFCEA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E5B47A5-336D-E866-1B2F-0DD868FDC96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726A9F1-0EA0-6F62-4E22-DADAA47A86A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43EB7F9-6417-28EE-5084-06AB3A027D9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5ADF6A1-9F15-4448-AF70-991F9D57C3B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C84B99-B12A-1A00-D6A7-8BDC2E4BC55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59BB282-13CE-BBF5-F656-D92C972544A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527B1A3-7211-D45F-A30C-CB00B7467D4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56B136-99FF-D51D-B671-72DC1A276C6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6E521E2-0A45-4BD2-C3F4-9DD94503EAC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5DAFFA2-F3D1-3D51-D0D0-FB309CEF8B4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905323D-F00A-7DB3-C609-43B78ECBE3D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608146-6322-28CC-FF1D-6E580A35962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7957341-3AFD-059B-1DA7-30931235796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65FB065-FD1D-882C-1E80-DF2280535DA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2207F2-04F2-B9D8-FE7E-95E0C2C8366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0A9CF02-A9AE-BA51-5B3A-DF4C16D5C99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3C1B99B-59AF-B9EE-BCEF-A87F39B8D71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555E05-627C-461A-3782-16B06AF65B3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0570336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00C7D-1220-25D6-1844-9BBC15652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2EB8C03-85A9-08C8-E7DE-F71C9ACA96A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D53848B-204B-D59E-177F-7A3B152BF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AD3E2F-AAD3-AE53-54DB-D55B76FAD7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C201071-DEEB-814D-CF4E-36C6405356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2095DDF-4BCF-D8AF-5998-108642AD81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8F7A1B-981A-F882-37CF-281F383974B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28F67-F250-2CEB-96A2-5574D4A1142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C72E0B-5127-7799-2F49-55B39DB7682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F067D1-4E1B-75E7-234B-42FEDED9E9C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969C03-A85D-254A-1B0F-0C14804F07F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4E6242-8946-A9C9-F75A-5375910FBE2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323F4C-EA5B-5B75-E48B-8BD896D25D4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7494C4-E365-A8A7-A89B-BC7BE82C444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BD7FA0-D861-A1DC-EB82-BC6287249FF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AD0030-064B-2789-7E88-781603DB7C1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7DA3D8-7437-80D0-8980-2E965023DBC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741DBA-0EC4-F780-C094-4DF83EF7B8C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48CA3B-12DE-FC6C-1EB0-9AD3824248A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BE3D9C-3842-0961-B5E4-8F5015900FE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F91F91-2B33-E805-A3C2-3F0D295D8FC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896E7C-0FB4-BFFC-B03C-CE762EF4DB4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C50362-A39A-FBD5-D4B5-7F1290E74C6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D79C68-86A6-8D39-4D74-F7315FB57C8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41CD633-F5BC-885A-BACF-5AE5FE1A977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1DED65D-249C-9DDA-3033-F780323DFE9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3C22DF6-0AE8-E6F8-9AC6-443A2D90CEE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B682F1-C5E9-5B79-EB31-6311FAB4C0B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416C9C-7ADA-4117-E245-722014C40EC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68B050-B4C4-974F-CA0E-6B76ACFC076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0E5EABD-3B62-5A6B-D7C2-906BBBB2E37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57D5C33-F605-4A05-F9BC-D142FACEA39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6403704-F00E-4B8D-15D0-80609E910FE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6376A4-9985-C5D3-A04C-61080523186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0A236F0-750A-7D02-5DCA-DC6798BFBDF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6E14349-80AC-9B32-74A5-980324E41C1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32C04D-73DC-93B0-94DB-F4322FD3868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8CAC448-9B0C-B0C8-4632-3FA17FFBDCC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E195950-A01D-66BB-8DFF-75F82976663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FCA4CB-5458-509C-C8B1-A9ADA84C989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D7EAAC8-D8F2-D312-39FE-0A24A52B065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67F5173-6043-E292-D80E-8A39DED61A9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5840D66-A5E2-AA4F-0442-27FCE9E2494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2C5133A-6E30-5373-0AB3-0A1C4C3D2A7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11AB027-1259-AB5C-B468-39A788E0A63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109777D-816B-15EC-E191-9DC590B3CF8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CAD6DF0-1633-2865-D366-F7F65287974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11CDF91-D27D-4F3F-D420-70F56151EEF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5E54926-8768-65FF-ABD7-E6FEADFA701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69F9754-52FF-A245-A268-1DE02E5AC2A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AAEBEF5-2D90-F8F6-53C6-905578D2845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6239837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305DF-6993-5E93-1367-EB285096F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CD955F6-F909-9F99-D9FF-47C81DA9B2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F897370-B090-07C5-5865-1E9C1166D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9B0CEC0-EE11-609D-AFC5-20B83D10C8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A00A609-E9BD-F56C-AB79-724ACB6685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223C96A-E384-9F7F-72B4-79A4D620CA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072CBB-6958-DF8E-3C10-03B3DA0D39D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2EE79C-87C0-185E-25AF-FD6D15871BD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0733EB-EA5E-0C00-16DC-2BB03772104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0E70C7-5A56-519F-B950-19D70402344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401F55-A30D-95DA-E2AD-9BCD94982FF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E5CFF9-0E9E-DEFC-2478-7940EB97C56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C76541-5711-2048-D5FD-D15536AA068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9B0C94-199D-AB7D-1E05-8231EE98D7B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E244ED-B542-38BD-3E4D-0B626D134CC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1EF742-9EB2-D308-5E8E-CEFEC8B1994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91457C-FF74-5D7D-9541-B33B6ADE850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0CB400-0F06-265E-18AF-DDF1AE4C558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8E58C1-B5AD-F105-3A35-C0400A41E90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20AC8C-8DFA-E797-46DF-361307EEB10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87493E-A2A8-D46A-61D0-2AE30D1D82B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002C735-337B-44DD-1204-DE39B8CEEFB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4800BDF-85E5-9C59-4F63-D63AD61F558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B0E63D-8838-F42C-2AFB-228CB0EF80F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30342E-008C-98E1-D7DF-43563CB4AD8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763A73-2B1C-A8A3-FF1A-40AA2CE1089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F8F7229-D2D8-E27C-8A5C-1132E24BD0A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432926-8AB0-F690-B6E5-728911ECCBB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32F8773-9A25-8CFA-31E2-507D8285108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9FF308A-8317-7278-9FC7-CA2EB4442F1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4DD0268-7DF7-282C-C84D-1409B1B13B5F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82A9387-6E38-126D-4326-83A0A8933ED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242CD15-1C75-3FC0-8692-052BF7D20A0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BBC762C-EA69-9D75-F27F-3541053FB88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037D8E4-594B-D4C1-CECA-EEB3463BD2F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0A80BD-12C5-88F8-D512-907D70E930F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94A467-B9A3-4AA1-3BC5-DCBC9488B0D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322DF7-58F7-36E4-6CB2-4CEFDE41D01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E3CDFB8-4191-3108-F088-52095DA56AC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B6D70CA-1D63-99E8-0CE3-9C394687C08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6B1ED03-29B3-3B74-FB32-CDAB532D09F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7CF4FEA-B28D-7DD0-6320-4F230819BD5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B2DA283-697E-D4CC-CEB7-A9FDF796198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2429481-7696-D76B-B6E7-049766EC825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AE6EC1C-B0CC-7065-F32B-5007919C790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C85D1DE-23F0-742E-5DB4-FD9D9937C94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E8948F0-C74E-EC17-2FB4-85DC8F175B8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EE7AC78-1D76-201A-6EAE-642BB9EF1AC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6F3BB1-3617-B12A-4CCC-FC9BFD50265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E464C8-6411-1CDF-E50D-B50BFC6ED45C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D735398-AC62-95B7-3588-5840463D9E7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970445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7E659-245D-69C2-EC36-AE1506273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22E915-77CA-AE4C-1F9E-8DF221278ED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E8D305D-099A-6308-9BA0-72EC4C052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7F9E427-7836-7390-D709-61F8ECC836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483AF35-F28A-CC73-3A6E-99051E9EAF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A540DEE-A6BF-1B46-5CF6-A81FE71913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EEDF9F-6233-43F8-1560-B8D6A53491B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B1E45A-BA1E-4B36-DCE1-B093758E5F0C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3AB315-AEBF-0821-C07D-AB961921897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33E77B-9273-C3B0-4761-189C5F49808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C44275-41EF-9D56-6D42-B91641C4244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FF77F9-37BC-C235-37DE-00912112637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5DAB30-AFAC-FC2D-0575-0E762AE0702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C33227-76C8-1F4F-179D-8E65C2641A7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9EAD9A-F4BC-8C7A-564C-2EFB8EDB74B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579FAE-07E5-30FE-2F8A-4DA0E68B282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7A08B6-0A0C-619D-9381-70BDF0313AD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67CD8A-6CA9-0F89-69D4-5D9260E00EE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6C43E8-F295-2535-81A4-89C3184AFEF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69EB52-98D5-7E66-9E74-5C026EE952A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849180-A177-A055-CAE0-F618F73B1CF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015AEA-34B8-2E5A-DA19-E41242C12EE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6F78105-C304-2065-7167-D75440CADE4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8FF403D-486F-4390-4760-81AABBC6A80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BE7E6BE-59AC-7731-712A-F3DA2ADC811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500776-B98F-B31D-CBEA-195FF7C0D00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2FFBFB8-710D-588D-39E0-CBD47041B56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DA0BA47-B1D4-EE5E-812E-AF7054C1AE7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265543-A6C9-6D8C-CE38-D2FDCF2F574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706B63-9F17-FA72-B90C-F74E0A1E3A3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3B5B1B-74F5-7C2B-4A62-EEC202C18FB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F35665B-B229-697B-946F-4B3FDD0EA0A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8B49A6-45C1-CD5B-04D8-A629939BD67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7DB621-621C-0796-3182-050F461B001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6CC4E01-E4C8-6B4E-27A2-53C8BE4D252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431D77-8399-8CAF-6F27-169E351DF63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64E8449-6B47-7DE8-9190-32E1FB2A963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19832CE-EB0B-3CA9-6521-5D13EB05134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E66F7D-5255-B6F2-5804-D9F7066D918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F625E01-12A9-290D-0C13-FB329B4565C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07A820-911F-E625-E284-D198D9C7662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74E02E1-6F4A-B575-7FB6-8902F5AB054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23C9CE2-3F1B-DB4B-E0E2-790054F25A0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9DC66AE-2B3E-AAFC-76EC-0DBCC7B3FD9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6124660-A88E-6782-1F1A-FDDBFBA941C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5A7665-1C45-2525-D51E-BAE1958743B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EF0E146-9362-7F4A-6EDD-2D3A833DCDB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CCB43A-44C2-784B-8A5D-C89D67D4DD4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AF7ADA6-9280-B1DD-044B-4A63C4D2BAA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A06C4C-3D74-8AD3-A0DB-18CE2971EDF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4718FE-3F98-2E7F-D1E5-375ACFDA5CA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4241850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C87C2-028F-3422-A5C9-57F5B0BFF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546E061-67C5-E4A4-9FC4-4A1BD8148E8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E61E0A5-6C1F-EBEE-3298-3811C4A97A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15671D-E45A-7C16-670E-20BAB0CA9C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4FAC961-3945-6CAE-CD35-E97423BF59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C98D604-A6B4-C890-FFD2-036A4DE96C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BC7A0BE-86D5-85C7-7C7B-C9DA26238BB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577F9F-DCDA-E439-5BE0-A2645E5B0B2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30B7E8-7AD7-0C61-8185-2616F0F5B51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2F401C-6C2F-F610-1C26-22A66BAFF06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D82102-9C73-0338-FC04-7F2B12B2731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D0A9E4-B78F-FC75-C4EF-B28B11D576D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0657D2-ABB3-2D89-A26A-244092C312A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47DAC4-E39F-1455-27F1-6FB450FF28E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654FF9-0016-A33E-69A5-5548930C1DB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3A3958-8B50-174F-7816-1442E30D9FB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240E82-631F-5D85-E3F1-B91DFA25642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551FEE-4409-8650-1768-F3EE14EAFE7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34869D-AC26-FDE5-4047-A5413FE6895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7AD4F32-0F55-DF6F-C805-858E95FEAA0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2474AB-325B-9633-37BC-ABF1F01E8B1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EA3491-F1DB-27B9-FEF9-47FE2A89DDB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7DCA126-0293-6FDE-2E7B-2A1F499298C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0134AA-7FDD-BFD9-4916-124786AB9F1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BC3D48-8A9A-5A1A-8B4B-3E5AF7DAE81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9BD0573-61C6-1424-8981-FD3FACDF6D4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EE1431D-07B8-3AC4-19E5-48252CF1841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DEAD064-9D1D-A5F4-7984-CBC28BEBFAB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79902CB-008C-54DB-0751-945C7645582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087C411-39A1-8362-11BA-E5DC521318E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03FB56B-2047-C14A-9DE6-EA117838806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B8F16BC-3D29-EBD1-0120-214F25D8E81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FA2EAC7-657D-74C5-5DA5-3CE57E2D7EF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A73BDE-33B3-8383-E1F3-033C17837CA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4ECEC3-DDEC-3315-F186-C304787FADB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02F8950-5578-A5B6-C215-5D0D1C9931C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C8E9A0-0DA1-522C-4DD0-E99375E1D5A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3EB77E-0EC9-5F51-CE8D-4E86CDB23A3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15E1516-82C6-76C3-E5B2-7A0DAA827D6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7DC7E77-5DC1-98F2-A59D-983441655D3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68315A-124E-74CF-646A-D2530A859C4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72972E3-35B3-95F6-7F49-F0C3E88C33C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566407E-4754-8C3E-5BBF-B8817D53327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6B2BE3A-B403-0A98-6A06-3FB75327E7B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4B8ACF-14C7-D026-DC18-B96D2A852FD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2FD507F-8CB5-6176-FF57-9184FD3A60F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E2E429B-F9DF-F530-3E95-2EC2FC3B84C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11FF66-FE7E-4464-2620-07ECA548D56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C732A97-58A4-B1D6-4E04-FE194CCF5B7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97F1F0B-7709-E61E-15B6-9A70B0606A7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A4A3B17-D3F4-490F-1919-631F3871C7C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187676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57DB5-C056-43F1-CFCA-78B7ED89C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7FC7C0-D1E8-CFF2-3EAA-EA2A6048751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[12 in 2] cannot be 84, as that would knock out both possibilities of [10 in 2], below.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57F5DEF-B6D5-A50E-68C7-D750963C18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CF78A45-9D7D-F4FE-6ACA-A0B401C49F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D18C255-2466-0C80-8CEF-B86EC406A6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57DE965-4EB1-D003-600B-4CA0A0D0F6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90933E0-AB51-8A4D-41FF-0D70452F7BA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314E6E-2596-1675-1373-8148639D206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AEBC58-A88F-E0EF-13C9-E31D8E6FA2C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FB5F0E-EE03-0862-DA23-764A53BB306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CB14AA-27DA-B073-E9A1-668602975FF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F12D42-FDB2-B3C0-A636-5513BDB043B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6AACDF-A79A-854F-78A5-01B9A09EE2B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243EF9-0EDE-E6C4-1255-C0BD24B3935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AB7FCE-8CCB-C627-2CE3-8705EE7A9BC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4EB859-61E2-4333-497A-4BDDFE1C23F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B3651E-15A7-C429-DC30-FFAEFDBEF3C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B5EC02-9C74-A959-362F-5BE780270EB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8C566A-8BE3-6A05-7C8F-EB98D374FC9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761C4D-FA18-B98C-401B-AD647B6A423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A51230-9001-760A-3C3E-C22FA843882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84E4F2-EF97-BADB-6418-0100F6F5DDF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968EBD-7286-4C12-DC32-4F1F14FD1CD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E9A524-355E-CB35-E07D-A008E91383D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1AEE27-F343-8A4C-3FE9-7925CFB782A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A0D458B-FFEF-386A-B551-2F8252344B6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9E23404-D78C-5239-5AAD-E6B488ABEBC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1119BF7-60F2-DB3D-0227-D0C29A6300A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6DB51C-E166-1EFF-6DF7-6F68DA27DF6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9EF1644-17A8-D8A9-F040-5F0CD0EB665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C52AD1-CDB2-3E06-1A66-118E7CB7CAE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924697-7D2E-12EB-B25D-059835AD47C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5668C36-ABBC-32A1-E974-9FE8A29A329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DE24027-C2BB-8999-C1C0-C15B4DDB8B0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348B28-E80D-FF07-D392-93827DC8DB8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7BBB4AA-E870-EE60-3B8A-3295AB6172C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675F28B-6441-D20E-A949-397FD8A22EB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173012E-7DDA-7E4B-DF1F-B4B168920C4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72DA9B9-9ACC-0082-FE75-52C5FF9D966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2A06869-B0B3-B86D-63E6-30E488F63C8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6C5F9E-F42B-804C-8EBD-1BDBB25B670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22BD2D-AB30-DE5F-7BD0-A3502B589AA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A498507-7718-06E2-ABDF-BCB35972F30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6449AE8-9AAA-5D65-F573-1BC5D55D8F9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779C17-EC1E-F294-0857-84EED166946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DD22B4-5174-A95B-D865-42891DF3B8C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581E759-837E-A8A9-E262-9BB448849AA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17D9A3-B8AC-343B-FBD4-7E3679E8027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1E1107E-D513-D5EC-9DD3-638437CCC56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3100A15-A429-DD82-3450-BFC4AE246C7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82F8E0C-0762-4247-22E3-9EF13676FDD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9438776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95BF1-F0AE-CF14-C412-3AB295D77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3EC3888-0E55-833B-6137-E4FD2D2921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CAD3081-F4FE-8220-6D79-C441D668B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79B4D9B-C879-5293-957A-E67965CFD7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C177312-BF38-50CF-6890-97E1BE34AE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2B34176-F7D9-8ADE-6168-467AD818C7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14464DE-BC1E-C269-7E0F-9D59BFB8AE2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215238-F774-FEC4-32AD-4F812ABCC55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CA7F32-5250-6895-AE60-A2AC3D3F4BD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BA2DAB-3B57-A2DB-9D85-3560FC3FBEA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C27B43-A9C5-81E4-E94F-1A884C6B6AA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0F971C-0510-3959-FDA2-037E0D1EDC0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4E4037-08BE-1A0C-60AA-9AC70C81DA2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C4B05A-1BB0-D7D3-B60B-A52F512FD40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FD4DCA-15B9-A550-D635-D818EF73C98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57A79F-411D-F696-D193-6DE42891F87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47F3A-F51D-7BD0-A93D-E32BCB2BEE4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026265-2AA6-598A-41E7-3BFC15C94E9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061C10-1693-A610-CA59-40F56083462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D63F8B8-66BF-30B4-0BFF-0848AE46180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563CF4-809F-6411-242C-F2F0280E805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AC5228-3F25-150A-A549-115B4A03539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EF98C5-97CB-604F-8B7F-29B0FEC70E9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FBCC99B-4D20-C121-487D-5CDD0BB12FD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AC47B70-CB83-FAD0-BF29-6804523C3EF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D04FCD-AC34-D6D5-369F-D97D3BF8E3C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C9DEF28-DA9B-05A7-93FB-A429FC9FF74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F2861F-EEC4-5E45-092E-43A9B8E406C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432EF7A-2583-315E-8FC9-AC7BEA27AE0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A9F6E92-F102-52C3-724F-4483EF71A90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00B035-4E69-89FC-D7B6-BEA1661AC95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49A378-B014-7FD7-1B1B-067B97F9013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DDB120-FAFC-0CB7-6B81-DCF6559EEB8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4C19FF-0957-CCA8-E073-4EA1A1BEFEA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4EECFA5-4B1E-D707-305A-146C230C837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52FFB2C-5C21-B522-C3C4-22A367570D9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AC428FD-CB26-8306-9B60-930D90B678F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20ABF3-A47E-E0DB-82A7-501439DA9D1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76F298-151C-FAC9-8D35-2782173C1A7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E0C491-614A-0A9A-1156-C6892C306CB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F0B67AE-C02D-9B35-F51B-5604EC6D459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678E7A4-7178-624D-36AF-580D5E1C837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DE8689F-7A05-5B80-F4D0-4A16C8B6D5A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7B19043-AF73-4807-C079-12794FD6B5A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03E88A-4DF5-306E-D393-7772350DA3D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A7ED14-5558-92C4-CA07-7ED31031064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EAD4D16-BE0C-576D-BC5E-1EF6329B1C0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73D35C8-55E0-4D4B-CA5E-0E0633ACF24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7F964F2-F485-E409-A455-FC9A82BD084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42DF553-EFDB-73FA-7D38-29A8CFF78BA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D64D91D-18F0-67F0-08E4-EA89B4F79BA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1127846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153D4-C1BE-6DC0-2483-1CB3C7E11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7C6186-ED82-AB45-AFA2-2E5E5E5D98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[8 in 3] is 125 or 134.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45DD4B-826F-CD09-B735-D287A3450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B0188EF-E745-F31D-0687-20A485468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1912B0F-7795-9FFB-498F-06C53F13F5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FEA2234-2A0D-8198-D834-3C442AC0D5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230B604-F6B9-8C59-6F31-5133CAB1129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AE336B-17DD-B1A5-2A8D-0153CFA45B2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ABC86F-9BFB-194B-266C-EBD339F21FE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F7F156-9DEC-C105-EEEC-956CE687635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A12BE0-C2F1-C88B-46CD-882B348DF06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420863-D2AD-FA78-925A-4C9901EBCAE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C060FC-3500-567D-E5D6-23F3BD99C0A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2F7C95-569C-136D-8671-1A98D601454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504E0CF-AC91-3B3C-40C5-7A145A15217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DAD8F7-84C9-7FD0-DAED-A111E333E5B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3C3E11-4CB6-9FDD-823A-65191744470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2525FE-D63C-7D5E-B27E-2CF7FDFFEAF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B147BA-98D0-FDB0-8C36-4B9C60220B7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BBBCAA-8B7E-3CBD-E0EC-E76B523332D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1EF190-F367-3F5C-7F03-A239109BA7E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9111E2-B18D-B15A-ADA0-A72433C69FA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12ACAF-8E50-D9CE-F4D6-43D205B5F7E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EC8A193-D120-ED89-428A-F248389D745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04128D7-0941-FDD4-D7D7-F882EB3E0BD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4F38CD9-920C-B5D3-36D4-7B46884C2BF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369B73F-B15E-529E-5C3F-E7DBA221C25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37B764E-ED66-73AA-7D9A-E8A092F4ACF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C0F33A-E08A-25BB-7B7E-993B27CC234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EB91032-1F9E-1826-9869-D18897BB85D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2D7B4D-8B7C-4DC1-8A84-138E9C92738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CE446F8-B893-A1A9-7F27-3880E5A475A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5AE46DA-95DC-7253-4814-A7F2E64EB16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B2FAB43-213C-7F61-7A22-B87F0C6503D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6CB63C3-BED3-A656-88AB-D9CD983CCBF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C5D01F1-0B00-A54F-5245-1A3871B0B52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DBA767E-E8D8-50A1-2683-2F0619CABD0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18F196-48C6-B183-B0B2-FB96A0DCD40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8765F3C-AEA7-F289-87C5-C0A9A218B0F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0A1AE87-7CE1-EA30-6E13-81C832B8D6E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B5E9531-91C3-4742-AFC9-CF29A4B59D7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C7BFEE-2908-969B-902A-3331040D2DE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385E741-70A8-6EE8-F96C-83C8EFF60EF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E2C74A2-6966-9E87-8283-47C62A38F5A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8463D6C-91FC-0519-5CF3-6846F772A33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F323C35-D63C-2F3B-857A-DDC359B22596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B1EC5C-6DED-2F01-2841-1DD0E0926DF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B6E86D9-5491-7733-3D25-8CD9F844F36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33D8FD5-1E4B-3642-93BA-722D8F8BB3C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4754C7-6050-0F9A-2776-5C466E99B43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AE055C-40B5-45AC-86CB-3DA3F0B8DE2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32299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37E9F-B651-E0E7-ECA5-7703ECED4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E11062-6CBC-574A-61AE-B3D527FBA20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bottom left block.</a:t>
            </a:r>
          </a:p>
          <a:p>
            <a:r>
              <a:rPr lang="en-US" dirty="0"/>
              <a:t>Then, initialize [13 in 3] and [9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5C06F00-E5B1-5749-74AB-153E72E55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363B0DD-6B0E-5B74-BBF8-187FF3404A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5F9C05B-03FF-C21D-741B-A388D34D88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519CB26-5BF1-0B7B-8503-D134112737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DD0EB9-9EDE-2B93-DAE5-A6317B18C49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604EDD-A0E3-115A-E483-106328F1CEC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4DAC62-1161-4F0F-611A-8300303936A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5FFACE-F4FE-101D-47D4-8D6C8C08959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C38AE3-FA3D-12AB-CC1D-515A7C5B4E7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2D5219-96BD-2F4F-ACE1-1C50BAF21CC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E6E51B-BDD5-838A-D9E5-A4156649B51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50FF98-1438-668F-9D07-738E91078D3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DFC2AD-3D24-EDBD-DF09-0D2B626708B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B1BD49-64C7-D6BF-9969-400B361011E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77FC43-FF1D-D3C8-5C31-B97D1085562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657F8C-588B-632A-6B9C-46A45FE89E8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2465C5-8E8C-05A6-6737-412760B82C2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0A0F56-BB24-9177-7F60-9A2876F1729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90BD76-BDAA-BE88-A6A6-1C67C1E5612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4CAF52-8531-DAD7-352F-324501F576E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156F6C-F9E2-737A-FA2C-A7D8906451E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F911CC-C1DF-D3D2-10B5-D42C0CC7BA2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DB46A0-F4EC-CF12-DA64-C215468373A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225516-D09C-FD19-C4A6-82650FB5ECF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00906B-975D-383C-CBB8-CA018E628E1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4F45E96-549A-D0BC-8EDD-8F6B4F48AC3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75788C6-163E-9ABD-18E8-B122BBE9C1F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C1ACDB6-8614-2A07-8A37-2DA139ACCC5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1F4F1E3-5999-6437-ECA5-6FD400D1461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F43EDA8-BD1B-C5D7-B605-5B4247990C4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03B15B5-C603-2141-A8E0-5A8752F1501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D56D6BB-DE22-CD55-6996-700C4BCCC75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4386DD5-0B4A-3EE0-36A3-7F72E926047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D1EC3F1-403A-D044-4A60-6C214A287D6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407444E-BA80-CCD2-4718-E0DDDEA86CC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68F86B2-18FA-E519-BFC5-2053B52F21A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C2C25A-F790-A3DB-D90E-B38922D3BF6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A3C92AA-4039-8211-9FDB-1AEE0C5F8AB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4AE20C4-241B-BAE3-4A9C-A96BB0B1DDB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BE8B1A-A1A9-41A6-5D1B-0CC586D808F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7DDDEAD-3CBE-84F0-9F65-D672F4376E3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69748C-B193-DF0A-05FF-CE762223371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3A13C89-0714-9CB9-B00E-CFD0B196B1B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FC3152-684A-0D74-327C-AB431218F10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60E32A-428B-C9BF-B180-738A3680F4E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C599AB-1419-9B37-A3BE-32DF5959ABE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15D56DE-92BD-20DB-9C51-FC906694E49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B85A2D3-7AF4-FE9B-5B33-EC908A73F19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41F304-1E80-8156-7023-8016D35ED02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9A154EE-4C19-072B-DE80-89537DCCA0D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9764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32938E0-8AD0-E2F8-D715-9D1C54C4493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85248B7-C3F3-23C1-F22E-0280A682C86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765432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C67E64B-CDCE-CBDF-B78F-66625DF113D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E34E1E0-6ABC-E26D-1F96-3E995836981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0367053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094DD-B9AA-5348-EE21-721BD9A98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EF3672F-C196-E65A-0939-E35010844CA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ABD78C5-0B24-362E-A03B-B4A1275073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4960D80-E09C-F0C5-1199-63B8F0A79E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5E79365-2B42-7758-4ED4-A490EA1C6F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CACAD18-0290-5482-C343-453A6C4479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A1B104-34E3-17A5-4CC2-43FE2B3FCF2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7AF93B-9722-9261-64A3-FB7BE7271A0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63A0A9-4CB7-0434-55A9-4C656DDE2F3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BBD403-CB23-3A58-38A9-2829D5ADCA3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F9B662-2251-E494-2BD8-E7DF5C21F22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757974-401D-2BEB-D468-7981BB11F20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BFD0E6-FF55-C057-A0A3-38EB4EF9DB3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C19842-F0C9-66E4-41D6-76D0443EFF8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DD3177-6EA3-7966-0E5E-6E4E0696974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12BC0F-A7FB-AEA7-B20D-8AAF2A27522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6ED71F-E177-8A0F-0EFA-6E5E169CE19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33B3DD-7D07-E2DE-B57A-E7FFFDD253B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A673CB1-04CB-1C64-BD19-BCB0B9C2693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7ABF1D-4A20-D56A-92F7-D12C629B979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CB1DB2-8DB7-4963-FCF7-3908E08FEE3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3ADEDA-A60D-244D-D784-5435CD0632F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54495F8-82BA-F688-39D1-793158E1131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0A5BB0-AD87-E59A-FC49-4858100B546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B7D5FF9-2ED5-0AD9-87CF-DFCD017C5BC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8A1EFCA-9601-0665-848E-F11EDC2024E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41D169-4886-5EEE-E19B-50724C84E4E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14AA18-40E7-D0A8-1E9E-780FDF07560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73C7EA6-6BF8-870D-E7C2-F7E021784E6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E5BAE8-A568-8996-C27E-DC61A259E68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4550449-13AC-56D3-D1F1-0C486F04AE7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187A79-E595-038A-8934-F55AB8B3379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173E932-010C-C768-59D2-E9B78DC26F2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392162-3868-A670-A44F-A99F493C1E6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F0A1632-258A-380D-3CF7-4CE45EFC246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3089F7F-4AB8-74ED-A845-D20A3988C0F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64F9E10-A6EB-5428-3A21-7216F66E08D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D654158-AACB-C425-EC40-01E2F2AFDAC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E7907AD-A8E1-775C-7829-54ADFAEE329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E28AEC-D2D5-E941-B856-2A3E33DD163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105CA3B-4C37-6DDA-D4F0-DE73AE4F0FB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B6DA7E-F746-224A-3262-046837625A0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F143AED-C332-6543-7439-88AB3C0E950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5B52ECB-0FD3-7B1B-2C21-A0386279F98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911229-CD22-6777-15F7-08402979A64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28D7DA-3D24-C42A-FCEA-9539A1B8604C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BB1E0B3-386E-EB1A-BBA6-7E82088AAE0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70DB65-E6D3-A310-CF61-08B0689BCB0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4140DF7-B754-90C1-0A68-92933E69327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FA28E17-DDAD-B65F-B1EF-D2F90EDC2BD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88A9216-BC5B-8D66-6080-6792B859482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351F04-F592-0C75-4E7B-32D9567E50B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E1AB385-3C5B-2310-99AB-A239EC86561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C389675-1B58-DAB1-CED6-15C34B47C0A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74FFE73-AA26-D4BF-DFB6-23009C9DFC8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776E92-E48B-CDCC-FF21-9EFCD5A4952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4182648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7FDE9-D5D9-53F4-167E-AF4EFDD60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6555E7-6533-B11C-51BE-1A29FDA73D7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4, [13 in 3] can’t be 76 as that would preclude both possibilities for the</a:t>
            </a:r>
            <a:br>
              <a:rPr lang="en-US" dirty="0"/>
            </a:br>
            <a:r>
              <a:rPr lang="en-US" dirty="0"/>
              <a:t>[9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786259B-1FA0-4C94-DF77-1BA9DF50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DF5B7A1-2D89-DDAA-E35F-B3163932FC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9F8F945-BF45-83AE-3EED-FEA27F06F4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7282439-7550-12B7-9D0A-A85343A0EB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AC97A1-3207-FFEA-0BFF-94481B5BB48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FD9728-4FDE-A4DA-298D-46EBA7A4235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D2D511-16E0-B858-BF14-6A80E471C42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63CA8F-09F6-A727-0185-3C601A61E2D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987432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B0AD82-103B-2D49-0808-886D25B9944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865019-C7D5-1F8D-F91B-B2616CFA735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1A3382-7BB2-A860-78FA-FF002A90699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32BB6A-864F-E163-DD33-146D13877F1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8880625-C709-B340-232B-B191BB51F02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5A5817-6AB9-2F0F-421D-4043C30E64B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B57BDB-5B0C-818B-B49D-60D82E94202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2B2DF1-8676-22A7-EDF9-E44BA8F70B2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50E78E-A1FF-D90D-DA02-AD0C8CB715D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DBD151-DA50-B3B5-080D-54300AD6C60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628721-293C-BA82-F8F7-A8C6B3556F6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F06C33-E700-AC4C-E623-877F533B64F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B2FA29E-E76A-36C6-B7A6-2B6BE497045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9A3962-E5CE-D9CE-8163-435FF9674B1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1767B-34AF-E74D-6C2D-942586BF27A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2332FA8-E564-DAE1-E319-91AD22A1ECE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38B1C76-700D-0262-C746-0D3E8D02455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7B45148-EF87-9301-D143-8CFB43B205C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FB05EEB-B6DE-2FC3-4953-92E7CBE1549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288792A-C780-CCFC-6E32-B077EDA3C27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6BA3CA2-769E-88EF-4F97-745DE9D9332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282A32-BEC3-982B-1BE4-F963A611508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741590-F092-0752-3957-15086906085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BADBB2-6BE7-7549-99DA-B74AAD5B51E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7F9AC8F-D32C-14B5-960B-080807A9DD9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B09062E-F386-202D-D8C5-DF643D1D511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00F63CA-0264-F523-285B-243AD0D8482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0B23EF8-1E77-621C-7EF7-4C089E868C6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890DBF8-6D43-2CAD-C872-DA37647816A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9E9D5B0-7F0A-50B4-A64D-EA1EE7540F3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F0A68A9-F0CE-FD5E-9143-E4487E70553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41018EE-92AF-55D5-935A-BBB3E075777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81B8E56-9788-5905-B53E-93452571A79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059897B-ADB0-CACC-1056-288FB6E9D6A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FB38E93-B5B2-D810-50DD-C9179B0E77A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07EFCE-EF39-003D-CB28-54E79225260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61DF9D1-9A71-A9FE-19BF-5A58C097D6D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E2C713-77E7-418F-B455-1DACDF3A205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BC76DD1-E389-8F06-0435-F4CC4774BC0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D0ECD81-64EB-2ED2-5FB6-B3CBB876EEF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33C61B8-6A95-A0A8-E4ED-71F94F5EFC8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DDF0D25-3352-4653-F61A-3408C89D42A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6271A2-049A-0DE7-C0E6-D2943D18AC9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6CE45F6-3D1E-9E6E-E6CB-97851AC4672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F43BA2-296A-928C-279C-90D8C9DA494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E910672-2408-CF6A-10F4-85DAD3D88F4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5177157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113F0-59B0-A015-90C1-27202E710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163C7E-8EDE-9658-58BA-15847EFFD90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789FAD1-145A-6927-9D03-14A85B405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F3BAA9B-7099-F56F-E330-B55A67DE4B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BF015D4-3C59-F299-FBA7-90CECF12E7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DE088B2-5507-CA19-20C2-9E666490D6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230B90A-4849-4CEE-5956-8E9A6A5F6E7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8648E7-70A3-6632-3B32-3175C2740C7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0AB345-FDE4-C321-8851-AF4E0F939D6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C2A3C0-FA48-6845-679D-4AC725D7AC9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0FFA13-6C5C-D3AE-C9E9-35C33A13308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C306E1-80C0-EA56-F8AF-A7EA8B4BF03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CD5F13-FDCB-2C3C-F1BC-749B217DFD8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26A0E7-6A59-6AA8-B4E2-13BACA6CEAC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76F15C-66F7-DCD2-B203-750CD4BAC85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A57230-2475-A35F-1990-5514F199719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CF8798-4087-3C62-AD45-CFA48820168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4BB26D-B93D-2FCD-4176-0302E391D38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E10DA4B-D86A-6D1A-1829-EF2656BAEAF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655C2D8-4D5B-6612-C997-51D615C2D31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41DB65-59A1-E800-7ADB-CDE8860879E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DA9B2C-11CE-D78B-9B33-EB59856043E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8B0695-4040-934D-93E1-D8FABBBACEA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B845C7-BA1D-8C3E-7524-C27D6165B19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BE75F9A-1DF0-E1B6-1738-79ACCCE8BDB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94DB945-8ABB-0604-75C3-BBDC81C2DB3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7F47B9D-DB3C-F2E7-E7FC-9829DE736EA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1D809D-64CB-FB5F-43C8-7E18ED94554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3281A5-AC20-BE4B-A512-3F67C11C2D5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6F101C-E861-37ED-85C6-D964D25B3C2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2514E06-4F76-09C1-5713-A599FF0AE9F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11EEE9-0AF3-41AD-3B7F-A11DAD2B39B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07598DC-3FFB-B23D-2A3B-69051350032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555591-2383-9588-BD3A-44BE4CC32EE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A671F2F-DD49-2E85-B5BF-C8D9B580EB7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E40A5A4-B1C4-14D5-A2B0-52E29143663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60949EB-B02C-B8C2-E2DE-7B07A2A324C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3612E3-9429-2FC0-9233-EF280147388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F450545-8281-23AB-2121-E5B333F1156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33ECBD-9B69-43B2-52BA-7BA705E2233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9AC3C8F-AB4E-5BA0-4246-F63722091C1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B0B10C-8014-F823-719D-2BAFEF58271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BAD05C0-BD03-148C-61B8-DFA06C74341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2A1C5C-E590-BC0F-3B62-1A6F4B8F678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823CE0B-E7D4-7970-804F-BB4B119FCF6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B56C45-3E3E-67B5-E632-D1D991655F5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354B1E1-61C7-5376-364D-B7DA5E6EC17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41EC6CD-6B36-04F7-435E-2B4DA10298C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E819E4C-2B7A-0701-1C07-FF567A3EF44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7F9613-F456-153F-3BF0-50B963EA13C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EBF5C8E-23A0-968E-8E68-AB101633F2B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2C8A17D-D9CB-8A73-5F6D-A8274EC7AB1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1DA6B9F-1944-FB15-87D0-C9ACB025C39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7399807-2433-E823-02B6-769FFE86BF9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6BBE47-5476-B879-ECE6-F60FA7C4BAC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DB935C-25FC-B644-47E8-EB6BC89312D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3526564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750C0-6E14-EF9B-FBFE-42E640DE3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0B834C-441E-883C-5F09-033A31C39E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2E6323F-4164-101E-C2F2-D6D437634F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128C804-C5ED-4F6F-F5A8-A984736FD0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648B17C-828A-527B-0D37-DA6BD6F4AB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5EF190F-06C1-0B5B-0DAC-8FA3264817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CB1769B-0780-A945-B0D5-17D836B3291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B4CDCA-6F57-D1AE-63EA-74CBC3D5217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D3B9A2-E46C-7EDB-F34F-9E874D47CD5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9125C8-70EA-FF3C-9E2E-03F97A6D2C3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5B527-1B1E-DB3C-DB39-0242A3E6A57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DCA064-830D-D93C-0A91-F0732B49959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9D8504-62C2-D8D4-598C-8604AA1B65C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1020A0-5548-4AB8-7458-A8D708BEE7F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6BF8BC-F896-F7D5-C15F-A5321FF0A4A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F76C7E-F09A-CD66-1E37-954B22C12ED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1D1F4E-426F-8CE7-D830-7F552C96370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033492-366C-4CCD-7480-1ECB685CBB6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902F2E-CA09-8CB9-C0FE-F71B36D2C06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F0034D4-4139-0CFC-C1E7-EBB2798D387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B15E20-D9AE-786A-5B9B-0B9F20AEF14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EACBD9-7EF7-35BF-7745-25855AB8D4E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4E8D17-4012-2B85-8A3E-34E630973ED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A942B9-BC79-71C5-E95D-FBA42F2431E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A0067C4-0BE2-D380-B119-E782BAB4F8F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BEA286F-96C0-23C8-CF21-1E8FEFF3B10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BC5FA05-7D56-C78E-126E-945618A01C8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5B0A8B-745F-1D10-E78B-DD38E81C0B5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415DE52-6DBF-AF9B-B233-43605E43335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614577A-6D5F-39F2-5CB3-321FEAA73D2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17367CB-1D03-F3FF-09AB-320EC1DB068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AE06389-1BAF-A8B4-4FCF-D44B10A9511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E01F6F-15CE-85A2-8531-4FE29FC6C10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5A0E0C-8058-6768-263B-B5AAF03C9C2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E3FEBD-3716-EE90-2ABB-C7B7C12B608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C29A512-4713-A8D1-CCC6-1C9AB7DD4FA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8936C4C-E3E4-4CD6-D525-24062CEFCFD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146063-41BB-454E-AFCB-A7F73B49C78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D5A62B-9734-5710-F9A3-0FD443A5C4E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2B5E9C6-70A9-72CA-349D-7CF8761E333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AD6D3F-E714-AF37-166A-8B13997AFCD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441304-DB9F-BA20-E552-5916A691518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5D7DCB7-7987-1550-E2CB-C7652659C5E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8F32B3A-8711-5E94-B06A-CBEC9248B55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D3DA63E-9FF6-AA20-F455-9613A3D7E55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E274F0B-DA81-F4CC-11CE-EE4438FADD4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CAB0F16-0DB3-26B6-85EE-640698B929F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BF8526-F5C7-6E21-1866-516FC7A7CD9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773E841-085A-30CB-9C8B-77C4015C9F6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BAAD70-916B-BDF8-8399-D5A5078127B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BF4E98-7262-17F8-17DF-F7BF16506E3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4E5CBA9-265E-6602-01D1-17C4BE08EA5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86E8B58-F8B3-90DF-E076-9861B826905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C4382C9-B124-8CA7-E251-15B41E9F570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6A24DC-25B3-9A11-AAB6-1D2BFBCF852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D3BE1A-0964-6D70-5A42-783BE3C3D70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517577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646E9-A6A9-5A38-D203-4E5569306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5CEEE6-CDA1-B513-42CF-31FC4F21DEF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EF44C39-5610-0E0D-3DF4-423D1DC3E2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AB7FCFA-C5A3-2FB3-55B7-1B2218C5B3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0BA1C1E-0B27-82BA-700B-ED028324F3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B15EFF0-2962-66F4-35CC-2CAA11414C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D4BD24-368B-07EA-3D6C-C2327A28905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E5EF6E-71D1-E87E-9377-AA724033AD1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1EB0AB-101F-4010-82DE-B52ACC4A849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340312-B5B4-3B17-C8CE-633419C3644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C38E21-AD20-C0B3-3C7F-35F686ED65C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876601-95B3-DF5E-C025-F6F35A9A696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1371B6-A7CA-DED1-1DAC-E1719A4DE21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1E543B-FF08-4A81-9379-DCFCFC92A06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DC426E-65A5-00F6-3523-6719955D4E9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A45417-52ED-0B57-700A-C814ED61A1E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6C9C49-8CCC-BCFB-FED1-7752637BFF3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04026F-FAEC-D453-5D93-1F60AADF36E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820C7A-E9AA-501A-1C74-00BA5FA61C1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396EDF-FD63-31E8-5CB6-35814DAF6C4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D293E58-F4F4-CBA0-E129-B44160426E3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ABFC07-7672-3CBA-8350-7CF1B079117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6E4BCC-A70E-B979-9751-829CE6C8C99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A14187-431F-0A94-4728-F07BA1701F3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625FFE8-8C9F-3CE3-2A11-144750197B4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9D707A-09EA-7B7E-C986-A0D37E113FD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65D8E8F-4A8F-F346-1CA3-97E972049C5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0D884D2-4AEB-866A-F744-D6563F4D3BE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E9881B3-69E2-9774-7F8C-AECC13AB3CC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605F01-C6FD-5627-1906-335AF7CC9E9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F3F5E47-CCFD-9E1C-8503-7C63849F712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E5FCA9A-A88F-E363-2BF1-4D59CA6A714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DAF50D-8256-D631-F01D-48FCEACC50F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9C62216-DBD0-9E65-83CA-D6498FF84A3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4441B04-9666-0D93-D356-7504395048C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2B219C-F742-9901-9B2B-097AE822394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27A4BA-D732-2A16-71D1-3F22C493D0C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32652C5-BA8D-881F-09F0-D5D25CEE4C2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01CEC35-E184-017F-EC70-1E5146AA1C7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7FE797-5978-A014-520C-5FD4ED02710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233F3E-2E17-7966-D095-6642005422C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9314D71-BD18-637A-667E-9D69112D300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AF263CE-B618-5F97-2F5A-CC537A36F04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724D1A4-89B3-33C6-7A81-68C696189BD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DB2DF93-FC3D-06DD-862A-BDA9A42131F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94EC0DB-FF16-EE14-7083-B88E178B9D2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7F391DA-DCE0-C588-D704-D19A48FC8E3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481F9D0-4086-BECB-ACD6-8A6905E4EC6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D1A3DC-BA31-89B7-51A6-4363312CF93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96CC02-F9A3-375E-8F13-2FDBD5E969F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1C6A440-55A4-7FC9-CE86-338255F5E7C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AF95057-9676-93A0-B008-945FCCD6567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0CAE132-7B65-A01B-9E77-DE8DD8C6EDE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4808B9-2A5E-9FC6-0AF8-52820DE4302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F0E6213-1FAC-A083-5EBF-91891EB9588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85BE4C8-D75A-99E5-9757-A41800B29C5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5666869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BB7E3-139A-4BFB-60E6-19A2DE365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5CD5B1-75BA-8414-5528-4FA0F63A7F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EFF1E85-8251-E0EC-0A3B-89A3CEE06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2AF219E-ECBE-806C-040B-71EBB8AAD5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B4EEF95-0EF0-950D-D6CE-A01DD01C17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244CB2E-C09F-9482-D792-FA9C0E5CD2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DFFCE4-304F-9C67-1324-7D765D8EE10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CF8D6C-99CB-0F44-9AFF-A7CC2814910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A0CA1A-1635-CEC2-F0A0-B5CFAF2019F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8872EC-3946-5018-A0EF-9B17B30113A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88C02D-BFB3-3C28-215F-3A81448DF8E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72CB63-9475-CC56-8A24-333A4F21766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9055DA-B9F4-DC20-2880-FA4745FEB89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440B47-8024-2212-48E2-A20CB4C7E38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03E88B-4A56-6D56-DCD0-D7490588400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0C6C81-8505-2C2A-E0C2-AACBC6FAB62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8FFA5F-6C93-0BE1-9917-8A72D8C5630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0C730C-D7D3-429A-73E5-8441B83346E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866BAC-2D81-1CE2-9A12-C9CADF92393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E77D2C-F8D3-082E-88F5-6201DC92986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46C3B6B-7B89-F5AE-4C1D-27DB3B4BC8C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C48339F-90BE-0FF1-0D4E-A1FCFFEDC0B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CA6357-16FD-54E4-5E00-2AFAD9C691D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C654CE-E1CE-C8D9-5EAC-74834153194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B073C3-282F-9478-C3A2-A782AA1B953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7822FC0-F1F3-4413-C4E9-008FBED63B5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9CA58A6-95A8-215A-9308-1AD425D65F9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5609CA3-AFDB-2491-2513-D11ED6EF5668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BB0BD-A367-25E0-4437-0D2E4521081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AC8E4A-CCA7-6680-8F7C-A0C51D97006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81B2E5E-09BA-FA3C-16D2-D7F8F217D8A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55A86AE-9353-8E90-B92A-CB60A65C4C6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B493EE4-DF4C-1AC3-61A5-3C3527EC064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65F8B01-9866-B61D-985A-0C60D33898A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A12743-0AE7-554E-4E0C-A27D59803B9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403B37-21EE-0324-27A7-DC727F640A1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87A5F5-13F7-686F-97C7-88AC5725E97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FC0C203-D369-33BD-7CDA-D92D96F6F60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B0BAFA-07C8-7CCF-739C-73D0D21C907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90E11A7-DD42-0004-CE4B-A02AFF8E7F4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87002C2-8FF0-C70B-0461-263B124A27F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10E2A7-D139-192C-DB1F-BB0DB6F761B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44ADE5-A4D9-5085-04FE-D7D4630C9F7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58585FF-2217-78CB-A71A-45154099D5A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6A5DB39-5201-2707-063F-D6931CCD794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BD9B59D-F454-08DE-0083-1DEA60D2647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B128CBC-9F28-E766-6827-2CD7E1C4021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D999595-8349-B11A-5C58-966EDF9A12F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FCBCCA5-A624-8AD1-D33E-6D5A40BBDED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FD5B98C-2877-983D-0203-7F0300BAE52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F0A76D-4779-656A-831A-CFBC06BE019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82A9FA5-FA84-25BF-D558-703C10913F0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3FC7884-BBA6-A537-5092-0196BF3C9E3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7110C2-FE01-5810-9013-360F1E395EE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C7A61AB-9100-37D6-69A9-9D0CBB29AD9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D07B41-41C5-7AEF-5168-6E72CC15E7A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8962705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4A184-36F5-F16D-CF26-6CA208A4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B476F8-05F1-6E76-2D2C-74A33409892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51D6374-3D83-4207-BE44-54E775F914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E33C3C7-E407-8BA5-E5E8-0BB72459A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6CA8C0A-135C-02B8-7312-C922BCACBC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1D553BE-8FEC-C12F-5CA5-85B6247BD0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FE62F4-FF0E-3841-07DC-F0A749C2A82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3880EC-0BC1-5D25-DD4C-BE62E35FFD4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18026D-2DAF-B5A3-2767-10DD27A7CFA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2503EC-64F3-E161-47DE-FD40B92D801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A736E0-D778-6C31-E0B0-E47C03A12C7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BA464E-9F3B-5CF9-7BBF-690CD9D0DE3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A8EAD3-0B8B-DC23-094E-29831606C07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A00CDE-3640-6BF6-94E0-57F22BCC746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25664C-EEBD-7306-2335-0D8105AE73A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020475-2BC5-135E-A7A8-D6267E75A4D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405D43-F707-26D5-00F2-26043E1F509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84EF99-BC05-FF46-311B-9FA6865CBC8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54FD9E-9EF9-833E-2A3D-0F93493045E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0F0E01-D48B-0572-8FDF-446C7C0D47F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5206B8-CB16-3AEB-8B2B-02E2CF181CE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5F9A3A-FF76-08A6-2F30-B40BB4FCD63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109C64-4DFB-2529-EF11-30C2DC60653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9004083-D5AD-6BB9-08F7-94ED94D42AC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6C2C78E-DD88-D94E-782B-23C169FF1C0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8000885-7074-5DFF-5001-02946F5EC2E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967AC92-6FD1-9BA7-19B9-8BF6C2CA561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19CBD0-7B2B-C99B-DD55-8E0131F9991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66826C-B5DD-441A-88C5-81045A82CA4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028E723-42A0-CA20-1C10-82016B5CA8E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D73B4D0-78C4-188E-8531-EDEB1A35500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A53670A-8A9F-EBF4-C1FD-DC8CC9D5793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A3B7650-0058-731A-0231-BF210180848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EB1DD14-C5CD-559A-4ECB-3D24AAC047A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0F7EFB7-4434-2B30-8BAD-BCDD286A34A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BD30DB1-19FD-6566-DA30-56AB75F6124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65C64D-5447-9E55-DDA4-3AD2A7625A6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D0A5D54-0351-4C0C-5B37-A8C95504C45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9B8A348-73BC-2D2C-4974-BF583D0E4B8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4E6FEC3-A1E4-EED7-EE14-96B15700AA8C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F5404A2-2A71-96A9-84B6-688C69436BC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2B49F74-7278-53CF-FAE7-019E7DCDAD5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F71747-4714-34A4-6BA1-45BB143ABD3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8942CBA-6152-BACA-2D47-A0C23A87AF2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81FE0E-0560-1073-B79F-81F96C4C815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6B8B131-E5BE-71C0-CA1D-839DB4F5619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E7D3230-C2B9-A926-1CCB-78EB46D5E3B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55EE76E-B4B5-8FB2-2253-237BB06B20A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E081A8-4C4D-5928-6B94-B2920E72CCF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DE5775-46A1-0194-0B1C-262E9688048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B9261F-7CE5-2094-4325-9C7B52DA489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DBF884A-DBBC-FE86-E28E-828D4147F24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7366C19-BA64-6F91-2409-65C0EA5C482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0AF891-E732-85A1-DF47-84F28D367CE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B7D01FC-CB00-23AF-D923-86CD13EB4E7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D38D33-967C-2E7A-8523-31D84D4BFE5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40AC28-B68E-95A9-C068-F0CA80A54D8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</p:spTree>
    <p:extLst>
      <p:ext uri="{BB962C8B-B14F-4D97-AF65-F5344CB8AC3E}">
        <p14:creationId xmlns:p14="http://schemas.microsoft.com/office/powerpoint/2010/main" val="4190814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A156A-2D90-035A-1B64-DA1B048E3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BD2EDC-5C55-2AB9-8787-16F340D38FC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Rows 4 and 6.</a:t>
            </a:r>
          </a:p>
          <a:p>
            <a:r>
              <a:rPr lang="en-US" dirty="0"/>
              <a:t>Then, complete cages touching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8ED9A2D-1D7A-557B-AD67-0657D8FE19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CA1EEBB-655A-EAEC-2A8A-3114EB1E41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BE856CB-B4FE-98CD-4519-B1B423C6F3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A1AEB01-8206-8DAA-FF03-141D74D6A0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BFF14C6-1CE4-7307-A63A-01550B62325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9F8095-88D7-9847-99EE-569368659C3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9907DA-4070-B158-CF60-2BC9BCB4E1B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165D37-23BE-686C-0A16-942D8224A4C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9742E0-C17F-B592-59EB-71D18B55A4D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B4322B-0164-9E21-2E5A-0C5591DCC66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06CB5C-4D04-27C8-1758-FCB0BD77A3A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BF139A-0A64-A19E-2DE5-39680537E9F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2518D5-52D9-9A7C-F94F-D779FFB7A3B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FABFD6-D69A-E7AD-9BD7-DC9FFFBF136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B9877F-C04B-2069-3220-665887F095E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01AD97-A998-89CF-D3FF-329125749E8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8C1B43-BE68-9A5D-A051-6E7271ECEE9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2F7B4C-5FAA-CD76-2241-56479EE8335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AF4E2D-4955-2B6D-CC3E-286EE8FC1F1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4C8F76-FAFE-669B-EEEE-9A93DE333CD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5516F0-631D-ED6C-7570-D99842E014C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598F05-EEC2-A9AA-7ECB-23CF73B512E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BA1765C-D01A-C7B5-BC6A-28EF84FC358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905FEFB-7D5C-9B32-1A17-2007F6FB0B8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7301A8D-E95D-D7A8-EFB1-BEBB30ABA67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0CC4C6-3D6B-5A7B-69B5-10C99A81967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1BAC48-E64C-CC22-C95C-3558AA7DC7D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DA1EE0-8F73-8095-E17A-EC1D1440844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E37513E-994F-2860-90F0-48946E6708E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C17A283-B912-7992-9528-B4F2DAAAD04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F6503D4-08F9-1B17-9317-F2F9F4B5D6D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6C069F-B04D-5861-A904-071B1ACDE49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CDE097-0EAC-B343-7A43-58DE0182D02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CC4BD5C-EB9F-732D-9806-9FC0DE64143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92F5988-1DC4-098A-C7EE-43228920F53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3627B3-1637-CE23-1091-50AD303C90C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48290C8-37EA-4164-3B34-95DDD4759D4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5BCA29-0F35-3F51-BE45-61F10362E21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A1D3A1-72A2-656F-1749-DF552CBB572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701D6D1-FF01-4452-7819-90E36C41841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1A8728-6DDB-21AF-797C-62112D73068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A9EE9F-14CE-F247-B512-FB3A3FDCA90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52A61C7-B911-B777-5A96-D353515AD9B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4D5CA77-E30D-FB7B-BEE6-E4E19ADC593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677271D-1915-A1DB-8D3D-67A75D51EE5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D3D1AB7-564A-DCC5-659C-9009805A917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3E0D8C-5DF0-5D91-AC6D-9634A4C3F20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F30C46-D0FB-2847-C1C3-2D45E2C199B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45F2E3C-2E89-C683-96AF-4920A51857C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DFB98B3-5B5D-7C49-52BB-7BC1B746EF1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462BD47-99DA-238C-0870-1892B5FC90E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DFB889D-2689-1569-0E94-5F4F7929D72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9CD8573-35AA-8672-7D83-43180A3E81E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F8C026E-4766-968C-EF2E-E7BCED37C07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D85E2B6-0036-DA49-1BE6-99B9C6DC187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682164-3761-F569-F487-1EF3B5C528D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4B847-7A2B-3068-26DA-DF3E3A6228E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4A26031-287D-83ED-3082-D2CAC15FE4E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E53B5D3-54F4-0570-07DB-68880A5C624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F4183BE-1172-3BAE-1EA8-A3DB4B56203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967DEDE-3DA8-06E3-7D79-805B5AC348D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AD675CF-10BE-7C1C-107F-53012E11671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26C561B-36D8-3F01-C10A-5F7209ABBCA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</p:spTree>
    <p:extLst>
      <p:ext uri="{BB962C8B-B14F-4D97-AF65-F5344CB8AC3E}">
        <p14:creationId xmlns:p14="http://schemas.microsoft.com/office/powerpoint/2010/main" val="30227919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DA4EA-84AC-1E26-E598-3FD0BCA03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A36667A-2228-C5B0-E809-C30567CBF25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2436556-7C58-EF04-28B8-6D604A86C9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4C8D004-4400-F7A2-5B66-B26DD48965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A6E8D7A-903E-7147-6331-5164A5AB92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4DEFB9B-8C1A-AB01-7F4A-E6ADDD38FD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6709055-C570-8BD7-1648-51C37C3858E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69E3D1-B89B-91D6-A150-CAFA552E710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3F99C0-16AE-FE77-1B7B-0DE1FC6D84E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F7E844-C96F-E237-46DE-4407365F757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6C9D4A-1C5F-C04E-7349-17B545D64C4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216AB7-2495-1399-EC80-B6C575F5322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D084D4-D247-9968-7413-707A5C41AF6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55A3F3-9BEE-7A0F-8328-263945C099F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97DCC0-DD78-2535-0E9D-B127069D8FA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C83572-3E34-D26D-4EE0-99E7907377A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DE995E-DB69-33A2-ABD1-3F0015C4409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16AAE9-2F55-53A7-2F58-95AC260106A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E795A-D34A-36CE-2E49-050837BF3D4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D9CF99D-13C6-C899-A60F-88C8ECAE7DE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173876-CCE7-4187-36E2-8851EC8BDC0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B95376-5FAF-54F3-567A-BF067D95E50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234CBB-92C8-BA90-C689-D0361717EB4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0B68E87-4728-930F-6BDA-35433E757F4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4EB23C-EF17-C8A3-2EF0-FE9DB4065FB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C8DD31A-9ECD-E99C-DC5E-4963EC0A789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7B1A4E3-375B-16F1-38F6-77F45BF34EC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9908061-D909-6C1D-F7AD-A2A179C370A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8D7BE7F-0E05-DD09-25A7-E16C54389BA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8498C0E-32CC-740E-79F8-3C1E6BA18AA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062A8DB-9835-C957-20D2-CB19E8CE250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294EBA6-3985-8AC9-C51F-42024BC92F5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AC316B3-12C3-04EF-33DA-57444551139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C8847FA-AC8E-046A-1FBF-4213C175FAD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00AEE6B-0B50-A9CC-39FC-6D960BD581A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3D86CD3-ED19-B5A9-7731-5C657657187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1BA9881-BB8A-956E-4A08-C176C3D1195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208EAC4-B7F9-4916-A0C7-B01F359591C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664B15-C118-4F7D-6879-9622E142926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AF6E5F-464D-2A91-79D9-5C79B338E4B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E9EF6F-2CEE-501D-79DB-8F92D29BB8F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F67A506-B4D3-6D6C-F3AF-EAE1FD07BE3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461B29A-34FF-DED7-F9E1-C3572FED116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2BCE6C-ABE9-7718-FDAA-7B301F01544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E61CF38-70F0-7F98-E91E-61A11B676D8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9DB2050-EB02-7CD2-0664-F28FF6D20A4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F4690D8-1212-7B68-0724-D0BF2704E16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D022B47-6273-CD46-B7F7-028C5E89690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8DFA4C-9766-38E6-A32A-CF570047160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F53C3D-398B-DD14-0CEE-AE735E7FAED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9D28CF-CEDE-9F6D-4706-E745B3E3A53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8AB06B-D1AE-F348-39F4-25CE1606808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DB61E0F-C23B-385E-7132-C34BF75E306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3FB7170-CFE1-803F-7851-D9B50FFE37E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012F045-8547-D132-D234-C1A0F00D72B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F7CADE-5526-E3BD-F4BF-50EFCC500BC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B8723C-1102-B04B-AA94-7A111B3AD2D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631C5C5-2A5E-E942-536D-613209D438B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89EC89F-96E9-FA6D-89B3-C1C431FBE5D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08C2BB3-EE55-BA0E-52F8-D3C2AF55DBC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D581A7-FDF8-56FB-28CA-2B3BAAB4BB9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86EF399-F9D1-4309-ADD6-B2189A54BDD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E03F464-79A3-6ACF-381F-8714467BD8F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0B90117-2964-5D7C-2FDE-1D91C91062D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3C2B27C-EB07-2F34-AB97-C52E6DCE248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</p:spTree>
    <p:extLst>
      <p:ext uri="{BB962C8B-B14F-4D97-AF65-F5344CB8AC3E}">
        <p14:creationId xmlns:p14="http://schemas.microsoft.com/office/powerpoint/2010/main" val="13766922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BA575-7739-87B6-E6E6-BB033ACB9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225FB5-B216-851D-A01D-56F21B9F151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0B74BD7-E838-F488-32B7-AE85C291E3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76E8B1B-6472-CE18-8C67-1FEC129048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16ADDDB-3FA3-1876-EBF9-EFA244210E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A7A948D-78D4-FA7E-0C91-E39C65FE26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A23C583-9C22-1E4B-2398-8F6BF37558B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30091C-109F-C48E-DD04-31BC07436F1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838BE8-2C9A-5A05-12D0-D1A1910477A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36E32E-5E2F-5929-AE53-392DE848E46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E1EDDC-8A15-65DC-9EF9-EE04FE03DE8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1253DD-C701-5A66-EFF5-15D110C4A92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E3966A-E32E-E357-E5A8-7DD2E7881C7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9712F8-166B-1DF3-E50A-B10AF325A9C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E4F24C-1E5D-268A-9917-753797AF548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6E87CB-4220-AA3A-4B77-F7A6B5E5E84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D7A246-DF3B-83D3-87EF-3A3D5693292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103FBA-4BF0-8A72-0C5D-A5D49FA3C09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C28F6B-5E5B-46E8-C605-72CD55C43F3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F085CC-2A3A-DDB8-ABA0-77A816D2C02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549CAB6-47C2-D3E6-E5AE-098247B834E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1FB010-B4A4-5463-F803-7992A243D21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478F10-2A1B-1146-6559-E1E215D9F89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D90CDF-F483-924B-D404-4ED755D21AD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F7964A6-254F-EC7B-20E6-C93FE44995D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CF66FAB-0838-7A9C-0E0C-EC25228873E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E399988-52A5-4449-0C46-5FE707ABB53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C5E2342-69CB-BFC7-E209-9FC397AA014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C50099-C428-D7C3-9ED0-4CF1962C67B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A361A80-71B6-E598-1D84-74074881867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8D716AF-D259-3BE6-FC2F-8879A5B7A3E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773948B-2EC0-3514-E3AC-3F7340FBE36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37D31D8-9998-10D4-355C-00E2754C96B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F174781-95DE-0464-8CFB-E397CED58EF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FE9AABD-08F2-2C6C-3151-BBB3CE34BDF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534B457-B655-757F-9C63-4ABD80127A3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8DB722E-9499-825E-EC51-151F5C7958C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DF9499F-6E73-A74C-F080-B890FB554DD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2F85366-8C1B-59BC-4895-FE862C34585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C22490-625B-198C-A194-08D5034D7FD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D7AA130-D6A8-572A-A68F-9CDC4ED80B5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A42D1C-97D7-DEF9-D703-ECA77F57F31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1D727FF-C1DD-C997-011E-4FEFB2B0466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290E531-33B8-4118-9CC9-2F35B9B99F1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0D14D6D-E247-A2EF-68A5-3CC9D587EC5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8783BE3-864E-D2D4-EF44-C9DA924D3BA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51C1E6A-9653-F0A7-133E-57D339BBE56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540AE25-9DC2-F78C-D608-18F4E39E1CC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0FE3F0F-853F-E2F5-8B63-7D96016953B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7DB4064-0DD2-49F1-B7F5-FAA665E3DC7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B2A1E8-E9E9-F93A-5B46-3BB0436BF07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3D36854-1506-7F44-D1EE-73055122530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CDD8E13-8A99-EFC9-C989-E72F7675B1E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D2ECB4E-D236-092B-3193-7A65B87DD21C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6163771-E360-AF07-512A-857055A08E8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961613-30E2-613C-FF54-8CBA5C983D5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6ABDC23-ECD7-492C-20FA-AEB167614CB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5F81F32-789A-A26C-FB4F-C00AB026706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E987FE1-565D-68B7-D88D-F66BAE94DC5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90045EA-44B6-4C1A-F493-FA1EDE8345A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5B60F1-D3AC-E0FE-0FE4-1E8B17104C4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FF4CA8-5CFA-9853-A958-C5ADCE8EA51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252CA0-CCDB-1DB3-563E-22230996E7D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4C19766-BC72-4E53-6C5B-8FD20D9CF32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2A922CD-2F2B-A452-E0EB-D3EECE657D7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</p:spTree>
    <p:extLst>
      <p:ext uri="{BB962C8B-B14F-4D97-AF65-F5344CB8AC3E}">
        <p14:creationId xmlns:p14="http://schemas.microsoft.com/office/powerpoint/2010/main" val="19444463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75659-7379-E0E6-3870-773249483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B704FB-C803-2391-165E-0F313C19CA6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8.</a:t>
            </a:r>
          </a:p>
          <a:p>
            <a:r>
              <a:rPr lang="en-US" dirty="0"/>
              <a:t>Then, complete 2-cages touching Column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D717F80-A5A2-EB49-8CA3-F7B5FCB7C4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852319E-F046-97B5-6F9E-8DC42C9AD4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DE71C1D-C409-4958-569F-D8FAA357CE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4645ED6-1B55-E212-7620-127362B9A5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FC8DB59-E8F8-7255-BB47-153EC0BEFB3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8983AD-2F81-9D7A-5016-3BB7D7CEACC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64892E-BCA2-9BF8-3A69-BE79A44457B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BA728F-7BE1-CB3B-6F7E-97DA85EE15A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0094F2-FA96-9604-CCC4-C7CF110EC3F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229A4E-F81A-B65C-E8F9-7291FB9CF0B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6128E5-0A55-6583-7176-D9CE4803D2C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B42C26-8087-5D30-1D06-7EF6AAB03DE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25E509-E0AF-420B-F33B-E2F60C15649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B0ACC3-CC62-AD22-5EF6-45D0F540B43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6E2961-39BA-16BF-0B4C-AFBEE31F716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02E7EE-771A-DF8A-0244-11750505658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D45CA1-5087-B8CD-529F-C561167C0C0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6DA9F-6AFF-438F-8F67-9B1BE20F2D2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A8A262-1E4E-8CF0-9D5D-58D6A38BEBD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273B29-73DC-2587-433A-F14E5D5AD7F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36668E-5445-7521-120B-805F37E99B1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4143D4-B972-2E89-8AD9-38B88A3E2F9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7F5C0F-6555-8BA6-FD2E-26943C690C6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69A64A-D5CC-E1CB-A09B-21601BC9D7C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CA6317-4F38-1D7B-11DE-42DE79604EC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D0B30B-71CE-7D4A-F1DD-68AC7808426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B587F6-49C6-571B-DE0B-92774C66A18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AAB3F96-806F-148E-00D1-DC9FD8AF74E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3BC62B7-B722-0533-4122-1DC85B2256D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AB69959-D022-5C54-BDFA-DB8BC1C053F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0F81274-036F-86C7-BA4A-0536A9449E0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59418B-FB1C-ABF0-5206-CAA3C3BD202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A69590F-25D4-8B8A-AD85-83E0170EB6C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01AB929-CA20-2668-6BCC-FAB2E5576E4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4279B0-BB6A-A1D9-D645-8751D67993A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B8DFE9C-9149-0EA1-15B5-FFE4DDE37D8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2ED4B23-8838-E49A-7226-08C36412D7B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236C1C-0185-DAAF-B984-267D314FC99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46D889-F9C2-1614-0C2D-3F88C07DA59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DA25959-EA68-F750-6A58-3FF895817B9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80EACF-9382-C6A6-91C4-E698C3725EE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AC5AD9D-042F-9F8E-0983-B8F12AAB984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70D30FD-17F6-859A-7ACC-E6C12B32B08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D472114-F44B-5BC9-06FC-3B305A7429E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F1FAA19-3643-4B74-F629-D971DCA5747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42D1A26-3956-4C73-0EA3-D1171649892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91926AF-ABE1-481A-2D12-B37E110CD49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233166-F70E-7735-788B-1B2CA84C477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398369-891F-FB63-E818-9D15BE22440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9F60256-BA05-521C-7FC2-EA92C472055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7A6CC31-A690-1DCF-3634-B45E949B055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81127B-8CC6-B3BB-1DDA-E6BD9DA0D9C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E8E86A-E6BC-217A-D2FD-81DCB0D97FB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825B718-4AB2-CFE8-219C-17B42C53DDF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FB6820-4B3B-7670-1F30-0A31112C05F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FAEAB65-ADA6-B5CA-0650-D4BF6857E09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3E989E-A99B-8BF5-1E8B-490B5BB40BD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5442A4F-9E93-C847-0A5B-86A0CF28753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BDAA507-D280-61EC-1432-8FC98DB9DD0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D10780F-14FC-7392-39E2-BD4FCD3F24D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F21D8D-9C24-D88B-04F4-711BF142AFE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BD432-8A51-2421-8FC2-52AEC1B7AFA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82A40E6-3D4B-AC8A-1636-D4D258D4D2E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7321F05-36AC-B0E9-F830-6F7798586B1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CDF6C76-C215-5F4E-C9F5-A91169AFF12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6CF3C3E-1EC6-06FE-F4B3-9E6F4979368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918CC2F-8386-387E-C3E8-C4726E066AA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9654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F138CDC-94D2-68D8-6A42-98CBB2A2AE4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FC48C08-033A-D31C-61ED-AA65BDDF7CD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</p:spTree>
    <p:extLst>
      <p:ext uri="{BB962C8B-B14F-4D97-AF65-F5344CB8AC3E}">
        <p14:creationId xmlns:p14="http://schemas.microsoft.com/office/powerpoint/2010/main" val="12396980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0EC75-D628-B4D4-65B4-13E204EE6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96D23F-88E9-4D5F-CD77-46D7E3F7B6B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Note that, in Row 2, [9 in 2] can’t be 18 as that would preclude both possibilities for [10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B2F38EF-94FB-02B0-1C9F-F75D1EDE9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7E6DB01-58F9-AEAA-0D45-8F95B103C2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4779A82-5C13-BB6A-D78B-A80FE770B7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BB09B63-950E-81E1-0EBD-0F91C362C2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556A3B-8D96-C9B7-9505-B5C2A4CF410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C7CF43-D28C-2AB3-404E-A11B681C55C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A020AD-9943-BB35-B769-08B1A0CAC45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AA9CA-328C-24C6-2C35-CD41E755D3F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E88673-A76D-8581-E298-9B0EBD71086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56E37C-B421-28C9-51A3-7C51568CE0A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5B0F9D-8A0C-A7FD-788E-80A30FD6043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0E346B-FF6F-7BD9-59A7-D3E32C8A200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2CD67D-A4BD-F987-3373-58797F69358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2BFC80-CC39-20F7-FE31-010C5C05311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2A7C86-635F-5D67-7AB4-3AE7F25395D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8568AB-8187-AA49-72DA-CB839E940BA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818536-A2C1-A1DD-25EE-980F4694E3C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8E739A-A25E-BFFA-1066-04E20751577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4F0628-A958-8FE0-C7D7-39DFAAEAD2B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23EA8D-AA35-4720-9802-8E0EF734644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F770C8-A8AD-6389-CAA6-77A54ED2A49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317EA9A-5F9F-FFD3-0474-96066DBB6FF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D421CA-1EC5-EC1A-3F6A-E2BA0A5227C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355F11-E587-B96E-0371-A813B94A4FA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7DBBE85-DF0A-440E-B699-2A054C58346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2367F5D-C3D8-6995-AC9F-A86BE00CCDF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56D994C-EF74-8AC0-EF2F-D9BE4E6DD94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D0AC339-3726-68D8-0C89-E0E6B571AEC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4154105-FEB8-3C3F-DD15-C374F081ACD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A7CEB5-20AD-A1AC-4BD0-F5033D35F70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0E1538-5C6F-E690-F423-C9A7088867C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0F45C8B-7D3E-9A45-3F55-C9981B5FCE2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E01F3BD-B678-D7AA-E17F-879D3BC4973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8E93083-38D5-D093-6C1F-EABE37F3C6B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B659D94-21D5-77CF-5635-1CEA342251A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A722C6F-8D09-19F5-FFEE-1CFA7846D21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06E6A2A-8D1F-CF81-EB46-44AB5422BAD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E50ECE-0B9E-EF95-FAD4-C7EF18842C0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897F4C9-4D76-4B0E-E8F0-F7D14471D20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0CCBDFB-5842-1405-C535-BC12C31C4BE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CF9490-89AF-1731-5172-82FA3F4E828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C5712B-DE68-DD71-CF9E-5C35A6B4D2B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87486CD-3C19-342C-86C0-D81388B6D0B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1BC3D7D-EA5D-7321-A517-52BA841F534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557E0EA-BA68-E302-1B10-CD62D0DF65B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45121AC-BC09-2DB2-EDF0-45676C6F800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4D1765-2778-0B17-080E-F6BAD4F8573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0FE2E5-78AC-F93C-70C1-7BE2B31B845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11DC31B-6447-2F35-331E-8CF22B691CE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060C9A-66A5-D3AD-38DE-6275F349185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28C40EA-700F-B062-ECE5-A833B1131A4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10ACE6E-5E1B-5C34-1788-67418FB7FF2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2A54702-E648-6447-B83C-8B42394E021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EEF98C-6AD3-F8BE-5EA0-450944FEECB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B3B79A7-2890-46CF-7696-C16CBD7070A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85E801-94D3-3B43-4584-6A189A1852E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F9C65AD-D674-DD11-9CA5-3FF8770726D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63F1EFB-4095-5D34-E23A-CD688BE6DE8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E75A986-B7E7-B894-79ED-4D65E32372A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A27F2F7-64B7-CDAA-2F59-294CD1B40E5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54363E-7848-5461-4A97-1C670C10D13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3001FBA-8110-F749-785D-B6DAF2AA4BE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A4C114-B161-CE79-632C-15F56BF8CB6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02399A1-5DB9-1B50-C348-ADE1F508D46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271082C-174E-0DD7-8D92-8A854EDAA6E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DB01377-228A-0980-7C34-477220FE3FA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B0AB016-A506-4C6C-E9E8-D2EC844864D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BBD3345-250C-53F8-2A23-C6AAB84706B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0A4BA9-85EB-7CD6-45FD-3CAFC8F6A8C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</p:spTree>
    <p:extLst>
      <p:ext uri="{BB962C8B-B14F-4D97-AF65-F5344CB8AC3E}">
        <p14:creationId xmlns:p14="http://schemas.microsoft.com/office/powerpoint/2010/main" val="18979757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6974C-47C8-6AD1-549C-56679D401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40AFD3-D824-CFD3-9389-AF82902091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CBD4936-585C-8F85-30F4-1C2D7EC7E3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9216590-25FF-7565-FC25-B4449CC4B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3D795F1-7EFB-F683-CD01-7B8A3296EB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906D134-07E5-61C5-3BBC-EABDE72134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8A4000-C583-26F2-3E75-E9FEAD49527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F99EE7-F67A-FF74-FB6C-3891971652E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29FA1F-302C-798C-F804-AAF3851975B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E73066-8D61-9E00-145B-2E3CE11D72A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F34524-9C9B-5B20-56E2-EE6432E1BD3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E3B9A7-96BA-52C8-7362-ACF2B76636C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9A78A1-D0EA-AE17-3F31-AAF5FA0B7CA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064DAF-F3A1-EF55-32FF-CC5F469C9A2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6500CF-0E34-751D-0CC1-A4304D763D2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E149C6-771D-1E2D-5AF8-A7EED9A54DF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DCBB76-659A-9D49-6683-F462840D0E8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583B177-0F76-192B-B98A-7F49A9C3AA1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22F5A6-F84E-BDBD-2EA8-238A641E6DD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2DACFD3-7672-6CF7-8897-C820CBC8D18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2BC767-CD62-0C99-51CE-0FFB5DD12C5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84071CD-AB34-F9EF-1833-DB15811C3B2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88E9AA2-B34D-AB96-8DC5-4E7846ACD17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4BC1C5D-3449-EEA7-500C-445C01BB861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9A42E5F-DED2-A57F-D3F5-3475EBDFC2A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3276CE8-4E9F-4DBD-0CB6-2023E0E0231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8B2890-E7EA-541F-1BB0-7CBB4E49515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B5D42DD-5B25-3A94-B336-AAB4AE0DEFA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9901411-678C-BCC1-5B23-2DAA4A68573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A06A381-E0CA-EEFA-7694-60F283B1823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57E4B73-01E9-93EC-FA98-04BA6D24643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69BC840-B4A4-E350-7973-986CEB78902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CE00EC2-40A2-3ADD-E971-B514E9F7C53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21C2E7-27CE-E603-9EE7-90CEE0CF06F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4EA084D-B8D9-2F74-3EF6-8808C4F02AF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A8C3C81-FD48-F258-AFB8-590AF510781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B53B0CE-3AA9-2150-E61F-25681818B58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D7A199-72FC-C601-4597-1CA432F7513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04A9074-CCE3-2037-8C9F-9F6E92C6705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7162F0E-B9C7-B9EA-66C2-EBCAF24922E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BCB7E7C-15A7-CA9B-B390-F64A041A67A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E8FDEED-78EE-F876-9B54-37C2E203C0F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9772E12-40A4-9DED-CD7F-4272EC2D52F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DD88E60-49C3-CAFA-AE11-C2DF59E114C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DACF5F8-9C8F-593F-EEC7-88F1D6B4070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CF9B93-C249-30D2-FB59-AC19E3DF3A9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EEC643-CE11-84B0-4A6C-97D227EE4EE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E0D096-27D3-2B05-959C-0B8CC8684AC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B18C33E-526F-FA82-26B1-50C8794FA90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8026B8B-EE96-FC6F-D02B-1AFC6BA4545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C02F5-7DD4-24DD-FC0F-933BAAEA95A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4615DC3-4972-50F1-0A47-4564ED9CE0C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13F7A4D-CBCC-E29F-F156-7153E0935ED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0DA0638-434A-3CD0-B9C6-5C169E4EB65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FCD514D-60A2-4D7A-C3EB-051BC9515A3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3402BB-4976-02F2-3F78-2354DB982F1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4B389FA-AD5F-E616-7371-FBD7D057B45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323C237-930C-2348-883A-31A309FB054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EB918C5-1F1E-F96F-EA56-369EC2DED8A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584E1D6-B6F3-BD79-2BEC-A415EDE7237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CBD00FE-F24C-D1A3-C219-2B9C33B2683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C6962AB-AAEB-EBBE-CC7A-3776A9C6BCF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7E3D26C-976F-81ED-BA6A-B3592FD8E7E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5CADC7-19DA-CDE4-F5BE-E270693DE13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BDAA566-155E-75C6-ABD8-7A2C583C99E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F0E0F14-C473-FA58-0D31-796B44CC88C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B0B3C56-DD35-7A8F-AD2D-ED191BA9EA1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8535253-8EC8-486F-E049-7EC2CAEF9C1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971F6D8-CAD0-9230-53FC-E712AC6DE73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1243DB-CF40-EB7A-C8A8-F4250AA9CEC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5594000-3A5C-7A88-46A1-4FB303FF382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154113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EF818-AFDC-49F8-3236-F5E5E950E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86BFA8-D178-A8E6-90D9-BF7B07C2642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CC020A4-164E-388A-A397-5D3AFFBA8D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43D23ED-3BF9-9805-3870-ECAF165D81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2A2904D-4784-3EBE-2CEB-150DBBDBD3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C1D8AB2-A839-9C7A-BD31-968F3CDA1B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5580462-7A21-1A02-859F-37708FD59C7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F42FA7-8929-8BFE-2C04-3EF5DC98D67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FA6833-87D4-8D84-8B90-B28509D8D05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DBD479-E15A-87D1-C6F9-1115E940529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AA912-78B8-973F-490B-5293E794079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988388-372D-158F-63C7-FE52A1FCCBA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BCB0AE-BFB5-6BC6-2CFE-A3A94B3087A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A97775-065F-4F2F-6EBA-C551340282C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F9CFFB-B26E-EF4C-6CA2-2FB794BF467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9B3173-AEC5-8255-D3CA-D9CE355316A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E06BB2-E18D-C413-A6C2-7FCA7448BB8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0D2BDD-E204-6CEF-69BC-9C9AAB01B55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609247-70B0-30FD-785E-3946EB03854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811705-518A-817E-4E38-08CC821E713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BAB6BC-6187-67A5-A4AD-7795A03E3A9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ADF6E9E-734F-370D-BA8F-F4D30DE1E3C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5C4FEF2-9995-E248-A1BA-AF498780851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5F2CE07-7714-8324-BE09-E1D4D767824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03BB3B-BA62-07DE-D039-978431F5BCE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9DADFB5-EA9A-A155-8B75-A6B67743646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8885C54-CB85-111F-71DC-CAD4E70A8B3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487529E-125D-6388-0C57-FF3030CEA73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0A4EE5-706A-46CF-9DF4-D76986AF9F4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C7FADA0-87BF-D5AA-4D81-959A4F0ABAB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584E743-34C8-0E41-5C0D-BF1A63EB9B4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EBFCB44-65B0-10A5-848B-DB76BC075C8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BDA30E6-E7CD-DDE2-CC9D-9570FE2FD36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59286BA-9FAA-B5AD-488B-E131AECB087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8E37442-D865-ECF4-9883-A1B8B6F82A4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93C622-59C9-F39B-BDD5-A1C4C613FAF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FC5358A-0CCB-F5AE-5EDC-0AD2F645A9F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DEE292F-A70C-B27F-523C-C691D96E9BE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C15A77C-403C-3373-8B52-7E80AC731FE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47B8FF-E291-F5B6-A524-91F3349851C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C7649DE-2419-3F3D-1B62-172B72B7984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FFF08E2-D1CD-23ED-90BC-56A2D743039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9B3AFE-BFDF-F014-3E1E-AD86257E4F4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1C1AEF-CD3E-0534-D135-0AA814BC73E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615B0F-5F1C-A3E6-DAF0-660E9CF6DFF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8A39F06-45F5-32F1-CA40-0D849277ACA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E002A11-A5AD-4528-F780-736C69244B8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3E3C166-91DE-40F3-D01C-8B661792FD6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25045C5-7745-4D05-728B-9BD4BABE1C4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EFFE4A-53B3-0C96-CA57-872602B463F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678E42A-A8E5-9B79-205C-01CD5E8E9CC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9362AD-B5E1-238A-FBD3-CB5D631D6AA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C70803-2902-0F06-AD04-2F667771A95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113DA2-D8E2-64A2-437E-F92A780FBAD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941F75-B95A-1C11-EB78-AE4B4CCC7F7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9028B73-DAB1-1E43-0092-804A2400F47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30F29B2-6964-ACF3-0A78-1B5658CD4AB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ADBB1CC-6701-E0BD-C75A-884CAC0BF77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B73DC01-7EF3-7138-346C-9E98E621731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50960D8-D4C7-C598-ECF6-F614416CF6D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D296DF9-D7E8-044F-82A3-462F386A0F2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2CF81AB-A63F-DD06-07B9-2BF20ED8439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15CBB27-D20B-1AD8-98E7-13215BB0A05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2155CB6-FF5A-280F-5076-20D62A0DB04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B618C00-E781-1B23-628A-AE9E2420F83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F49BA81-039D-12CB-62F9-70BAF058183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FF65FBA-C5A8-4173-EF1C-F1CEA031359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ADFD7B5-73E7-0486-AF4C-F1C9E0BD793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0927815-2A54-9C90-E552-46BEC85832F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3519DE-45CA-2A91-3D3F-F9FEF089C77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D32B46-0BCE-03CA-57E9-1539DAC8BD7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8364570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CA61E-9C5E-3860-ED3B-48BDE04A3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A0511A-7FD1-A196-0284-D083F4D0A0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029AA17-B937-0C57-8A18-EA03940EA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30ADF9A-EB67-52EE-F921-3840D11858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E2FC327-7B2F-C6BD-CC14-1FF2419D81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50606CC-E0B5-7C18-E799-E77CACEFE3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C055F3-05A6-A601-839D-6CC6D3C1481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55A766-9A0C-1F5C-14DE-540439CBEE8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4BE22A-1D15-24CC-5A4F-9C3E616526C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300DD1-1FE3-3477-EF1E-2F899300515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31FC59-DCB1-D004-77B8-41B2CBA705C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5FDA74-8DEE-46C4-70E0-E63A7CF9C26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5C1C31-FB4A-5556-7BE1-715B2A13159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13BB4D-B1C6-3333-98C8-03DE393FAB2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7D214E7-FBD5-D102-58E3-58AE1E23ADB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CA5604-1023-C134-BE26-E9503E8D47F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8413D7-346E-04EA-FEFF-1FD95299ADA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FF2CBE-8E4B-8036-36D9-53890081DC3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F7E6DD-41E3-14CE-5A71-CCFE43106C3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94FCE5-5B61-BF09-8042-74105323B8D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A719561-8B6D-DE25-B4C0-3D39DD75B1D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7FC4AC3-B1D8-A276-3AC2-738E895E453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8B40220-D591-1F54-3556-53C0C288BC8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12C85A-E31F-0C49-08E6-26F13B86D8F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EE8526F-6A5E-DA0F-30AD-E26E18D4565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2C762A0-7463-4968-1A04-0A568EA38A1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26B8E3-29F8-86BB-EDFD-8362981A75C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4DD394B-5CC3-C802-24ED-100E91658CE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D3FFDE5-C150-0649-F9C2-58043DABF66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02A306F-0182-2456-50D2-AA439FD2AD9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BB29762-F56B-3115-1D17-4E8C57738CB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CABAB25-617F-AC14-092A-8A64489FD7E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560B572-B74C-6A7D-6053-7E83D8FF81D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ED9654-9BE5-D2DD-E5D5-8CEAC77BFEE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6DA746E-72AB-2557-CE61-E9BD8FE8DFE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65D3C6-9030-29A9-5223-57F90246A7F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F0EE746-F587-F229-8CC1-BA9E0082BAC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6D682BF-2014-8719-036A-79FC20125B9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1663C14-66A6-7F91-71A9-323FE4BA964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043FC2E-3FAF-6547-4DAD-1A9FC9FA2F2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7DD9E32-4D66-76CB-5FB6-41509E20F2A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2C693B-22E3-7165-882F-DBB38233107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053E63-6698-B693-7CD0-1871356F930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66929B8-5C33-9BE7-3B8C-9D82FAC7AE5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4275C6-4D97-6B95-3A5B-74C85EA297A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23C6887-C777-A395-58C4-27C82A28188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026C70-7607-61CD-4099-173D292BEB1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1D672C7-7C4F-6232-8102-EEAB460A0A9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9549629-8F3B-A1CD-9B70-9B5D0A5977B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2EDC0D-D315-92C4-536C-91CEEBCAFD4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45179B-1163-F188-E123-7DB8F7008EC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7CA4C4D-4FB3-152A-D070-DD46468DB0C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1362C4-2B49-1C7B-FB02-418C6B93E75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953A532-3849-4C22-A5A8-0607997CCF5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ECF2957-9F70-58DC-653F-E40078610B4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0BD108F-CB21-BD36-5FC3-15B58023661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F328BA2-4814-5447-822C-0EE4877B9C9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7354525-556B-2164-CCEB-846D7491F2E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4E57609-C06F-8F42-97B2-044D6F49947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3E42E8C-F00F-5F9D-2E5E-CCC30B40D9E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DF65C63-03BA-BE03-9E3C-A7BE1E4BEAB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048198-68FA-0E64-E9BD-48B023DA56B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A844055-82F4-95D9-E548-D5A0AB76BBB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A94EC9E-07D4-ED6A-2BF9-A2189EF9275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E05D8D2-E4F6-8812-C0CE-6AE8AF4DB8C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A3CAD3-A1BA-3DB7-3777-EB9BF02A1C7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FCA09F-BC5A-48CD-CF63-7FEDC6959FE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33B221-9DB6-D578-24DF-CB6C2590D12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CEFE45-F387-A997-23CB-4970FF6935D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28D57B-3FFD-1343-3965-15E8F924DA6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C8A2FCE-168B-0ED5-49AD-418293CF332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223251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A0E9A-5B5B-B12B-E6F1-C52B32134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1B0F25F-2516-9C34-4ACE-C6C6D17516F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5C5DEFF-9680-3A4B-0B9D-9F15136E52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E663644-E9E8-A2A7-8007-23315699E2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990C0A2-DFC5-CDCB-2DAA-A8030D4F36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96D550E-EA20-E11F-D4A6-47E4990F93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2D219CB-554C-F10C-7CF4-6A5AB86AF49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769F5C-A247-1626-95F0-C1C5F0B7323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5DE3B1-386F-8DDD-CD02-F4D87E553E6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5975B8-3F73-5B0A-4A57-9B0A6999726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B47B6C-D35C-C281-6CAC-06B81880C54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DEECAF-6F5B-302F-7A2D-7DD7912A7B4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4D4FC4-3961-A231-C0F2-5ED6800227E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A118DC-261D-10EE-146D-D8456B3E691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FFE7D2-8D72-81E3-EB0E-9FD5256AA09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CB83F2-F947-2BD1-2C40-14102D78B7E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B9E1A5-D004-8E42-A88D-639B4110076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FB715E-4987-0ADC-0A18-4E683810658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A6AA39B-FC6B-B7E2-3A10-8E064668206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F8D70AB-B402-2CB6-9407-D681FABF048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BA27FE1-AAA6-072F-A332-C8D516EF9F4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85D39B8-7713-6965-6BEC-618B8B1C2FF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6A80D7D-301C-B15A-7220-4176F347F96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4F38EBC-EE85-66D0-B55C-ABBDEE040C1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BB26AD-E229-BA51-E24B-7ADD6E9EFC0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DB4445B-571F-6B48-822E-CA9FC6EE7E9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5C28EB3-5A63-17B7-08D5-F02D59D3F02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4AE4C9C-4E57-1E84-7E15-4B7706576F4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C0BF91-65BA-C069-CBCE-7035F326921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8714BA-224A-CADA-6AAA-349E0E86007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41CF690-6069-CA29-C8D8-E6E5B306B39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4065077-B329-7AB4-0A5A-26F68CA0FFB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D2A6E22-F721-6FBC-4A06-98101AB640D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2AAFF11-FD72-741F-CC43-E46FE9259876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84A57EE-53B5-480C-BE8D-39994920556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B19B97A-1D87-EFCC-3765-BBD1C1FE23D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8F427DD-4A5C-B282-368B-483E2314079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AD60082-CDAA-6CED-2EB0-C1BB786D443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C714038-9A6F-ACB3-2E68-79394C5B36A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77C9CD5-B38F-2929-E342-6C5A0E2DB61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D66753F-BDBD-5EA8-E0B1-9D865FEFC4D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86D795-2D7E-4423-F73D-7CF261F4DB6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879037-0E7A-22C3-8AB3-831FC51BCF8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370C3BB-7D94-1229-E951-CB66688043D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E785D92-B887-9B48-BC6B-4A194AC73BE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B02C51F-9248-384B-6B6B-32F09FC4A55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80FC0A3-D71F-B365-FDD0-CD81553575E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9465442-536E-ADD1-2F1F-826CD089042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ECAA656-C54E-A3C9-0C2B-6FCC2AE7C9D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7F1174-D855-1638-39A6-79E6D3E2D99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4CA4BF-AAB7-F1B7-DF1B-C3BAEDC4E8F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4982D19-9911-0967-4689-1AA25AB3116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ED921E9-65D1-9167-DD5B-7D2C1C3BB06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685561D-015D-E4F8-C371-4FFD401F678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B794FDF-C3F1-8C3D-35CA-210CC6932DD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7696024-4A46-565D-DC0B-A3AA616E840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CC6A1C4-FEB9-68DF-0651-4F495CF83DE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3DB3768-B528-5338-AE5F-260B24D0625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9CF97F0-7D63-7C88-458C-CDDD73F68C3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E39A15C-5B19-4B92-E6C7-2611C5E6134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E6CDB2F-13E8-4597-8296-CEC869F0422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E7E1E1E-5F88-536D-5D4F-878ED9BDF35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6F1F77F-C0CC-D08D-A6C5-3602E2289C4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907BF65-2E81-2B66-2A01-5CD840812D3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52EE67-9BCF-2386-0710-237E289578C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12A994-8B3E-115B-6D73-C0DB2EECA05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A4E08A-B6BE-7DC9-FADA-1FFEB55461A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7B9AE6-D326-A6C0-037F-F6F0E40BE21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231583A-5A72-C90B-5609-7B2D8D57DA4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F24374A-01CA-1390-EC8D-C3262928770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D779664-D24C-C383-712B-A81B7C45855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451629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0A320-09C1-843F-32ED-CC4D373A9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20A39B-D3DD-86A4-DBF2-7D6854C746C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(And complete Row 6.)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DFE3201-1ECA-4DDA-C32D-15E8B32B0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BC4E64B-7585-A264-D37B-5728E97A46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B0A4673-ECD2-08D3-3E1F-633E3C3E05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5ABE5C5-0A1C-482E-F1AD-9527032690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C71CFB-13DD-4225-4D8D-85A73F20118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7DD991-11AC-12FE-A06D-696C03DAB01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6BAC06-B063-894C-535C-CE39A932542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CFF1AF-5E6D-E2D0-A48B-216B0DC9821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F8ACEA-C1ED-2497-582F-CF3E04695CC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45AD5C-0F44-E8E0-F1E7-806812CFDF1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4E78AB-0D72-0AC5-21D2-C6D96124ECC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D2227F-8103-787B-86AB-EDB67142627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2CDEC7C-8B39-1CB5-0CAD-0713E8411E5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F2FB70-FD9F-0808-BA3D-9AE49293074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43C7333-D192-A9A1-2A27-A9DAC2A13E2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D9E8289-AD31-878E-12CB-9F01B3B4053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12DCEE-A910-DE9C-1154-33B297D3610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AADC046-8001-A524-73C4-FF8BEC9FBE6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8F60CEC-3622-29C4-2007-13A89B661A2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25F91CE-6759-7F3E-F9CB-6F059742146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A58DC94-AFAE-28D9-DF8D-F39143ADBF1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090433D-508F-8B1B-6B06-1716F1738F0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516BC6-2BA6-D533-3E53-B1229945F7A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EECEB3A-E013-C913-7C2F-F635771A6E1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BED0898-7CB3-8C8E-4D04-F5D3DCD853F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34243DE-5943-F7AF-87BA-608571987A5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C80D0D3-4233-30E9-8E71-1ED373B6A76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B1A2AF-90B4-54CC-F0BB-219DE0F8A6A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A7C3B8E-4A03-CADA-073F-A28FF1C5F88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B5E4CF3-BF47-E5E8-B992-DF1315775EF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927876-A43D-B8B2-0BD4-C1ECF1F9F22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98DC97-B5FF-B651-18C9-44CC5CA8809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B5C885-F45F-37EA-D601-61D93DD24F5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3534619-20BB-6454-4927-B884136F323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4258CEA-2827-DFAE-9CC0-17F053F4B93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FF1308E-C17E-E7F3-DBE7-1BF3EA5E805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6A80ACF-70F0-EFE8-6D5E-E0C101EC127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AD72C6-8B6A-FF23-1703-EF7B8A3DA6F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C69A47-8417-5982-6B1F-39CE1DA2D79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9DF15C5-F128-E4E4-1A47-ECC1B668926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B50CAA0-1805-2CFB-26AC-B047E5D8E5A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BFB2526-991C-22DE-BF2B-E346594D114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A999BCA-9DD3-8705-4D3F-6BFE1616074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55C8CA1-B0F1-FD57-4CB9-5AC3A553BAD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A6AABD-F73E-5513-17DF-18EE703BF17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D547F2-8A83-95E7-93A9-B808F8A8AFA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EDB3DE-45D4-B5F9-1FBB-6D56BBE3EA4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06862A5-2F2A-CB0F-910A-CE2E8DB1A02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EC37239-D31B-EF3B-E6B7-695FA99A26B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8DAFC3C-9C84-6D5D-A18E-38BAA0D47B7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8EAFAE8-71DA-2022-15E9-920EA073A0E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004027B-503E-1F25-4264-7FB46E405A3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11609C4-57C9-EFC8-4D8D-C77E3153F54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E9994CD-8518-5983-2649-B02D543573C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D06FDAE-EC84-5F1A-2616-8E3F5A102B0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24AB399-A6B2-D2B3-7DBE-8BBA7574936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0979356-5256-215C-47F3-27FC9CFB63C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62E905E-71DF-D8E2-9DC4-036C4B3AD87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6B1541-98B5-30CC-AAEE-2396B431462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7E88450-41BE-A36E-F269-1416A70065F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71447D-74D5-B267-5587-DDC2575C339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0AB47F-AD07-AEA1-AC9E-FF881FF63A0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143DF30-CEB1-223E-DF75-B06C5BCF0AA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86D4B3-00C2-3AEC-D4FB-11720904151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0EEE76F-984B-E930-2DB8-E60C1649917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597290D-51A0-189F-3E47-B153321AD16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F12956D-1AF0-9810-1F3A-07DB761ACB4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AAB202E-ADD0-494B-C305-767B67E2E7A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1981C4E-BAAC-20E5-0555-23A1A4ED160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CA3710-BB4D-77DD-7A8F-DC4158CC90F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14662895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DD823-85A8-A2CE-21D3-F43D59D77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91136D9-7E08-EB61-D6D9-B75CBBC6C5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9D0BBF7-10B1-7307-4777-85E936DB6D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33BE086-5535-E9D8-70EE-276C8393B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FF74FB4-2BD8-2459-FCCE-311509A62D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D351C8E-BF9B-582A-56F2-3416B01EA5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9B8DFF-8214-EC16-9E64-8CD3BF798C4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1B152B-0D78-5405-044C-9993E6AD39F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F6C6A7-5415-E5C4-62CA-283EE506ED6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7F6946-F7CC-BBDA-4FCE-85345D9C551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8220FA-6E43-7945-468B-2F300ACFD90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8EB054-3FBF-D8B9-E4C0-8824D7E99DF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9709FD-18E5-8EFE-80BA-18C7DFC5F2D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CB9E09-1C19-8FB7-3CC4-F9D4BF067B4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D1EEC8-A7C4-603E-7F55-D30253EB83A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C032D7A-8A2B-DDE4-3F8B-438B17FC15B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1B7AB06-2B77-993D-955D-A82FBD2CB25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B09352-4066-BFAE-D895-C470FE92FD1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34183C-E445-9857-034B-851932C1A40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4FC8DF-F457-1B8B-FDD1-66BF1C00F7A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D564CC-66C4-1BC4-0BED-51C44D2D929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52A274-F354-0D5E-B49B-EAA22C9BABF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53E10E8-59DB-05A6-D404-4FDFD361F69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205BC0-99E6-0B87-5847-733A189C41A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C086C5-9B61-CDC5-6A6A-ABD2B7EC741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8E6FEA-0400-EAE9-24D4-2774842F46C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768B94-3625-C5D5-BE90-822070DE047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3622D68-7CD4-8EC6-8474-EC43E3E349F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1F20B82-DEFA-687A-8877-5223F196188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08D6EA-8E9F-5B2E-E2FF-E7305C63754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9E2CD5-63A2-0377-690E-05FD44EA41B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6784E1-CFCF-36F4-82E1-2F821919693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4CE7A22-AD9C-7115-4C02-898572066ED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62047C-6195-0531-6069-8C9431BF14A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7320D10-2478-60E3-7920-8FF00B7B026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5700458-031F-14DA-DBAC-118D8578AE2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97E312B-851F-DBA7-931A-FFFC067EF67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A59513A-6075-86C7-7B0B-886DC224FA3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584B082-4DBF-660F-B2D9-E6676F1AB73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B9BB62-CF39-D0A1-0D41-522402A3ABA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4CAE7E-7711-8B36-6A1D-411F9A52480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1978FA-8691-E32C-E208-FB8F54B8E2E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6587E70-CE08-CB7B-BA78-CE5E7DDA34F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6F84B3D-24E6-2E93-FD74-3A6089834C5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E95FB3-9607-C9C6-BBCC-D1D454BC5DC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516C2C6-D789-01B1-C934-A2D2BFB054B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97B800-E655-76A3-7905-E7C87538D50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855174C-109D-F89C-DF07-B880B6745AB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DB76011-9710-21E7-9251-1095E3BF4F5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A4B6532-E80D-324A-1740-84042B4D24D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DAB4C32-737F-4461-8CC1-DCD3FF658DC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236FF61-78EB-7186-84AD-E88B94E434B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C3078-A70A-B5EB-2E5A-5F7E6838CDB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8DF966-A2B3-BEB3-5350-32082E5626F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86E502D-FC97-2A47-426A-E706DD89D30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FE84117-18C7-1082-D12E-7133D00D249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684D797-164A-C593-3424-ED5D6219406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3CB70C1-C98C-17A2-9FFF-AB8CD70A781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D0615F4-3286-0799-AE85-AD48A9EC6A5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F0ECDCD-8CB5-2ADC-3456-58047433CFE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760E207-C6AF-5FB0-8C1C-C5342CD45B3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4F2D903-407F-94F6-885A-F93689A2B84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A60C07-EE9E-D5CA-5370-3AD7C4E70C3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964B57-67D0-0AF6-DBA8-5E51823FE45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4BA933-3A95-5A8C-035E-C2C6A4194A0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0B3674-DE7F-FF47-9DCA-FD31A606107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44DA57E-01C2-1FF0-4BB5-65AE2A09F76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D935CA-593B-133F-C45D-F3869FF3405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A2BA8D1-2684-A4FB-E530-31B6DBD0984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5E6048A-BA4E-BF27-BE7E-DAF3D48CEB3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BB787A8-822B-0084-44CD-67C9E42ED5C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9E78238-9234-78A7-0808-0B519937D09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76309254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56CF6-6D75-9F28-16EE-E44FCDA0D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BE6AF9-38AC-8DA2-82C0-E61CE071D3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D57F71C-7AA1-2B1B-CE42-70A4B55CC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98E2023-5E01-8CCA-D554-3A8D7D4DF2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22F777C-E750-238A-9D15-49F4749EC8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777B0F5-2F47-B0FF-E07A-64B20D2428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F81DD7A-E2F3-0622-41C8-E14CB6BF30E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5826F8-3EC9-21FA-5A51-2ACAE6EA7E9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5CE939-6763-4501-85C1-0177F9D05DB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1CF669-6F09-0230-C04E-1C4988277A5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EE709C-EA96-0BD8-D2D3-9A60605EE58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645C1C-4732-39BE-1046-D33B370E2A9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020391-0E47-CCA8-9671-59F94ED8510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2512E5-1360-A837-A8BB-3C7C6356078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974DBB-F4F8-8DF8-8177-FBA3D058196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CADEFA-AD2A-F684-57E8-6B8A416BCED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7B3E8E7-853D-1ABB-5B0D-35022CF5B74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C4E0F9-EAFF-5F36-1573-B569FDFF1A6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334A8E-37D0-B047-A7A0-A933C7CED81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207ABA-C2D8-4FE7-2064-0F9FC227CF0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A876A-8406-8A49-4632-1E5F25B981C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738DF7E-034F-A617-DEA3-F41882ACFCE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0369797-62C8-E508-C81E-7EF054A5179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408481-9E3D-891C-C60E-6954F267E7A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68E8BAF-8755-D25D-4134-4CFBD5047C9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E06BDB6-2361-1914-2BD9-F3AD30E0325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763981C-F4DA-D835-E209-D79DE510F9D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872BCA8-CD0C-13A7-DE1D-854AF2E8E0B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D278B33-FAB9-3629-C555-C23B2EBAFAD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1C96540-61BB-3D65-81A7-E3BCF3655F0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C11FA5F-6D83-E90B-95DB-737B0BBF1C8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8C97DDF-7130-A85A-7CCC-BB9B0090010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34A9EB-0A95-C0C6-E52B-B4E05C55482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4CB9A6-150B-8DDD-7EA5-8A774020920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DE145AB-E860-D71E-3DCB-10A01EC7D9A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A4E6F8C-6203-FB18-A2FA-BC0276EE292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BCD89FE-3926-9728-6B65-3D241F19F94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6786E79-142E-9542-5546-7927A053E19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305334A-4FC2-24D6-6AAE-F36FD097FF4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4AE723-D6CE-CEB9-A6D7-3E839F345EF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B03368F-31ED-5C72-3772-1205DE5670C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E463DE2-CFA3-121E-C85F-292BE83C608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6EC320-23ED-F021-53C3-868F2D82F58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D48EA4-7FED-80A3-0C24-7E863868A8C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828A30C-B674-DC2F-F93D-C208275A6A5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D6C2EB5-E0DB-6ACA-0D04-F0A1AE2F5C9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1BCE677-0BA0-9638-D87B-5B7CE6D9302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DD75246-843A-AF6B-F9E6-1D0660328C8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D00671-6707-5872-CB06-5957212117E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11DD1F9-658D-FFE6-5823-7731846F3B7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E2DCE08-F8AF-6495-F170-D9B2AFAC1EF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C398E44-B2D9-700D-45C8-004107B82A1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253887D-AC16-1D3F-EA49-E9619ECFC63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0E82AF9-306C-E84A-8770-542D4DB2C96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E2A727C-AE14-FDE3-7E6A-2D6F0473E40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7EA0CA9-FD61-6F30-0DFA-B0F374F6C0F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F73730C-B6F5-023E-DA86-8973286E818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213647D-4646-086D-DE71-BAC2F4D4A4D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C7F9E-8025-D295-F6EE-1A469D74F8D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D6764EF-2C06-942C-6C36-B371C4307A6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371B8B6-0F2D-1584-260F-CACAAFB1301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F7A66AA-A1AC-B867-9072-352F5BFF195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4B6880-DE74-EE4E-54EE-36699520645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EFC8BA-6024-9509-7FF2-22BEF659F93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70097A-6FB3-C6AE-BB5F-91BD79093CC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B38A12-DF0D-151C-0B93-41544F728EF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ACCB353-64D5-A9CF-3A90-9FA4E6F5E8F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8A499B-BDAB-2B96-2FE3-4A437F52952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F0FDEA8-F899-C2F3-A9DF-F8194CCE7C7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738A0B-8B8D-B6B7-E314-E7FDBA08E92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BF2D8DD-3594-59F5-C19F-3EF24B89BB5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577EA99-F0D6-C6ED-312B-9B1041DC151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1ACB610-E76D-3DAD-44DF-3FC0AA9494A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55953A4-8E7A-0D44-8E35-F2E26D5C3FB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  <a:endParaRPr 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7242979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C45C9-28A2-57E6-B1AB-60786C778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1291D48-B3A0-8BAA-73DC-B3421CBD72D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Columns 1–3.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1FFAB8B-DE09-83D6-7227-492F6AE72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C4AFD8C-C670-4BE9-9476-D029A759F3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17DFD0D-33FF-D4D2-CD3D-BB2E0F220E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EBAE6CD-4FE2-2779-3E5B-96C5B71A58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258570-3518-94BF-D458-D529BA0E06A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15E962-4341-05FA-3F62-88D26909E0F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89209-1BE3-8493-4822-479E9370011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49883B-B659-232D-28DA-6402A6C9DE7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A77BAB-95DE-B215-2C96-87971EE3E5D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4E2EAB-D425-A155-0A9A-729DB947AAA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91F58B-5CF1-2C62-F1FD-3A0E748698A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06932B-6F71-61B0-7432-9D117DAA1B1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501FAF-0134-9381-CB04-D5D86005C72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173465-0441-E6BE-9DB8-035E43B614F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EE1285-377F-5DE9-6B45-9C191F26A50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EB32E7-D149-3153-5728-A9B37F9DCF6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BE6C93-B312-D413-0234-6C599796C61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831427-42E9-68D1-DE87-0E075774484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4270C37-E4C1-F282-AD52-DC26859DD66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4FA0ADA-D2A4-4A08-3C66-7F9FE53B759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6B6D713-5361-585C-D058-0D54658368F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0EF205-611A-20D7-AB07-205A489E703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E4BB5F-FCB4-C026-5ABF-EA9FD31C92A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27840C-5A96-785F-43BB-AD71C991691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CDD3581-0B57-2728-8511-A09C99AFF3D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878768A-3E96-B9FD-1A1F-113205849EB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7283D58-0724-2A00-8C16-44A5CE39AA0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A2F272-BB52-1309-652D-DC4A6884907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5571664-9773-9DB9-D437-EE73032F49C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F1D2DB4-40F0-333E-E2B1-1CBAD99FAE5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E571586-B768-5642-4B3C-49CA3DF8129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A821DD-57E3-A5EC-6154-29679DEF669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F4A62B5-7952-8108-DE92-DE83F28CBA9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48CD96-1D6D-A00D-9159-AD4EA9298D6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30D9D24-4BDA-7876-4C35-BDCD3B42F68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054DA09-93C5-A521-4485-DD209B8DBB6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32C9A18-8A9C-563B-F90B-AD6BACD32EE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B534FE-FF37-256F-DD81-941FC0F2D32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CB63EE-F267-20EF-D98E-5C860739651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2D02C1-F873-D331-4FB4-D575F732110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5B857F9-13D2-075D-CED3-FEA581CD07A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B8AB49F-1499-9EFF-139E-8C0116B6DF7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12D84F6-942B-515C-2D5F-BA2CF275E1F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83696F-A474-A515-01BC-65867BD33C5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5E0F7E-2EBC-A6DD-B352-D256C80802A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68082D1-2BB1-8F23-62E5-67618575D3B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7AC0C3-6322-1671-882C-62083579361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173B89C-345B-69DE-B64D-5DF7EC4FFD9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109F2E7-02E2-E086-CD4F-A24C360024C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8C739A2-F672-EA61-661B-4DCCF018D17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6E740C4-E61D-2B4A-8A77-D97B236AF45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DCB74D-E584-9E7A-4237-8255DEDFDC2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D288145-5531-442D-849D-7B4034C7166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AF4229C-F0D0-CCD7-A9A8-DC1486E0862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2940114-7155-DBC6-0C59-421D9BBFDEC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BC50507-23AE-1EA9-105D-C87260F1845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20B27E-C34B-81B3-6A27-5469BA7CB31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E083D57-C704-DB5B-DAE1-8C70DE1F712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DB877B6-2CB1-4ADD-5EB5-3D6E4534850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F6C4E5F-77A4-61EE-4D6F-204D15CB4E3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E73E62-8FD8-0F76-585D-072AC95E8F0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F85E8D-865F-0270-E5B0-958FC242DAF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F3D224-081C-E874-AC19-54D1E2BAD06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09713C-28A4-5D51-344B-BE71D1ADB03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6160CC8-44D9-6494-359F-556F12D82CD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213E1E5-6A62-A457-204E-BA451E4FED4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7AF8EBF-32EF-0D5B-C612-CEF99416276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1D6EBA0-873D-93B1-F412-F2202BB4673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FBF073E-3B26-1FAA-C430-C4FE2C0863F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0298530-F57E-DE22-FBB3-AC6C39D8C0E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95848A5-3FFC-9296-C6B5-DED5C07AEA7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CCC6D73-9F22-2305-1B3A-C0B70ADBBE3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  <a:endParaRPr lang="en-US" sz="9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97FDDFC-CCD8-9E91-8D3A-9C701709C05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C303358-9703-0950-62DB-24CE54D94A5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EE8C301-415B-BC13-B7A4-1BB548820D4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57E1340-3924-CD9A-94CF-F6BFB35E477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55ACFF4-7F3C-1DB5-FCDF-03CE461EA10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B3B1D85-1BED-0FA2-6E79-B9DEB4AACA1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8892038-298F-595F-4F1D-4374F4A3E55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9DC7179-B072-1D63-C0CA-34CEBDFC97B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3469</a:t>
            </a:r>
          </a:p>
        </p:txBody>
      </p:sp>
    </p:spTree>
    <p:extLst>
      <p:ext uri="{BB962C8B-B14F-4D97-AF65-F5344CB8AC3E}">
        <p14:creationId xmlns:p14="http://schemas.microsoft.com/office/powerpoint/2010/main" val="208150970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03410-0133-52C6-CC7D-EB66C7599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F9E3B0E-8473-0346-6DB8-32E526A3E55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4442DE4-E2EE-DD5B-8F6B-8D85385A3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71CE0A3-8CE4-6072-65D1-8DB9146923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E59412F-0F47-0505-5EB4-86C478D75F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F905179-73F9-3416-BC45-823F53B896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01DF994-A607-8E00-41DE-4A8BA179FC7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040182-B4E5-6569-CA31-246EFF3C010C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6112A7-3962-CBED-C836-F7C33244A29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FCCAE-60D2-DED8-FD08-51D1E781E56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85A4A3-23A4-5D9A-F867-05E20FEF945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C15931-18C1-CE3F-895A-CBEA6069582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DFB5C8-03DB-36E8-5758-5D37207CD15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72EBDE-B6F9-5AD6-7CDD-160A0E0D0F9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77EDB-A036-1A7A-F31F-57FA572E2D1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7DEA28-93AB-A6B2-80C5-E7DECDC2DB4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24B720-B2F0-D6CD-0ED9-591C81D218A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D871F9-B50A-DFB6-A597-3AEECDFDA6D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FC34F7D-6244-A94D-B227-04EF8E0154F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2086EC6-5077-2079-483E-0EE3EFA3327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D4F1B9B-AA9B-2C5F-4C18-20479EF3274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DEF0184-A125-109C-05BE-82874D4DFB4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AAC2FE4-2A18-0DD9-6733-5B8124C1DF6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ED3AF41-7C8D-3C0E-22BA-14F85D07E9F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00CF397-BC8A-8343-ABDB-7B887083E3D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174A9A-AE1E-71E7-C0A2-4263CA94C0C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D3C38EC-37E3-B8BC-159A-A26D08FC715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15B9A8-C0C0-ACC7-FB34-30C1A4A3043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D07FA39-EDE3-0747-67C7-1BBC3065394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F40D48C-D3C3-6512-A358-4DE89571B60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1284DF0-EEA8-B71E-90A2-B92F960AB57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1EE5648-A593-051D-9EF5-394FA321B80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E17B427-C858-47BF-9732-713FBE47F64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BD15B9-EF62-430C-C3F9-0CED3AD0C3A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AEC1ADE-2F64-6B4B-F44D-144F9843928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7650E7-6AE3-29B3-DF45-C8EA955A50A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461ABB2-C97D-DB9A-86EF-4C3B4082C8E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9859534-DC54-C6DB-7085-BAB74DEA6EC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E3EFB13-0932-F25F-5683-AEEA3354DCD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68EF72-BC0F-2294-A16D-2A48DA5B478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5C4FC6F-6BD3-E1F1-76B9-DBC6D9DA10B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9654831-C5FE-600B-0C77-5672C67782F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C61245A-167E-D28F-86E1-D6586C56256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DF07D99-F39A-DD2F-11B6-2332A70B68A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D586BE7-C5C2-BC56-DFB2-28A212F67FF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4A6FFE-8B92-A6BD-9537-391295068FD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E9F330-E717-3056-8075-EE48291230F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D2CCA54-C128-42C1-1F65-254021D2BAB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36F01A-E35F-1B3C-C265-DE48C11F7D1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1E227F0-51A7-BAD4-22CE-D558DB068E6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FAE4996-E2BB-9696-9BB3-487323A9703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66D2362-E875-7E3C-BC0E-5230DAF2F11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7166DE6-ABA9-91CF-E03F-2E76950CA5C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5E39C3D-17DC-789B-1E5F-C781B6B9F7B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B9899C3-C482-F299-04DF-606992A233D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0D33F2C-C70C-BA23-7BBE-CB981575C36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8780071-1EE0-922A-DEC2-BDB30924AB0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405858C-3AB5-9C39-D904-A50C7D60582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C2F119B-DC57-F0B4-BFA4-6F502CDFD21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5297570-0068-2E4C-355D-683D82938BE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01113C6-DAD6-7858-A063-AC56A763755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951E67C-F4C4-690D-44B4-D0B72F5BCCA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6A39B8-E40D-5DAA-56B3-5FAAF0CE54C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E799E1-1DF3-B77A-852D-48FC56EF75A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E926C7-592B-2B40-7711-C551BCF9415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A98A9C-97AC-8729-0B4C-A8F550FFDD6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07E888-E593-BC1D-AD66-69A8CBCC20A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3A7FD7E-0F8B-9340-22F1-15E73E0024A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8CC50E-61F4-FC17-BFB3-A548B390475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0D07B7-E56A-1710-F8FD-8DF94254429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1CE2442-913C-617E-0C0E-5DBDAFC5A12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DEFDB49-C2DF-F93F-C8CE-414D2B0C1CA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043FA4A-65B4-DC52-B322-DE763AE1319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6BE1424-445E-4A94-F964-8202794EA65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  <a:endParaRPr lang="en-US" sz="9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F7351BB-617D-39DE-DF1C-A9224A6327D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5701DA1-8985-A43B-8951-565A5D313CB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93579D5-EDEA-BD0B-2809-1CFBCBA3D94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ECED0EF-00A4-6844-8FA2-B92A45A88C8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FBF7BB1-4F48-C32F-D55F-86F44404CB9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55CB149-CFAE-B140-2E2B-5CF42E09D05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4917E92-B3C2-7F2D-2DDA-AFBD3D380DD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BF50EAF-F4C4-AA7E-E7AD-94ACE667BA2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1046124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06698-0AEE-8DE0-E152-9B42C83C5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E3B917-EB1F-72FB-CC74-1B8B1F526DA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CDBB9F5-0886-3B3C-CD6B-AE5FD64ABB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C18C0F6-380A-CB5E-6E68-38965A6B49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C3661D2-CA66-07E8-29FB-F435178992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D67D4B2-3158-DB2C-38EC-584A44E481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9E7C20-138E-BAB6-ABF6-5335BC23459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4C1E2E-E729-10CE-54FD-228429E57C7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4DFF13-EF0E-D36E-7636-18E13557392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7EC414-6C29-FD60-673E-2A5D1378568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1A3CFE-A4FA-F4EE-72E7-B09D6E6193E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A359B4-391D-3DED-E005-19B514A4DAD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C54855-1A9B-4168-B76B-39162D7AB1B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D784DD-D014-D195-FA18-E98507EB737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CE640C4-4307-2FE1-1472-CEA59BDEA4E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F8F2DC-6A9A-8E19-C4B4-B7FC093B0B7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7F92F4-620E-12CF-878F-55FDAB8E699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6523C1-7BA7-6010-6512-3BFD6CA621B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DF66A5-E3EA-899D-6C45-B280D50D476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D452053-4AE9-5D14-C3AD-9D68794D805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9FBA97-B5F6-CF07-806D-B59434FBAA5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95F716C-17C9-56AB-E939-21F10C22447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F888A5E-41C9-82CB-CD25-D3F10BD00BB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3DCCF83-C406-643B-0FAC-19E6A5C0F0B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8077384-C462-600A-C541-A44E3BDC872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1AF652D-9F1A-5726-6A88-85D8E362601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9F60C1-1DF0-B561-8640-EF44E9A2145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FE9FA8C-1430-FE27-2F78-647426A176B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B1DEC86-5CE0-13E8-53F3-17BD1E4E3FA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9335AE0-0C92-B284-B5FD-B26F445A5B6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C979591-F1C5-B6D0-769A-3F49832E440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09EDE2A-CD20-CF50-C705-105F4D20722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90365CD-65E3-A383-FB4C-8627523818C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0FB27EC-5B50-6C83-3D2C-3696ABD76DD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196515-7724-69E2-EB62-070B1A72F3F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DF9215-3E9E-4959-E3FE-3D32F13C5A4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D40F1CE-B05F-3FCB-1DDF-15F12145311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BB2200B-66EB-39DC-8D05-7CEA4DB159D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51991E2-DCAC-B2E7-0B58-826B07A2023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F0DD06-F32E-D06F-6A32-312FE173402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C60F30-28E1-4FBE-A05A-B5E7DA11399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F2F91F0-EAD7-1DAA-2E42-3A896002F73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C9D7E41-3E21-F4CE-8BAC-C65396DF3B9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B5C0A2F-B606-7830-EE2F-0F5E5C8C88C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826641-2A57-2ADA-6C22-787206C06FF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F740E85-6FC8-09EA-CF91-B4A0124769F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E18309-52C6-ED6C-1354-41774DAD2F5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5748544-F88F-87B5-F9CB-149EC27E06E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ED53D21-1958-FB30-E40A-ECAB95D21E8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885D18D-4439-DFD2-EB66-2572BD687F7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30FFC16-7B39-53ED-561A-F1A4D756777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0AB3BDE-D578-1EE8-BC2D-A7A98EB80A6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03758DB-2312-11C1-440A-C7DF4CFB8A9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9E807A3-E011-E7CC-5542-1008873D091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C748CB6-6AB2-C8E3-7A59-9228E3BC8F3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555102F-7AC8-2490-2FF4-53C9A103F2D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E1AED09-DBA5-7560-72E6-9B65BA1769C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D7623A0-E3E4-1C5A-DE2D-4ADD876271E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22BF3F1-4426-3A91-EDAE-AE057E09519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5D2A450-A7EF-815D-B347-C349B7D42B7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EA7EB0B-78A1-E352-987C-787DF05A801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675E5F0-A8EC-F46B-1E38-C453E3349AB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0B8BFB-B1DE-3DB3-D1FF-966774F86D4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B5C193-FFD8-BC44-7380-033F0DA1CC4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63F6B8-B58A-F528-9CB4-1764E829E20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8EAA73-0649-C848-A26E-86735892522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65C55C3-671A-E9F6-2C86-55839333B9C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6E0EE24-CFC1-9160-BCB3-6337883F203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D72980C-4198-EAD5-487F-4D45A73BF74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9F6F78D-5773-76E2-D03A-F01F9C1A343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D35ABB-1A6B-8051-ED9A-78E218EFDF7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EB399DF-D36F-47AE-9B4F-BCB128F4DF4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4925983-8621-63B4-6AB9-C42A9FF13F2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563C0DA-A9DC-CF8C-949D-B4A30959DC5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  <a:endParaRPr lang="en-US" sz="9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C1078C2-CD11-0BA5-0BE8-E39E535DA82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5203C98-FE05-BFDC-780B-0A92095C2CB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5F52B13-E559-F6E8-D176-0C965AA05FD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D45D2E2-0382-1198-538E-A151B4E008D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E0110AD-0AAA-2624-9256-80C2192F6AC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7D0CBBC-3AA8-A2B8-8641-1EE90D7A9EC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61FEC48-B88B-EB28-6398-839DE98DBB7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4FC3564-D384-BB7E-8DDB-08A0BAB8A47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0031703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DE8BF-AB1B-BF0E-EC02-5A055CB0B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B6ECB9B-9750-BCA0-0783-623D9A65297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 1 and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56E755A-8542-C585-AA6A-A4F692392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4BB29A7-402C-8F76-AB77-515A152ED7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8EAC827-2120-8AE5-D0FF-8BEB6FE8F6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A243C0A-439A-7439-00C7-2AC8F277A9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3915259-1AC9-CE70-12CD-4D45D95DBAB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7ADA05-A9DF-313A-1507-871C9D03662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715C24-D693-8792-C6AE-C651F2F179E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B13E31-DC85-7589-269D-955789BC564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C27C61-D3BD-F619-B8DA-42EAF1AAB04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A78163-54EC-07C7-0B9E-B5CA3CB7DEB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B20300-F197-B3AF-5E96-16A288C8C3E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3BC4E2-BF73-A093-4D81-FE36B6698F3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1250C4-A9CC-7126-CB35-19014EF8E21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9FF404-040E-BD5A-2606-0BE9EAC6E81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F39F85-EC2B-8229-A7A9-AB63DF22E15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E0F228E-4268-7304-11CE-1C077FC90FA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2B875A-2E3A-F7FF-C78C-E5C142A4697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D6610CD-F832-7115-5B87-B4B09D0C5D0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A7F4203-8021-A773-9F88-D2C439F9647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76D6BAD-DDF3-0A5B-FE18-77BDB3DB16E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3359D06-B415-6942-DD7A-393FAA112FC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087E4A-226F-10D1-7AD3-6780E42D32A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54103D3-E574-2446-6098-32784CF7574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934504-E78B-80C4-DF60-9B754F7AE2E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5AF31F9-4C20-2CD1-65E6-4729DAED30F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7F75CB2-6F77-83D1-E05F-F5B796A5562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5A778A1-E3EF-3796-09AA-202B72564CC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1BFA78E-502B-C84F-A6E9-61C08743CEB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7D36271-121D-5A11-B8A7-4ADB261418B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01A5D99-E25F-54AB-6EB1-27B9BB80524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8B8A16B-265A-6C4A-2044-FC97F047F91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D49002-7FCF-A337-4A3B-FFBAE5C0C10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3982032-58B5-3224-1B6E-69D732230C9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36926D-CFA1-7BCF-1337-9DEFE1761F2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A35D4A1-0BEE-9850-B125-A68299EAD5F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F09AF4C-56D7-7D3F-1F95-A1D568B13A0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9B88602-5AC8-7BEF-EC55-A6D1E8E1219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4677867-1B18-DE43-3BFC-7F3431C1210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E8C6C57-33AB-B2EF-A0D7-C0F849CCD5C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B192423-66A4-34E0-CD63-DDA0E289308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A29370E-A6D8-142F-76BD-F7DC3BE4677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B106A80-636C-C495-7185-81EBFA73AC1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F92A1A4-71D2-2790-852F-08D1ECC6577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C699F35-E245-FB5A-EF05-0EAC4BF1185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E3FA78D-0C59-0E99-806E-DB7D46BEAED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835CF9-FA35-9AC4-4B47-59530B91D2E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7FC8652-ABD7-23CC-244C-91281FF64A1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A8E260D-E518-1446-51BE-32CF8EC1F63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C633999-8448-C485-0444-1C693D5AB03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AE57829-D3A5-F9DE-BBF6-17B53CC0C8B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09F4B3F-8E69-2F3B-2931-7C6676120A2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FFC0D7A-BC78-F580-622F-E20944E5297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A6A8CFF-F76C-549B-C7F9-0700452714C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62B0C02-3C8A-D849-534A-84AF604D608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79E7347-6217-091B-224D-B25499177BD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693A4F5-B482-D3ED-5B6B-386D4A7362F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3AE2D32-B279-FC70-CE14-AFB284F3CBB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4FBC965-FB77-46A2-CBC9-FE5862BCA19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49F0DB0-D117-60EB-FE86-29569E4EB9B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EFA73D3-F7EB-8B7A-2FD8-54F74A8B801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7534A6-8D78-7560-9979-D99C1039AF9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B21A1F-DD69-2BE6-6854-AED0C605863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7F6BA1-30EF-09AF-C434-C48A3291CFF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21C360-93B1-1628-AF6F-3C8258B7CDD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F3906FE-12CB-A952-5C71-A697BF38EFB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DB158E9-76BE-E329-7174-BCA8B2FB8D8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FBA8522-8F4B-E4C1-6381-9F64DDED56C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7E299C6-4335-59A8-B749-FBB0D7A1047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3A4226F-CEF1-D463-164B-7B82299FCFF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03005B2-925F-D083-7B58-136B3AB7792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D57D0AB-A3A1-14C7-B01E-C34BFDE92F2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DE6901C-694E-45C8-8189-C9E286A930A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  <a:endParaRPr lang="en-US" sz="9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913F8A8-D6E2-B53A-32FB-0F76C691194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7600A30-4344-FBF5-D467-7133AFF15D8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728CF3C-5B43-A904-E6E9-46E5411E40D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EB6DADF-B514-C41B-FD9E-38C3495C222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D378F79-A72F-2226-6F53-931E0ECB038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2AA0E0B-00D3-8CD9-D7EB-42671E51D9B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AC66658-EC5B-ECAB-591D-A220502F894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7DE27D1-584E-6468-8857-626886665BC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06FD129-0635-FF1E-2832-FA3E8980859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1D50795-72FB-2714-0AC7-E0B5394274E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8433D11-B7B9-9983-2426-E6E36137C12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A156F2A-394C-FEA9-4C75-2D8E1944EA5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34589</a:t>
            </a:r>
          </a:p>
        </p:txBody>
      </p:sp>
    </p:spTree>
    <p:extLst>
      <p:ext uri="{BB962C8B-B14F-4D97-AF65-F5344CB8AC3E}">
        <p14:creationId xmlns:p14="http://schemas.microsoft.com/office/powerpoint/2010/main" val="239982720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FC061-E99E-F21E-5187-135C9FBB5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12CAD0-C9FA-0FB3-558C-38D84EBE9C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right block the 9 must be in Column 9.</a:t>
            </a:r>
          </a:p>
          <a:p>
            <a:r>
              <a:rPr lang="en-US" dirty="0"/>
              <a:t>Then, this is the third constraint that allows us to initialize the final cell.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050DAF9-D3AC-070F-49B2-89516DA7A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0DA9BE9-66CA-EFEF-D0A3-FCB781D7C0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CF53966-E9A5-0EB0-9174-AA50F9F6EE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5CF7242-00B1-8FA4-4B89-A2672EE53F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B505E1-10DA-175B-B229-DE21447CB21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3ED297-3D4A-EB1B-577A-844E6946D7C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6EF059-4BBA-0947-CD9E-62AA09DDF10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1F1E1B-ABF9-CB6C-089C-B0E708549B0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2A84F6-0A6B-C564-359C-35F35C38A96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300282-912D-08B9-FDFF-45CA66CE5D3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C702C9-566B-4F51-2507-92C9D660509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1C8E3F-B74C-5FD1-2AE4-FBA139DE884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5B0D4A-CB28-BF72-250B-806F31C9025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4A6877C-FCFA-D7FA-1F44-18E052D8C47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314CDA-7D91-C474-7A9F-DCBC7014628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542EA5-9498-CB5A-644E-FC7AE075889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A3F71B2-8906-5B3C-F3A1-CE18BDBE695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1AED27-40F0-D046-22C2-0700232F527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04E639-E669-0CE0-026A-71424C143C9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E904980-FA94-F862-145E-8AD0658C8F6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F59A566-9192-AD55-45D3-A494CEB7C2E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AC611ED-EE9D-47D1-0B75-F8780E9E44B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B36A11A-61C9-E2A3-4F64-CE7EF027777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1A7BA9F-B2DD-17EA-ACAD-17E8B6C645F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9B1DD9A-3932-B8F7-DFE1-B76118012B7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15027AA-84EB-1EE0-3AAE-9D11DBA27DF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CA41B38-89A5-ED66-F5BC-01996290D6B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1E70BF1-CB24-470D-B3CE-F3ECF220024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B48FA0A-8A89-09F3-B646-4EA22E9FD23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D1DB4D1-3D97-5331-0000-9FF037BF2D8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0956D9-42B2-0BFD-B989-D315C7F4E68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4478FF-6217-2C4E-BEEF-0D6A7435557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AFAEC0E-1CC4-1F57-0E66-A5183399476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32C6AA-DF35-8249-567F-7FC96C4AD40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D256FF-9802-B14A-B9D6-93BDEE05A99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B74523C-BDD3-4C38-B373-49FA142E215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B38993-BDCC-912C-5ABD-ED95A2A4715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7DC6F0-C494-F332-DDD7-AFA34DB0554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D51E16-4BDD-8727-279B-003F821C9A2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07884A-8203-A015-1607-ABCB8204C64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5156B7F-5FD7-299D-1709-1FB1FC84213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29BABDC-BD04-3864-0161-25235AECC8D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EC83FFC-0967-C1F4-FE9D-75EBDBE2694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58F93-1003-7319-E686-5E2F1B8CCF2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BA2BEB-2530-EBC8-F3BA-CF8F4AE9C5B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983429-E933-4846-ECF7-32729876ADB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20B6302-6DB7-DB31-2883-1AFA2C263F2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934A460-D891-04E5-1CE0-1CCB3D436BB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4C00C42-0995-E985-F3D8-9495442E3F0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65F9634-0DAD-BA90-60F0-D14BE6F3B48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952B7B4-DC82-F6F7-5A80-1602D242765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EADA8FD-CD92-0580-9D46-843527F7599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04FB95A-98EB-AB3E-3AD8-6896D0AF677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9266C6-B9CE-6604-AE31-693597029EE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0C328B4-BDC6-7203-418E-7CC2D461062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0F0FC3A-62E9-24D4-9036-E571B7B541F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67DC205-BCF7-C2D2-240B-7584DC43AD7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AB3EA1D-B616-08CE-78BA-7886FFA9DE8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4C8694B-F678-7C02-EE9C-B5AB79949BE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395D29-B6A8-98D1-7283-4B14CF29B38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0F652C-536D-62CF-47D8-2A9284F636C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BCB21D-A25A-27DB-7CC6-5064DC03761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B0D965-3D03-BFFB-D8F6-3F66F564457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8737E1B-BE66-18BC-465F-3FF8485943A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E660C45-7E5A-2FB7-997A-D65378D83DD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C1C7E57-4722-138E-947D-30EE1D69E77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A953F13-CE39-DA33-02CA-BA43D97AE96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548AA5F-0C4F-3B71-F9CA-833A844FDB9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2575C6-2005-3CFA-26D7-90631EC905D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1AABA73-539C-2BBB-2C81-776DB852D1D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9F3832E-16D3-E299-F0CD-0C454544AE2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3FC6646-628D-AA9D-8581-6981215EB50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  <a:endParaRPr lang="en-US" sz="9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BEEF8F4-0D3E-AD88-5302-29DB80901E0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D0DA072-F690-F570-12D4-3BB3F5CF014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FF5AF2B-0149-36DD-93AA-7C0AFB77603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D65F0D7-2038-A2AF-A3C6-DF360153919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C14946F-3FF2-70D5-2581-E1CA19A3152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44FC60C-3E2B-D6FF-6430-1BF4F0BB27E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9D16500-B4CC-253F-E5DD-9A24021E79F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99DF010-79E0-A303-F42E-DE65DFDE517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3C72A8D-7921-5D9B-B6F5-6102CCD9F57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8A5F54E-AA9F-236C-639D-9CE98E69AA3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7B5334D-4CE9-1477-60BE-BDBA0C2564C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F901AB6-F607-62F4-FBFE-5A0EEB7B3E1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BCDC67D-6BF7-AA0F-D42E-6896BF68C14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</p:spTree>
    <p:extLst>
      <p:ext uri="{BB962C8B-B14F-4D97-AF65-F5344CB8AC3E}">
        <p14:creationId xmlns:p14="http://schemas.microsoft.com/office/powerpoint/2010/main" val="33899569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B6328-E79C-696D-7E49-754B5310D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75A08A-775C-C4D0-7247-9873350C01C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 Row 1, [25 in 4] -&gt; [18 in 3], which is three of 134589. These sum to 30. We need to drop three that sum to 12. The possibilities are 138 and 345. The [25 in 4] must include a 9 (and the [18 in 4] must not). Conversely, the 3 must be dropped.</a:t>
            </a:r>
          </a:p>
          <a:p>
            <a:r>
              <a:rPr lang="en-US" dirty="0"/>
              <a:t>The correlated possibilities are shown.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285EB17-7B1F-015E-01F3-5431E885D7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17649C4-C76C-CBBC-6ED5-E9EF34D0C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F9088C7-1542-8180-384F-87CE9D2032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D11DD50-2F88-0BD0-A59E-4BDDD5905A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50E9E10-B755-626E-7A0D-37E5D4FFF4D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820EBA-408D-1245-C5EC-0AD7AD353EA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FFFCC4-73B7-5CFB-99D0-2A83A2BD2D9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2440AA-6ADB-0AC2-821F-6E5B9F78AF7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47DA70-E1C7-AC4A-2263-2555BD46B6C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826D64-A21A-7511-0DF2-E27E427CEE4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1ED78A-4DBD-A2BD-62C9-D06AF880FA6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4C0ED6-1766-27E6-077A-2CD6F9DF14A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7EEDB0-68E4-B13C-A438-AFB51DD0BC2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D26445-D3B8-486B-6FD9-0EA56B8C7FE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5696AF-B410-8BBE-E68E-017CE50DEAF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D425775-271E-7AD2-72D8-CCE52FE9C26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A6C5A0-C3A3-B52A-A150-156CED80C6A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9DF7347-3CDF-1E9F-A34E-8AD7D2BD900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57AA790-4DBB-A706-3BCB-AE5E5667331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52E82FC-E7F1-7393-E736-B05C5AB962A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5061B8D-2379-3D07-3A30-D2C3D6F8E80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7B6A9A0-2414-FAAD-AFF8-E27E2054C1C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F53DE4-78AC-DD28-906E-18BE2EA6BFE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1B1A5FD-29DA-AFC3-D07E-7ED0235F97D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AFC089A-7B51-6412-1526-4D2D5020475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C4B190D-8875-AA0B-C300-F2464287989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729DE66-5589-F17B-22E3-75589AD36C1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41176BB-5876-FA54-02A9-6A1CBDAF890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BBE556F-8032-1871-78F2-2552B2E6F8F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0951968-C62B-A260-7C12-CC0A9357453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256479-389A-17EA-AC7C-027517B0935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C3601C9-A410-36F7-B799-D4185014C49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4041AA-3C3A-A6A3-64F5-27521E63029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1B77DDD-A696-EE3B-4F20-353E5EFDAFE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6D6ED4-72E9-CA44-00E1-23BE47F71BC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C039D34-6C94-8721-F14B-1B1BB855920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14A35AB-59D7-8321-4B83-0835C2E1D6F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13107F-6B56-B2CB-5947-9BAEC9BC104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5DB971-D55C-A950-41C3-10EB1B187D3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15D09C0-8D1F-6E25-B1BE-EDDBD795E4C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3ED19DE-CA1B-0571-F9AE-9BC1ABCDDF9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27CDFBF-8643-A7A7-2CEB-D4EB42F3968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9B939F0-2433-E35C-E693-1DAF19ABF8AC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9F40DBC-10D5-5751-F1C7-D5251315E15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F3A7150-E2F4-697E-5C4F-4BA74191B76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B6F36C3-3BEA-0993-FC52-0006611B5B1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313C624-BA2C-76EA-114A-C6C3E2A77F7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881CDD-945D-5787-2AAB-FF2C3867AA0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5B205B5-3444-615B-C949-C306CB9D99C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72B5D91-3E2C-68DF-99BD-C9712B07825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143A667-67A7-A717-623F-21AEB5BCE8D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3A9F305-E58D-A3D2-822C-699D8CD58CF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D7DE3D6-B85F-BB81-C724-80F6858AFFA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A18505B-78B6-BDB1-3BFD-CCB73053A30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AF2D937-1CFA-F0C2-6EEA-7B4ED272F71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A02366C-C9D8-3612-3E50-E6D2708371F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BC49803-3C0D-2583-9F97-A434AF73383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83C2AB5-3A6B-C0F0-2EE9-ED541DE28D3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F9D8F18-B1A1-CA6A-DAC1-C71B337A9B3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E05967B-3430-900A-6A64-018EDEAB088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E4AF15-4734-B041-B4D7-BE09541ED1A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D861CB-6D62-C327-0641-49160FEB963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023C5F7-F198-9D81-B20F-8C8DF07E7FB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0BCFCD-1733-C8F9-0708-C3A99413811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85770F2-C12E-D765-2C7F-8CC1B3B9E02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28435C0-C1A7-ACE3-16C1-B16176CE59E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5CD464-D91B-7978-0D7C-8C3260F232D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C56B8D-77FB-7045-BAE2-28D4CACD7CF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49B4DC4-D7F8-47A7-54DE-35EF0235D8E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9DEDBCD-95BF-CDEB-554E-6A8E8EBBA25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1EC1498-2F92-A4FB-5A91-259730FE0C6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4039E9A-119F-1C04-CA03-C45175C2255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  <a:endParaRPr lang="en-US" sz="9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F8D0E68-94E5-BE16-4C1B-1ED3F58B174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241BB6E-977E-A336-49A6-8880A84A444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EAF84B4-795B-B12F-E214-3C84246967D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9CAF530-BBEB-56F4-26D3-0575E493182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C3DE7EA-7499-7EAD-83F3-0594AC22191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00FD66F-A4C5-FD21-8680-8BE623EEC95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BB52E0E-8559-5B1A-D52D-01445D68D02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36F49A2-CB6D-F648-BC66-16ECCC88FC0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1BA85B6-3E11-5855-6C6B-F6B4CFE2C4F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D55CE3A-AB96-1005-8720-2D8D2006D79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453561F-0876-1347-D3C0-4185CCD6625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EC45B0D-A561-D58D-DF73-5F3C173AC76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ED35F9F-52BA-6E79-350D-275BEED92EF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</p:spTree>
    <p:extLst>
      <p:ext uri="{BB962C8B-B14F-4D97-AF65-F5344CB8AC3E}">
        <p14:creationId xmlns:p14="http://schemas.microsoft.com/office/powerpoint/2010/main" val="36452142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37AB2-D6A5-C574-7CA7-E38A149E8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B3E44AB-8E8A-D8F4-3E2E-80744AAC9D7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 (noting 51/15 pair in Column 3).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DCF23F-70E2-1FEC-F898-CA601C4BBC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25335C6-4372-DC7E-9579-7336AA94C0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78641EB-4E80-228E-2810-97D68DB8DA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CDF8109-A481-3C94-57BE-E63A167448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A9121D0-A147-35F4-F336-9DB9F56B2AD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5D8950-5F19-A04E-FEDA-19CE816500A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F46148-505B-095C-BE80-A25612B24F6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001854-55CD-9658-428C-D4E73D8BD65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76A85B-1A22-AA62-E219-9BF83461C4D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BF053C-D90F-3972-FE0B-D4EFE4FAEB1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3AFD13-EB6D-9B44-589C-8F449D3254B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E10785-40BA-A56B-1006-88FBB5ACC2E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2B8DC0-2E0E-E0D4-C7A2-375442484F8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D44EE9-D665-24DE-1001-0DE126B0ADE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F341B5-9E18-6F7E-5C63-6D99A848201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FF53971-2EE0-8734-8E74-A730968DC3A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053F5D-6BDB-4DC2-8729-12ED569BC84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734C6C7-7473-8FA5-3A24-5DA24179CAE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B791D0B-49ED-6659-DC26-80CAD71DDD4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66483A8-D9D3-E402-45E0-E537D34AB87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53D7C84-FE3E-4E7A-7E46-823DDAC178E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8BAEB67-6132-A47A-6662-B5E5B47AF83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ADD7817-C5EF-36CD-95DF-C6CBC51188E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544BFC-A12F-D9A7-D380-0A350E8ED8E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0FA6B99-A2C6-CE43-253E-7198EC9544D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85DAD2F-9198-2DF1-6788-3E6E13C94CA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43D43A7-AEB9-CCBE-131F-89BB1072970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3323036-8768-2619-F058-AFB240F99ED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BBC50DA-3882-D6FD-9DE5-C134B5C7DEF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E9DE9FE-0864-9BB3-9960-060D8BD742C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69FC5CD-0AD3-5107-8549-0CF8A1041F1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D2CD198-1210-66F3-B36F-B1772709EAC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BD51B95-0457-CE67-0169-4B8E60BAEA9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7A49C1-0566-BF01-2EE2-F11FEBA7F6D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D3EEB3-6C50-F011-363C-F0DDCE69F41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D4A555E-317A-4A55-76A3-00DFE1DE382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D23920-1CBF-63CD-C4A2-E5F65455804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53D02C-E3F3-670D-4670-69E50752411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D91272C-0B6B-EA9A-9A69-6E42BF8918F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AC84241-DD2E-C092-930C-D5C40612FC0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2ECF518-BCB7-6970-4F22-9CED1CAF851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6B861D1-DA5B-61F6-8BEE-89545DCB83C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93204B-2055-3C23-51EC-9D842144308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97F79B2-30C3-9C6A-87F3-C67DF4AF84E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FA72AE3-88B6-91C1-1DE8-3EE538B394A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934336E-6CF1-1550-3C1A-1DB70374EF9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53B074C-E04D-708A-F5DB-BB48DF13937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969013D-3704-AC19-47DB-9823DB3B381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4E862AE-2418-8353-7965-316104A0A6F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AACFEA8-D775-F576-6CBD-2C657421438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726AE11-C32B-842D-8E09-9AC9B512A65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3886677-E9A5-0EAE-505B-01CB54C8585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986B8E4-933A-9EED-5187-78724FD2253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9034FAB-38C2-06DB-B045-A5DBA6BD74B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E815BA2-141C-DDBC-D77E-B1F6828B229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00DC32B-7D41-7DD2-F82E-C4A3EE0450F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969502A-E8BC-5C2C-57AB-37AEE20B402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591C399-6314-EDD1-B5F5-EA70C68E11D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6E45BE-7D0C-0896-7643-BAF8F318824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9535A3-3E8C-2AFF-C72C-376BD4C6544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0D57A1E-A959-9DEA-6831-40B77BDF325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F263F9-5287-C47A-1B22-C6F81E21A1E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A4A9884-20A6-97C0-7E1D-74A1E715F8B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52AC2C4-EA19-E413-1960-D41A6193F1B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F2632B-186C-C840-4C40-273175BA317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AE28BE2-CE93-21A8-4B7C-4534DC223C3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79184E3-C227-07C8-9330-9493E9D808D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ACF9659-2D04-EB67-4849-6C1B74C8399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C95161-E20A-2B60-CFBD-7F50CB00066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4593F90-2E3D-8AC3-B313-95DB21F2DE9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  <a:endParaRPr lang="en-US" sz="9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1C07E91-C9EA-AEA1-54CC-D79E02EB40D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A4B6CB-00E2-2BB3-84CC-9418EF64F2E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D7756F0-026C-12F4-7710-08BD46C47C5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F44263C-FBEB-60A7-8497-7DED6E5CAE2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E7557BE-9D1A-103F-B251-B62A6648BE1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3AAD2AA-F740-97F8-F6AF-E6D63C3F6AE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798C5D5-B82D-CFE6-355B-5DEE09CBBE2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6101D34-DA9C-1AB1-9D7C-728EF8B0403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39DD058-A1F0-0536-E679-538249876D0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04231BE-744E-9937-4B16-9FE8275227C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1C07FDC-D819-8446-A529-C9A9075AD43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5099955-6AD4-3BAD-E209-9DC803D5AF8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A3F557F-D9A5-96F8-986E-935C842810E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DBFFBA2-D759-BCC6-7363-AE5B934D607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54D2205-621E-7D90-8CDE-F1B7890F2E8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127983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968EC-D8E4-090B-070B-6220C1D09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D96D9A-1227-4352-2076-D449036E61F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E18055-FCE3-67D0-DBAB-104EDD32E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A7D095E-16D9-D78F-3B02-A77C35C0F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847A62E-E793-6C07-BE29-E8A05F0619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D4E987C-8189-7BAA-0590-2BE20D613E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FF9EAC-0D1C-7C86-A163-5E2611C2312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0698EF-E53A-497E-8BDB-B781FFEAFAA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93A1DE-F9B2-76D2-764E-903563D003A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F4DC28-B6D0-423E-EE12-BD48332801C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868478-7183-FDCB-2D1A-A470D00B26E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97B8B4-AEE9-43C2-29E7-366E6AAC218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9F9D5B-4CDB-6A04-967C-D973370F7E7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D36918-9FAA-F32D-CFCC-49537A42FD9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F8FE70-541F-4F88-012A-3BEB04DC561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272DC81-A5E4-6C06-75E5-9CACD10D19D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A7BD5C-F5B0-DF5A-D50A-A30B0BEA0B5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F47223-509D-B24F-FCA2-5D156135BE1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5A92838-5556-D317-5CF6-F924EF19F40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FAA2704-1612-A2B2-316E-2F43C162DD6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3CD37D9-CAF9-1485-141A-BCED2F06C09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DDC1F8-F3C6-4ACA-4749-FCC87FECCD5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3247DA6-D8E5-BA9B-F056-3E514D97B9B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ED0AC07-780B-FC56-1380-934EBE692B9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3C4EBB7-A3AC-402F-4C1C-A0BF38C02F0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930BAA1-F1FD-55A1-3746-E2713170ABA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689F42-DBB5-4007-A425-C439E2F4EB2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A00E36-9711-CDDB-7001-397BD0FF7CB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5249C5E-66C9-47B2-F85E-0AF601C98FD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E1C370-ADA9-2AFA-5C19-81463567D0A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B7E0408-64B9-3EB4-B334-2829FD83538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0DCD729-91B3-E1FA-D69E-81286C22ADB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236D8B-800A-A45C-EF6E-A4550C7AB32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687612-3E40-E4D9-660F-D90095C252C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2728A4-4F43-2FC3-350C-EFFFE2DF85C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0938E8-47E9-1E72-5859-40B06B8491B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745D2CC-CF89-E4F8-6930-77FBF4ED863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457463A-38D7-D204-48B7-343FD0C96F4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8F5BC85-21F1-ADDD-E809-6AD21F8BF5E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03A3A2A-9970-FCFE-DA00-9D2A58FF3DB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F94EBA-4351-481C-F704-E444E8F7040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81C72FB-752E-C825-97C6-000BD9D5DEC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B6D7CF5-1DD7-692E-2C89-890DE05BC39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8E47EF9-2755-F849-2C1E-DED42FB5FAA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3F03809-1456-3867-ACD2-5CA24DC16D7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F9D7C17-26BC-D000-8CCD-0906DF6BCAB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285E134-C393-6EC0-2763-9C0A82E4D52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218AC3E-348B-B107-F6EC-59324487CD3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032E9C-1120-648A-3E63-5F763CBF537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CF8FD89-1B31-AF4D-5A49-29D71BFB5B9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72246B0-C016-BFC9-7397-0F04ED74FED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B4003D-F75F-1FC1-274D-68C9722BE3E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119EB56-A164-6CB7-AB91-90671CFDCD9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D8C0DA9-BB05-C375-8739-33C47176D9D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56D1BE5-8F17-84E3-59FD-843EBEBC052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1528FC5-9F97-D60B-650B-E718994B07B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06EFA5-F08B-B157-B928-F215C8637FF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C0BAC0-0DA0-0BFA-F964-0BED7F59608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55C6D2-B53C-6B74-1DCD-03EA7EDEE3B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2D955C-116D-2439-9D6B-527CEDFE54B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C4FEBE2-461A-60BF-2A38-9B4125B88FD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4E890C7-E8EA-D2BC-0C5A-D60EF7A3A21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84FA08-A249-6A82-F226-4050DBCF5A4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7CB310-5B57-00C2-08FE-5AC20579773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38A80EE-5A67-A77B-1687-93B7A6B5FA2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A7407D5-8C8C-D159-4B91-5B069F6B1EA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9CE8194-BF9F-D9A2-4687-044BC94D144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86BD699-50D3-778C-59DE-34B777E4529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  <a:endParaRPr lang="en-US" sz="900" b="1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C50B5CA-5052-5D97-2B94-E7C82F072A6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DE93563-4F03-F257-BC11-8A696B5A3AB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72506D9-91FF-A829-2B84-E2D0BA46404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A140EB4-20E7-36B2-7170-1BE034B2F00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0F9F4B3-90C5-1AFA-F714-B9FE1A183BC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22393D5-75E7-6356-9BAA-06B8E39D6F3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C5CACA6-485D-34FC-FC29-F3E053EF903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BBE135A-B7D4-F6B3-BB2B-DA8F5FF6369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7C55083-C8E8-88AA-F2F6-EBAFC28909C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8016F4D-2516-A675-C906-C2A001D089F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045DD14-0FE1-12C2-D633-065CEE4C59A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3D25C31-14F2-868A-4399-1C876F002A1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4F8F11-9AF0-E476-3C49-6099A9DB980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CB5187-D12B-B58D-E976-32F6FE6F8B3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285C1A-D42C-8F2E-3ED9-2273A62A9AC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4EDA40C-893E-406F-491A-F5BC1AB9E28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06CED70-342F-ACC4-A130-091B8AF1DCF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795B2F2-77BF-EC88-F3F5-CC5FF6F2B45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55E9A13-6868-61E3-DD4B-D21EB20F688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2892434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28C68-35CC-87F6-01AE-30E995B4F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6AFB7F9-9258-E895-C2DB-17630AA22A5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8674719-7D8D-83F7-644A-49D9FBD66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14D4344-9629-45B2-9C46-1218F6EE2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3D2039C-CD21-1D98-338D-3DA0BEB4F0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3411944-1EF8-006D-7DFD-CA3145012E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556674-2411-47BE-8C5D-E802151E213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A4A45F-A741-0CD0-D18A-A05EFB8CF9A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84DDF-D87B-054B-8FA4-181BA375620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433033-EB28-2B9C-8CF5-8AC15D7CB77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9321C8-9676-393D-95EA-6A6158E6D2C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076ED9-7BDD-E980-73D0-C6354BB7A1A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46F0AF-C649-99BF-FDBA-9EDD8C9DDF6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3D81AB-2001-58EC-6965-FBEB06359CF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FBC0B9-498F-1EB1-4D90-6B9D2B298AD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0CF881-972B-818B-E2A2-6721146666F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8674ECE-6918-D5B8-DF2A-5883E4105B9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AC0C01-8529-76A5-9017-5A818B8D5C5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DC31C5-D64A-5B0C-49A1-BDE36524028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E50262B-F929-8161-25D3-624F82114BA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98247C0-E3D4-56D0-B6F9-DFC424103B7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29B6BDF-670C-A98D-8F0E-9C5B3386403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A92A76E-B102-A876-31FC-89E6DC8F98D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05E1CBE-1ABF-CFEC-16DF-1FD8E64B07D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48F055B-F810-6927-D7B7-C970900655D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7D0A62-9245-9D23-159A-53FA554CD5E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C0BF63C-2D75-1930-6C8C-271F2197413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F28A99F-FB24-3FC6-61B9-D96B0ED76E4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80AE8DB-9A07-0C6F-9D6A-F7A3ED00DF9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697E0A9-3919-6163-0460-B992AE69DFD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37601D7-1361-F655-FA74-E2648087321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4A9BDC-117D-E8F3-B86D-9C2C2AB7EA1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665074-128B-ED25-FCB4-AE8FF1F14CF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3BFE92-C6FC-803F-B3F1-826EECB8203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6EAC9BB-9C26-D06A-CD48-EE459F8CF14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46B5ACC-529F-8792-3FE4-7E74F73DADC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4BC505C-D6C2-1E29-9E14-BE44758306A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90D43E-D95E-225D-CD86-7BF38E7708E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B73100-BEC6-630F-547F-5D9BCCCC5D3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10C6440-3732-F14B-CF54-54524A1B699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7CACB5-BC4D-5A80-36BD-AF136B612DB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044D949-EAF5-C8A0-5768-4F0D33288AC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CFA1928-0BF8-489F-C774-8DEEE37A899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9EABAE9-58B0-7FA0-A26E-61606C6CA1B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150372E-B0EA-F97A-48EA-D4EEBE43E36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0836895-E742-8A2A-B1B6-43F20B7D408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0BDA1E8-05B7-3C12-98AA-5B4FD241D28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93ACB88-85A4-0824-308F-653DDE85E4B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C5DDF75-AE10-C428-A1CA-9DDB69AB60E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A9C4F85-F792-53A1-AFD2-63B24A4B456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0B05D94-9E53-35E0-CC22-82E8E773DE3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6837E58-C825-8B94-C4AC-E7060E24F80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33BA397-3F11-9A26-11CB-4E2696550F4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60E1570-E0FF-7D72-7094-7CBA845A7B2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75D828-AB2A-A142-9B6E-FA556D13060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19AEC4-3E0A-99AD-0DC5-BB225CE144A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A6D962-FAF5-7A53-0B5F-37AED856C30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017316-E3C1-D9D4-0348-64C41009CE6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C0FC00B-4FCB-A0D6-1EFD-3DDBE199947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48BF2E1-F32B-9BFA-3D0C-6C1536E3AED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1AFE372-0678-6CF8-3919-E3AEEC1C0DD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6CEB3D-4292-8556-CC90-758062FB84B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DB753E0-A03A-2203-8DBF-93A075C46AE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328981-7E8D-3242-FE9C-A1E7B85FADB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41CB035-8969-ED3B-2C6D-F87B97CCFBB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DBE1677-499B-AE7E-F3E3-63AECFB653D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  <a:endParaRPr lang="en-US" sz="900" b="1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0A0AFAA-51ED-35D9-C9CF-3459AFCB0DD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87229CE-7771-0DE6-2F46-4C90A215CDF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32A8DFC-7ABB-D8A3-BAC3-DC096FFA7C4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DDCB9A7-BC6A-7E54-23F4-F1F89FF67C3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5A4C00A-0D3C-8A1D-62D7-A26C6AD3EBE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B2E525E-DD7B-EFD1-98B4-0CF765EC965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9D1AFD6-1E5C-4173-3CA3-F6A282B628F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70BC244-BC02-4EE8-5634-84EC74FA08F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D734509-57C6-7C16-01E0-9C91C3913A8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713ABBC-D16C-9AF7-2D7F-28FBB635386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F2F9345-5008-D038-1D62-D8323BDD845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56D9063-E7FB-A483-53C2-E417DB35738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E4A836-9284-E0F7-E196-DCC3D24C2A7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FB5BEB5-4A9F-945F-3B0F-35CF033AEEF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6B3FA8A-BE05-61C9-D83F-8B2501256E0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80C3042-1D6F-4ADA-48BE-1C3402846CD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176D628-BE94-8F0C-0002-303C248618E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E3F99CA-1F6A-68A0-5E8B-07813981759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FB4E98-8210-90D5-E40D-68E37191DBD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66FE65F-657B-D558-143C-4643D1A18BA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3CF86A4-395E-78CF-977B-9B0FCF0003B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57792372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B4C6C-31DB-D4AE-996E-B1434830C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13EEB2-894C-39C4-E2B8-9CA165CDF47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8467B2E-C7DB-E092-9D65-8C08D2B185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13DEA83-AAEF-9225-6C30-4C87FD057B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83D27F8-3579-4A1F-544E-EFABFB5C0E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0739DE8-AA5F-F104-311E-3A7D3183CD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2E3D7E1-A455-7486-C698-83698A3CFF0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E5EEA1-8C7D-D9F2-61A3-683172CED51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DB551B-77BD-3E37-65D1-06BF7CF11EC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4FE3E9-0FA3-3B91-4BBC-B71B06EDFDA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90FD04-D1DE-9CA0-2E2E-8E64C563C2B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8B8AB7-D717-86D2-AFCB-AC042B8BC6E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F14276-BD00-5AEF-0A05-D9E85B1700E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B58640-DB23-50A1-6284-A0A72CBAC64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D53129-7887-F198-4BA6-1A01C8E6F8E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997248-4155-89DE-FE74-C2642AB6135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BCB880-5F8E-CB5A-4F2F-2092BBECC63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D7210A5-C7AB-6FF0-F714-7F069D0DFD3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7C7B49-F4CB-E61E-3430-6F9623265D4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80FF3EE-261F-302C-E554-0223B2DF91F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00112E-E261-5C03-41F6-5D46C1E502E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349183-025D-A360-BF49-9A3704C656C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88B35A4-7D11-EC40-A963-900D4394EE1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EC71041-ACA0-8333-6735-55D4A3E0A41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848D30-4016-B004-74FD-0CFCAA1E330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EE7DDD0-C18B-E823-62AC-F14EAD45859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BB5D5DA-5296-C177-86AB-D0BC1789F51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4140A7D-036A-457E-573D-84CB8B6993E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D96D4DA-ADF8-1D52-FBE7-B425C0A119B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0B7369A-8A4D-6E96-E52F-5BB0B36FB88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5F4949-2A27-CAA8-9662-14A382C750F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A8E98B-FD8B-D17A-C38C-0C334245C71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A077B3-4C34-4E70-B6F2-5DF3256DD61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5284B9D-1065-D56F-E7A8-C28A00282FF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08C9F17-373F-9336-4DEC-FC5A7D0FBBE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0D9497B-14CB-747D-27E1-AC65F7BAE59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C42A0A7-9ABA-C2B1-FB3B-FD2830CAA48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B7069CD-027F-D898-CF4C-C6272053CB0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B5C074E-F1CC-4C11-DAED-1A85C9E206B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59AF851-FAEC-C229-67CE-7762047A56D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9FA537B-E094-447C-79EA-EA89A41CBF7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D52F944-C7FE-B55D-E545-129DE166DE2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666C315-AB67-DDB8-700B-E77D1E32955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C1B4011-172F-FE6C-3E5B-03CE2717F10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32D2DC3-70B2-9B1B-663B-1172C4C1A6C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6C6D02A-BECE-77DB-FC65-BEEB127D231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2C45B64-FB90-1B85-9513-5249409963A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64047CD-4C98-5AD5-C129-397A1C0892B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51D7CFD-DC0B-E088-2B52-65343F17B40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56A8744-3E53-0011-D213-071AA616D4C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D1558B-2899-EFD1-1BC5-7B178FCE26C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25924E-A399-2675-E79E-779CB8D6093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670D20-9E34-C602-4AE5-2649968A485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9F0137-B5EA-C9A9-842B-ED54E4363FF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F6EDEAF-5932-C8EA-9E06-3E84A04F303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FD8F707-4A5B-F42B-B2FE-ED91C98D3DF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4290635-3BF6-2F46-3179-64AC9268BF8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4E62424-C6F8-4268-9AC9-97E18491603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34E764-09E6-6FD6-3527-554205EDF9F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24BAF97-0812-9632-C335-929E2FB54EB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A0CC7FA-CE4E-B972-848F-EBDF2F0D96A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8A5C1FD-2F23-A0F5-C0B5-D2E253A7D5E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  <a:endParaRPr lang="en-US" sz="900" b="1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EAC04EA-9B16-7E0B-E103-197757E78C2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DA9DD27-F481-319B-3BE3-24766E14653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822915D-C1A2-5642-ADA8-FD0ED509E58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DA8A523-D8DE-EF23-B6CD-9ED28E19246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6213BAA-2624-B7FE-7164-15617F52320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00CCDC7-7F36-AA9E-5CBD-EAA15332323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71F11C9-D39D-636E-2327-6FEBF0F3993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4EFDAD0-B707-42EE-890D-1ABFF3AA07F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869DAEE-A715-8169-F44E-74F20312DB1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ED6B746-89B1-F7EC-4C02-542B58352F2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D5AFD18-7CE9-E824-83D0-609660E0BBB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AADEB6-9447-3429-6892-7D737C69822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522955D-1A93-7BEA-F884-7DD192D28D0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768C0C2-ECDA-5252-EF66-F306971081B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2BB37C5-EC63-0F17-A41A-415E24D7AF1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C588697-1438-45A4-6BC7-772E37434E8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954A8EE-120A-201D-3249-E2FAAA37F68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3DF388-7B10-478A-0D90-D4E24EC5ADF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D5D5156-591A-C433-D575-F4F2659E146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CEAF62D-6813-FAFA-3E6B-B89260744C4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8ACF737-4323-6081-2915-1F80BAFFC77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38A139-F29F-33F2-5FD7-373B57857D5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86A82BD-071B-BB83-36C9-0AB150853C8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DDF1913-A7D5-5183-2805-1B279B5B797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90E412F-0851-F377-A01E-87D46DC3754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90647114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2B817-0391-2CAB-5F45-C00E3AD47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13AC65A-9735-FA15-3101-003C924E90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6C1EB76-1DF3-1E2A-DB9F-B7ABE09CCE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80BAAF4-1C98-9041-8B95-5AE9098896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48B6956-F569-73C7-7CF4-75B5EB776C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ECB8AE4-0B70-43B6-BC71-38BA5AF26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C273AB-8582-F4B6-A868-5C540839C02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C3250C-6037-BC10-2337-B318715A6B5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2597F5-2DA2-EEE4-06D2-586E8D765A7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E72DF4-2CA7-008D-74FA-9F6CB449B22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3D6B98-DB06-7783-FFD1-A595DE9D549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E545ED-6FE2-8A60-D4E9-9E7D637E256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6D4B6C0-18EC-36A2-2276-AA913EF7FE0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E1ED82-4FD5-C4FB-7C37-611509B18B0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0BE6E0B-9E42-8D7B-73EC-869FBFA1731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6C130F-929D-7482-1070-11BD13283C9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B8F0838-53CA-2AEA-674F-9991139A0D7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40A52A8-CBDB-0842-F0CC-0D032F3D61B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2BA5FD7-5FA8-1AE6-F8F0-597DB7A1C5D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735EB7F-12FE-1223-1A09-3142F7AD727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618B1E-6CCE-898A-DBE1-0D924464FF7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D4D716-F3FC-B926-CC8D-B49509D7707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DC8C354-79D2-EF2B-B973-DFD7E0571BF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FF3C09-814D-9BEA-F179-543F1B56532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D7A8F9A-6FDB-9D19-C77D-35796A631CA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22D01D1-8146-B4A4-CD18-1E5E3AC3125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016005A-AD37-3B2B-2026-71E738913B9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65964-43AA-13C0-8729-F3BE378C6CD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CB680B-288B-B8C4-9B28-E213E94C58C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299FA9C-0066-27B5-2DB0-F6B2505679C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1037255-2850-75C2-3484-AC9DD873482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943A08B-A50F-85AC-D1BD-1E8E84333D8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68AB2C7-C9EF-3050-0CC7-81E3D4B7EAC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05511E-3896-6CD9-D2F1-C399268EE55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757017-E36E-517B-B91A-007C70B0203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6C5543-C2D6-8501-3DF4-63B4A5A4B3E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B694923-B9AF-5357-F567-B2CC54BBAF6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2AF342B-18D8-2AD4-6AAC-4DB824FF05A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514B8F3-50C1-DBA8-D659-0E4B20445E3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AD023C5-D735-D1BC-72FD-C0449248A01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14D3A72-D688-7848-DEF1-458FEC69B07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4D0BC9E-077A-1191-2BCB-674671BDD89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E0F525-42F1-813E-1911-EBC7875C60C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5D7AC77-644D-1BDE-10CD-1653CAF103D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2A47DC-537D-8F3A-FA45-BFD889CCD73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3EEE09E-9287-4D3B-3924-62D771FD25A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388F56-4F67-C06E-FF53-9A699533A9D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8075EE-7E6F-D64B-9DF6-8C905B78B3E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F9EE7B-94F9-190E-EAFA-1C857072F4A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48D1F3B-4FA0-067E-0262-043A393D82E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C89004-A2F4-893A-D09E-93142C149ED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6A4280B-9BB0-C9EA-D0A6-EA8FFAEE438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F9F905D-3396-EBCB-754C-0BA5FD81273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FB635CB-9F60-5FD4-F1E3-5F3546E24E2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D347D31-40F1-A91B-E983-F2952D1F7C0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AF5F3B9-9965-8E0B-D264-38CB1D62829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  <a:endParaRPr lang="en-US" sz="900" b="1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E64BF89-5F10-31DB-F0F3-C193695E651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5F92151-051E-85A3-F220-0F64FDB8CD0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C73C5C5-D952-C3E5-09E5-A286B17B69D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F0420B0-85BE-4511-0C25-FF5E9FA9AF1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213B555-862B-BB3C-6BC2-1ABB0DC867E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3DC182C-5E13-988B-C21F-9FFE22F7ED1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490578C-7C42-7D53-3E9C-686915EE7BB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6097C4F-9404-106D-D438-DE660DCB956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1DB69AF-5BB7-1D47-407D-8D3B222D853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7A654CB-1C93-99FA-66AA-560F98F281F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A3FD74-C931-D249-51F4-F181B2F073A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A45581-1896-734A-9CAC-4F7348A7724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F76085B-A8FC-C229-A0E7-5D3A7BA68C3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FA17542-563D-3FC2-F189-F33C2E98ECE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AD848F9-8C6E-7CD3-9C45-45E285F0B88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47CE2A4-79CE-05D5-6C63-345BE317EDC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6C7D10E-6B5A-72F3-6F40-80B32D751AC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7D7BB58-CDBF-2462-6C2B-EA7F5CFF8AE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F4D28FB-B499-B9C7-2184-4B97CC3EF5C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C85444F-55D1-8661-EEBC-FCADDF0A416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27131C-802F-2FD3-C8CC-4F1319B9B57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07261E4-9689-9896-B537-120CB1803B7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21486E-A800-DA31-2820-4E773BE8AC5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7271484-9224-0F33-D024-6F721C22C16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FD7BEBE-3707-62CB-4D20-5666C65B9BB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0992D30-CF6E-DEAA-0E79-0D3022CD0BB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C821E4-BE6A-C4AD-A16C-C49DAC345D0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D3700A-0130-A765-8FF5-0A5DCB9EBD3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71C50EB-EF58-BE84-E4D4-C9B25A46EEA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087B0BB-5DB0-BECD-C149-D83CF15A0C8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01E2967-9C57-E6E2-4AED-6054FF65E35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1639980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67FD3-496F-1A42-0E9A-156A58C55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37ACB5-92CE-ADC1-6D13-996332FFDDC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0433BB4-1E50-AD0B-2FD3-2EC66E6599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62E8657-9205-4D2F-7F08-C5AD8C9D0D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620CDF0-4962-9A0D-BB04-A9909C23E3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A0B6935-7217-F0F7-6040-ED34786B73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D39D5A-A5FD-95C4-6001-38C812ECD1B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C89225-E066-5466-B4BE-C10B9232F3D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EDFE0F-43D8-5A92-7751-578B217CEAE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9BDF3B-FEFC-1F8C-F3F9-F02E1460B5D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DA2695-8248-2AF8-2469-B9A8AADEB96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AC1AAA-0FF9-244C-C078-630175C04F8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6CCE10-B98F-511E-2919-B470B050083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19E50C-D37D-8AC2-6613-A38E83698AA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0722603-9E9D-B0F1-A270-DE41516AFA1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2326AA2-A4BA-8E35-8230-E21C3AA74A9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3212352-E1D9-27A2-BC9C-55F03E362FD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41C4227-37A1-F280-2745-B2C80E90187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C3145F1-5981-5770-6AC4-3922039954D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2CDA151-D047-4564-71C2-265C105C286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D229CE7-42DC-C565-B089-0E98F3D865E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285E996-5C70-72B6-4914-FD139525D84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AEE74AE-AB6E-CC7A-F31A-41427936D86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B073454-E46C-EF08-709D-204B22E700F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4C51375-ACDB-9B7B-4B4D-6B2ADBB9F5A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3ABDFF-228D-97BB-F46E-C7F0C2356C1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F88948-044F-4245-FD66-9E6F1489821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DBE709-EFD5-12C7-935E-AA074EB5E12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338AF8-7323-B21B-1A50-DF1803F9742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B5D3752-9220-B5E2-3FF5-23974B745D8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A4A5F09-629C-C423-BBF0-2E943982C23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45946A8-005C-DA76-B0EF-E333EB8F274C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71F2364-C43C-E11C-DCDD-D8158E120CE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D9A7EC-6D00-DF9B-4DF8-6AFF5F31B1E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3F4B84-BA35-0821-7E73-C0B5778A071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CF67F7-E8D7-20E7-FD4E-EB63435E6B0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7A3F744-ADF7-EE55-575B-ED660F54619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B65FF45-358C-FD75-0946-0381C6FA488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F17532-3801-CCE7-7042-3372BF77BAB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6C159D6-0940-5076-2F85-C1073270531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E4392AD-23E5-20D4-4224-251D292C1C3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AEAEA01-02E8-A114-0005-ED1BE71B197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B8B638D-075A-FCDE-4463-6E45098B7CB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867BFCA-28AC-1708-A635-13441F81CAA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690A07-2D85-6D62-486D-E2F04F4673D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ED79B7-BDE9-5255-F590-F93C4056863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11FE48-A7E5-5D2C-087E-DA6B57D7EF6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E529EF-D9E0-220F-6F93-47DFD17D0DA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FE20083-DA4E-6C21-3C4B-D8D0205D0D2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0562701-8C60-BEEC-D1F1-17529EDE81B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68E961-2D67-2893-0325-A725802BB82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8006AD-A7D3-9EDE-F783-838E7435D91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8D24EF8-67F5-7BAD-81CE-92BB62E2228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386201-AE66-AE00-4AFF-61B31442B89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C1B51BF-D250-DD97-3692-4D40CF3AE22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CE9BFE8-26E3-628D-A59C-EC258DBE9AD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74038CB-7925-909D-7438-4118844EC46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F7FECFE-44B8-EE86-84FC-1A811A972BA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9AE2A51-3D08-A217-4FD0-DAEDD7F9A4E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6807379-CDEB-F1B9-C91A-E2E21317E47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1D2D59-947E-CFB9-EE78-5B1030B86FB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0B20E38-BE58-3CC0-8A07-102672198FB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61190AE-5B8C-39DC-9B4B-88EF9FFB6FB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43129DB-AD23-F582-6B76-9D66B7A2DAA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CB9330A-4774-B47B-93CA-E401C7802DC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E982BFB-1900-0479-ED50-FC9FDF7E99F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5EE193-6736-1061-6043-A7102893279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7B9344-44F1-01B2-CEF2-E32CD898198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A2941D8-8E54-1D7A-1E35-76A84B06572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D38AC79-5DEA-75CE-4511-BBF4291F369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EDF726A-C14B-D74E-67E0-8E08D22E4EA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09F4070-8F31-68D4-A658-937931E253F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43FBCD-6A22-3BEC-898D-48C26D920CF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AEA00B2-093C-5E8E-104C-BF2A7C5B753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E1E1A97-B37E-7EC9-3010-C6BB4A2294D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CE902D4-FA85-87BD-E5FA-4849EB762CD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14AF076-0284-D3AA-26A8-20F09BC2553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20ECE98-2FBF-E131-E735-08A48CF905A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0712D43-9466-D06C-82AC-4E3283765F3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325F416-6C5B-218C-D602-C912E577BBC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FF322D2-DAEF-58C7-53FB-6AF06F015EB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5D47EC4-8244-13A7-D852-8D35759C04A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52C66D2-331B-3899-15C6-1068BCDA390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2A0FADA-D3B1-33B2-1E77-7A52E9C8736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71D3B5C-C735-5492-04A2-3ED9899FB5E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2E58C6F-2F85-EACC-A0EC-3FF82C4D956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D95C6AC-A017-388D-658B-895F94C5661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10695989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81233-DC39-04E4-8668-3D0576801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253927-22A6-98B2-9C67-89D5538FE70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6EA7DA4-CE0E-7EE5-7AC4-2C8DCEFB30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6D0E5A1-8B17-661E-5DE9-2A0D72E7AD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0CC6090-CDA6-FF0E-EDCE-ED618AC32C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37D6927-B826-501D-3C26-507CD9F964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C071207-D7C8-DD80-CB97-55CAD5D20C5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4957D3-A0F3-8063-4B5E-A608CC42A33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C4DB18-0B94-5BB8-ED41-A2EACFB7921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5479B4-F23E-1859-498E-E05ABEAFC1E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9E249A-7108-DEFC-108F-C2FB0AEDA8B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803DC5-FA00-A99F-D570-05C081FF5AE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D28348-8281-68EF-7169-A6A5DAC3B5F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28E56E-6492-C27C-BEB2-B6A766E37E6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048131-D2BA-220E-99E8-50F4FA49B55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68E0C28-7C37-956D-768C-FE9097CB6F3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18210B6-83DC-B5F2-1870-B940AFAE97A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EC9079B-877A-89DF-9045-32876D045D2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54178C5-6AF2-03A0-FE97-A6BE88B0F5D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6306008-23D6-A59E-6733-98B79F39EAE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773291-8678-0C04-44A9-5B19CD8A94D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4BCD7FA-FC5A-9739-5ED8-A0175956693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1A1E09B-6BD8-9129-B0A3-9FEDB8D167B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FC7742E-2BDF-9AB8-80EE-E0FFCB5B7BF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EE46C18-57FC-F01A-34CB-2C21F5D8A5E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9460519-4740-8432-DE3D-09E637EA7CA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562E0C-90CB-CBB5-0295-364286DC52F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B911D9-FA2A-8B61-49A3-E354A7BB461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D16B6F1-47F6-D98F-D3FF-95011A47C8F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D81FF31-087E-04F1-8AB0-CBCE4FC0146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D521833-569C-2003-51F8-BFE7EB27210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E64FBE-6E64-1965-6469-844A795D3AC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8261CD9-B543-BF82-E40D-DDDA62DF687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B206E1-B232-EB35-DA88-20B8A727851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2247B1F-1D09-4CAD-3EC6-A8B47A453E1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3A4E2A-E405-D4F5-EDD1-6B27AD15EFE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48B2562-293F-74A9-E164-2D623765207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C6258D6-71AF-4F67-67C7-2580D0316FE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5AAD5AC-393E-7A6C-EEC7-4E7422D1A98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DDC4F41-2DCD-A9C3-3340-C1771531450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61DE857-266E-4120-75B7-E3DFE1190CE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8D46540-38CE-5835-F799-408BE15E73F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2780EB-5192-4842-D2D8-AB7F8034E0C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E91141-DB2A-4049-86C7-DDE7BEECF33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470A89-744C-6970-F959-F7AEA2D4DF2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4DEDB3-0BA7-04BB-1D72-1EA2A09BD2F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E11B94-0A86-DC57-09EB-4F7A3C393CB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15AF15-1C07-8B4B-265D-C7BACCF2C46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ADACEBF-80B7-6403-EB20-3416DA95CED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8108634-28BC-2D81-F7B1-11594A6416F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09624F2-7D24-002F-53A0-9DFC9909F19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1FD6DB0-C90B-5EDA-D640-5C5D8421DA7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9A47E59-A367-39E2-D966-FB4ACE9477A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807010E-9AD2-F18F-C196-408A7355D63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C8EA6C9-C9E0-45DB-583C-98F07CC1555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67E52BE-0EB3-9217-F43D-A2CDC8D24FC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7B9B2F5-098F-BF14-1044-6799493B065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3B2510-950C-3ECA-ED3C-41317DFC800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C6F3444-D0DB-A35A-C806-EEBE106D448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4BE59F5-2568-14DF-61BF-E683379DF6D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08EC633-E940-A912-DC21-3015378A7BC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3E0ADD9-CB06-6415-A50F-410E84BCE7F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13F1412-F2F1-CBCA-4893-BABBAD7F3FE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B0A00E-93B6-27F1-51A9-E0BD45A1A6A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E902A4D-E2EB-2841-2BDD-216330846B6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925C9D4-D588-1A36-CAAE-C8B3F76694C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61FABA3-A4C6-8D34-A33E-A4C70CB111D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39C9DB-739E-F0E2-00FF-6C14D0A2D26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DCA8EC8-D7F1-F77F-148E-60AF0F23BF5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4F9CE5-D477-F84B-30B3-2ABD530CA2A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2E1AF6-E955-4322-4FAB-75E2E7C80B3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DEEF2E7-ADB4-1DDB-36EA-40D7537FDF2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CE92A00-8C47-42A6-314C-836976141A5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4BD5B70-370B-9D54-8BB1-975DD6292C4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5CA5D8-62F0-41BD-BA20-AA218D8357A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477D8B5-8672-8D2D-E2AA-D1EA35C4245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5010DFD-755C-4C68-57CA-7D5B2CA216A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2698C84-239D-D279-53C3-30C03FB9E67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E7267B2-C26C-79F0-0417-B5F5ACAE878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BF2A71F-123D-7A8D-C238-25F7A64303A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41B21A9-3485-CBCB-B9CA-882A1E69DF5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0E05AEE-8A70-1B2B-CC58-6CAF1B49081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D25677A-FB8F-AD42-8DF8-EFA51B050CB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9C567A3-4144-783F-5678-7B3171FB014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D80721-DBB5-2F51-2AE0-C1BA7DFD749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1FB672-23CA-7023-6A9C-4B4A22768F5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78770C-5354-D0F4-6527-2FB6272A96C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56275252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2A36A-D595-7484-28E5-C3378AFA0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895120-5FF9-C25D-21F1-5FF24C42B4F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A199663-0E2F-A02D-0701-A802555064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1C3EE6C-B019-B853-912A-BC013A4069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9BDC603-5EDC-D43F-EBAB-3E66036A72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195C567-AEAB-D22B-9E65-C829FC6852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0C7863D-0149-C2F1-E5A1-A22B7D0B49F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8DB9A0-8C8E-05C6-B27B-5E937803FC0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99CAF0-DD48-34BD-A3E7-D450BD4CE84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2C4D6A-5D14-9587-BC6B-9C7C741D6F7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BEBE6B-29C0-2951-6D56-4C264B07B22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719EEC4-02E4-9569-9775-0F1A8552230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D995505-A8C5-F39F-4412-4952FEA241B8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15FBE42-7A21-1150-ACBF-3CEE45FFAA7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4604ED7-3B10-1266-91D9-4748E3F85F7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7B8E4AE-2BFA-970A-AEDE-60C73232359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E38C881-55A4-30D3-2BE4-1E96C3A827F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162C44A-D348-4946-ADC7-1B1F1D27758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A3A4904-9BC3-EAED-695F-B2C9F88D257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5649E91-DD80-7D9D-CE3B-E0B5508C0E3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2B371ED-801E-7C36-7C84-4924F5D53C5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92802AD-5665-FD6E-E7AC-79597B75FD8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415802E-3356-8598-08FB-A021D1B3A82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22E0D52-0074-31F2-5C32-0DD3D16ADB5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FD56353-CF13-E609-9619-66AE5008317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D13CD5-3132-616A-3DBE-DC6C7B80E46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58E4294-32B0-3FE6-63E1-8518E76FC05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68ACB2F-DE4F-95DA-1126-563886CE886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A33A49E-8379-742E-3C9A-9627C3D332F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7C0D02-2D4E-56AA-AC7E-31E365BE5F5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081B71-F655-0FF0-E33E-9EB3BD114F6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4A013B7-4852-6AFA-4043-E75F9F460CA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BE9E3A0-27D3-2AB1-F350-3A3AA308B74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DD7359C-4A2D-5C4E-A387-E178D5602D4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C402E39-DFA1-010A-5C89-82923FF3402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AF57A7B-093D-2EF3-FCD3-390FDD4C12B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313D56-2170-5F17-E205-ED27DF0BA2B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045622-D830-B117-2817-875B2A2C2EF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FC4F7F-54A8-3CAC-ABAC-5719F690B9D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6A40B9-13B5-6637-881C-99D7E1DFD46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FF71A7-20E3-8DB8-308A-B4F51AA2741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7C5B5E-E186-899B-0E87-CC74BFD12E6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20F2083-34E2-DEE7-65FD-FC43C4C68BE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56A89AF-2B67-C37A-327C-548BA4F5F65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F428386-1A48-910A-1D74-85F1F1E18A4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6CE5D3-F9B0-2192-028F-9D40718BE6D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E3AFAC2-2D2D-4F6F-23B4-FEB6E90A86C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D433194-AD34-2FC3-205C-591F8FF78EE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722F9DA-123F-97D6-B0F2-F0D9C9DDF29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31D55EF-09FC-309C-BB20-BCFBBA38F15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F996729-B954-414E-599F-36A8BF1C220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29D288B-5CA1-679C-0129-FE918539ACF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A124B6-E9D6-17BE-5AB9-CF3A130DFF9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DBF49A4-EA69-8589-CD85-99C0267B9FDC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31DD3C0-785D-74AE-DE03-4EC2BF593A6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814B3B4-85AB-C7B0-8F91-13A50E0A3D4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81A93A8-F63D-978C-7595-3E71739096D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921610-56A0-9887-D320-C1CE52AB1EA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4EB91A8-1C55-48A2-B30B-4C8331A8206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3CCD10B-E707-8165-680F-C8017B9FD8B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28FAA3-E5A3-4AE5-23FD-118CA124BEE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DFCA09C-5557-E5A3-3087-10EB99955BF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5AEC83F-DCE8-D42C-CD7C-A62AF9F1B89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524E29-A32E-9651-0BA7-88B1B4F51EE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40B8A8E-B481-FF25-632C-A3E98F35FAD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FFF0B98-9A85-841E-FA8B-D6285DBCA73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E9160AB-232D-AE83-8A11-2A00C022F10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CC5F2C4-36D5-7F4E-0C87-7205583AB3C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40FB7DB-58F4-BD3F-8BC5-6037550E837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C70C275-9C09-87A5-BBAD-2E0F9CB583B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07FEB2C-8971-5043-479E-D32240AAC17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8072A83-33EE-1FB8-428D-FC8C1C0F84D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FC3CD0F-67A8-0CC3-E13F-62363919F9D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7687CB1-410A-3D28-D011-B0F40DD7AB3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379151F-3A95-7900-6AA8-FFB5923A92B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6FC2FF2-FCA7-024F-BAFA-4BE4524AC81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ED94C48-C21B-081A-8325-DD4AF56DA51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BF53EE4-94AD-A7B0-A178-A871EC4A85C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C19F73-207B-953D-7E45-C2F17B5E33F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020D96-7F87-3540-794D-1A93A803281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6B7FC4-DB57-8A71-D386-19AB6D19F63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7F2C76B-FF12-CBAB-A15F-1D7F8FEB741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B5F976-2D1E-EE97-EA6A-D8F6E3A09DF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FB7E00-789C-216E-7527-E717E0C3901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3BEB644-9BFE-DCDE-6243-C634CD1365E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CB65B6E-82C6-4A67-7731-ABFC3D637E7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6F11CE7-3C8F-29BE-2732-6D91D0CEE28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35675325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6357D-BDEA-EFB9-735C-43D896F20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9A6922B-DD37-2017-95EF-AA687B1CDFE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C988096-154A-BCE4-AF0A-24F9C6BD3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3AAFE13-2D2E-D86D-AF9F-68B04910A1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FB2CAA0-1D0A-8833-29C8-F48EBC3DDC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1BCD882-660E-A400-85EB-7AB2ECCB5C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7605B7E-A767-FEB7-00BA-280A35C7515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C5CB8D-4573-ABC9-78ED-6DED01A8F44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886C71-08F6-785F-9FED-75F3469F3B1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FA5843E-B018-58A8-42C8-21B94FFA061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265296E-6DC9-4A62-9DEA-FF0231992D4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52ADF5-6CB5-8262-E027-6F50FC8AB9E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893EE63-56A1-14F1-8B95-C9562E972D9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FF4351-AF4F-3985-4829-D0EBE8EB318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2B6DE2-2125-A557-A9E8-40E3EA8C9B5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B20601E-9E69-D205-C328-8103FEDCA3A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8762ABC-30C0-CCED-020E-6A75E6FDF1E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3A1C5CB-999A-C52C-83D3-C83E7BD3A8C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E7ED218-8563-942B-D802-F78C8FD5962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674A22-E36F-19A5-AE22-222D5EF931B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2998262-1DC0-3A10-9F8D-0BDB6A405DF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47B6C8-7011-8FEA-7C43-FD955919031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100FD33-30A0-6D1B-ADAA-AB0FE9F88C2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A0FCBFD-07E4-F268-C020-8AF82DFFCC3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FF076B-5FE2-6B2F-91AA-271DF6F2F7B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D81272E-31AC-9837-9BDD-EB59220ED72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BCC9F8-0CDA-CDF4-3B84-E7B75A160A3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D58E7F2-9B21-978F-3A71-1F6849B1F06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36DE864-609B-B2FE-3444-F784DA2487D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C0E0945-389A-A9EA-865A-C540B944908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3BD691B-8E6D-CF8A-EDFF-CD7C90D3BB0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A6D14A3-28D6-C74A-439B-94693E50E64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F74E2F-A68D-539A-8481-5BB90434365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DF22BD-61E9-AB37-1D0A-A1EE21BC862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A32C60-9033-786D-F756-FB3B04E84E8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DF6F48-BF16-2AC4-3E9B-233730B3BFD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C80084D-8B59-5370-CF4A-501578EE136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06F6DBE-3152-BB91-BCF4-4F4C26BB0CB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908C884-A246-068E-5868-24118F2BF34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A6E236F-E6E2-6D7E-5BEF-E686AFED367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FFBF38E-347A-29F0-FDD3-65117CFEDD4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035D7CC-27EB-C47D-ED1E-75DFFDC5202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78397E-23FE-4143-05F8-A75F95C6051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D153E19-9926-7E5D-7E27-2BEB28D44F8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C0023A3-EC01-2EF8-309E-70E8B84D475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48BBA1-09A0-156F-7FBC-04A58798A05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F2FA2C-0FA7-5CD2-1971-E3197ECF762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EC643E8-0201-201C-B9D6-E1A09CEC339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CB36721-89A4-9707-6E63-C3A5ADDF2CF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F15E129-F0DF-CB34-D0BA-E73C6C42F2F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12FC31C-66CA-B6DE-17A1-48672BB29B9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3227D2-A15E-07AA-EF5B-77E218D7095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F5A52-6D2D-A1A0-2580-0F93DD8F013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1FD1D6A-74E3-46AA-C599-B048099C5F5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0ECFB94-62CD-0BA2-57E4-EE97B2465F2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6F5E723-D49E-33C5-F3D1-557410D8113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71D3C8-7BDE-3461-A8F5-8DAB48DEF29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D8C7C6-C50A-ECF9-2B3D-916BDF73796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F1E5DF-72CE-5E53-9D78-5189C251CFB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408CCE1-A515-378A-A476-28BAAA10EA1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74C8433-A336-4993-D60E-577D35F8A28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54DCD19-4962-78EC-6125-2C92CF449A9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EF78EAF-60B1-208D-FAB8-89F2117E684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0AF65E3-0576-D583-2477-3BB558DF24D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80B4DD9-8AA4-8721-7AF4-07E4BB8FEF4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31D8D7A-C5B2-0813-4804-F56B91A2159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60BB097-DE9D-06BE-636E-FAC4D50629E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80DB80C-1982-ABE2-3312-96D10B2F640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7F29BD3-6B1F-5304-5D3E-EAE75991045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96886DC-0507-EECD-1FDA-B945C3D5172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09E36DD-3BE0-D9E0-CEF4-E9488823E6A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13DEA5B-EAF0-2EB3-AE77-D4E2B74593B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562566-35E0-7F77-E42D-0F402916331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6F916B-77C5-8B01-AE1E-D869B218D4B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74DFBA-C5C8-11AF-BDB7-339EA4D7CD3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3A27A4-A37B-FAC5-9447-208E4F1929D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89C900F-D586-CA1E-EA52-BDA840C2FCF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E0AE578-BA76-8659-07CD-7058A7B4855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B06C5EF-1998-03F4-048D-A4DD686864A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BBDF872-3107-2E60-F4E8-0D2E1DCE77C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A35ED84-75AF-CE03-4F3A-A70630672A9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D40DAE-1444-3336-F8A0-8071B8A9BEA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995F70A-60E8-DC6F-2217-34F44F7E71A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A43F94D-8630-2988-48E4-7F59DB8BC38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7AF85E6-7CD1-87A0-14AE-0FCC55BA058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FE480BC-BB46-4AB4-751A-661F700426F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5FEB84D-12FC-0F1F-BC3C-0AC4D1E153E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65727171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79DF3-7858-E00B-0B30-C7C891A4F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7C9548-778B-0E18-1277-30584544977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33E4A0D-2EDC-2ED5-2D3F-1D95AC6C2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C73995F-A839-1C16-DE9A-EA3D753A4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D05DF31-5960-4EF6-57C7-76C94537A5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B2DF16A-89D4-9E49-A61F-9C44265A81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BAC131C-AF8C-A9CB-D54F-9C3A623EFEC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C6EB02-713C-C67C-66F7-1D15861C100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61EFE0-0161-2EC3-1ACB-486BF7DA992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B1404F6-D03B-5F36-71EE-FD74E21B022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693CDEC-CA6C-EC85-BA44-02A3860DB62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44C071-929E-D3B7-59F9-74AE9EB0A8A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F66784-366E-C0A6-9040-B2BEA34DEF8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E8EC86-D6DB-14A7-875B-C92D55B62F7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7D304A0-B75A-EC95-CB66-358C477DB56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604B204-ECDC-3913-062B-594C55B898B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793241E-013D-1473-CDA4-179625EEE75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157A8A9-2FDA-B2A5-D225-8EA54DFC5BA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4A4B2B-2BFB-95A7-A63C-4A724716E00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A52A92-22FF-4A9A-BF17-B92A200EA69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5E1D1F-A37C-3326-24FA-57A213DD599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CF15AC6-78BE-67EC-46A4-350D4F62C41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E4A587C-E839-0222-6A52-954FAE2351A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D667829-2AD2-EAA1-1681-FAF247C7816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E726CBC-0B75-E5E1-A308-85E296511D4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488FC16-DBBD-EC31-2F1A-FDF06C4981C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37D53D-9515-BE6E-DEC4-3C3E5F73105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61F0F4-089B-2AD1-AA65-F73E00432A3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10EDEF4-DB10-54D5-8295-30A31DAF12D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571DC89-8B04-AB26-136B-C11AF3BFEEA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5A577E1-2C60-3158-C1FC-8A3398C5787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53C659-E8A6-ECEB-4688-C6596AC6064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D95B87-0653-0DDA-D1B1-3F92F54BBF5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23A136-E6AE-8435-7410-DD208843968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38AB66-21EC-CF78-3A52-D690EC1E8C5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6703277-3F72-5506-5CC6-CE0A1E4132F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45FD2CE-27F9-67E6-9D53-1D09DAB11B9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6A2093-B849-C3BF-FE1F-7615209E20B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8FA672-8836-91E0-C036-D3CBFEA3897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969C307-0521-A91E-1652-E07493A31BA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9E596B5-CA61-6F10-D079-2D433661A65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B2E7A74-A2EE-D1C4-1158-E0B49815E6E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61743B8-0257-C13D-8D61-B071E0B48E7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E44C508-3F40-A9FA-9B65-D667BA8DDA6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798C93-03CD-DC95-DEB5-2BE23DB4BBB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429BD57-9639-D788-1B79-18A048F0BDD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3A7864F-4ECC-2DE7-1A92-C7EE7977EB4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975EC38-8974-B376-3369-C13D425FAA9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722FA71-CB70-B827-B4F8-97CF40EC496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C830FC9-05DB-BC2A-F2B1-CDAFFDE9402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7DCF52-E4A2-30A9-77D4-8083C7D7488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F25627B-9709-2A93-EF39-6231A8E740A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173DB66-7D8E-0454-5039-8AEA3B721C0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BA59D35-50BC-FBDD-0054-44CBF03A47E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C5F705-1633-7FF0-ADC7-F7296F1AA6C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991B696-562D-B98C-28F4-CC8E953813C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857BD7-F769-E50F-16CC-D0EEC3583CA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B2437E-AD10-9788-E385-92BC102A220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07FF17D-2437-A9F6-ACFA-33551B581EE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970B253-2168-6F84-8324-0B380F69210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99D281E-0264-3496-B3ED-D01EA536775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7B4C876-3EBC-A7D1-7843-7E78938CB21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28CAD26-2E46-15B2-7912-9BE290AD7DC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AACD3AC-C8EE-D96C-B717-78FC460A20A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FBE4188-A3A1-CAC7-42C1-0D7C7B057C9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06E0489-1AE1-4BD2-8A4F-9BC2C635631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4BE5A8E-D064-03C3-F4CD-1C6A4F0F1AE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9ABC615-912C-88EE-99A5-F356055645D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2660D43-35E7-A952-E021-8CFD16E4C7F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3044B9D-7B69-565C-A75F-7C04609B341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CB87DF5-99CE-35AC-561D-8B332C2903C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10F0E9-4907-1ACE-211C-2FF3590168D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252875-E690-D9EB-4397-6F306868AB7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70378E-6693-0958-B639-D44543E9AD5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35438A-1E61-5774-FAF1-43FECD0386E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A576790-0E56-55BC-F527-CB5B5F1E7A9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B0FE91-D018-22AE-F9A6-EBB9391D6C4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4075B1-DD0D-AB4B-2AF2-0432FAF953E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CC6B910-D774-A729-22C9-44BD7C83506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ADDB5C8-2D2D-A300-776C-B41B11F723F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77C707-23AF-98BC-EB60-5584EF8445E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845398-CE72-21F3-F2B0-15D39048DA1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18B0CEA-C2E4-009E-5181-E300E83DDE3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E431AB7-C336-9266-A485-E42548B0511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C0F3556-9630-C30A-1EAE-870F8A73BE2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DBD0D20-3AC4-132D-002D-ADD6CB61DCB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0EE872B-EC80-870C-E168-2F59BBF9C7E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26352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9955</TotalTime>
  <Words>4007</Words>
  <Application>Microsoft Macintosh PowerPoint</Application>
  <PresentationFormat>Widescreen</PresentationFormat>
  <Paragraphs>3490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404</cp:revision>
  <cp:lastPrinted>2025-12-02T00:08:17Z</cp:lastPrinted>
  <dcterms:created xsi:type="dcterms:W3CDTF">2024-03-19T02:13:08Z</dcterms:created>
  <dcterms:modified xsi:type="dcterms:W3CDTF">2026-04-30T22:07:31Z</dcterms:modified>
</cp:coreProperties>
</file>