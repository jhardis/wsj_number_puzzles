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4"/>
  </p:notesMasterIdLst>
  <p:sldIdLst>
    <p:sldId id="457" r:id="rId2"/>
    <p:sldId id="531" r:id="rId3"/>
    <p:sldId id="532" r:id="rId4"/>
    <p:sldId id="533" r:id="rId5"/>
    <p:sldId id="535" r:id="rId6"/>
    <p:sldId id="534" r:id="rId7"/>
    <p:sldId id="536" r:id="rId8"/>
    <p:sldId id="537" r:id="rId9"/>
    <p:sldId id="538" r:id="rId10"/>
    <p:sldId id="539" r:id="rId11"/>
    <p:sldId id="540" r:id="rId12"/>
    <p:sldId id="605" r:id="rId13"/>
    <p:sldId id="541" r:id="rId14"/>
    <p:sldId id="542" r:id="rId15"/>
    <p:sldId id="543" r:id="rId16"/>
    <p:sldId id="546" r:id="rId17"/>
    <p:sldId id="547" r:id="rId18"/>
    <p:sldId id="548" r:id="rId19"/>
    <p:sldId id="549" r:id="rId20"/>
    <p:sldId id="550" r:id="rId21"/>
    <p:sldId id="551" r:id="rId22"/>
    <p:sldId id="552" r:id="rId23"/>
    <p:sldId id="553" r:id="rId24"/>
    <p:sldId id="562" r:id="rId25"/>
    <p:sldId id="554" r:id="rId26"/>
    <p:sldId id="555" r:id="rId27"/>
    <p:sldId id="556" r:id="rId28"/>
    <p:sldId id="557" r:id="rId29"/>
    <p:sldId id="558" r:id="rId30"/>
    <p:sldId id="571" r:id="rId31"/>
    <p:sldId id="572" r:id="rId32"/>
    <p:sldId id="573" r:id="rId33"/>
    <p:sldId id="574" r:id="rId34"/>
    <p:sldId id="575" r:id="rId35"/>
    <p:sldId id="607" r:id="rId36"/>
    <p:sldId id="608" r:id="rId37"/>
    <p:sldId id="609" r:id="rId38"/>
    <p:sldId id="610" r:id="rId39"/>
    <p:sldId id="576" r:id="rId40"/>
    <p:sldId id="577" r:id="rId41"/>
    <p:sldId id="578" r:id="rId42"/>
    <p:sldId id="579" r:id="rId43"/>
    <p:sldId id="611" r:id="rId44"/>
    <p:sldId id="612" r:id="rId45"/>
    <p:sldId id="613" r:id="rId46"/>
    <p:sldId id="614" r:id="rId47"/>
    <p:sldId id="615" r:id="rId48"/>
    <p:sldId id="580" r:id="rId49"/>
    <p:sldId id="581" r:id="rId50"/>
    <p:sldId id="589" r:id="rId51"/>
    <p:sldId id="590" r:id="rId52"/>
    <p:sldId id="591" r:id="rId53"/>
    <p:sldId id="592" r:id="rId54"/>
    <p:sldId id="593" r:id="rId55"/>
    <p:sldId id="594" r:id="rId56"/>
    <p:sldId id="595" r:id="rId57"/>
    <p:sldId id="596" r:id="rId58"/>
    <p:sldId id="597" r:id="rId59"/>
    <p:sldId id="598" r:id="rId60"/>
    <p:sldId id="599" r:id="rId61"/>
    <p:sldId id="600" r:id="rId62"/>
    <p:sldId id="616" r:id="rId6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708"/>
    <p:restoredTop sz="94670"/>
  </p:normalViewPr>
  <p:slideViewPr>
    <p:cSldViewPr snapToGrid="0">
      <p:cViewPr varScale="1">
        <p:scale>
          <a:sx n="113" d="100"/>
          <a:sy n="113" d="100"/>
        </p:scale>
        <p:origin x="153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CCFB1C-7F6E-CC48-8B12-2D5A9AE1C913}" type="datetimeFigureOut">
              <a:rPr lang="en-US" smtClean="0"/>
              <a:t>5/2/26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E9560A-78B4-504A-9396-2AE516B13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927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4D157-A7E6-0CD3-8266-DE0939AE4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26FDA5-ABD9-E89C-43FB-F19D8441B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8E2E9E-AD91-B134-310C-59487A42F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0DBF-0F4C-781C-F266-8D63105C1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78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A8390-8F7B-D021-1A8F-12915947E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E394D2-9CE8-2357-2027-A985A3B0C7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3B8AFA-B719-032D-F9F6-AC4F177D4F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44113C-4DA7-F5E2-7FF0-6B48FDFF59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7126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9056F-DCBF-A2A0-EBCD-FA9B7E973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F813D6-BA0B-C6A8-CADA-F7524624F9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03717E-5D9F-28C1-BBAE-4BAC766CD4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1E60DF-2EC4-558B-536A-4922D1C4B6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9071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F66DA-9450-4548-BB9A-68290F0D8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B62541-31FD-C2D9-05B5-095E1C6068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CA19D9-8F8A-2F01-9D48-69963B35AE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86061F-266D-7066-446F-A0C84F7EF0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2268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DB7FD-132F-CB40-CC86-B981D51FB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931D47-9338-49DC-CB1F-0955C28FF4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334F43-0008-0A6C-5986-33A4FC9163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1F3A63-1812-453C-4C0E-42B81AC1A7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8779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0F5B9-22A2-8AB9-A248-FAEB4D030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7F0E47-ACB4-7311-F58E-82D5ABFFF9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44BB4C-E1B4-8315-ED96-878B154C4A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66C015-5B06-32CC-894E-D83470663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3871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73C17-2ACB-F8FA-CEBB-B65A7BF49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222E72-F68D-E4E3-1DC8-A21C3246E1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70CB4B-4F05-6C33-F8C9-F57396FBC3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8D0CA8-C0F4-A56B-E8AD-944D2F2E51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3134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106AF-56EA-0467-68F0-E2402021A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2272CE-5881-E732-5C28-0199D3E491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FACC25-FD92-475E-5884-F69D6C5D4D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140358-C933-B786-EFD0-72BF1DBE61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1790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F9045-ADC9-97F4-CA26-78240500D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B87A6C-49D8-950F-03C5-5FD871AACB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F3A327-4830-90CE-9BAB-C5DBA9FBFA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F6B349-4EF1-D617-E95B-61491A96FD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1102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E1CCE-490E-7B86-8C30-6105A2642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889736-2688-8354-EAE6-E9AD5423C6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937F15-B2F1-EAE3-70ED-AD15EBD3B2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E29E44-47C2-7297-297C-87526598BC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9070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9203B-B1AE-DAE3-6F57-60E9758F1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A13B81-0199-9519-8899-6FBF9620A7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290C27-826B-A550-B418-B732809BDA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901915-2379-3E48-079A-5AD20394DD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2466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E5B33-5FC0-DF61-DF2C-979F92187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415488-560E-1F07-32C4-0F5999B86F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ED79DF-DD00-9B7C-67CE-0FAA7B34BB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1010E3-0B50-1915-5A1C-8DE18A395B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4176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76372-E1C9-0DA1-D2E5-D852E91E4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0E65AF-43B9-B420-9A43-E4CCBCD5F2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4C92A5-785F-E3A6-A5A6-1985E53C5B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F531AD-FF74-24C0-58B0-8E91A8AB83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0516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41471-EDEF-2229-DD5A-DA32EFB96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3D23F1-66EA-5C90-EB88-7FC377A9DF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DF433C-C2C6-5416-6654-F33E956CCB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ED6ABF-5CF4-A50A-425C-21B9666FF8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2355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F5749-A4F6-DC77-D552-7236E7D69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E45891-F74F-C734-37CF-33E9099FD6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2440DA-AF34-B9F7-37B5-8D013AA18E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1B1E6D-DF12-3C68-B4EE-C82F3C02AC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0616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0DB8A-C43F-BC1F-EB21-66DE0FD9C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EF4B95-CA84-5D1C-ECE9-FB9FCE3227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EF6B16-D4FA-5D0C-A2BD-6BF452E274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5655DD-D142-1EB8-3092-792147FA7C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2201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D2B24-A015-D6C1-18DD-CCF384EE5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A4B1CA-7363-6337-4C1B-B26A7A98F3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C72DC6-0DF9-E37E-29B5-4EC9D0432F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EF9B8F-FBD4-9D59-D671-5D1CAAD0D8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6022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1FABB-234A-765E-FEEB-C762D6733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A45159-378D-59E2-1E2E-4639B153E9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3AC84E-817D-EC8E-7947-CB71C763A2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059E32-6137-F3A7-6C77-6391FE972A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56845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1B850-B925-1444-76AF-E9320708E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E5FD9C-3880-A278-B7BC-91D652AEDA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C36806-41BD-5A03-7610-581F671B5C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50D187-705D-63F7-61B8-20654711D0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82093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12CB9-D0A8-91AA-4339-DC0D1BFC1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FED4E0-4422-844C-3303-F3B21AE063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2B3F8B-3486-A34F-9C00-FE97F6B193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F77690-FAD7-CA94-B60D-FEE031E3C3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1454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FE932-6B7F-20FF-227C-7993CF0A1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6DCD8D-1DE4-2430-A1B5-C5C934F209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573652-4BA7-7BB2-BD1B-2ED3F70563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79E110-121B-4EBB-C872-D81CE238B7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47559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3106A-4B18-21CB-4175-31B31C14C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A6E694-189F-D691-559E-33788251F3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97CC75-205C-F692-1502-EE328C4D7C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9DEE11-9838-7E27-45B7-9B203A19D6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19658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C8909-0A30-AA1F-D508-691F56C1A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563805-9A13-1141-4D4D-C05789A12F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354391-21D1-90EE-5586-1FFB64C10B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E5FE8B-A06C-C266-3298-670047021A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26062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9D031-C2FF-3161-D324-B4B6F9C10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3866DF-CDC3-5C24-4FA9-5D4938341A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BF1F6C-8AE5-50DA-F103-44F0955AE7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CE2D7E-FC23-D811-C490-F060E6BCE8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15155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12F1D-32AA-36F9-6D9F-73209A11F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CB80FA-47E9-1041-C0A3-F5F01EABA2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574C69-05C9-E898-F768-54B1F85E80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2CB56C-DB20-5DC2-50DB-AD1C03E2C0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94526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9A3D7-D09F-9113-A458-A802F8031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D37775-9D01-ECC3-9DE7-1EDAF5A1FE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DF5577-5491-C0C5-095E-2CB5F35733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8DA7E5-A613-F4C4-BD5F-013EAB1186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77606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9B82B-9365-FA8F-867E-4E0E6EAF3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FF70FB-2D23-7B55-0F33-7DF7E743D4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74FA30-B285-8C23-9395-6A9984D814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41856C-0C68-C3E7-2429-672C4E1E89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7121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13D83-1234-7078-CC68-1F63D1BC8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59796B-A382-C81A-274F-E80D4F0CC6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15E134-128F-087E-F870-D76F652BFB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FA2B0B-68AB-0B77-30B9-14D8449F18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15262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09B29-3185-77D0-167C-506689B3E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A92A37-6CDD-41AC-1D47-0CF9291307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245AF8-21A7-69F5-999E-ABC30A317E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3F7094-CBC0-ECFB-AD63-A2B8F78D9C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76165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76FCD-6FD5-5408-7FBF-43555AA6F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63AAA7-8C97-798B-4307-24DC60BB2C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A780F5-2466-E338-F0F7-E6DE38CAC3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86CBDC-3F89-AB5C-7773-7FC933B335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90198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64122-A07A-D22A-CF07-643993287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EF0D79-A9DE-DD34-42C8-C8C9D88FEB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B64BB9-5C5C-E133-213F-39E5578B91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239290-59FE-F860-5291-615CC51320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57041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0BE86-BCFF-3F4D-EA34-35A3E4E30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80567A-3726-7147-969D-75BF1F50B7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B6ACEE-9AD0-7CC6-1C2A-1831F5DCBD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8FB0A1-64F0-BE21-EA8C-CB6203BF32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51617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AF951-F1B2-D87A-D31A-D91E5822A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4F8379-73D6-FECC-A903-8CF0A9510E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57F08F-427B-DFDA-6352-686BAFEDB6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B74C23-65D0-3C70-F06C-23A4831BC0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42590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84B77-2457-7030-9C57-3AC9E95CC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417395-C80C-D4A9-23E4-ACB0EE5533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DCF36C-F638-CE0E-1431-4A608AC726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481432-9E3F-7ACC-5300-B0842187EE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48800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64901-4481-BA34-7E3E-C2293BD83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7B4832-75AE-0C16-BCA9-4296D0EFBB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EFBD09-6C5E-2505-503C-6849AFCCC1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30CAAF-073F-CF36-DCD5-EBACAA17F1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86046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4FAE9-6CFA-6D19-2100-4E94ADCFC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81471C-246A-AF23-ADAE-D5E0CC83CB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D6A077-A7BE-89C4-98E2-4360429757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87DEFF-DB6E-A575-AEB5-1FBD4B6869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59424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6601A-1C08-DD3F-7490-640134BBB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E70E0F-694B-FFD4-E3B8-7FBB02EA40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E4A65D-A81F-E2F9-DB0B-53B5B4A0D3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A5211A-A141-7DBE-76BE-15674ED160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10255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4A94C-CCCF-B9D2-464A-4561DC3D1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88D0AC-1627-4622-CA52-060EE4E25A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390744-99FF-47D4-E270-C4E1FFF79C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AF99DB-5FAA-7AE6-62AA-A9183EE381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84703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C3EDB-6214-85D9-9316-D659634A8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8F09E2-186E-6A9C-66A3-B9CF6DA737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98CCDD-F4CC-3AC0-9F06-B00A36F6FA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10892D-2F21-4157-1AB1-B699E23251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7739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FCE5D-EC0C-3A06-A943-4203F8155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72686C-12A9-2995-FCB7-01A084F0E2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BF62E7-13A0-8560-F0A5-5BDA41DDF5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937990-5F34-6422-0480-497D8E80C3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78312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38B67-AE5F-B9A7-FC58-FEFA1DB72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99A0E3-C9D0-3FE5-F2D0-E3647D8160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025BC6-1B31-6D7D-75EB-CDBDE733DB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768FD3-736E-12F4-1394-6EB42FA946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97930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35037-9445-F43B-95B1-45647C376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E0FD44-1BDC-D165-4E79-60741734DB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CFEE2F-FC52-E730-F853-42A820FBE4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048FBF-2F7B-4684-473E-06E69A3477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73966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4401E-7C84-EC32-A9AF-AEA0D3433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D9FD2B-768D-EDAD-9CFA-4178D9B956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B1F941-9318-301B-921D-B1B31EF542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1234FA-5896-D5BB-7C2E-BF49AF2B7F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82185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D7266-7560-7BE8-C7B5-8DF98E779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720DC8-BBA5-8503-434F-A361CB2092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689C4A-B203-AD1A-9ACF-0FF4D5B8FD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BDD99C-5807-A5BB-0C77-60C02A8BB1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48523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DDA4F-C82E-D416-D183-6F849F8E3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874BDD-27A3-586C-332C-62B68DEF62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519C41-BF36-BE95-5BB2-1AD326270A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A8B295-48F1-E97C-DD42-941688419A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38000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BB2EB-DCDD-E770-09CA-7AA3E9B30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D64CB1-0DD1-F804-3D1C-C0522AB661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FA583F-75E1-945B-977F-6E547463FF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B45CF3-00A9-BCE2-06E9-773FF46059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44079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C7721-4A31-3F0A-C71B-D7630187D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26951D-E745-42A7-53CA-C04ED4A48B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B57591-9672-B06A-5F3D-62E7F4349C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6595F4-745B-638E-5244-F25DC193D6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43203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07F94-5D67-C95D-6CC6-C61598A9C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05A07C-F006-BE8B-81DA-92C80A37FB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0DEDFF-1635-8FD1-2807-B7C93AB098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92DA71-569A-B3F0-987E-5443CF2AFF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00846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894A4-869F-BEE3-9466-DC65AAAE7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4C8367-5F5C-44E6-57BF-97A314964D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20FB72-9B1C-D025-A196-E646A0B6ED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1A2C8F-81B5-DF38-7A4B-DC46FB7000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92025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3E1C9-28CE-8FF3-F8A4-609E13C05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54C761-3E02-8F81-1A40-7E2BDAEE40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60F96E-EE37-103D-4D00-26FB7407A2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33EA1F-2ACC-2354-CBD3-F4C24AA016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05894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8D416-CF47-5AC5-19B8-E7AC355C1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F48E81-1449-A610-62AC-DE66A9D220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FC5BCE-24E9-A4CF-91C2-EB037F45A7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FA6EDD-3AC6-FA84-926A-78B2363E57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85588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F327F-0172-990C-210F-2754E52F7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9FEC54-CF11-CC5D-8DA4-88F63FC12E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B8C53F-99BE-5C9A-76A2-6748A4CDC9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C0AEF8-956D-5E57-7BFD-73D4736137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88222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833AC-B246-15D8-F1C0-613E72F86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AACF16-B063-F79B-C877-A5A5C392BC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5AD5ED-C132-1F13-59FE-86458413B1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108E26-0786-223D-F46E-FA805C3AF5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12180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1A09D-D09D-1A57-E693-FD0605FE3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893D8B-E424-878C-2F70-231AD34930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E47A4A-ADA1-B057-B6C9-1A01BB5572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CF5E3E-5029-0718-C816-3DC055CCBC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68488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EDC09-4021-53D4-AF90-CF7787595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3DD501-8DEF-52AE-294E-1D8D4DEFE0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8DE3A5-A8A4-B3A2-E7DA-1FA3C7D579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C96DCB-F10D-0301-3295-44E462A3FF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400105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85A21-1B33-1005-4707-3DD31BCF7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2EC9F6-75E1-49AC-9A15-E5F183560F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3131A7-F901-ED6D-AA9C-674896BD35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2BF61E-2479-CCED-9B4C-13958948D7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39524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1C397-96F4-5F3E-2D5D-7338B1E7C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2FE817-594C-B6DA-7C2C-B891362242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8D93ED-E9E2-21B9-AD31-A5FF3C4FEC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1CD209-14C3-AAB4-D9F8-6252ECCD21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473387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0B148-1292-D6AE-7899-6CB9CC1A0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05C7F7-31E8-EE23-0199-6705B4E98A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C974F0-9B0B-6CC5-D85F-4C07CB0088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3D3C21-D482-7009-D75F-ADC39C4551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640759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23768-9B86-F984-391A-059C7ADC1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4CE645-F75F-9836-9D6F-3AB1702079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BF5E45-F97D-CFF7-3E66-381A1780E2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EC9530-A16B-7681-00E2-143070EF71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283054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37CA2-22B9-DB89-BCE3-391667781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95D61B-8B4D-7A0E-E7B6-FA280EFEFF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EBF5B4-D093-8975-88F2-E07A823BF7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C5B6A1-DC23-F244-2C4E-47BC1CBF55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354837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2FBFF-7320-04DA-0D30-50E15C13B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1B31F1-2787-7973-826C-B9FE01DC0B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91FE27-C742-2199-51D2-AA9900D12E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71D211-0AC0-5D39-B9D0-C793D8A027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640903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2E6A5-2BCF-CBCA-F090-522C21773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62AEAD-C34F-AD79-C405-53EDE0665B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37ED99-A481-FF28-A79C-7AEDF856F6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CE1BA2-EA31-90EB-F45C-A1598CD861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7898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9BDA2A3-0B56-A4BC-FB3E-5478898E2B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9445752" cy="1143000"/>
          </a:xfrm>
        </p:spPr>
        <p:txBody>
          <a:bodyPr/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37C12C-7FFD-6C4E-ACE7-DD76A1C8C1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64409" y="249809"/>
            <a:ext cx="4543376" cy="5048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513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94743-B086-9A1D-3BE2-DD15285A74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CEFC70-38F9-BD71-579C-1F4DEDA47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92569-D687-F730-54A4-431B65550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03A70-2667-EDB6-55AA-33F2B75DF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8A86A-DF98-B80A-F92A-0243739D2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018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10CD2-26EC-3693-3584-A1A3B203F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E58AA-4CD0-A17C-27E6-209C794D9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697F3-ACE3-F75F-B6DB-E2EDCB101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7B070-E19C-7C7A-25CB-AF7C97F4A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7F193-7B3D-9447-B9FC-64FB2E720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500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894EB-0995-8BC4-1C13-B926701ED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55E3-AE09-9D5C-4866-DBCAEF297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09359-F2A6-099E-D457-FB4976E8B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8D10E-33CC-A61E-F850-633C403F3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52A36-99CB-F55C-ACC1-D46F4EBF2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860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0032E-D76D-01DC-ACC3-A5F6F34C0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81452-1F3E-95FB-1DCF-20830E009B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B7308B-161F-AA81-3B91-25A7195D6A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584CB4-2FAA-C87B-0278-FD1F16105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5/2/26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B3548-58B7-CC82-7526-F47EECC63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725728-77DE-9067-C037-0F4A37C61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73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220DA-D412-1E6E-D212-C26FE2AE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D9DE2-8BC9-5CD3-98A2-2F07C05E3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52FD07-250B-0FD6-7698-EFBA488CF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AE512E-5E7E-6D45-2D58-1B044598D7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5F8E62-62B7-FF78-DD11-69774DDB6C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E82641-31B3-87F3-FC9C-760F5B5EF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5/2/26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5D0B37-C72D-AB40-FC50-0F2BA55DA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C0F554-9EE5-C216-0F66-7B3B49445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539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96625-DF37-5199-8B5F-0AD4D7EB8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CC992C-BF00-880C-96C0-7042C394E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5/2/26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390746-6A20-2222-138F-BDCA2EDA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7D388B-382C-CD6D-1A3B-DE8DF017D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337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3BC02C-7483-7A7A-5354-1616AA5D5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5/2/26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0BC8C8-CDC3-97B6-5888-93197E154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0EB0F-BDCE-E810-451C-168B2B13A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363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63DE7-75FC-0404-38C4-4C8BA62E7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6F1FB-D688-5CBE-3F6B-277925101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1E1062-A0F8-7378-6259-452596C601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F6140-8766-DC48-76B8-3CCA9AE81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5/2/26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EF2E7-A2CA-3672-1E8B-91BB70564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F05B17-1A06-FFD4-9DA2-DD17D363C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403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4234A-C922-2D66-252C-D286F8F88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A83645-2F0A-288D-3E4A-4B2A0F3993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3567A8-683E-46D7-65F7-FE65B0279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F03D4-5799-29C2-B960-ACB1D94C3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5/2/26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B8BCD-EAE3-2871-51C7-771B7DF07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5741F1-D331-2192-5F65-9DB5585C4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609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831E0-2506-463B-6A1D-2E997B58E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C2888F-D6C9-FAC2-0EB3-EF63307BB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9D78B-309E-CCD2-C0DA-8B2E3D16B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18859-EB6C-DBE7-E231-BD638FBF7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CCD95-C583-5245-72DF-6AD690D35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0675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69EFD7-1358-426B-0140-A202A2D530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6D7B90-D96C-BD6E-65E7-55E7D91F25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CB66A-8728-B88E-C058-E9DC9E0E0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AFAF8-3C65-F3B5-B108-F27717ECD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1642F-5721-9D1C-3D1D-6C1ABCC72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743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6A456F-C771-8F4B-C98D-9BDEE5781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23516-7E50-1256-7BC0-68CAD2D90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11502-CDE0-E081-1B9D-874EEBF9B1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9363D2-3164-4145-A578-C91A7CE0BB59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3C5F3-3A43-75DF-E382-0F9630A01C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1DBE2-D540-2BBE-7791-BE410B8C51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515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D0A50-E4B8-B9C3-5177-C6AFBE291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EABAD0-26FF-2429-AA3C-799A866431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Start.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6091D9C-BB94-C92F-54B6-41DFBD939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00F2C2C-B17C-CAE0-2A94-0B0164D60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B6A1E27-B0EF-0D2E-77F3-45C5486A13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6A3FFB8-54B3-D7CD-B299-A023629813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136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65F75-7C13-A970-8AE2-46D930571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6FDC946-7D80-D2E3-ED5B-C8E9B6AE623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Rows 1 and 9 must sum to 45.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CBB5904-9035-FE04-3089-D8463C88A8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4CE5F24-4025-4EB3-F66E-6AB67B384E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AED0A69-E0D6-138F-F063-091E551956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CA52ED2-6AA9-2135-70AD-ECF5A0DAFA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3CE664A-0BE0-829D-DE08-FAEC792CD35D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DBB0BC-16F3-F4E0-9B45-5D34226531B1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412092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371AB-3040-B4FE-D46F-F7F086799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3580096-AAB2-EE31-FED5-8CF9C2284C6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Column 5 must sum to 45.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A7C4445-0635-9A98-4177-D8892CBBBF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BE0F404-C8B2-882E-79E7-9BD1C4910A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843F46B-C3F9-CAF1-40C3-1BB3FEBF3A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4EB524B-1F2E-1E5F-9C2F-D39DBD7537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7CB45F7-A482-5AC7-03E4-B98406581161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4E1849-DF8D-62E1-EDE0-1FCF1DBAC8C9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C30E5C-CDB8-0596-1EA6-A6AF352C6DBA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0703239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FCCA4-3FF1-4C1A-28FC-17D7B2EA0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C5018A2-3A75-E517-F5AA-3DF3C36A2DA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Row 5 must sum to 45.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B50764F-D997-224B-5DEE-B21467DDBE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AB30080-A460-E41E-639F-99F5380356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E7B5080-9EFF-76A5-8762-12AC7BAFB1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41D28A1-3EDA-40DF-72DD-8230FCD7A3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291C6AE-DE94-7537-C43F-FC888224183B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E7B449-DE84-299F-6FC2-EEE4217226D4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A64A7A-099B-C9B9-E228-F93C82F084E8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FD1A17-8D5D-5795-E943-96B09E39AD5D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987432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D2F9FC-8365-45CC-5019-AF4DB3142082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234789</a:t>
            </a:r>
          </a:p>
        </p:txBody>
      </p:sp>
    </p:spTree>
    <p:extLst>
      <p:ext uri="{BB962C8B-B14F-4D97-AF65-F5344CB8AC3E}">
        <p14:creationId xmlns:p14="http://schemas.microsoft.com/office/powerpoint/2010/main" val="2424060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5541B-7DBA-FB6B-C40F-0992B1C9A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46BFFCA-8595-BC35-B304-DFB643E9A8D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[16 in 2] is 79. [17 in 2] is 89.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F2BC029-EC02-C7E1-1DAD-D4BC0F25D1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12815FF-496E-EE2C-3F53-6F888C7037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CC17DBE-6BA2-4466-7038-D91E04A135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D632246-0489-CF2E-5DFF-D48730087C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39B63DF-1F79-8BA6-22F9-1B9C0FDBAC88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B5B752-CFCC-096D-00D9-049C173B556E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0BA6BE-2929-E90E-6A94-9BF257970EF6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675C87-C864-91C1-F558-8D66E4DD2243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987432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C39E7C-5D22-2D4E-14A3-D1DBA8705636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90BAD2-4152-1B2D-8BA1-B6E491ABF02A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E80FDDC-46D3-EEE5-8E2B-49FAA038326A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4C26DD-3BF0-F79F-85C4-8B92647266A6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6A4584-A0E0-2BB9-7589-461671E16FDC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</p:spTree>
    <p:extLst>
      <p:ext uri="{BB962C8B-B14F-4D97-AF65-F5344CB8AC3E}">
        <p14:creationId xmlns:p14="http://schemas.microsoft.com/office/powerpoint/2010/main" val="38187289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98FFF-2C5F-F66C-8F3E-4C5BA7721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5947780-664B-153A-C131-2D962F3DE3D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[6 in 2, no 2] is 15.</a:t>
            </a:r>
          </a:p>
          <a:p>
            <a:r>
              <a:rPr lang="en-US" dirty="0"/>
              <a:t>Then, another [6 in 2] in the same column must be 24.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63E6941-133A-E5BD-6301-E822D0D1BF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C776919-17F9-9BF1-C24C-162C3DF0F9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2B54F4C-5CFB-97D6-76DA-3898C703F3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9889B84-5674-9F16-FB22-EA04546728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C593F36-AA17-F8B4-01FC-36FBA33E3645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5CA771-B520-431D-E159-0A189D001B1C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8357D7-3EF0-1407-B2F2-0B09EA0CD4DD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6A10DD-2EB0-34FB-CB16-6C731FA6F163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987432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955FCA-87C7-FB41-41DF-25F9084912A9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45E186-A58C-90A8-903A-689AD77E1B1F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592786-3A2B-D559-1EA6-026F1D6EA14F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D8452D-A1CB-BF82-EE3E-C3176E17EB2B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0D8D2EB-1F47-981F-EE24-788A21D16453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B6514AA-77DF-F9DB-0087-AB8E95AA14F4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38469A-3BDA-FAFE-BECC-8DC49341C2F4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308F4A-557C-1FFF-D908-8BC1D30E49BF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D910335-EBD9-82E2-BE84-FB76BFF751D8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</p:spTree>
    <p:extLst>
      <p:ext uri="{BB962C8B-B14F-4D97-AF65-F5344CB8AC3E}">
        <p14:creationId xmlns:p14="http://schemas.microsoft.com/office/powerpoint/2010/main" val="15942069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5CACF-48D5-8053-EB4D-A84A6A5C4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DE00518-127D-E913-C33C-EFEB7D1DFE3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[8 in 3] could be 125 or 134. The first is precluded.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E322AB8-57E6-BF66-65F6-2A625BB66C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9762D04-883B-7CB4-87A0-34A5621C57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CE80300-8973-E528-A280-3FC9767EAD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729ECC2-505A-B120-3C9F-E5AF605E3F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0C63D67-2CA9-E68A-306C-9B9559860389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2352F1-4F60-7BB2-5BA6-2074783AD705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3C1068-A191-2624-92CC-0E9F7F06DD5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91F150-07B5-A8CA-35B8-FF6FBB0B890A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987432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EB9F6F-73D7-6BD1-9400-99B8F0DC21B5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837B7E-788E-3D47-DAAA-272E84C376FB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D2DE8F-B267-224D-E3B2-64F28EEE810B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7EE1B0-16A4-BF43-505B-0E0DAC3BAF15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8DB71C-637A-A879-0980-2CDEB88FAE50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8B5F27F-6ED0-FFBC-2CC1-6B5436977250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1375298-F7BD-FE6C-446D-0962CE95841C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716ACBA-5A0D-586F-974B-4333F0AF4D7A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8A36B8F-D64D-99DE-CE67-47465D629433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279DCB6-D877-00B4-913B-10FC188DE444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C19FE7B-33C4-3338-9A0B-E7BF254BB20F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6D43425-9FE5-4C4E-6040-05270E6BBE57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7260932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70FEB-0D9C-F16B-5913-1959B281B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8D35775-9E35-FC1B-129C-4B541799D84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Column 5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58691F1-1C24-2B40-27E8-5AFA015B68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3ABE975-E98B-BE65-4D4F-E7C2EABFDC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9CCF1C5-4A4B-B265-2CEB-8F360C95D4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1701D4B-9A9E-ABB9-45D3-0C39C4CD77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81C9BD5-A7EA-45B6-381F-E235D74AC6DD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C8FA0E-7E29-8E3A-F7D9-87276B8229D3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E74F75-0015-A336-9D66-2CB60602A6CA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0D496E-FAEE-975F-9F93-B5E67B2298EA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987432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E8CBA1-3492-58C6-365C-52D60A0F22B3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43B792-66BB-12CD-6BB9-B364D92D1C2C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DD7E5D-7B55-2CAC-78B4-B7B39A6DBAD1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52CDAB-0586-491D-ADAA-8DEBB2D7FE83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AB46A9-70EC-9A42-01C2-72F62BB5409A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5B8A15-8A21-E7B8-77AC-A258558B0F81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B20CBE7-B715-6B6D-2E2B-4CC7BAF4BE6D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30EA662-6B50-5D53-2067-AE79AB7C9085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10CD8D-2F34-DC1D-DD9C-5A3CB141E24F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4F3D53B-1A8A-69AF-399B-98BB921224AA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6E7D0DB-A05B-F038-EECF-E7AF71AF4A63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FA79DE3-1A22-68F1-7F18-39C0A5AFF06E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DE65B2F-AE43-B26B-46A9-AE9A41A52E53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0C5A2D1-615D-AAF6-2C2A-43EA71C8452A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EDF34A9-7555-0543-953F-E843B3966B17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</p:spTree>
    <p:extLst>
      <p:ext uri="{BB962C8B-B14F-4D97-AF65-F5344CB8AC3E}">
        <p14:creationId xmlns:p14="http://schemas.microsoft.com/office/powerpoint/2010/main" val="44231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4CAF4-25DE-0BB6-DA8D-056DB18A5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9D603AE-FF17-DCD8-94FE-4E1DBF14511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upper center block.</a:t>
            </a:r>
          </a:p>
          <a:p>
            <a:r>
              <a:rPr lang="en-US" dirty="0"/>
              <a:t>Then, complete 2-cages that are, in part, in the upper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E74BFEF-A3E0-3E76-5808-EBCDD5EB59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E41186E-D124-333E-7845-72797A665B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D7CD82C-50E9-9D7B-2833-A366193BEE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56688E8-FD53-7224-57DE-A2AB16765E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71CE3E-B102-240D-DBC4-23B564C74078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5F0996-B05E-7822-A313-2319D2D5716A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B8E405-7996-256E-D1D7-4955D13643C0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8A0212-E1DE-D7D7-A4C0-0BC56D58FF65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987432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C5CD88-54CB-00B1-B904-E264C3EFF714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3E6AB7-7499-8E51-8F12-20925CEB3579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EF388D-8D77-F246-A135-0D9D43F12E58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DBD5B8-C1B1-FE1B-8085-816DC2398202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C100CA-0614-9099-04E8-8D4A0FCA5315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8DCBDA-EE42-110D-7C80-BF9B4BEEB3F9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373D89-B83A-E828-B3B4-B3BF89B870A5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A3EF0F-D89C-7DD0-FA5B-6787CA478004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0DB090B-090C-C36E-6579-353EC7430525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6D68B2A-6E09-A7CB-E47A-F3D4D9A702D1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EBEEF71-27C4-4A87-2B7F-CB1C6EADCF13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A22FCFD-7A11-F14F-E269-C3CF4D6E74BE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24BF840-9927-5814-2324-882FB7C991FC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BF997F2-0D58-99A7-DBF9-6458F53758BC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54FD9CF-DB55-85AB-465C-BB5F22D24E06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E5F92C2-A176-62D5-0309-5AFA8B57CDF5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3C6CCC6-7094-A128-5782-F347C6DBE71C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0C7A034-D7C8-1104-F9A0-32B6176A4FDD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97E2023-4467-4E50-A589-2FBB892B1954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57DC7E0-014C-C1A6-7637-7DF04E003269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D01E7CF-0049-96F6-4FB5-23D19868A50A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543</a:t>
            </a:r>
          </a:p>
        </p:txBody>
      </p:sp>
    </p:spTree>
    <p:extLst>
      <p:ext uri="{BB962C8B-B14F-4D97-AF65-F5344CB8AC3E}">
        <p14:creationId xmlns:p14="http://schemas.microsoft.com/office/powerpoint/2010/main" val="23697889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BD252-DE53-29E9-6C2D-B5A75F41B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41A68FC-726B-4F76-1E31-140124EFC74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lower center block.</a:t>
            </a:r>
          </a:p>
          <a:p>
            <a:r>
              <a:rPr lang="en-US" dirty="0"/>
              <a:t>Then, complete 2-cages that are, in part, in the upper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BE9A925-FDB4-1654-00AB-5C7FE8B567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3FE8AE6-948D-D564-9AD0-0AA6ACBEDB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AADB68E-5537-CC0E-BF29-3B0C718E85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FFB1A3A-D15D-96F7-6BB6-451EB2CAED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337C4B2-8A7A-3111-CB02-0F1602090EC5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A66B2F-CC9F-0FE3-565A-46140D73C2E8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7E2CAE-CCD3-E91F-3DDC-60327745B51D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90A20E-B501-8190-F84D-5E72D1E35AB7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987432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A0451F-0D00-EA81-79E0-B1E9B37B88E1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19DC6E-38CB-7062-CDAD-DB272216F483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595667-E097-F06E-2E52-53ADC8F1610F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475133-352F-858B-3562-E97A10EF5F27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ED397F-8A5C-630F-2F94-F92CCB4CCE29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BD6190E-1744-6394-FC55-224C239D6A91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43F04C1-2DA3-C7FA-C7B0-53B0481BCFD8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C2A2429-9B2D-CBBF-94E4-529673445215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B27E06-B6BD-65A4-5CCC-DBD44E6F47B7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8856E1E-93C5-CDBE-9DCE-769E1AFB7370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B92B75-6C9F-1430-B2EE-8A83B7435813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8558F25-6538-ADCE-0AE6-C3384327E58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EABD4FF-4FB3-E5C9-12EF-90C2A099EE94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A0A8C9E-A4F1-F97A-0D41-2B3868FA457C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A300328-1051-6770-4423-0C523E60DE28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FA8B43C-247F-8876-DF9A-405BA8774050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70A9BD6-E1F6-F740-3DCC-F081843CE22C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0EDA8C7-2B4B-7D1F-ED01-7610DB71A26C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CECCF67-2131-9842-C77E-5A9F843F9770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849A9A5-8101-2D40-E9DF-E743F5505C1D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B2E73FD-D2C4-5A33-4B97-07D6A7BCFAA7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7606F4E-8317-8BE6-7B38-31A756973E9C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9044B48-AB38-4AFF-D82B-C2BDFC38FC2F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81B3530-B918-CDB7-7B47-82B207F3D0E0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36BBC61-C787-0AE9-09DD-BAE182467BC2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2890323-EACA-720C-BDCE-F925EF20C80F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13568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2E4D6E1-A6A0-D4E7-E87C-D847E6BFBE29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13568</a:t>
            </a:r>
          </a:p>
        </p:txBody>
      </p:sp>
    </p:spTree>
    <p:extLst>
      <p:ext uri="{BB962C8B-B14F-4D97-AF65-F5344CB8AC3E}">
        <p14:creationId xmlns:p14="http://schemas.microsoft.com/office/powerpoint/2010/main" val="6406213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A2EB8-FF77-5D95-0AD3-C2DD1A053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FBA0A69-49DB-CF97-239B-4CC279329FF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 ([13 in 4] cannot contain 8 or 9.)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102031C-18D0-5C7D-6097-6CD9890ABD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DAD1F00-483C-0564-6DBD-B0FE84AB4F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F97D486-C9C7-7971-C8B9-4212253BE3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903A3A4-8785-F42C-6FDB-07E62C8B75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F0C50E6-7253-E8AA-F949-06C49F9C5747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F446F5-8AC4-1CED-FE3E-9FA13F2F81C5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8467A1-7CF8-7DFE-BD26-C050C674D979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9A12C6-AB40-29A7-7B44-DBD8A507AC61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987432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C75F27-1059-EF6B-866F-F2E3E82F9281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35CB4E-B03E-86D5-D8BE-635D955301CD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6D31FB-4452-A9F2-A575-2B416D7EC5C7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895F84-4FA9-AE1B-1AB8-271517CEECE4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B7B8EED-2EC1-5544-DC15-79D9FF394ADC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2597F2-8CC3-EA5A-B5DF-868ACC889146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B41ED3-B1D6-AEDA-A867-D3DC18C26567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291D35B-43F3-5C27-7910-9D590FEAF83C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9326101-029C-822D-27D3-0CB7D54416C2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0D60F6B-B30D-06C2-D1D8-8CA131FB5B95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E9E7214-091F-B975-43F9-603C903F3E9E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410176F-6CE2-38F0-40D2-827C36F63224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CB03F18-69E5-DA0E-696E-F6956D06AA83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7AB97B5-131E-5AA6-E31C-7BD14068D790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CB5C4C5-8576-6AFA-82D8-D256D3F47F69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2A69FEC-243F-5A92-2CAA-0396F59170ED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6D21D70-167F-86EC-604A-87C81B38CD2D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C18530-200F-B669-8A51-3F8D3FFA2FB5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4481FA2-B07F-CFAB-FB08-6DD7A03B3816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AC29636-408A-DA09-4F78-239E32516674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391E8C7-5416-AD60-67B4-42786DA17152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017C157-B1B7-A583-1686-5FB6559A13FC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B70052E-8DE7-8D89-8FDC-6E086A0CFFAD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941FFAC-2B3A-ABE5-243A-E0C5A62AC1B3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7A08D3F-4120-9312-B034-7B4FB8915A2F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A3A21DB-737D-2EF9-19A9-564892EE6450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5EC09F8-919D-788E-428E-59B5C9BCCB41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</p:spTree>
    <p:extLst>
      <p:ext uri="{BB962C8B-B14F-4D97-AF65-F5344CB8AC3E}">
        <p14:creationId xmlns:p14="http://schemas.microsoft.com/office/powerpoint/2010/main" val="36321927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8844A-5CF1-783F-01A3-A2C7AB34E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048D99B-B400-501F-9160-400818D3AE8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1 in lower central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393AF48-174D-7224-19C9-D7744DFDA3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7F6B41A-1AB9-BB9B-8767-D77952F451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FCF9729-E233-B2B1-DF8D-506D59A997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75D4661-5A27-371A-27CA-8013853A9B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0794C3A-CA50-048F-D4BF-1E5B1769C8D9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6002DD-2BC6-DD14-BF6D-CF7CB7224A0E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F1188B-4BFD-393D-74C5-FE8DB5D611F4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317E63-AA0A-4BBC-634B-ECF2D7D4D7E1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987432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135D87-8303-D8C3-A06F-C54CCCD3B4AB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942B8A-EF69-B1CE-1FDD-C09CF210E731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F6DD0A-7C55-5595-AD2A-805EDA73092D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18F96E-5AE3-3E70-52F2-317F5B47FF9C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6D80E2-537B-C6F8-C0C1-F91F99B9EEDE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E56C36-E266-D6C1-985D-AD381B2E7A03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6D0C2A7-10C9-9239-8B55-1096DB653DEE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910D3B2-C274-135C-DA2F-9123C01174CC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D6237BF-5E21-F869-E959-32B97F17786D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C4C7CFD-FAAB-B7DE-ADFF-4DD1FCC76A0C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62A51D-9558-DB89-D5EC-5DFAF1E69427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DEB2A07-EDDA-B476-26CF-C503802EA7A5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0BAED6-BEAB-5306-CE9D-9BF09B7151AF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3F4C85E-8C32-ED08-18EC-3FBBAEF9937C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E4125DC-F7A1-9EDE-8241-030DF6829160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FBA3059-1671-4DCF-1947-166B1B1FC519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68F9771-8DE2-9002-F00D-12A13FEEF31B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6D0CB63-74CB-3910-F439-886E3652F4C6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C9ED978-7A16-8247-55F6-BCD5E26A60D7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BA71A74-1432-4C79-06BF-1CA54736A8DA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BB2669B-F0D0-EE95-BDA6-BC0A76DECE2D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D1E0B99-C7F4-832E-F99C-D288EFF46981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4D846EF-67DC-30E6-C71F-F452DE5C5928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79D96C7-BBED-5EBF-FEA4-2669B762B1FA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29E2C7F-A202-8C20-71C5-C5559C474EF8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2D3174F-2234-E4F7-2F5F-F96816EEB5FF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8A3B141-041F-E43A-7166-E26D35E216C5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8643227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D61E9-4C12-065C-62D3-051FFE2BB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686453B-19AA-D80B-2307-146CE6E4EFC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Column 6.</a:t>
            </a:r>
          </a:p>
          <a:p>
            <a:r>
              <a:rPr lang="en-US" dirty="0"/>
              <a:t>Then, complete [9 in 2].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E4E89C0-080C-B541-8612-E916D148D3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1710EF0-75F3-BC83-BD48-F0DB3144A5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F687F4E-4229-E300-0A31-7790B6FA87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0A8C029-AEEF-89E4-E039-6A896E09EE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67AE1A7-70F2-3322-E6A8-7AFEFA202BE3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FA4F26-50EF-32C1-A873-4BFBF377BA78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EBD6EE-84E3-F4BC-80F6-ADFD64AE112C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7243C3-08B8-882E-B2FC-4C834EBCAE6D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987432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524200-C276-D5D4-03B8-1B98C59E4CBF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5F75F6-F89B-D5EC-5CEC-1F9527BBB0D0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BC6ED9-64B5-B0C6-5DAA-01511E59AD88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FB319E-A5AF-E48A-4380-6E8A980D8B89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09A915-AE06-703F-250B-37A876763136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EDD2ABD-08ED-8AE4-C2EE-09C4995219ED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C2AC5E-FC14-087B-F578-5F18AF88D7F8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8961E21-9827-3145-D0E8-C13A4D876DA2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E8A0473-F97B-E2CD-7969-2E59CFE8DE9F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6D65834-80E7-959C-AAC7-3373AB592F8D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899E775-F07F-30B1-1101-CA8AE9B30C11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105D854-2A6D-9617-C7DD-EB3D1CFEFB03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965FE49-53E9-B5E5-7308-AAB835F25D2B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1B80676-80B3-2E17-383B-0EE2F75D20FD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56AB49-36C4-246F-8D7B-C2EB916838BE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A07FF29-658C-7AEA-B7EA-DB33E2C25754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FBFCD92-F31B-741B-E9E2-05C6F501675F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19DF5F4-E542-B37E-B6E6-4B238950550B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F8BB754-4ADE-2F61-9D4F-E7E551116C11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4B63B3F-9D50-7121-D057-96D6CCEE8E43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7DDF240-B4F0-9C66-A0A6-A3F51F650047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A5C0881-A4AD-C724-488B-B33F340736C5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9406644-28AE-8E02-184A-C7B704418A33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33CD4B6-A415-5832-DA41-5BCC02A24459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86BEB03-2AFE-DC4E-4B86-6524340EDD7C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3A90E49-6718-8998-CEB9-B6A68B3334DF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38FDF11-ACF5-DBA6-6E40-61F107471158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5AEADF2-40D4-BA31-6E89-6367C8965C04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A4B43CF-D7E1-DBDB-4ED3-93ED9BAD38CA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CC22238-BEC8-8C0E-7CAF-7C6D70126049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8747245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BFF82-8B3F-F378-5203-0CD12703B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70E1BED-8EBD-DA29-7564-C8FB95F545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Again, [8 in 3] could be 125 or 134. It must contain a 1.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7CB4830-E65C-AA55-FFD2-92AAB0D8C9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77BF6E1-5262-4F9B-594E-D9A9FC6B8D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62038E9-FF56-33F4-8218-254EFEBA27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F0260F3-9732-8062-0AD4-802262FAA1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B4944FA-DA70-4562-A420-F8F12B6D0381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5BC321-4FE1-B904-5EDA-480C3700C196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452FC5-699A-3507-3FDB-6B3373E45294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28075C-FE36-06C1-BFEB-30CA8A7C1C97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987432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958280-BD90-0060-FD84-24532814576B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F277C7-4DC5-CC1E-D88F-D1080F64D609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1B1752-E07D-DE0A-0052-9ABF26C01AE7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FC957F-9F7E-A077-08DD-E8BA04CA9005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6D7862-5BAF-BA15-6FF4-725D4F7C9F15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639378B-CE8B-15EE-ACF4-79F5DD2DD0B2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ED40C39-A77B-220C-86C8-788358126F55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DC99C5D-5BC7-882D-815D-5A18706044CB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6018E4B-D4A9-15BB-DFA8-AAE7996B08FB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238A591-1508-B6A2-E2A0-7F2F450498C6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7F70334-DD48-0C3F-E39E-19EA7A0D8A07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84798EB-04C3-A415-3C3F-E17AD110CE11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AE06697-545A-CFD5-5827-E1F362DF3AE9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2E80F56-CA28-AD1C-D285-A20D45514333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FC08EDF-E351-D7DD-31E7-1A240DBE432A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853AD20-63F7-AC89-E623-006495ADDE19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11D26A4-E65C-DF4F-C885-0C45AF7FEAF0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DE50244-D9E5-87E8-3FF9-6FBD41878D3B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D8DA419-AC61-37B4-EEB4-344625DDBFDC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74403CE-04D1-ECB4-0F52-0BD71900F8C5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E985B95-7DC1-01CA-0224-2827F2DD99EA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1145ECD-1C5F-6B88-B8B7-9A5A7212B552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B40C433-6A6F-0A32-C650-2D9120DAE8DB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B94096F-82BB-B965-3ED7-C951EC863066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3D452BA-94E0-E091-5D71-23C1CC44AF97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425335E-0147-756E-F9D0-F6CA74B7703A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F541F5B-9D6E-AB3E-3BE9-C4A951223225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42DC8B8-78B1-64E6-1754-911BD426BC0E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DB345CF-61D9-4A58-A21C-F5440FE47646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C1B6CAD-FEF8-C4E8-2B44-BA53F1D6048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3D5851A-77A4-C9EA-3557-7D82DF7C7C43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076EB5A-E95F-AEB1-7218-FC0B5DF4DD78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DBAA99F-34F8-5576-0F61-8251B4CDC072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8D80BB3-A2D1-780F-CB2D-AAC35A6E8027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86DC4A7-FD26-4DAB-372E-3FDC27DA0B2E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823B0D4-5B47-B7D7-F56C-B94468DA50EF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2849693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3DE10-146D-9CC8-0FEC-99949D957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DC9C64B-D716-6617-B873-36C3B540A5E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[20 in 3] cannot contain 1 or 2.</a:t>
            </a:r>
          </a:p>
          <a:p>
            <a:r>
              <a:rPr lang="en-US" dirty="0"/>
              <a:t>[13 in 4] cannot contain 8 or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D7427D3-B702-02E8-0AAA-F7011D6FE6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13BF6D0-F608-A61E-42AE-BBDA20BE15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F0CACF0-1379-A40D-A1D8-4F465DD372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B05FE89-F3D0-E1E6-223F-3B2E542ED4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D7F1A93-F40F-EBBB-7435-477D848F7561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C6CA5E-737B-9C66-B6C4-F06719BF03B9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CADD10-E0D6-E256-9F14-443B9F9DD848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446A3B-97B7-D76E-1A54-826346F59272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987432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A2F6F6-FE17-FC2F-CD1E-6173F59C9C63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C663D6-A916-3B13-01BD-F7395DE08C58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E2368F-D846-73C1-D73A-04955B7FB5B1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2A3A4AC-FB9F-5D14-8787-A45053601FA3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A9B3D6-779C-8243-5D7E-E6BE32D02796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5D67379-6840-5F75-E315-918A4D0A5485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194C540-2F3F-DB38-6038-EE307F3C2E41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B02BAF6-7F1B-FDA3-CD70-D1DC46CB46C5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AEDAFF0-029D-52AB-7690-9374B4EEAE3A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72D2BD-5B1D-48E4-96D4-37A2BFBC9D57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B46D756-1B5E-FB97-BC00-F7663D4D8492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2F5D387-557A-6FFF-B93B-1F34FD3F8176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6C86B44-D942-F3E7-716A-2FDD74C0CDC7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EA5A162-27F0-BEFC-E18E-E305060602F5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7054518-A53A-50CA-9CA7-894B21BF7610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E35C996-A6E8-36BC-B988-B0F796E2CAA6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64369FA-275F-FFF4-1498-995B2E71ED59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D8496F2-B342-4290-F988-5559156507B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201EC02-1018-ADCF-62B4-1C031B3FE5E4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67419FE-B89E-21E8-E3A4-40E05CE04CA3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7A5FA52-A31C-7DE5-DE4F-A57998C2D70A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6698018-BBDE-1C7C-E14D-AD9C6882AA53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AF3679D-6DA1-89EA-F6ED-0D957FAEB8AF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81E6BEA-503F-B7CE-5EA2-DB2889F9B7C0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90D2324-A172-AE80-4F10-A0BDC31C2C92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98465C9-9AC6-9EB6-7E98-4F4C6E019B62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A537CF6-AE63-5C96-E13B-E7D84DF1AE05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A826091-D45D-0699-960B-10459350F229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921849A-02D8-94CA-0B97-7069C09D42CC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65F232F-F05F-338C-5788-832C5CEF444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D4E9E88-09BC-70E4-C065-375908A3C95C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53B2ABD-8CE9-B1EF-4405-A0D9FE8D3969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3C94F9B-9689-0B8B-113C-E686BE849715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BA1D8AA-F216-36E6-9332-48FB68FD652D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638A3D1-C6CE-6BFB-3495-9C0727E6C2C9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FF38C35-7C12-89F8-5593-32E3BCED7D48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200B607-EAE4-3B2B-44F3-B62F40DFFB1A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F3D26B2-D986-0208-D884-124DC05C9C2B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F3C8E08-6D45-4856-2E0E-D95B0E4F2FAB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9FD5662-C9C4-5762-444F-D2BD99E395FF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809DBBB-8C55-E4D2-16FA-2B8D8483489E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5670535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EEDB0-5D6B-10A6-EE23-B54D5D69B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E3923E8-E7B9-2222-74F9-202288B4988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upper center block, 9 is in Column 4.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1647BC9-1322-33ED-4DFE-A4EED6D944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0B2BB7C-8024-BEB1-F4A3-79EBF00D19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113422E-A146-5737-9CAE-BC88B5CF6D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0CE127E-9527-BA07-1234-37B12159E1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8929E42-EF2D-2F87-BC59-F78238FB6140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85ED65-03A8-60D3-AAF8-05794A487AC7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4A9CB9-02D2-751F-9FF5-F4516CE07236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49EBA5-E9A5-EEA3-C0F9-84073B9823FE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987432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7D5472-DFD0-2E92-F367-65D9870A7683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913A00-9DC1-0F8C-DAC6-F71A9BBB9A1B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1147E5-14D3-892A-85D7-26FEB44966EA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375D6E-7B8E-4BAB-C491-506125240547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9872DDF-15D4-911C-D0FE-055D525D09E5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32F7EE-9E47-FEFE-130D-DE45F37B921B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47FCDCD-D798-1400-847F-985328F79B37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80E5496-A111-4516-40F4-5887399EF6E8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C5C19E-5AA1-A897-BCE4-BAC78358D7B8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97A74E8-6C2B-FF09-AF28-12D5D7DF0854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B12818C-84A8-C76D-0B73-AC476DF7DD71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4DD58C6-B0B1-75EE-5765-91E40B225229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EAB5B22-014B-AFAA-38EE-8613F3CFBE5B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FF7D177-5940-A3DB-7D0F-029CF7DB332A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A9C96CE-28D6-9302-C037-22A615C596A5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C81EB6C-1E89-75B7-2D35-AB7D51859B7A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1820E5A-01AF-B429-2E27-AAB84E89BBA4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50877A3-683F-727F-7307-AA03F03B41C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8B12C10-9153-DE16-01EA-A0841A1BB8E7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8B29D7E-B08F-4786-10A6-FBB639C21E6F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2EE3013-4A82-64DC-A791-27FDB8F43D53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7CD73D8-C8ED-1F2C-9937-83F5D8695517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6AE0E89-B905-01DD-BA3D-54C93076F67A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231E6F6-0584-3FBD-31EE-B77CBEB2008E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AD8C753-CB47-4B4A-30AA-104065A287B0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ECAE020-8E00-1641-D0B9-E69CC2DEA2BB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B490E8F-EC2F-6225-8173-4FB0A334126C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FF779E3-0A97-49CC-0295-6CAC4851A242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FAC8669-6DF9-EBC1-907E-8322DC5810A7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10D1587-2C4B-4152-4DB2-EF3A5020E08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473885B-9AEA-89F2-AC79-FE7BEB07C61F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BFE2D3A-BDE2-6860-10F8-E0451E61EBB9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67B53E6-BB8D-CC6D-853D-6B0A6ACA2DB9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24CB457-5DCF-0977-EDDC-5C4121C5F958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6CFAD2F-EC87-E3CD-2FA7-AE5B56E5E9E3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7421E7F-FDD3-09E8-C125-EEC0515C2A9F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DF5166F-B479-8D21-5133-33F25F373AD8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D3659BB-5584-CF35-A2E7-E16EC731A813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70BAC3C-01D0-E90E-13D4-C2672D429FB4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1358E73-2432-930A-CB54-4380B570CAC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5711CF9-394D-217C-166B-D56DE512942C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6185760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3D53D-F751-4930-DB63-36C2F2B55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3C88AF3-E18D-27A9-A6D3-2415A3B52D5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lower center block, note 68/368/368 triplet.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DDAA85C-BD12-D7DB-1B78-CF881B427D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8C98685-947C-A79A-C208-62A694F11F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A995B31-66F5-7A2B-48C3-242641258E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994E2A1-E64C-01A6-1C49-53F6BC9B72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4286DA0-0AF5-91AB-ACA6-209196D71D3D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900927-9C88-BBB1-897E-22E96B1FB821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55C30E-018D-6D3A-C42F-BA615A8F9C45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B155D7-16DA-7EBD-8715-703360079FF0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987432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652528-0D5F-B6BB-9E8E-CF2BE801AE6B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95026E-7223-E666-53D1-BE28BBEF5D09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A1DC7F-3131-BAB2-A6F8-DAE606C578AD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A29F05-DDDA-12EE-58A2-3AD3C6DCE42B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D44320-A014-D84F-A317-2D1A179A99C4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CF15C1-1E56-90E6-F57F-455DBD2F25FC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C3668E3-3358-0C93-398B-894453992B65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E94BD47-4ACB-FBFF-7BE2-CD168A0F1DC7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8F99E7D-2563-3F5F-9F5F-0D65B80DA6CB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5173EAF-DE1E-83F7-0B16-B5F9BD483F03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F814FA3-3D42-0B07-1C72-88598DD8DB08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9C472BB-B2EE-AB7E-87A0-01422B7CA6D6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23B710A-3870-5D40-B655-0C576E092EDF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50AB2FB-86C9-8EC5-648B-2234B5BAEDB1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32A184F-F1D7-E212-F570-011A9CE9DA3B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0E75615-EF19-FB78-CC07-0E176A0D390E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47FE4E8-0CCB-9D67-3F18-ED1454D5D0FB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13F1DF5-94BE-AD29-ACC7-54DBEF7F8C82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AB64B00-5CDB-FCE7-CE15-C1C90B9A862B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D1F6A71-00B8-C378-9ECC-800E4AB4BE3C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F5A9AD2-349B-1798-BB7B-95811CD635BF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CCCB5AC-4534-7E57-0C57-CED1F2AAD4BC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A0DFEB1-07E4-15B7-721F-7CD51F832D5C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2BA60BA-70BC-17EC-C5AC-8A5D4371D423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7C94DA3-103D-B8E2-E9AB-094F2C2C0520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53BC258-3503-8706-B001-20C53071B147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7F8417D-4A23-0C46-ECC3-1332D9392C0E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490C386-9E02-7176-4A10-78E9E7E8904B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901AED8-23FF-7C44-4745-861ACF83CE15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F5AB527-A9A8-1C62-C0E2-A8C92BA98225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64B6F12-A2B0-BB14-D979-2947B68FF339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BA5BEDB-4E34-E4F0-8BD9-46A47FC18294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187C9CD-5AD6-1224-5660-F35CBFC2182D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A2AD7AD-1BD2-B3EA-F2DD-E86413C26D2A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F32FD1F-332A-F636-C8D3-C9D5A4E7662A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3DDC553-B732-D61E-5881-C27A3A11D147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FBF0081-6E72-2E04-A520-5960A9E91553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10136E6-98B5-85B0-092C-B00F87B652AB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4C4BAB7-9AFD-EA00-B63B-902225DE3CD0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E560EC3-535A-0921-2027-532D06C48EF9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728FFBB-673B-B64F-3B36-C1EBDECDDF7A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1244266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A8121-1EEF-240F-FE39-5F66F65E6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FC1B686-371B-54EF-1FC9-B9EDC37B109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7E1459B-59E4-7B5C-F836-8ECA64B329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374D31C-44E2-47F8-F517-2B8F758BE6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0F457A8-53CA-1650-E7E7-F7F1D6DED4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A75FE67-0E3A-EED7-19D1-13843BD104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2313EC5-097D-BA5D-91C8-90A31B0ADC70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84D40F-1379-D966-1B38-CBD698E91BF5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E8566A-DF55-EE92-E194-E72BA9453D1C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DE51C7-F44F-6F02-0A6F-432603922987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987432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78E0B8-4BDC-B4DD-37C9-0201806BB0B4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685393-1EFA-9FFD-C4D7-2539E3D2907E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DF65F3-235F-42F9-020B-BB9E781D736A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B0F4CA-84CC-9090-514F-85DD6DBE7165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0D817E-086E-5EC1-3F85-0A055D508CF4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8F31398-A523-06C8-1698-801C8F02BF7A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874B60-71F7-6B5A-92CF-61B7618885D9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FB3111A-77B3-4802-5B17-43537F13D0EE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A08F3C8-8016-7709-2C4E-9F68B49097B4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5F8D191-0864-B211-DC64-8114242A5E9B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005EBFF-D0B7-593E-12D8-D41C7ABD5373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36E4246-37D6-288F-361C-F8D3D5C513DF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5BDA9BA-D145-A352-89A6-5AFB4E3F32F7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D1E4807-6F32-8B2D-C141-7A1ACF62AA8C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8CCDA12-C1E0-B302-E7C0-007F4C45E140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B0BC6BA-8ED1-8F20-123B-D714397CE3D0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E807F5A-6A90-A866-15E4-E54E1A9817C4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92CEE5F-685F-1700-D49D-268F20CF4B5F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B715AD7-1C8A-F093-7481-3D2A00C7BB64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C87D754-5C0D-015C-2CAA-4CD6656946BC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4828FDD-2F77-1F38-F06C-92DEB00BF4AE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0382AA6-164B-DB17-6061-20F84E40FC3B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B06BD45-2D04-4294-C148-09B0E17E3081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591736A-BF24-6B5E-2961-DBAF4FDE9DBE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53AC6EB-6924-8D1C-FB71-AF19E7C0EFE3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0C80593-3B7C-5967-8855-EEAB4C8366ED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F079A3B-6231-654F-0CF1-CB601F062CB5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EBB78D0-5937-F2A2-C22B-EA6F0CCF2D86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E60DE83-7B31-5BDB-E554-F18667518B3F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30FD4D5-324E-4AAF-B1E7-EC7B70A1387A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AAFB949-D1B8-B995-55CB-46DD9E69B5E3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C00A0F8-4A5B-EC4B-B6A0-C896BEE256D8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EEE99D8-061D-7BC0-AF7C-A762DE4EDD7E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CEDCE74-7D68-DC0C-11C6-13536E7D75AB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4AC92CC-0DF4-E045-FD39-FDCA0D0FE708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A438509-9A37-CD38-6B58-A9F8C1D44869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3CA0371-00E8-3144-D0EE-4670F68C68CA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D9707FF-EE26-9FE2-F022-60A44C11C463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719F03C-12E7-B852-E452-CA9230C19BC4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16D24C5-300B-CA46-62F2-DE2B94FF8597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60B8E53-5207-AB42-F9F2-FE93284BE922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884761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4AF99-FAC9-E556-645E-FDF66FD40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5366F91-565E-E382-D0CF-0B35EC199EB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2E71F99-FBDE-32B3-2269-A9CDC04A73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D233F1A-602A-E132-24F0-C0607EA0F8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362D9AE-827F-7332-2D3B-0628F786E6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98E1B63-B345-2519-7848-2558D9639B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CAB79C5-E832-AF31-8A08-480292BF5C4F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76C849-8480-2402-2645-02881C6047B9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4920C5-5027-FDF2-AD6F-72A319220CB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ED6C5C-75FA-4168-353E-A7F48528B4FC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987432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96F67C-7BE2-6A73-C295-7C0C568D03CB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ACBDD4-5C0A-C44C-39CE-AE29EFE814CA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8945C0-205B-3B99-3200-96652EDACA9B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A7DB19-CD35-34C3-C8B3-5ED6C0548A65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A7AB12-7420-2D93-B214-3AE37DA237F4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EC68C53-9F59-A0AA-BC15-FABA3EC54235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6E074D-D5BB-ADD3-8A64-773709123E89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B7A62AA-07D9-6084-D0F4-3A50B7DCF7F7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E8BFB2A-91D5-59E3-3E11-525CBFBE46AD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B1ECA22-63F0-E2BE-49E7-E2E282E960B5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ED35CD8-65E5-9B1A-B68E-ED6D770A95BA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58BF9F3-DBC7-61A8-E926-15387B9F420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A583F16-7B2D-D73B-DEEF-63A29FDDF1B6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13283A7-2702-4D58-9619-9BFCF9CA5660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B9D33A5-088B-B5FE-BBBC-513CD77E3A2A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C3162BD-2EAA-A408-3C8E-99EEF1EC4DB5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2F12071-76FE-2497-0E0D-2F144E54FB2D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528DE71-FDB4-5587-7013-8DD80A04A270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38EA77E-7FDC-8A40-C83D-6CA78E1D0095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60CD475-D232-B06F-4FC4-D36C7AEB4BA8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1F238D0-19D1-DB8A-3164-88CE9311C023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67F5764-FB9D-E319-B5A7-02FCC70568B6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A9649B4-50C3-F9B9-D3BA-850153F3B214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AAE450B-0A02-D996-D88A-C30EEAE0B95D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2063841-F5F9-77A9-E4DA-E78585AFD76C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71F38ED-7CE3-6A41-A1CA-6A68226AD516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00BD3BF-9805-D5B8-C26B-2BB6300E4365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BD09DBF-7201-14C4-3B89-72AD3CD11300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1B8E780-7609-DCB5-D3CA-2FD79695AC5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B9CD063-D1C8-78BA-38FC-719A49367FE1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5263CFA-B540-822A-557B-444746BEB21A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7288DD1-B82E-6109-C664-86AA38675759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D75ACDA-FD58-FA54-1891-CD4A1631EAE8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CBD08F2-D160-D2F0-8B0A-54CFADDAD2B7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F0C9349-6F9D-8121-C0E4-5A0F97BF7B5A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43F9A0D-9F35-5EB6-A447-98E90F6747AE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38E3B8B-0EB8-FCEE-341E-03C826ED96B5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CDEBD66-FE47-4DCF-1C82-555E9D2EDA1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3C9D57E-52EA-170A-C239-87CB0733C391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77E1242-49D7-1114-9BFB-2CBE85E35438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FA80DF9-EB1F-1AAE-44EF-EB6BD4CFC73F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3726384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153D2-8543-009C-D7C6-50B997FD4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376EFA1-4DC7-3B3A-B7CA-CF44BB9121E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center block, note 37/379/79 triplet.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7174E4B-CB15-7704-CE3A-BD076B854E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D212764-6FFF-058D-9752-69F7BF0959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5BA702A-500E-5A52-718F-17F8238B99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575204E-470C-8027-A0A6-4F37465F9A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77949B5-6F50-9193-1582-7FD2CF1853E1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9A669B-22BE-26A8-E16B-0C322CDC8E7F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53F778-BB6F-6B8B-3EB3-34C23D63BDBC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84C859-F350-37AF-1E12-E35702954678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987432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97C40D-0780-5C1C-7FDA-6F4C67B3DD4B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9793A5-73A0-24C5-15E3-3E85CFDCD1D8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E6C2B8-47B9-585D-E437-2E2CB7665267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89CC96-6923-43AD-AA7A-1860DE1431DD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A5F310-3816-82A1-7CAB-9ECC0DDC51AB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F05CF5-0771-4FA6-3F45-6592AB48BF0C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A9475BD-3230-115F-7FBB-FE75AC684939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1629B18-0EAC-E653-0C7C-9054A43E560D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42377A7-571B-ABA6-570B-90103C4BBB16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3E335BE-7234-40F4-128B-4E24E32CFF02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620E686-E1F9-12D5-7BD6-E716661217E0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548566-341F-B258-9786-7FD7D1AF8FC3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EDFF7C7-B6A7-48B9-3A22-5A6D6CBF688D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EB47CF5-7391-AAB3-409B-DDCF7BE8D424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130E91D-1FE1-6937-F3F7-7F5465736627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19B083A-DFFE-E88E-140F-0C92CE0DDE1C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A5AC73C-D7A4-AE74-22DB-57AD750BD1D8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895878A-10D9-7802-765F-3A7E6483F6FA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B7BEADE-A2E3-7E7E-740F-0DA63CAD1ABE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1685096-3940-BC8B-4B3A-FE4497FEE693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48EDA47-815E-F9F2-5283-7E329A483A7B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8A29BCC-69FE-C9D3-0726-411201D59C40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B2BE3BD-F3BF-BCF5-5B28-6E0A3DCFCEAD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E5B47A5-336D-E866-1B2F-0DD868FDC965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726A9F1-0EA0-6F62-4E22-DADAA47A86A7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43EB7F9-6417-28EE-5084-06AB3A027D92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5ADF6A1-9F15-4448-AF70-991F9D57C3BC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0C84B99-B12A-1A00-D6A7-8BDC2E4BC55D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59BB282-13CE-BBF5-F656-D92C972544AF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527B1A3-7211-D45F-A30C-CB00B7467D4E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556B136-99FF-D51D-B671-72DC1A276C67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6E521E2-0A45-4BD2-C3F4-9DD94503EACC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5DAFFA2-F3D1-3D51-D0D0-FB309CEF8B48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905323D-F00A-7DB3-C609-43B78ECBE3DC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E608146-6322-28CC-FF1D-6E580A359625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7957341-3AFD-059B-1DA7-309312357962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65FB065-FD1D-882C-1E80-DF2280535DAE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92207F2-04F2-B9D8-FE7E-95E0C2C83668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0A9CF02-A9AE-BA51-5B3A-DF4C16D5C991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3C1B99B-59AF-B9EE-BCEF-A87F39B8D717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C555E05-627C-461A-3782-16B06AF65B3B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0570336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00C7D-1220-25D6-1844-9BBC15652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2EB8C03-85A9-08C8-E7DE-F71C9ACA96A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D53848B-204B-D59E-177F-7A3B152B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2AD3E2F-AAD3-AE53-54DB-D55B76FAD7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C201071-DEEB-814D-CF4E-36C6405356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2095DDF-4BCF-D8AF-5998-108642AD81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88F7A1B-981A-F882-37CF-281F383974B8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628F67-F250-2CEB-96A2-5574D4A11425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C72E0B-5127-7799-2F49-55B39DB7682C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F067D1-4E1B-75E7-234B-42FEDED9E9C8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987432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969C03-A85D-254A-1B0F-0C14804F07F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4E6242-8946-A9C9-F75A-5375910FBE2A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323F4C-EA5B-5B75-E48B-8BD896D25D40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7494C4-E365-A8A7-A89B-BC7BE82C444F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BD7FA0-D861-A1DC-EB82-BC6287249FF7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EAD0030-064B-2789-7E88-781603DB7C14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87DA3D8-7437-80D0-8980-2E965023DBCF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5741DBA-0EC4-F780-C094-4DF83EF7B8CF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448CA3B-12DE-FC6C-1EB0-9AD3824248AF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2BE3D9C-3842-0961-B5E4-8F5015900FED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FF91F91-2B33-E805-A3C2-3F0D295D8FC1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5896E7C-0FB4-BFFC-B03C-CE762EF4DB4E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4C50362-A39A-FBD5-D4B5-7F1290E74C60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5D79C68-86A6-8D39-4D74-F7315FB57C82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41CD633-F5BC-885A-BACF-5AE5FE1A9774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1DED65D-249C-9DDA-3033-F780323DFE99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3C22DF6-0AE8-E6F8-9AC6-443A2D90CEEC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CB682F1-C5E9-5B79-EB31-6311FAB4C0B7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1416C9C-7ADA-4117-E245-722014C40EC2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F68B050-B4C4-974F-CA0E-6B76ACFC0765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0E5EABD-3B62-5A6B-D7C2-906BBBB2E37C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57D5C33-F605-4A05-F9BC-D142FACEA396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6403704-F00E-4B8D-15D0-80609E910FE6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C6376A4-9985-C5D3-A04C-61080523186F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0A236F0-750A-7D02-5DCA-DC6798BFBDF3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6E14349-80AC-9B32-74A5-980324E41C19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832C04D-73DC-93B0-94DB-F4322FD3868C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8CAC448-9B0C-B0C8-4632-3FA17FFBDCC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E195950-A01D-66BB-8DFF-75F82976663B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BFCA4CB-5458-509C-C8B1-A9ADA84C989E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D7EAAC8-D8F2-D312-39FE-0A24A52B065C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67F5173-6043-E292-D80E-8A39DED61A9D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5840D66-A5E2-AA4F-0442-27FCE9E2494C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2C5133A-6E30-5373-0AB3-0A1C4C3D2A77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11AB027-1259-AB5C-B468-39A788E0A635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109777D-816B-15EC-E191-9DC590B3CF8F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CAD6DF0-1633-2865-D366-F7F652879749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11CDF91-D27D-4F3F-D420-70F56151EEF1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5E54926-8768-65FF-ABD7-E6FEADFA7017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69F9754-52FF-A245-A268-1DE02E5AC2AE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AAEBEF5-2D90-F8F6-53C6-905578D2845B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239837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305DF-6993-5E93-1367-EB285096F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CD955F6-F909-9F99-D9FF-47C81DA9B26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F897370-B090-07C5-5865-1E9C1166DD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9B0CEC0-EE11-609D-AFC5-20B83D10C8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A00A609-E9BD-F56C-AB79-724ACB6685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223C96A-E384-9F7F-72B4-79A4D620CA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0072CBB-6958-DF8E-3C10-03B3DA0D39D5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2EE79C-87C0-185E-25AF-FD6D15871BDF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0733EB-EA5E-0C00-16DC-2BB03772104B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0E70C7-5A56-519F-B950-19D704023448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987432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401F55-A30D-95DA-E2AD-9BCD94982FF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E5CFF9-0E9E-DEFC-2478-7940EB97C565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C76541-5711-2048-D5FD-D15536AA068D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9B0C94-199D-AB7D-1E05-8231EE98D7BC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E244ED-B542-38BD-3E4D-0B626D134CC6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1EF742-9EB2-D308-5E8E-CEFEC8B1994C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91457C-FF74-5D7D-9541-B33B6ADE8503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A0CB400-0F06-265E-18AF-DDF1AE4C558B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48E58C1-B5AD-F105-3A35-C0400A41E905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220AC8C-8DFA-E797-46DF-361307EEB104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387493E-A2A8-D46A-61D0-2AE30D1D82B6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002C735-337B-44DD-1204-DE39B8CEEFB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4800BDF-85E5-9C59-4F63-D63AD61F5586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8B0E63D-8838-F42C-2AFB-228CB0EF80F0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C30342E-008C-98E1-D7DF-43563CB4AD85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D763A73-2B1C-A8A3-FF1A-40AA2CE1089D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F8F7229-D2D8-E27C-8A5C-1132E24BD0A9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E432926-8AB0-F690-B6E5-728911ECCBBD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32F8773-9A25-8CFA-31E2-507D82851086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9FF308A-8317-7278-9FC7-CA2EB4442F18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4DD0268-7DF7-282C-C84D-1409B1B13B5F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82A9387-6E38-126D-4326-83A0A8933EDE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242CD15-1C75-3FC0-8692-052BF7D20A0C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BBC762C-EA69-9D75-F27F-3541053FB881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037D8E4-594B-D4C1-CECA-EEB3463BD2F8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30A80BD-12C5-88F8-D512-907D70E930FC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094A467-B9A3-4AA1-3BC5-DCBC9488B0D9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1322DF7-58F7-36E4-6CB2-4CEFDE41D01C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E3CDFB8-4191-3108-F088-52095DA56AC1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B6D70CA-1D63-99E8-0CE3-9C394687C08C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6B1ED03-29B3-3B74-FB32-CDAB532D09F2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7CF4FEA-B28D-7DD0-6320-4F230819BD54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B2DA283-697E-D4CC-CEB7-A9FDF796198A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2429481-7696-D76B-B6E7-049766EC8252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AE6EC1C-B0CC-7065-F32B-5007919C7901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C85D1DE-23F0-742E-5DB4-FD9D9937C940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E8948F0-C74E-EC17-2FB4-85DC8F175B8F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EE7AC78-1D76-201A-6EAE-642BB9EF1ACF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96F3BB1-3617-B12A-4CCC-FC9BFD502651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AE464C8-6411-1CDF-E50D-B50BFC6ED45C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D735398-AC62-95B7-3588-5840463D9E7F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970445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7E659-245D-69C2-EC36-AE1506273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022E915-77CA-AE4C-1F9E-8DF221278ED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E8D305D-099A-6308-9BA0-72EC4C052F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7F9E427-7836-7390-D709-61F8ECC836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483AF35-F28A-CC73-3A6E-99051E9EAF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A540DEE-A6BF-1B46-5CF6-A81FE71913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3EEDF9F-6233-43F8-1560-B8D6A53491B4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B1E45A-BA1E-4B36-DCE1-B093758E5F0C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3AB315-AEBF-0821-C07D-AB9619218970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33E77B-9273-C3B0-4761-189C5F49808D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987432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C44275-41EF-9D56-6D42-B91641C4244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FF77F9-37BC-C235-37DE-00912112637C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5DAB30-AFAC-FC2D-0575-0E762AE0702B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3C33227-76C8-1F4F-179D-8E65C2641A72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9EAD9A-F4BC-8C7A-564C-2EFB8EDB74BE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579FAE-07E5-30FE-2F8A-4DA0E68B2829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7A08B6-0A0C-619D-9381-70BDF0313ADA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A67CD8A-6CA9-0F89-69D4-5D9260E00EE9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6C43E8-F295-2535-81A4-89C3184AFEFE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469EB52-98D5-7E66-9E74-5C026EE952A0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849180-A177-A055-CAE0-F618F73B1CF7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015AEA-34B8-2E5A-DA19-E41242C12EED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6F78105-C304-2065-7167-D75440CADE46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8FF403D-486F-4390-4760-81AABBC6A80E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BE7E6BE-59AC-7731-712A-F3DA2ADC8116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3500776-B98F-B31D-CBEA-195FF7C0D006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2FFBFB8-710D-588D-39E0-CBD47041B56A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DA0BA47-B1D4-EE5E-812E-AF7054C1AE76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6265543-A6C9-6D8C-CE38-D2FDCF2F5743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F706B63-9F17-FA72-B90C-F74E0A1E3A31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33B5B1B-74F5-7C2B-4A62-EEC202C18FBF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F35665B-B229-697B-946F-4B3FDD0EA0A4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38B49A6-45C1-CD5B-04D8-A629939BD676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87DB621-621C-0796-3182-050F461B001A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6CC4E01-E4C8-6B4E-27A2-53C8BE4D252D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C431D77-8399-8CAF-6F27-169E351DF632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64E8449-6B47-7DE8-9190-32E1FB2A9632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19832CE-EB0B-3CA9-6521-5D13EB05134C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CE66F7D-5255-B6F2-5804-D9F7066D9189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F625E01-12A9-290D-0C13-FB329B4565CB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507A820-911F-E625-E284-D198D9C76627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74E02E1-6F4A-B575-7FB6-8902F5AB0548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23C9CE2-3F1B-DB4B-E0E2-790054F25A08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9DC66AE-2B3E-AAFC-76EC-0DBCC7B3FD9F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6124660-A88E-6782-1F1A-FDDBFBA941CE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D5A7665-1C45-2525-D51E-BAE1958743B4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EF0E146-9362-7F4A-6EDD-2D3A833DCDB9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ECCB43A-44C2-784B-8A5D-C89D67D4DD41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AF7ADA6-9280-B1DD-044B-4A63C4D2BAAA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BA06C4C-3D74-8AD3-A0DB-18CE2971EDF6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74718FE-3F98-2E7F-D1E5-375ACFDA5CAE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4241850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C87C2-028F-3422-A5C9-57F5B0BFF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546E061-67C5-E4A4-9FC4-4A1BD8148E8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E61E0A5-6C1F-EBEE-3298-3811C4A97A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015671D-E45A-7C16-670E-20BAB0CA9C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4FAC961-3945-6CAE-CD35-E97423BF59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C98D604-A6B4-C890-FFD2-036A4DE96C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BC7A0BE-86D5-85C7-7C7B-C9DA26238BBE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577F9F-DCDA-E439-5BE0-A2645E5B0B23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30B7E8-7AD7-0C61-8185-2616F0F5B511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2F401C-6C2F-F610-1C26-22A66BAFF064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987432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D82102-9C73-0338-FC04-7F2B12B27311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D0A9E4-B78F-FC75-C4EF-B28B11D576D9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0657D2-ABB3-2D89-A26A-244092C312AA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47DAC4-E39F-1455-27F1-6FB450FF28E1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4654FF9-0016-A33E-69A5-5548930C1DB5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3A3958-8B50-174F-7816-1442E30D9FBF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240E82-631F-5D85-E3F1-B91DFA25642C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1551FEE-4409-8650-1768-F3EE14EAFE73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434869D-AC26-FDE5-4047-A5413FE6895B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7AD4F32-0F55-DF6F-C805-858E95FEAA0B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2474AB-325B-9633-37BC-ABF1F01E8B1D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3EA3491-F1DB-27B9-FEF9-47FE2A89DDBF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7DCA126-0293-6FDE-2E7B-2A1F499298C7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30134AA-7FDD-BFD9-4916-124786AB9F12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CBC3D48-8A9A-5A1A-8B4B-3E5AF7DAE813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9BD0573-61C6-1424-8981-FD3FACDF6D41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EE1431D-07B8-3AC4-19E5-48252CF1841F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DEAD064-9D1D-A5F4-7984-CBC28BEBFABA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79902CB-008C-54DB-0751-945C76455827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087C411-39A1-8362-11BA-E5DC521318EB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03FB56B-2047-C14A-9DE6-EA117838806F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B8F16BC-3D29-EBD1-0120-214F25D8E812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FA2EAC7-657D-74C5-5DA5-3CE57E2D7EF7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5A73BDE-33B3-8383-E1F3-033C17837CA6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24ECEC3-DDEC-3315-F186-C304787FADB0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02F8950-5578-A5B6-C215-5D0D1C9931C6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6C8E9A0-0DA1-522C-4DD0-E99375E1D5A8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83EB77E-0EC9-5F51-CE8D-4E86CDB23A3C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15E1516-82C6-76C3-E5B2-7A0DAA827D69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7DC7E77-5DC1-98F2-A59D-983441655D38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368315A-124E-74CF-646A-D2530A859C4A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72972E3-35B3-95F6-7F49-F0C3E88C33C8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566407E-4754-8C3E-5BBF-B8817D533274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6B2BE3A-B403-0A98-6A06-3FB75327E7BD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84B8ACF-14C7-D026-DC18-B96D2A852FD0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2FD507F-8CB5-6176-FF57-9184FD3A60F2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E2E429B-F9DF-F530-3E95-2EC2FC3B84C5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B11FF66-FE7E-4464-2620-07ECA548D56D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C732A97-58A4-B1D6-4E04-FE194CCF5B76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97F1F0B-7709-E61E-15B6-9A70B0606A73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A4A3B17-D3F4-490F-1919-631F3871C7C9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187676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57DB5-C056-43F1-CFCA-78B7ED89C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F7FC7C0-D1E8-CFF2-3EAA-EA2A6048751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[12 in 2] cannot be 84, as that would knock out both possibilities of [10 in 2], below.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57F5DEF-B6D5-A50E-68C7-D750963C18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CF78A45-9D7D-F4FE-6ACA-A0B401C49F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D18C255-2466-0C80-8CEF-B86EC406A6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57DE965-4EB1-D003-600B-4CA0A0D0F6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90933E0-AB51-8A4D-41FF-0D70452F7BAD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314E6E-2596-1675-1373-8148639D2066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AEBC58-A88F-E0EF-13C9-E31D8E6FA2C0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FB5F0E-EE03-0862-DA23-764A53BB3068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987432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CB14AA-27DA-B073-E9A1-668602975FFF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F12D42-FDB2-B3C0-A636-5513BDB043B1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6AACDF-A79A-854F-78A5-01B9A09EE2BC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243EF9-0EDE-E6C4-1255-C0BD24B39358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6AB7FCE-8CCB-C627-2CE3-8705EE7A9BC2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4EB859-61E2-4333-497A-4BDDFE1C23F6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EB3651E-15A7-C429-DC30-FFAEFDBEF3C2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B5EC02-9C74-A959-362F-5BE780270EBE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88C566A-8BE3-6A05-7C8F-EB98D374FC9F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B761C4D-FA18-B98C-401B-AD647B6A4239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AA51230-9001-760A-3C3E-C22FA843882E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584E4F2-EF97-BADB-6418-0100F6F5DDF7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B968EBD-7286-4C12-DC32-4F1F14FD1CDF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0E9A524-355E-CB35-E07D-A008E91383DD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31AEE27-F343-8A4C-3FE9-7925CFB782A6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A0D458B-FFEF-386A-B551-2F8252344B60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9E23404-D78C-5239-5AAD-E6B488ABEBCE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1119BF7-60F2-DB3D-0227-D0C29A6300A2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D6DB51C-E166-1EFF-6DF7-6F68DA27DF6E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9EF1644-17A8-D8A9-F040-5F0CD0EB6653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7C52AD1-CDB2-3E06-1A66-118E7CB7CAEA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B924697-7D2E-12EB-B25D-059835AD47C5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5668C36-ABBC-32A1-E974-9FE8A29A3290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DE24027-C2BB-8999-C1C0-C15B4DDB8B0A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4348B28-E80D-FF07-D392-93827DC8DB85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7BBB4AA-E870-EE60-3B8A-3295AB6172C6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675F28B-6441-D20E-A949-397FD8A22EB9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173012E-7DDA-7E4B-DF1F-B4B168920C43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72DA9B9-9ACC-0082-FE75-52C5FF9D966C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2A06869-B0B3-B86D-63E6-30E488F63C82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66C5F9E-F42B-804C-8EBD-1BDBB25B6709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922BD2D-AB30-DE5F-7BD0-A3502B589AAC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A498507-7718-06E2-ABDF-BCB35972F30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6449AE8-9AAA-5D65-F573-1BC5D55D8F9D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E779C17-EC1E-F294-0857-84EED1669469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CDD22B4-5174-A95B-D865-42891DF3B8C9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581E759-837E-A8A9-E262-9BB448849AAC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717D9A3-B8AC-343B-FBD4-7E3679E80274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1E1107E-D513-D5EC-9DD3-638437CCC566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3100A15-A429-DD82-3450-BFC4AE246C76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82F8E0C-0762-4247-22E3-9EF13676FDDA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9438776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95BF1-F0AE-CF14-C412-3AB295D77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3EC3888-0E55-833B-6137-E4FD2D2921B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CAD3081-F4FE-8220-6D79-C441D668BD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79B4D9B-C879-5293-957A-E67965CFD7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C177312-BF38-50CF-6890-97E1BE34AE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2B34176-F7D9-8ADE-6168-467AD818C7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14464DE-BC1E-C269-7E0F-9D59BFB8AE24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215238-F774-FEC4-32AD-4F812ABCC553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CA7F32-5250-6895-AE60-A2AC3D3F4BD9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BA2DAB-3B57-A2DB-9D85-3560FC3FBEAB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987432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C27B43-A9C5-81E4-E94F-1A884C6B6AA3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0F971C-0510-3959-FDA2-037E0D1EDC00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4E4037-08BE-1A0C-60AA-9AC70C81DA2F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C4B05A-1BB0-D7D3-B60B-A52F512FD40E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FD4DCA-15B9-A550-D635-D818EF73C984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57A79F-411D-F696-D193-6DE42891F873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247F3A-F51D-7BD0-A93D-E32BCB2BEE4B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026265-2AA6-598A-41E7-3BFC15C94E9D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A061C10-1693-A610-CA59-40F560834620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D63F8B8-66BF-30B4-0BFF-0848AE46180F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D563CF4-809F-6411-242C-F2F0280E8050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3AC5228-3F25-150A-A549-115B4A03539E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5EF98C5-97CB-604F-8B7F-29B0FEC70E9D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FBCC99B-4D20-C121-487D-5CDD0BB12FDA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AC47B70-CB83-FAD0-BF29-6804523C3EFE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FD04FCD-AC34-D6D5-369F-D97D3BF8E3C7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C9DEF28-DA9B-05A7-93FB-A429FC9FF744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F2861F-EEC4-5E45-092E-43A9B8E406C3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432EF7A-2583-315E-8FC9-AC7BEA27AE0E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A9F6E92-F102-52C3-724F-4483EF71A90C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900B035-4E69-89FC-D7B6-BEA1661AC958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349A378-B014-7FD7-1B1B-067B97F90132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CDDB120-FAFC-0CB7-6B81-DCF6559EEB8D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A4C19FF-0957-CCA8-E073-4EA1A1BEFEAD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4EECFA5-4B1E-D707-305A-146C230C8376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52FFB2C-5C21-B522-C3C4-22A367570D98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AC428FD-CB26-8306-9B60-930D90B678F1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820ABF3-A47E-E0DB-82A7-501439DA9D1E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76F298-151C-FAC9-8D35-2782173C1A75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5E0C491-614A-0A9A-1156-C6892C306CB5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F0B67AE-C02D-9B35-F51B-5604EC6D4594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678E7A4-7178-624D-36AF-580D5E1C837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DE8689F-7A05-5B80-F4D0-4A16C8B6D5AD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7B19043-AF73-4807-C079-12794FD6B5A0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D03E88A-4DF5-306E-D393-7772350DA3D4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0A7ED14-5558-92C4-CA07-7ED310310643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EAD4D16-BE0C-576D-BC5E-1EF6329B1C08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73D35C8-55E0-4D4B-CA5E-0E0633ACF24B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7F964F2-F485-E409-A455-FC9A82BD0848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42DF553-EFDB-73FA-7D38-29A8CFF78BA9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D64D91D-18F0-67F0-08E4-EA89B4F79BA8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1127846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153D4-C1BE-6DC0-2483-1CB3C7E11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97C6186-ED82-AB45-AFA2-2E5E5E5D98B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[8 in 3] is 125 or 134.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345DD4B-826F-CD09-B735-D287A34507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B0188EF-E745-F31D-0687-20A4854680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1912B0F-7795-9FFB-498F-06C53F13F5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FEA2234-2A0D-8198-D834-3C442AC0D5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230B604-F6B9-8C59-6F31-5133CAB11293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AE336B-17DD-B1A5-2A8D-0153CFA45B26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ABC86F-9BFB-194B-266C-EBD339F21FE1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F7F156-9DEC-C105-EEEC-956CE6876352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987432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A12BE0-C2F1-C88B-46CD-882B348DF061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420863-D2AD-FA78-925A-4C9901EBCAE8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C060FC-3500-567D-E5D6-23F3BD99C0A6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2F7C95-569C-136D-8671-1A98D6014542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04E0CF-AC91-3B3C-40C5-7A145A15217E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DAD8F7-84C9-7FD0-DAED-A111E333E5B1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3C3E11-4CB6-9FDD-823A-651917444702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B2525FE-D63C-7D5E-B27E-2CF7FDFFEAF6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1B147BA-98D0-FDB0-8C36-4B9C60220B7F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FBBBCAA-8B7E-3CBD-E0EC-E76B523332D2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11EF190-F367-3F5C-7F03-A239109BA7E4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09111E2-B18D-B15A-ADA0-A72433C69FAE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B12ACAF-8E50-D9CE-F4D6-43D205B5F7E1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EC8A193-D120-ED89-428A-F248389D745A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04128D7-0941-FDD4-D7D7-F882EB3E0BD7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4F38CD9-920C-B5D3-36D4-7B46884C2BF6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369B73F-B15E-529E-5C3F-E7DBA221C252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37B764E-ED66-73AA-7D9A-E8A092F4ACF2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8C0F33A-E08A-25BB-7B7E-993B27CC2340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EB91032-1F9E-1826-9869-D18897BB85D1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92D7B4D-8B7C-4DC1-8A84-138E9C92738B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CE446F8-B893-A1A9-7F27-3880E5A475A0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5AE46DA-95DC-7253-4814-A7F2E64EB163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B2FAB43-213C-7F61-7A22-B87F0C6503D6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6CB63C3-BED3-A656-88AB-D9CD983CCBF2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C5D01F1-0B00-A54F-5245-1A3871B0B525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DBA767E-E8D8-50A1-2683-2F0619CABD07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818F196-48C6-B183-B0B2-FB96A0DCD40A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8765F3C-AEA7-F289-87C5-C0A9A218B0F1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0A1AE87-7CE1-EA30-6E13-81C832B8D6EE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B5E9531-91C3-4742-AFC9-CF29A4B59D78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CC7BFEE-2908-969B-902A-3331040D2DEA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385E741-70A8-6EE8-F96C-83C8EFF60EF8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E2C74A2-6966-9E87-8283-47C62A38F5AD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8463D6C-91FC-0519-5CF3-6846F772A33C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F323C35-D63C-2F3B-857A-DDC359B22596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5B1EC5C-6DED-2F01-2841-1DD0E0926DFF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B6E86D9-5491-7733-3D25-8CD9F844F36E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33D8FD5-1E4B-3642-93BA-722D8F8BB3C1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14754C7-6050-0F9A-2776-5C466E99B437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8AE055C-40B5-45AC-86CB-3DA3F0B8DE22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2322992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37E9F-B651-E0E7-ECA5-7703ECED4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2E11062-6CBC-574A-61AE-B3D527FBA20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bottom left block.</a:t>
            </a:r>
          </a:p>
          <a:p>
            <a:r>
              <a:rPr lang="en-US" dirty="0"/>
              <a:t>Then, initialize [13 in 3] and [9 in 2].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5C06F00-E5B1-5749-74AB-153E72E559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363B0DD-6B0E-5B74-BBF8-187FF3404A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5F9C05B-03FF-C21D-741B-A388D34D88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519CB26-5BF1-0B7B-8503-D134112737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8DD0EB9-9EDE-2B93-DAE5-A6317B18C491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604EDD-A0E3-115A-E483-106328F1CEC5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4DAC62-1161-4F0F-611A-8300303936AC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5FFACE-F4FE-101D-47D4-8D6C8C08959F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987432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C38AE3-FA3D-12AB-CC1D-515A7C5B4E7D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2D5219-96BD-2F4F-ACE1-1C50BAF21CCC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FE6E51B-BDD5-838A-D9E5-A4156649B519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50FF98-1438-668F-9D07-738E91078D3D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DFC2AD-3D24-EDBD-DF09-0D2B626708BB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B1BD49-64C7-D6BF-9969-400B361011E2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577FC43-FF1D-D3C8-5C31-B97D1085562E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657F8C-588B-632A-6B9C-46A45FE89E83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2465C5-8E8C-05A6-6737-412760B82C2B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20A0F56-BB24-9177-7F60-9A2876F1729A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790BD76-BDAA-BE88-A6A6-1C67C1E5612D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94CAF52-8531-DAD7-352F-324501F576EC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B156F6C-F9E2-737A-FA2C-A7D8906451E7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9F911CC-C1DF-D3D2-10B5-D42C0CC7BA29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CDB46A0-F4EC-CF12-DA64-C215468373A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9225516-D09C-FD19-C4A6-82650FB5ECF1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E00906B-975D-383C-CBB8-CA018E628E11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4F45E96-549A-D0BC-8EDD-8F6B4F48AC3A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75788C6-163E-9ABD-18E8-B122BBE9C1FC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C1ACDB6-8614-2A07-8A37-2DA139ACCC50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1F4F1E3-5999-6437-ECA5-6FD400D14611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F43EDA8-BD1B-C5D7-B605-5B4247990C4D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03B15B5-C603-2141-A8E0-5A8752F1501E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D56D6BB-DE22-CD55-6996-700C4BCCC755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4386DD5-0B4A-3EE0-36A3-7F72E926047A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D1EC3F1-403A-D044-4A60-6C214A287D66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407444E-BA80-CCD2-4718-E0DDDEA86CC5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68F86B2-18FA-E519-BFC5-2053B52F21A6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7C2C25A-F790-A3DB-D90E-B38922D3BF68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A3C92AA-4039-8211-9FDB-1AEE0C5F8AB9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4AE20C4-241B-BAE3-4A9C-A96BB0B1DDB3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DBE8B1A-A1A9-41A6-5D1B-0CC586D808F3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7DDDEAD-3CBE-84F0-9F65-D672F4376E38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969748C-B193-DF0A-05FF-CE7622233715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3A13C89-0714-9CB9-B00E-CFD0B196B1B0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AFC3152-684A-0D74-327C-AB431218F107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160E32A-428B-C9BF-B180-738A3680F4E2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8C599AB-1419-9B37-A3BE-32DF5959ABE0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15D56DE-92BD-20DB-9C51-FC906694E493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B85A2D3-7AF4-FE9B-5B33-EC908A73F192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741F304-1E80-8156-7023-8016D35ED02B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9A154EE-4C19-072B-DE80-89537DCCA0DD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9764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32938E0-8AD0-E2F8-D715-9D1C54C44932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85248B7-C3F3-23C1-F22E-0280A682C868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765432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C67E64B-CDCE-CBDF-B78F-66625DF113D2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E34E1E0-6ABC-E26D-1F96-3E995836981B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0367053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094DD-B9AA-5348-EE21-721BD9A98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EF3672F-C196-E65A-0939-E35010844CA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ABD78C5-0B24-362E-A03B-B4A1275073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4960D80-E09C-F0C5-1199-63B8F0A79E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5E79365-2B42-7758-4ED4-A490EA1C6F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CACAD18-0290-5482-C343-453A6C4479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EA1B104-34E3-17A5-4CC2-43FE2B3FCF26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7AF93B-9722-9261-64A3-FB7BE7271A07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63A0A9-4CB7-0434-55A9-4C656DDE2F34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BBD403-CB23-3A58-38A9-2829D5ADCA3A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987432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F9B662-2251-E494-2BD8-E7DF5C21F221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757974-401D-2BEB-D468-7981BB11F20B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BFD0E6-FF55-C057-A0A3-38EB4EF9DB3A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C19842-F0C9-66E4-41D6-76D0443EFF8C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2DD3177-6EA3-7966-0E5E-6E4E06969747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912BC0F-A7FB-AEA7-B20D-8AAF2A27522E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6ED71F-E177-8A0F-0EFA-6E5E169CE191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933B3DD-7D07-E2DE-B57A-E7FFFDD253B7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A673CB1-04CB-1C64-BD19-BCB0B9C2693E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C7ABF1D-4A20-D56A-92F7-D12C629B9797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9CB1DB2-8DB7-4963-FCF7-3908E08FEE3D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3ADEDA-A60D-244D-D784-5435CD0632F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4495F8-82BA-F688-39D1-793158E1131D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40A5BB0-AD87-E59A-FC49-4858100B546C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B7D5FF9-2ED5-0AD9-87CF-DFCD017C5BC1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8A1EFCA-9601-0665-848E-F11EDC2024E0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F41D169-4886-5EEE-E19B-50724C84E4EC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14AA18-40E7-D0A8-1E9E-780FDF075602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73C7EA6-6BF8-870D-E7C2-F7E021784E61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0E5BAE8-A568-8996-C27E-DC61A259E685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4550449-13AC-56D3-D1F1-0C486F04AE79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1187A79-E595-038A-8934-F55AB8B33793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173E932-010C-C768-59D2-E9B78DC26F2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5392162-3868-A670-A44F-A99F493C1E6D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F0A1632-258A-380D-3CF7-4CE45EFC2460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3089F7F-4AB8-74ED-A845-D20A3988C0F7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64F9E10-A6EB-5428-3A21-7216F66E08DE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D654158-AACB-C425-EC40-01E2F2AFDACC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E7907AD-A8E1-775C-7829-54ADFAEE329B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AE28AEC-D2D5-E941-B856-2A3E33DD1636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105CA3B-4C37-6DDA-D4F0-DE73AE4F0FB4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CB6DA7E-F746-224A-3262-046837625A03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F143AED-C332-6543-7439-88AB3C0E9504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5B52ECB-0FD3-7B1B-2C21-A0386279F98A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E911229-CD22-6777-15F7-08402979A64A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28D7DA-3D24-C42A-FCEA-9539A1B8604C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BB1E0B3-386E-EB1A-BBA6-7E82088AAE08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E70DB65-E6D3-A310-CF61-08B0689BCB06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4140DF7-B754-90C1-0A68-92933E693271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FA28E17-DDAD-B65F-B1EF-D2F90EDC2BD1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88A9216-BC5B-8D66-6080-6792B8594823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B351F04-F592-0C75-4E7B-32D9567E50B2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E1AB385-3C5B-2310-99AB-A239EC865614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C389675-1B58-DAB1-CED6-15C34B47C0AB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74FFE73-AA26-D4BF-DFB6-23009C9DFC85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6776E92-E48B-CDCC-FF21-9EFCD5A4952D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4182648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7FDE9-D5D9-53F4-167E-AF4EFDD60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D6555E7-6533-B11C-51BE-1A29FDA73D7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Row 4, [13 in 3] can’t be 76 as that would preclude both possibilities for the</a:t>
            </a:r>
            <a:br>
              <a:rPr lang="en-US" dirty="0"/>
            </a:br>
            <a:r>
              <a:rPr lang="en-US" dirty="0"/>
              <a:t>[9 in 2].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786259B-1FA0-4C94-DF77-1BA9DF5019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DF5B7A1-2D89-DDAA-E35F-B3163932FC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9F8F945-BF45-83AE-3EED-FEA27F06F4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7282439-7550-12B7-9D0A-A85343A0EB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3AC97A1-3207-FFEA-0BFF-94481B5BB483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FD9728-4FDE-A4DA-298D-46EBA7A42350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D2D511-16E0-B858-BF14-6A80E471C42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63CA8F-09F6-A727-0185-3C601A61E2D8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987432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B0AD82-103B-2D49-0808-886D25B9944D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865019-C7D5-1F8D-F91B-B2616CFA7356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1A3382-7BB2-A860-78FA-FF002A90699D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32BB6A-864F-E163-DD33-146D13877F17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880625-C709-B340-232B-B191BB51F02C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25A5817-6AB9-2F0F-421D-4043C30E64BD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B57BDB-5B0C-818B-B49D-60D82E94202A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2B2DF1-8676-22A7-EDF9-E44BA8F70B2A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250E78E-A1FF-D90D-DA02-AD0C8CB715DE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5DBD151-DA50-B3B5-080D-54300AD6C609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B628721-293C-BA82-F8F7-A8C6B3556F6E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2F06C33-E700-AC4C-E623-877F533B64F8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B2FA29E-E76A-36C6-B7A6-2B6BE497045E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A9A3962-E5CE-D9CE-8163-435FF9674B18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DB1767B-34AF-E74D-6C2D-942586BF27AB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2332FA8-E564-DAE1-E319-91AD22A1ECE4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38B1C76-700D-0262-C746-0D3E8D024552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7B45148-EF87-9301-D143-8CFB43B205C8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FB05EEB-B6DE-2FC3-4953-92E7CBE1549A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288792A-C780-CCFC-6E32-B077EDA3C276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6BA3CA2-769E-88EF-4F97-745DE9D9332B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0282A32-BEC3-982B-1BE4-F963A611508F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5741590-F092-0752-3957-15086906085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6BADBB2-6BE7-7549-99DA-B74AAD5B51EC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7F9AC8F-D32C-14B5-960B-080807A9DD9E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B09062E-F386-202D-D8C5-DF643D1D5118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00F63CA-0264-F523-285B-243AD0D84821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0B23EF8-1E77-621C-7EF7-4C089E868C67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890DBF8-6D43-2CAD-C872-DA37647816A0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9E9D5B0-7F0A-50B4-A64D-EA1EE7540F3D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F0A68A9-F0CE-FD5E-9143-E4487E70553D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41018EE-92AF-55D5-935A-BBB3E075777B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81B8E56-9788-5905-B53E-93452571A79B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059897B-ADB0-CACC-1056-288FB6E9D6AB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FB38E93-B5B2-D810-50DD-C9179B0E77AA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907EFCE-EF39-003D-CB28-54E792252603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61DF9D1-9A71-A9FE-19BF-5A58C097D6D7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EE2C713-77E7-418F-B455-1DACDF3A2059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BC76DD1-E389-8F06-0435-F4CC4774BC0B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D0ECD81-64EB-2ED2-5FB6-B3CBB876EEF6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33C61B8-6A95-A0A8-E4ED-71F94F5EFC8C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DDF0D25-3352-4653-F61A-3408C89D42A6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56271A2-049A-0DE7-C0E6-D2943D18AC99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6CE45F6-3D1E-9E6E-E6CB-97851AC46728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8F43BA2-296A-928C-279C-90D8C9DA494C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E910672-2408-CF6A-10F4-85DAD3D88F4C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5177157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113F0-59B0-A015-90C1-27202E710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B163C7E-8EDE-9658-58BA-15847EFFD90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789FAD1-145A-6927-9D03-14A85B4052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F3BAA9B-7099-F56F-E330-B55A67DE4B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BF015D4-3C59-F299-FBA7-90CECF12E7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DE088B2-5507-CA19-20C2-9E666490D6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230B90A-4849-4CEE-5956-8E9A6A5F6E7B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8648E7-70A3-6632-3B32-3175C2740C79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0AB345-FDE4-C321-8851-AF4E0F939D67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C2A3C0-FA48-6845-679D-4AC725D7AC99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9843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0FFA13-6C5C-D3AE-C9E9-35C33A133085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C306E1-80C0-EA56-F8AF-A7EA8B4BF03A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CD5F13-FDCB-2C3C-F1BC-749B217DFD87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F26A0E7-6A59-6AA8-B4E2-13BACA6CEACF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76F15C-66F7-DCD2-B203-750CD4BAC85B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A57230-2475-A35F-1990-5514F199719D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CF8798-4087-3C62-AD45-CFA488201680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4BB26D-B93D-2FCD-4176-0302E391D381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E10DA4B-D86A-6D1A-1829-EF2656BAEAF1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655C2D8-4D5B-6612-C997-51D615C2D31A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41DB65-59A1-E800-7ADB-CDE8860879E0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6DA9B2C-11CE-D78B-9B33-EB59856043EC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F8B0695-4040-934D-93E1-D8FABBBACEA2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DB845C7-BA1D-8C3E-7524-C27D6165B19A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BE75F9A-1DF0-E1B6-1738-79ACCCE8BDB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94DB945-8ABB-0604-75C3-BBDC81C2DB3E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7F47B9D-DB3C-F2E7-E7FC-9829DE736EA2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C1D809D-64CB-FB5F-43C8-7E18ED945543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03281A5-AC20-BE4B-A512-3F67C11C2D5A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06F101C-E861-37ED-85C6-D964D25B3C21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2514E06-4F76-09C1-5713-A599FF0AE9FB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F11EEE9-0AF3-41AD-3B7F-A11DAD2B39BE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07598DC-3FFB-B23D-2A3B-690513500325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1555591-2383-9588-BD3A-44BE4CC32EEC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A671F2F-DD49-2E85-B5BF-C8D9B580EB71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E40A5A4-B1C4-14D5-A2B0-52E29143663F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60949EB-B02C-B8C2-E2DE-7B07A2A324C4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73612E3-9429-2FC0-9233-EF280147388D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F450545-8281-23AB-2121-E5B333F1156E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733ECBD-9B69-43B2-52BA-7BA705E2233C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9AC3C8F-AB4E-5BA0-4246-F63722091C1B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4B0B10C-8014-F823-719D-2BAFEF58271C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BAD05C0-BD03-148C-61B8-DFA06C743418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C2A1C5C-E590-BC0F-3B62-1A6F4B8F6782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823CE0B-E7D4-7970-804F-BB4B119FCF6F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BB56C45-3E3E-67B5-E632-D1D991655F50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354B1E1-61C7-5376-364D-B7DA5E6EC17C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41EC6CD-6B36-04F7-435E-2B4DA10298CF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E819E4C-2B7A-0701-1C07-FF567A3EF44B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A7F9613-F456-153F-3BF0-50B963EA13C6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EBF5C8E-23A0-968E-8E68-AB101633F2B7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2C8A17D-D9CB-8A73-5F6D-A8274EC7AB15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1DA6B9F-1944-FB15-87D0-C9ACB025C398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7399807-2433-E823-02B6-769FFE86BF9A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86BBE47-5476-B879-ECE6-F60FA7C4BACE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FDB935C-25FC-B644-47E8-EB6BC89312D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3526564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750C0-6E14-EF9B-FBFE-42E640DE3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D0B834C-441E-883C-5F09-033A31C39E3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2E6323F-4164-101E-C2F2-D6D437634F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128C804-C5ED-4F6F-F5A8-A984736FD0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648B17C-828A-527B-0D37-DA6BD6F4AB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5EF190F-06C1-0B5B-0DAC-8FA3264817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CB1769B-0780-A945-B0D5-17D836B3291C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B4CDCA-6F57-D1AE-63EA-74CBC3D52174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D3B9A2-E46C-7EDB-F34F-9E874D47CD5D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9125C8-70EA-FF3C-9E2E-03F97A6D2C30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F5B527-1B1E-DB3C-DB39-0242A3E6A57F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DCA064-830D-D93C-0A91-F0732B49959F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9D8504-62C2-D8D4-598C-8604AA1B65C5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1020A0-5548-4AB8-7458-A8D708BEE7F3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46BF8BC-F896-F7D5-C15F-A5321FF0A4AC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F76C7E-F09A-CD66-1E37-954B22C12ED6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1D1F4E-426F-8CE7-D830-7F552C96370C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6033492-366C-4CCD-7480-1ECB685CBB63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D902F2E-CA09-8CB9-C0FE-F71B36D2C064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F0034D4-4139-0CFC-C1E7-EBB2798D387F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1B15E20-D9AE-786A-5B9B-0B9F20AEF142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CEACBD9-7EF7-35BF-7745-25855AB8D4EF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14E8D17-4012-2B85-8A3E-34E630973ED8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0A942B9-BC79-71C5-E95D-FBA42F2431ED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A0067C4-0BE2-D380-B119-E782BAB4F8F2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BEA286F-96C0-23C8-CF21-1E8FEFF3B10E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BC5FA05-7D56-C78E-126E-945618A01C8E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A5B0A8B-745F-1D10-E78B-DD38E81C0B5A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415DE52-6DBF-AF9B-B233-43605E433359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614577A-6D5F-39F2-5CB3-321FEAA73D22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17367CB-1D03-F3FF-09AB-320EC1DB0683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AE06389-1BAF-A8B4-4FCF-D44B10A95111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CE01F6F-15CE-85A2-8531-4FE29FC6C107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15A0E0C-8058-6768-263B-B5AAF03C9C27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6E3FEBD-3716-EE90-2ABB-C7B7C12B6085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C29A512-4713-A8D1-CCC6-1C9AB7DD4FAE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8936C4C-E3E4-4CD6-D525-24062CEFCFDE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0146063-41BB-454E-AFCB-A7F73B49C789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2D5A62B-9734-5710-F9A3-0FD443A5C4E2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2B5E9C6-70A9-72CA-349D-7CF8761E333F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DAD6D3F-E714-AF37-166A-8B13997AFCD9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C441304-DB9F-BA20-E552-5916A6915182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5D7DCB7-7987-1550-E2CB-C7652659C5E5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8F32B3A-8711-5E94-B06A-CBEC9248B558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D3DA63E-9FF6-AA20-F455-9613A3D7E55F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E274F0B-DA81-F4CC-11CE-EE4438FADD41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CAB0F16-0DB3-26B6-85EE-640698B929F9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ABF8526-F5C7-6E21-1866-516FC7A7CD9D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773E841-085A-30CB-9C8B-77C4015C9F65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9BAAD70-916B-BDF8-8399-D5A5078127B6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1BF4E98-7262-17F8-17DF-F7BF16506E3B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4E5CBA9-265E-6602-01D1-17C4BE08EA54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86E8B58-F8B3-90DF-E076-9861B826905C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C4382C9-B124-8CA7-E251-15B41E9F5706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6A24DC-25B3-9A11-AAB6-1D2BFBCF8526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8D3BE1A-0964-6D70-5A42-783BE3C3D70D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4517577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646E9-A6A9-5A38-D203-4E5569306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85CEEE6-CDA1-B513-42CF-31FC4F21DEF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EF44C39-5610-0E0D-3DF4-423D1DC3E2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AB7FCFA-C5A3-2FB3-55B7-1B2218C5B3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0BA1C1E-0B27-82BA-700B-ED028324F3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B15EFF0-2962-66F4-35CC-2CAA11414C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2D4BD24-368B-07EA-3D6C-C2327A289058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E5EF6E-71D1-E87E-9377-AA724033AD10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1EB0AB-101F-4010-82DE-B52ACC4A8498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340312-B5B4-3B17-C8CE-633419C36448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C38E21-AD20-C0B3-3C7F-35F686ED65C9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876601-95B3-DF5E-C025-F6F35A9A6963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1371B6-A7CA-DED1-1DAC-E1719A4DE213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1E543B-FF08-4A81-9379-DCFCFC92A06A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DC426E-65A5-00F6-3523-6719955D4E9F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A45417-52ED-0B57-700A-C814ED61A1EF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F6C9C49-8CCC-BCFB-FED1-7752637BFF35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104026F-FAEC-D453-5D93-1F60AADF36E1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820C7A-E9AA-501A-1C74-00BA5FA61C18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3396EDF-FD63-31E8-5CB6-35814DAF6C4B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D293E58-F4F4-CBA0-E129-B44160426E3C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ABFC07-7672-3CBA-8350-7CF1B079117C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26E4BCC-A70E-B979-9751-829CE6C8C993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BA14187-431F-0A94-4728-F07BA1701F3F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625FFE8-8C9F-3CE3-2A11-144750197B49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59D707A-09EA-7B7E-C986-A0D37E113FD4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65D8E8F-4A8F-F346-1CA3-97E972049C56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0D884D2-4AEB-866A-F744-D6563F4D3BEB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E9881B3-69E2-9774-7F8C-AECC13AB3CC4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D605F01-C6FD-5627-1906-335AF7CC9E91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F3F5E47-CCFD-9E1C-8503-7C63849F712E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E5FCA9A-A88F-E363-2BF1-4D59CA6A7145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1DAF50D-8256-D631-F01D-48FCEACC50F6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9C62216-DBD0-9E65-83CA-D6498FF84A3C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4441B04-9666-0D93-D356-7504395048C4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42B219C-F742-9901-9B2B-097AE822394C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527A4BA-D732-2A16-71D1-3F22C493D0C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32652C5-BA8D-881F-09F0-D5D25CEE4C23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01CEC35-E184-017F-EC70-1E5146AA1C75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B7FE797-5978-A014-520C-5FD4ED027107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0233F3E-2E17-7966-D095-6642005422CE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9314D71-BD18-637A-667E-9D69112D3005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AF263CE-B618-5F97-2F5A-CC537A36F047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724D1A4-89B3-33C6-7A81-68C696189BDA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DB2DF93-FC3D-06DD-862A-BDA9A42131F0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94EC0DB-FF16-EE14-7083-B88E178B9D2A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7F391DA-DCE0-C588-D704-D19A48FC8E3B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481F9D0-4086-BECB-ACD6-8A6905E4EC6A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6D1A3DC-BA31-89B7-51A6-4363312CF93C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F96CC02-F9A3-375E-8F13-2FDBD5E969F7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1C6A440-55A4-7FC9-CE86-338255F5E7C6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AF95057-9676-93A0-B008-945FCCD65674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0CAE132-7B65-A01B-9E77-DE8DD8C6EDEF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74808B9-2A5E-9FC6-0AF8-52820DE43029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F0E6213-1FAC-A083-5EBF-91891EB95885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85BE4C8-D75A-99E5-9757-A41800B29C51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666869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BB7E3-139A-4BFB-60E6-19A2DE365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35CD5B1-75BA-8414-5528-4FA0F63A7F5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 (This [8 in 3] must be 125, which fits in only one way.)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EFF1E85-8251-E0EC-0A3B-89A3CEE06E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2AF219E-ECBE-806C-040B-71EBB8AAD5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B4EEF95-0EF0-950D-D6CE-A01DD01C17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244CB2E-C09F-9482-D792-FA9C0E5CD2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2DFFCE4-304F-9C67-1324-7D765D8EE101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CF8D6C-99CB-0F44-9AFF-A7CC28149105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A0CA1A-1635-CEC2-F0A0-B5CFAF2019FD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8872EC-3946-5018-A0EF-9B17B30113A3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88C02D-BFB3-3C28-215F-3A81448DF8EA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72CB63-9475-CC56-8A24-333A4F217668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9055DA-B9F4-DC20-2880-FA4745FEB89B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440B47-8024-2212-48E2-A20CB4C7E381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03E88B-4A56-6D56-DCD0-D7490588400B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20C6C81-8505-2C2A-E0C2-AACBC6FAB62F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E8FFA5F-6C93-0BE1-9917-8A72D8C56308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0C730C-D7D3-429A-73E5-8441B83346E1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A866BAC-2D81-1CE2-9A12-C9CADF923930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7E77D2C-F8D3-082E-88F5-6201DC929864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46C3B6B-7B89-F5AE-4C1D-27DB3B4BC8CE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C48339F-90BE-0FF1-0D4E-A1FCFFEDC0B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0CA6357-16FD-54E4-5E00-2AFAD9C691D7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7C654CE-E1CE-C8D9-5EAC-748341531947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B073C3-282F-9478-C3A2-A782AA1B9534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7822FC0-F1F3-4413-C4E9-008FBED63B5B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9CA58A6-95A8-215A-9308-1AD425D65F9D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5609CA3-AFDB-2491-2513-D11ED6EF5668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65BB0BD-A367-25E0-4437-0D2E4521081D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CAC8E4A-CCA7-6680-8F7C-A0C51D970063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B493EE4-DF4C-1AC3-61A5-3C3527EC064E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65F8B01-9866-B61D-985A-0C60D33898A0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6A12743-0AE7-554E-4E0C-A27D59803B9A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9403B37-21EE-0324-27A7-DC727F640A13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287A5F5-13F7-686F-97C7-88AC5725E97E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FC0C203-D369-33BD-7CDA-D92D96F6F60A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5B0BAFA-07C8-7CCF-739C-73D0D21C907F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90E11A7-DD42-0004-CE4B-A02AFF8E7F43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87002C2-8FF0-C70B-0461-263B124A27FC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C10E2A7-D139-192C-DB1F-BB0DB6F761BE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844ADE5-A4D9-5085-04FE-D7D4630C9F76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58585FF-2217-78CB-A71A-45154099D5A3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6A5DB39-5201-2707-063F-D6931CCD794A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BD9B59D-F454-08DE-0083-1DEA60D2647E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B128CBC-9F28-E766-6827-2CD7E1C4021E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D999595-8349-B11A-5C58-966EDF9A12F8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FCBCCA5-A624-8AD1-D33E-6D5A40BBDED9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FD5B98C-2877-983D-0203-7F0300BAE520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4F0A76D-4779-656A-831A-CFBC06BE019C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82A9FA5-FA84-25BF-D558-703C10913F0A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3FC7884-BBA6-A537-5092-0196BF3C9E39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D7110C2-FE01-5810-9013-360F1E395EE3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C7A61AB-9100-37D6-69A9-9D0CBB29AD9B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ED07B41-41C5-7AEF-5168-6E72CC15E7A8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AEBB7CF-5E5C-5BE7-436F-65BDB459E805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BFB806C-D76B-1334-4CC5-17B500BC81B4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8962705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8F2F4-7C83-A41B-7E7B-D36D71036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AFD8D8D-1BEB-A761-E92D-B54A8FA8141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CA2FC59-3135-33B4-1233-C9DB98C9C6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F09707C-615F-FD8E-705A-2E9B72A887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DEE6719-4AF6-8808-4B13-28DBEDFFFA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3E57A95-3962-126C-6C68-043D926DA8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A5386A6-DC78-8CE3-10F4-8B8642D89E9C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C20C54-FFEE-5D7C-5DAB-1A49F46DCF63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4B183B-000B-E76D-E959-BE0F70CC3CB6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95E85B-7023-FA83-0CBE-FF7CE3191EAE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288FE0-1394-CCB9-B748-755C0408EA54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74F65A-354C-674B-99B4-E9ED9701F567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3CC8A6-69C6-C9B1-22ED-C91C9723966E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1B32C2-B982-9B50-23FF-962F03F09A9A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7DBE5C-DB90-B14D-F676-FEA74F6408C8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B9185C6-2055-CA8F-22B6-A96C5F9D5A7C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C893C50-CC38-5D9C-2756-9A4FFCA99DDC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70256A1-B4CF-88D6-926A-E54F21E946FD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0BDC54-493D-956C-47E5-D3A72369FE1B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B1F9060-D712-A1F0-B851-D59475BFAD7C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DF1D2DB-24BC-3B69-B689-1C490304FA5B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1FB575-0056-B0E8-90F9-608AA98AFD2A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7F2AC53-7155-F0DC-3587-2BE3C5DC9767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D702CB7-1581-8A77-0BFC-62964DEFBAE7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F4E9253-6F8E-B85B-2000-5AA693512FB2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729E06B-859E-10C4-BFD9-0A951B935A95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651032E-7B59-8F09-2A38-5BBCA804B753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0A61F0D-8AC2-4340-78EC-9BD73E84CC9C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2C40E14-4B92-8ED8-18CC-FA6A5A78DADC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924282B-DBBB-E341-7F3A-8E9E28FB0F2F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C7249BE-6369-6B34-4B27-DF59C2487655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363DFC5-615F-9C6A-8C80-7F76FA3E2CE4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6F88008-D205-B756-B900-EBB23B960BDE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4E0FF9E-2906-A916-1A51-4125C5FA182F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4A8C21D-C4EE-6B21-9C8C-8A112160A25D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0485F1C-6FA0-E1FD-4A79-E552A371E994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E085D9C-78D6-DE0A-7EE3-AB60A04EEF1D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2E5DDF8-D197-1ABE-57AE-5F539CCDE216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25E111B-ECC0-370A-9E75-BF51897CF882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57CE2B9-BA63-1EC3-0123-93407BEBC301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D7316DE-A985-910F-67BD-FE635FFFD9CC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CAAC9E6-E5FE-E084-C7A5-F94E7D51484F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36EA53F-DCF3-90E8-4482-6EA193508F3C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0D4CB2E-4603-FDD4-FAC4-11F63A27DBEB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886BFC8-25FC-94A3-0A44-6E55FE3FACEE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3D3A30D-4DE4-3BF6-3E20-42C75E2A469E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CDF7468-9B38-C6BB-CA04-0D93711E7EC1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44910DD-47EE-06F2-B243-2E656C851C26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D10BFF5-EB1E-1C0B-DDBF-ED9C6A916639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87593C3-039F-4973-5FDA-E5F43F092C47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91B1114-83A8-C3DE-3047-B72C38EB44A0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77136CD-E60A-7AC5-599D-29AA731219E9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AC0A972-3BB3-E46B-5F9E-95E6C21871F9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F424EBB-8797-2657-C772-C0E56A2D8604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CC43908-A807-CA9D-D58E-0BFEEA48885C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AAC8C20-9B8C-FDAC-B41A-9613BAD277DB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5461277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FDF66-9E67-22DE-337C-BC8E110B5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E32F009-E297-64BE-701C-CF744875DA1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[13 in 4] -&gt; [12 in 3, no 1, 5, 7, with 6] must be 246. 3 is precluded.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6FF1541-07D2-174C-F9F7-FD8EEB1556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7BDCD5A-B950-CCAB-61C7-8479D4BC4F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E384B12-4880-8FBF-4F5B-62122848B9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AF31020-73F6-1920-E0B8-F7F9FEF60F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6F6976B-5020-4329-8C99-4B10C4502FE7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FFB26F-02AD-7048-9999-10D2E0B7AC6A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549951-499C-F0EC-F4AB-4A0AE85D87A4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F66051-6ABF-343E-CD1E-1E0866106CE4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6E6B04-17A5-52D2-4DB6-72E9B254ED22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386009-E9FA-4AAF-2401-E9D9A5BF5B66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61E766-2713-87BB-A07F-E81DEA827814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F4D74B-FFA7-EFA9-A9A7-6E8D8E674F9E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AE3FEA-2883-1443-83B0-B5335B60A59C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3EE7148-F566-2F0F-1849-622A140646A7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806C12-AF39-AD5F-7EC0-DBAE427DB175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DBC03F6-521B-1291-1B38-A664331BF6EF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6CFA575-0D97-49BE-50A4-AFDC082F2F21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4774F0D-31C5-58F3-1BF5-FD44DACB8C4D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EDCF090-1192-06CD-656E-68EEBC29BCE4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306CE53-3C7A-EA2F-C518-01B4D63C69BC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BEB9AA4-4404-9B15-D3AF-FBF3092910F8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E15B179-C636-F0AC-9DF2-3C0FE617F528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4EEB4DC-35D3-A3A4-77AB-1EC9A6854901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EDB3DD9-F4FE-BC0D-6800-5327E54614CF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7CE0FE3-D836-70AC-910D-23FD7B131D48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195A0C9-C862-B9B5-7F68-E51D514FD82A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58A4650-7AC1-FAF4-0C75-86C496DADEF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0C65C69-5644-F87D-1700-B85239A7F5D5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03E6CF6-D7C0-4978-8EE5-484094A837A6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7BFE8C4-DA3F-90A1-F4BA-5BD626741D8C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6D55716-78CF-EEFB-0FAB-C6C467ECE0C9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6594986-E7A3-7781-4CC8-1ACEA83D636B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472DC70-3A23-057F-EDFD-76074ED92FFC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8EA93BE-BDE0-466D-7D35-E2DFB4CD3A38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DC92E3B-775C-D352-C974-6EB7F9C8956E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0700224-F91F-E43B-7462-AC1282E19C95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7466C8E-EBC0-6AE8-A623-C4FE56340F3D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10443DE-51A5-3760-C90D-BE20853ED9F3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C0AD6BB-AD81-3197-1FF3-8A72AEFBF723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3CF09D0-A513-B695-FBC1-BFB615E1E5DF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EC4F5C6-D00F-E5C1-3FEE-F6BCAF321C4B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29011E0-C620-1BD2-0BD6-6E25043AA3AE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B2666EF-1D1F-FAAA-782C-B0988E27372B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281EFC0-6963-4A6A-EEAD-DF49C9C86338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794BC5F-66DE-647A-E738-BEB2B337419C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6C6AF90-8682-F04F-33E7-161B33005532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E7402CB-7D73-E20C-4B28-963B556F052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AA8022D-DC28-D483-5B28-98C683725BAD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2856771-78E3-9E68-CE95-1549726C190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71E434D-3049-8539-B870-E5FAF582E00B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E9F70CF-EB7C-186E-3FD3-6FD035F37BE3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AB890DE-E37E-3E6B-C32D-B79337742AE4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10D0C87-4525-B138-A9B1-98C1C81862B7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8922661-87A5-8555-EFFD-1BA8E9127AD7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9162092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7F45B-288A-3848-C3BF-B01E2A6C9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E77BF69-9088-DA8C-677F-F4706F477B4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A872020-A14B-711E-D0C3-C355DAEDAB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71D7201-8DEB-1019-9260-4C4FC82A09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4FDF5C8-84CC-BF97-EC81-F8528573C3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01370D1-6599-5098-2D1F-FD6047FCF7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F77D5BC-79C3-C388-139F-2A1FBBA749C8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5249C6-8922-BC23-787C-EDFB40A9445D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5AA740-5C55-E1CE-1403-09F2229E5ADA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27175D-56EF-17B7-6E7F-7F33C790C57F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CEA658-998E-C2B4-9225-F58E737C8D2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0AA8F9-2F2E-A2EA-1146-2C22043A571D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72CD5B-D8B8-4BED-C187-09863E2DD76C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953B682-4AFD-C889-CD58-E35FAB2BFFDE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6BED3B-BE38-A1DE-3790-EE8861E84784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41EE801-0EBB-FBC8-3897-8780EA8F4829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67F39BD-9E02-FE76-F658-C4014DB6BE1A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3E96957-B959-9A40-1326-094E521674D3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5644B0C-CAA3-54A4-7BDA-FA02B7E428A8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A56FFE6-DE0B-8712-2429-17B8B70D5D63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03C781E-319A-A0B0-EEED-E898D16E6F4E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FF79A03-3323-4F7C-A146-F4AB2C2E5BAD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BE15869-6A67-A7D6-61A9-EB1F4F6D74F1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2953BC6-586B-5AD2-0027-BD049B280665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62FD38A-4388-4AA5-8B7C-27F72F0A88FC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677F6C4-BB83-07F5-4327-93D91BAF34EA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D4767E0-9956-5805-65AA-6C49DA88D99E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A6749D4-B0FA-88BF-6E32-9A89C85260FD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FBE2AB2-2A86-AC8C-5379-F2B343C2E2B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E3AA366-2E05-1680-BCD5-E22083DE03EC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B7EC07C-34EE-93A5-F6B5-220182E92EB8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E0A343B-E009-5AE2-3E3B-C14DDFE10F16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AE0FF41-C335-3299-3762-525B09EDB6CC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94B04B8-850A-3B69-69F9-E90263340A2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7A0F3D2-EE99-5972-86BF-9E57316BD723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ACB920A-8BDA-B109-DB27-1C83F28545E0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A29BDA9-D930-5C81-8320-C3B6B36739D1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689C5DD-A2B7-422D-296C-2EA4107DDB1B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2627726-45D6-962A-CA06-9413C86AED3B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84211D9-F496-9E41-61F0-AAF9B9764620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6934501-C27B-09AB-DA97-C0607B9D575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2A5016C-704A-AE8A-3776-E57A31661618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3874EA3-0430-4510-8E93-9B547AE5CEDD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C10CE31-D05F-FFB7-056D-90ABB0AB4D5F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9430E3F-31E5-A966-9E8B-24577FB20C03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803CAD8-FAD6-6B91-F5FC-D2F323CB1805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AB08F61-C5BA-8C09-703E-723AAAF60004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0CB19D9-AF93-6D43-5F4B-406D00E0C18D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0F960B3-3775-1C1B-E1CD-321D4EE15DA1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88AF119-A73C-1299-F59A-EB47771EC025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12962AC-DEF2-2D4B-809E-9F4DCB78B873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68ADE6E-C154-EC26-92C4-8BC5B48AD8A1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2D02419-A379-9F79-1636-050C23FDCC3C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BB733FC-32D2-EF92-22BC-002AD48542C2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FD45F44-A45B-B885-E5BF-151A52B80037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70A5816-AC0F-F496-5525-D25A59BCDE92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7647266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ECCA5-BA48-CCAA-B8FC-DF5AA78B2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AD7D26F-2E18-0D2D-0CF0-74D07A553EA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64F1CFC-D30F-A04D-F985-81119E727E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8791DC5-FB0C-E981-A421-FB6E611233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548183F-0808-ACE6-C6E4-4E51A9CBA3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0D95091-F4BA-B6F6-D9FB-53248C2037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682855E-1D00-F209-A964-F126B2196A23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9D2F61-37E9-57CE-DE21-58486255F49C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58DDC9-F783-7DD1-2DAF-4348578D83A8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4BAFCB-7F43-C8C4-A0BB-F8F3CAC3D93E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F91B0F-3BBB-29B7-529E-C0935F48770F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57E646-352F-1488-E19E-2DB16DBDCC7E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944751-7A0F-CEC4-1451-F89246013016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81E2E68-8D75-E379-CA37-7BAD0D25EA4A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A5E1BE-0D3F-42E7-0B3F-620733DFED3B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147B8C-9322-D4F9-B40E-245DB472165F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181F3A-AF18-9474-ABE0-F5608ED9D6BE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98D9D67-AFC4-9A5B-2546-023315614809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8C70066-8493-7927-7E54-D5DFCF33741E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613428F-28AA-F2B7-736D-2BB8AECAFEF3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5A01ACF-6FB5-8274-0473-8937A677EB83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E0AC494-12BA-E9A0-1925-301CA913A37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2840504-EF4C-59E2-7AB1-7622BA2EC1C6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6FBDB44-A83C-E4C2-1D83-EEF7C7EECBC7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EDAD4D8-E271-8E9F-3525-261CA958379D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DBE271D-4536-9D69-9330-69853DC5398E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319F93E-E6E4-67D3-6732-F36FD0E63662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36FABCB-6C6A-6BA4-55D4-67EE759813A1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0AC341B-ABC2-0C08-4396-D96C8B266ACA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46A4A4B-45C2-625B-6ED0-C7421559AA2E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22C6D0C-A4CB-DB45-615D-46F897DE2B89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BDEC336-4D6B-9669-78C7-AED217810C3C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0AD6307-63BF-2321-6783-FE821DC9EE7E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6953B77-6AD1-DD4F-F9C2-D33ACC4F32F7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92D928E-E2A6-B6B2-1B81-B5E0800048C1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E6B01FA-B6DE-6107-68AC-674ABBE02CDC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0A6D022-597F-EF1F-276D-7A058EEB9EBD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EC3C9FF-456F-239C-D6D4-2AB65CCBE4A1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C7A3292-B0DB-678F-53B1-A9B95502BE50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6C784BB-D4C1-085F-4ECE-CB7A924AD843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60AFF7B-311B-017A-4E75-2DE4FEF22AD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857BA83-1A42-28B8-79B9-05DF9CAE57A9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7BB2790-7A47-4340-C6D4-43687346C24E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36C2F15-F1BA-3AF6-D1B2-10E3A82EF78A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3029933-E69B-DF3D-FD56-14FC3193EC42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A39932D-BD65-E2E5-FC58-63104AD7C198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88A79B4-0447-4BF8-50F5-73606D5618F0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9704763-01D4-7BF0-0741-A50900D77F6F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325F038-D1E8-DE5F-3525-B70408AF17F0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33B4333-908F-E38D-3BFD-D4720BA7CD08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253E4F-0077-E989-5EFD-4FEC0FE06C24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0FBB4A6-CE20-31F9-2D0B-F26CD54D9C58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5E7848E-1332-6430-10EE-47A8D22CA529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FB9E756-F06A-D134-387D-28331CE2D4E2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0E207E6-FEE6-1831-0970-FD219E010D85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8929522-2E35-4D0A-59E4-E6D92309829A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210955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4A184-36F5-F16D-CF26-6CA208A43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7B476F8-05F1-6E76-2D2C-74A33409892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left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51D6374-3D83-4207-BE44-54E775F914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E33C3C7-E407-8BA5-E5E8-0BB72459A6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6CA8C0A-135C-02B8-7312-C922BCACBC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1D553BE-8FEC-C12F-5CA5-85B6247BD0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7FE62F4-FF0E-3841-07DC-F0A749C2A822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3880EC-0BC1-5D25-DD4C-BE62E35FFD47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18026D-2DAF-B5A3-2767-10DD27A7CFAB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2503EC-64F3-E161-47DE-FD40B92D8012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A736E0-D778-6C31-E0B0-E47C03A12C76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BA464E-9F3B-5CF9-7BBF-690CD9D0DE38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A8EAD3-0B8B-DC23-094E-29831606C07C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A00CDE-3640-6BF6-94E0-57F22BCC746A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25664C-EEBD-7306-2335-0D8105AE73AA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4020475-2BC5-135E-A7A8-D6267E75A4D3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405D43-F707-26D5-00F2-26043E1F5096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184EF99-BC05-FF46-311B-9FA6865CBC89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954FD9E-9EF9-833E-2A3D-0F93493045ED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70F0E01-D48B-0572-8FDF-446C7C0D47F3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D5206B8-CB16-3AEB-8B2B-02E2CF181CE3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45F9A3A-FF76-08A6-2F30-B40BB4FCD63C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4109C64-4DFB-2529-EF11-30C2DC60653D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9004083-D5AD-6BB9-08F7-94ED94D42AC2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6C2C78E-DD88-D94E-782B-23C169FF1C07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8000885-7074-5DFF-5001-02946F5EC2E2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967AC92-6FD1-9BA7-19B9-8BF6C2CA5610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119CBD0-7B2B-C99B-DD55-8E0131F99916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566826C-B5DD-441A-88C5-81045A82CA4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028E723-42A0-CA20-1C10-82016B5CA8E4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A3B7650-0058-731A-0231-BF2101808482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EB1DD14-C5CD-559A-4ECB-3D24AAC047A6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0F7EFB7-4434-2B30-8BAD-BCDD286A34AF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BD30DB1-19FD-6566-DA30-56AB75F61242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065C64D-5447-9E55-DDA4-3AD2A7625A60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D0A5D54-0351-4C0C-5B37-A8C95504C455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9B8A348-73BC-2D2C-4974-BF583D0E4B82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4E6FEC3-A1E4-EED7-EE14-96B15700AA8C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F5404A2-2A71-96A9-84B6-688C69436BC9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2B49F74-7278-53CF-FAE7-019E7DCDAD53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BF71747-4714-34A4-6BA1-45BB143ABD36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E7D3230-C2B9-A926-1CCB-78EB46D5E3B2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55EE76E-B4B5-8FB2-2253-237BB06B20A2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AE081A8-4C4D-5928-6B94-B2920E72CCFB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0DE5775-46A1-0194-0B1C-262E96880489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B9261F-7CE5-2094-4325-9C7B52DA4895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DBF884A-DBBC-FE86-E28E-828D4147F248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7366C19-BA64-6F91-2409-65C0EA5C482A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60AF891-E732-85A1-DF47-84F28D367CE6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B7D01FC-CB00-23AF-D923-86CD13EB4E78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5D38D33-967C-2E7A-8523-31D84D4BFE56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340AC28-B68E-95A9-C068-F0CA80A54D87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3C32BE2-0B20-F9F2-0958-30272D6BCBBB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EED58FD-4A0B-062E-0A44-C760E745F1BC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BED7F29-E6CB-8D17-7115-AD203E31F86C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BE76CFC-2C05-6F48-A791-103AFE43BB96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9E729A2-371D-1A3F-18AB-BACE9F9F9B0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1908146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A156A-2D90-035A-1B64-DA1B048E3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BBD2EDC-5C55-2AB9-8787-16F340D38FC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Rows 4 and 6.</a:t>
            </a:r>
          </a:p>
          <a:p>
            <a:r>
              <a:rPr lang="en-US" dirty="0"/>
              <a:t>Then, complete cages touching right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8ED9A2D-1D7A-557B-AD67-0657D8FE19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CA1EEBB-655A-EAEC-2A8A-3114EB1E41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BE856CB-B4FE-98CD-4519-B1B423C6F3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A1AEB01-8206-8DAA-FF03-141D74D6A0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BFF14C6-1CE4-7307-A63A-01550B623259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9F8095-88D7-9847-99EE-569368659C3E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9907DA-4070-B158-CF60-2BC9BCB4E1BA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165D37-23BE-686C-0A16-942D8224A4CA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9742E0-C17F-B592-59EB-71D18B55A4D8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B4322B-0164-9E21-2E5A-0C5591DCC663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06CB5C-4D04-27C8-1758-FCB0BD77A3AC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BF139A-0A64-A19E-2DE5-39680537E9FC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2518D5-52D9-9A7C-F94F-D779FFB7A3BC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FABFD6-D69A-E7AD-9BD7-DC9FFFBF1360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B9877F-C04B-2069-3220-665887F095E3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001AD97-A998-89CF-D3FF-329125749E83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8C1B43-BE68-9A5D-A051-6E7271ECEE94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42F7B4C-5FAA-CD76-2241-56479EE8335C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AF4E2D-4955-2B6D-CC3E-286EE8FC1F12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B4C8F76-FAFE-669B-EEEE-9A93DE333CD0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25516F0-631D-ED6C-7570-D99842E014C5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598F05-EEC2-A9AA-7ECB-23CF73B512ED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BA1765C-D01A-C7B5-BC6A-28EF84FC3589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905FEFB-7D5C-9B32-1A17-2007F6FB0B85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7301A8D-E95D-D7A8-EFB1-BEBB30ABA671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40CC4C6-3D6B-5A7B-69B5-10C99A81967C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41BAC48-E64C-CC22-C95C-3558AA7DC7D9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FDA1EE0-8F73-8095-E17A-EC1D14408446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F6503D4-08F9-1B17-9317-F2F9F4B5D6DF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36C069F-B04D-5861-A904-071B1ACDE49E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BCDE097-0EAC-B343-7A43-58DE0182D02D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CC4BD5C-EB9F-732D-9806-9FC0DE64143C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92F5988-1DC4-098A-C7EE-43228920F537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A3627B3-1637-CE23-1091-50AD303C90C0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48290C8-37EA-4164-3B34-95DDD4759D4A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65BCA29-0F35-3F51-BE45-61F10362E21B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FA1D3A1-72A2-656F-1749-DF552CBB572D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701D6D1-FF01-4452-7819-90E36C41841E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51A8728-6DDB-21AF-797C-62112D73068E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677271D-1915-A1DB-8D3D-67A75D51EE5B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D3D1AB7-564A-DCC5-659C-9009805A9173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B3E0D8C-5DF0-5D91-AC6D-9634A4C3F204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DF30C46-D0FB-2847-C1C3-2D45E2C199B1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45F2E3C-2E89-C683-96AF-4920A51857CE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DFB98B3-5B5D-7C49-52BB-7BC1B746EF15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462BD47-99DA-238C-0870-1892B5FC90E1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DFB889D-2689-1569-0E94-5F4F7929D724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9CD8573-35AA-8672-7D83-43180A3E81E0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F8C026E-4766-968C-EF2E-E7BCED37C075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D85E2B6-0036-DA49-1BE6-99B9C6DC187F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8682164-3761-F569-F487-1EF3B5C528D6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F44B847-7A2B-3068-26DA-DF3E3A6228E9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4A26031-287D-83ED-3082-D2CAC15FE4EC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E53B5D3-54F4-0570-07DB-68880A5C6248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F4183BE-1172-3BAE-1EA8-A3DB4B562035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6521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967DEDE-3DA8-06E3-7D79-805B5AC348D5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AD675CF-10BE-7C1C-107F-53012E116710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26C561B-36D8-3F01-C10A-5F7209ABBCA1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D1F0FB3-B5A7-5C94-5682-BF665B23AA8D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6E8F872-86A0-058E-424D-79742B9C3027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2922876-5B80-E2FD-1E40-D10FC3864464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4F56A57-9AFD-6BD5-B104-80EDC0105C9D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BFBD185-E0C8-7E23-99DC-31110E470C1E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02279192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DA4EA-84AC-1E26-E598-3FD0BCA03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A36667A-2228-C5B0-E809-C30567CBF25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2436556-7C58-EF04-28B8-6D604A86C9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4C8D004-4400-F7A2-5B66-B26DD48965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A6E8D7A-903E-7147-6331-5164A5AB92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4DEFB9B-8C1A-AB01-7F4A-E6ADDD38FD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6709055-C570-8BD7-1648-51C37C3858E4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69E3D1-B89B-91D6-A150-CAFA552E710E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3F99C0-16AE-FE77-1B7B-0DE1FC6D84EA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F7E844-C96F-E237-46DE-4407365F757E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6C9D4A-1C5F-C04E-7349-17B545D64C42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216AB7-2495-1399-EC80-B6C575F5322B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D084D4-D247-9968-7413-707A5C41AF61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55A3F3-9BEE-7A0F-8328-263945C099F2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97DCC0-DD78-2535-0E9D-B127069D8FA9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6C83572-3E34-D26D-4EE0-99E7907377AC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7DE995E-DB69-33A2-ABD1-3F0015C44094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16AAE9-2F55-53A7-2F58-95AC260106A9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7BE795A-D34A-36CE-2E49-050837BF3D42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D9CF99D-13C6-C899-A60F-88C8ECAE7DE2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173876-CCE7-4187-36E2-8851EC8BDC0A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FB95376-5FAF-54F3-567A-BF067D95E501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2234CBB-92C8-BA90-C689-D0361717EB4B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0B68E87-4728-930F-6BDA-35433E757F4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B4EB23C-EF17-C8A3-2EF0-FE9DB4065FB8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C8DD31A-9ECD-E99C-DC5E-4963EC0A789F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7B1A4E3-375B-16F1-38F6-77F45BF34ECC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9908061-D909-6C1D-F7AD-A2A179C370AE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8D7BE7F-0E05-DD09-25A7-E16C54389BAC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8498C0E-32CC-740E-79F8-3C1E6BA18AA0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AC316B3-12C3-04EF-33DA-574445511395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C8847FA-AC8E-046A-1FBF-4213C175FAD1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00AEE6B-0B50-A9CC-39FC-6D960BD581AB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3D86CD3-ED19-B5A9-7731-5C657657187B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1BA9881-BB8A-956E-4A08-C176C3D1195C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208EAC4-B7F9-4916-A0C7-B01F359591C3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A664B15-C118-4F7D-6879-9622E1429263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FAF6E5F-464D-2A91-79D9-5C79B338E4B0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6E9EF6F-2CEE-501D-79DB-8F92D29BB8F9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F67A506-B4D3-6D6C-F3AF-EAE1FD07BE3A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461B29A-34FF-DED7-F9E1-C3572FED116C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F4690D8-1212-7B68-0724-D0BF2704E164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D022B47-6273-CD46-B7F7-028C5E896905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08DFA4C-9766-38E6-A32A-CF5700471606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1F53C3D-398B-DD14-0CEE-AE735E7FAED5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99D28CF-CEDE-9F6D-4706-E745B3E3A536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F8AB06B-D1AE-F348-39F4-25CE16068089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DB61E0F-C23B-385E-7132-C34BF75E306A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3FB7170-CFE1-803F-7851-D9B50FFE37E8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012F045-8547-D132-D234-C1A0F00D72BF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3F7CADE-5526-E3BD-F4BF-50EFCC500BC2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5B8723C-1102-B04B-AA94-7A111B3AD2D2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631C5C5-2A5E-E942-536D-613209D438B0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89EC89F-96E9-FA6D-89B3-C1C431FBE5DD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7D581A7-FDF8-56FB-28CA-2B3BAAB4BB93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86EF399-F9D1-4309-ADD6-B2189A54BDD7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0B90117-2964-5D7C-2FDE-1D91C91062D3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3C2B27C-EB07-2F34-AB97-C52E6DCE248C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296A4B9-E40F-A240-52EF-7543F8955738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592A009-CE4D-B258-8D91-32232926C498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24D05B5-9609-D015-A0A9-5D7DC664AB02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55FB71B-8935-A991-AE21-A81DCC36D289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612A0FE-1713-A6AC-4424-613C86D243DD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CF27160-F409-1AE0-17CE-2288134DFC19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294F834-7C73-8D14-5C50-F1D60690AEF9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37669225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BA575-7739-87B6-E6E6-BB033ACB9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8225FB5-B216-851D-A01D-56F21B9F151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0B74BD7-E838-F488-32B7-AE85C291E3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76E8B1B-6472-CE18-8C67-1FEC129048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16ADDDB-3FA3-1876-EBF9-EFA244210E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A7A948D-78D4-FA7E-0C91-E39C65FE26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A23C583-9C22-1E4B-2398-8F6BF37558BB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30091C-109F-C48E-DD04-31BC07436F1A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838BE8-2C9A-5A05-12D0-D1A1910477A5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36E32E-5E2F-5929-AE53-392DE848E467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E1EDDC-8A15-65DC-9EF9-EE04FE03DE87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1253DD-C701-5A66-EFF5-15D110C4A924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E3966A-E32E-E357-E5A8-7DD2E7881C76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9712F8-166B-1DF3-E50A-B10AF325A9CA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E4F24C-1E5D-268A-9917-753797AF548D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E6E87CB-4220-AA3A-4B77-F7A6B5E5E840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D7A246-DF3B-83D3-87EF-3A3D56932924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A103FBA-4BF0-8A72-0C5D-A5D49FA3C09A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4C28F6B-5E5B-46E8-C605-72CD55C43F30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2F085CC-2A3A-DDB8-ABA0-77A816D2C023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549CAB6-47C2-D3E6-E5AE-098247B834E9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01FB010-B4A4-5463-F803-7992A243D21F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C478F10-2A1B-1146-6559-E1E215D9F897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FD90CDF-F483-924B-D404-4ED755D21ADE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F7964A6-254F-EC7B-20E6-C93FE44995DB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CF66FAB-0838-7A9C-0E0C-EC25228873EB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E399988-52A5-4449-0C46-5FE707ABB537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C5E2342-69CB-BFC7-E209-9FC397AA0146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C50099-C428-D7C3-9ED0-4CF1962C67BB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A361A80-71B6-E598-1D84-740748818676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37D31D8-9998-10D4-355C-00E2754C96BD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F174781-95DE-0464-8CFB-E397CED58EFC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FE9AABD-08F2-2C6C-3151-BBB3CE34BDFB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534B457-B655-757F-9C63-4ABD80127A35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8DB722E-9499-825E-EC51-151F5C7958CD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DF9499F-6E73-A74C-F080-B890FB554DDA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2F85366-8C1B-59BC-4895-FE862C345855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3C22490-625B-198C-A194-08D5034D7FD8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D7AA130-D6A8-572A-A68F-9CDC4ED80B53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BA42D1C-97D7-DEF9-D703-ECA77F57F31D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1D727FF-C1DD-C997-011E-4FEFB2B0466D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51C1E6A-9653-F0A7-133E-57D339BBE568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540AE25-9DC2-F78C-D608-18F4E39E1CC8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0FE3F0F-853F-E2F5-8B63-7D96016953B5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7DB4064-0DD2-49F1-B7F5-FAA665E3DC7B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8B2A1E8-E9E9-F93A-5B46-3BB0436BF07A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3D36854-1506-7F44-D1EE-730551225301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CDD8E13-8A99-EFC9-C989-E72F7675B1E2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D2ECB4E-D236-092B-3193-7A65B87DD21C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6163771-E360-AF07-512A-857055A08E89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2961613-30E2-613C-FF54-8CBA5C983D5C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6ABDC23-ECD7-492C-20FA-AEB167614CBE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5F81F32-789A-A26C-FB4F-C00AB0267068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E987FE1-565D-68B7-D88D-F66BAE94DC5D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8FF4CA8-5CFA-9853-A958-C5ADCE8EA51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4C19766-BC72-4E53-6C5B-8FD20D9CF32B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2A922CD-2F2B-A452-E0EB-D3EECE657D72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6EEA153-23CC-EE0E-692D-3C0AABED60DF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43F7279-F0F7-906D-C6F1-E13A0CD2BB0D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51A0CB4-3A8F-2E16-4B29-B0BF01115818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DE56A0A-1808-5298-78F7-D5A1C7FBAB00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3514CEB-7AB9-967E-ACFA-224F7BBB6436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BDCC61F-8563-5997-7819-715AF27F1BC7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5E57C07-A536-8ED7-0102-B5CB07C40664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241E417-A4E8-2203-0786-FE27BCD8205B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94444634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425F8-C93D-5365-7DC0-7947EEDF2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EF43628-3C09-2E62-1397-5CD2752E5ED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[9 in 3] -&gt; [8 in 2] can be completed in only one way.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833D02A-FC54-0A00-FF3A-357BCC5631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14132D1-3831-1419-CF0A-5F7389093D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17D0FBC-5238-2308-C4CC-DAB2C052BF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BC6B2EB-C00E-F225-725D-2D122DEBAA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093B36D-82BB-7B59-05D1-3B49A7BA8896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AB2705-661C-628C-EC43-E61E1EE1B459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B6FA7E-2013-5D97-2E1B-7A6A8E282CBC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C0D41F-FFBE-57B1-3F0D-5A3026B170F7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45D7FE-7A38-217E-8A83-34BB2CCD4727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439A04-CE58-9577-6B39-A6A807617FD7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39BBE1-D1F6-9D94-B963-CD8A4BBD1042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06998E-EEEB-03C1-8AC1-EBBD8860E0A8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1D89C7-D309-649F-432B-2486C546369B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34CEAD1-D587-09C7-544C-1FE6BB486A03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D04DAE-A458-CED3-C994-367B8AB8682A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55FB545-6352-4F01-9A00-0B08F1B4A82B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F2E4B07-D946-0DC0-1035-B9FDCE038761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6BAE8BA-C05E-2804-99F2-E055F9044F53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55890A3-D0CD-42A1-817D-03AA1B114978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6E8434A-791C-6827-A6B1-D78ED76CB4EA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2B5E517-EA85-1091-F561-0AF10E5D2BE8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E67ABAA-A3E1-15B0-48F2-834C2FE0339B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E288223-35AF-92C1-195B-05D7FB950C38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B1516BE-AB60-28C2-8EB9-F5FEEAE1AE3A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380F78C-8371-CA8B-58F7-ED2A69E97564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F385B71-7CA2-D6F9-E04D-A5326F7569D6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6C6BD92-E721-DF44-BEC2-E2767637B6C4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84346AC-CC87-DB29-7317-30E78D9DAA81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95ACD06-730B-991F-76C7-B12B24099D4B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6F2D21F-FC57-EA98-53D4-E1334A244490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94D4181-BD4B-4E1F-94E4-54AA9A6E9C68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1F5CD95-A59A-4373-3978-6A8F26DC1725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B5101E9-28B4-4596-675F-8EED58074E8F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831BE62-E183-21F6-B91F-32BA3D23198F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E664341-DEBE-557A-84C8-9C6DB4FC6B25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7705F47-3EE5-E49C-68A4-18C983FA89FB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2D550CC-34A9-E7F3-E2BF-AD5DF9BCB853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0B185C4-FF8F-38C9-1B17-0E7E1FC9B8BE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3417FDA-9702-A1F5-FD64-6ACDB6444FC1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E53EA41-7B34-E28E-707E-4A1411EEDDEC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AD24119-FDE1-717F-67E9-5A664C167756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601335C-47AF-7854-2EB9-E828BC9C4A83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326BDC4-4502-B752-6BC9-B5EA7317C5C7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2B39A71-D8E1-29D4-0295-BA8DFC203388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1B113FE-277F-FAA6-B609-2A48B8990E8C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5BABE4C-A7B7-734F-5BA0-6F075E1643CC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BAAD217-C0B5-A67F-6331-4C3BD6399E07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B49372C-32AD-AC8B-64DE-B5219DAB40A6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D0C9015-316C-B60C-0BE1-DB4FE9432853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0F56320-2CFD-154D-5E6F-91C8A4769AD9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D314255-0656-FD73-5C85-A8C70DC428C9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78C41E1-D179-35F9-511A-5473E600F5B6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80BAEA6-2EF6-30C8-08D7-C8B3CFB917A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CDBA89E-B042-E884-5BEB-BC8DC7E66896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8410335-ADA1-0CA9-124A-E5502B72DAC8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CA77BE0-288F-C14A-EBAA-7C6271F754BE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9CDB84B-F7F7-E2A3-425D-43596BE41F8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46FC8FC-5710-4D17-C047-E29E1E8582DE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7A3BD62-0DDD-DCD4-718A-8E6D8A608789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E746A3F-2ED0-9CD8-5B4C-6026A4A38848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6CE983B-20F2-556D-25FB-606D8088926E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081555E-B955-59BB-FD8A-2C89E7AD8360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928919B-44A4-EB24-AF9B-48F6E1586D73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80024613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1A186-6EB4-33C0-07F1-4DC26F1F5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3C6A6B8-A877-710B-6CFB-6BA1094CA18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BF4746B-568D-6B00-63BA-AFAE2C46EC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C593C8F-01C4-4B7C-B863-3BC291ABD7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2119ABF-68E6-EC87-9982-6FDC4EE8E0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1A023ED-FC85-6AF1-D11C-A7A12B1B80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D087E2C-44D5-5284-5FFE-D4DC8406E0BF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2813AD-AA5F-E1D3-AE78-D6F635D6449C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4DC803-17D7-384B-AA9A-AEE29BC768A3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D587AE-E308-397D-0B81-122FDB0FBE5D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80F995-B941-E59D-AA02-4A54605B047D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87DD53-6B02-3DC7-F35E-970B3D285C02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394246-2126-6438-7633-89638F7F81B1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43D45F-9867-97D0-CF83-FC139E530419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6494279-4EAB-A3E7-D930-5B89FD224004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14F3B0-1A49-862A-DED0-2DD3D621BCBB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DAE1F76-E167-F91E-4BE9-8F196C0AB940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0417520-DCEE-D127-CEEA-99B8F131DCE1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3C290CC-666B-663F-3C64-1D6F5D534060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9952546-D260-2B4C-15FF-31C1296843EF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0168ACA-88A5-A54F-5390-54125E633542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3D7A1B7-D8FD-F4F9-DBD8-8460440E2EAF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CC2861D-4C8F-0829-A913-5C54F8FD6585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EC34F54-BE56-0A31-25CC-71E80515E538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CC4517C-3760-C3B5-03C8-0EE8EB1239BE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64F42DD-9E5B-46EF-133E-807D960B0A63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A083A27-D69A-C58A-C029-E13312E02CD1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FD446EA-C67B-F4E0-240E-072821A7A077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332EC14-B21F-8315-79AA-E725B4D1D8A9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7ED61CF-7B42-3DC2-3217-F7D99D38383C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59BD4D5-9EC3-BB25-87B5-E369E35BF197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8D3A65B-88BF-AF4F-7180-56D36ECE3B01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5D131F6-60E0-4601-34E4-E43A1C2145FE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F3AEA3D-294B-EEA2-698E-B12250E11663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EA36D49-8CD3-6212-FAF0-7175C4BB0FB9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13D94D7-9B94-929A-768A-EE9254DD57B1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D8A14D1-8AAE-AEA5-E673-7CE7F6D4E223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1F918EA-B4A2-4C77-C04A-297C65418135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9464275-2AD3-C8A0-67F6-1412D4DFED6E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C68E105-4880-3487-62D9-644A67BF1E49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F0601FD-352D-AAB6-2EB9-C9B120FEF7D4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1052BAB-05DB-1829-29DB-7105AC940904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58A0C14-46B3-C898-E978-DE34D5D5409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A65906B-663A-3BCC-9AC8-F97F5CF4C712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43472C5-603C-FF1D-A3D1-D1CB78869885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51DC080-5A67-C542-7396-C15F5C4EE44E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C0BB026-4855-7AC6-7CFA-CA3D78BB2F19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BF0AD50-5F5B-44BB-67F2-EB3BE4403FE3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78F3E95-FF55-C74A-F8E4-579283891748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965FC93-818C-C7AA-CF17-3805F9548F32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12AB152-2A10-28DA-A8D2-E21A094419B6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EB21C37-75FD-3F7C-F3EA-2FAB0E2AA5C1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67BA2AB-7B02-B187-5577-C591EA3B976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574F184-11BE-1509-BACF-0AE0A6D78232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3CDF622-BF4D-FDF5-4897-8F7F1421E29B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4A83729-40C7-B6BF-674C-CE9D4AD66A9E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23F35B7-EE18-25C4-8DA3-E56652F83812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EB79432-C76E-2B94-EE3D-E4E803E03113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02DB5B4-4364-7D2E-CF38-EC13F6600E50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FB6F785-3A71-8731-D387-77D22737F954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517FE0E-5CC0-A2F4-AB8C-2FDFDF204A6A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AB35553-1B38-03D7-8B83-26A374FC7FA4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5AE1E6C-2210-C719-273B-7CA43E6A9353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3EF4537-111C-FBAE-C7AC-78FD8AF681E6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6181AC1-544C-D22B-C807-FCD56DD9BEF8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65110631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2E962-80E9-AC72-7432-6FC4DD038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8D6E374-3FC3-2358-A8AE-B4A7B0A59D6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Rows 7–9.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DB0CABE-370E-5ABE-B1C4-77AD8AAA4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EE59EB0-8A30-CD9C-6F64-0B62C39626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FBEFCC9-7496-13D8-F349-5EB2CF90BB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2C1CCD7-1675-4CDA-9F02-7A0F00E7DF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EFC6BF9-196E-E5E6-6637-04932BAC55C9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8F47BD-EF33-FFFA-466F-8624F8E693ED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06C517-3C12-FAAD-7DEB-873BDDC3C84E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58B26D-3B52-8214-4A6A-2C66AA2EAD13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51A253-B163-16ED-B715-A223A9EEBC50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D2FB1D-3D62-B3D7-F634-21821B4E9D44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4BF22A-574F-31F2-D7B5-EBF1FD8EF2D7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116E527-28E3-7086-1564-FCD301F6DF1D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88678A8-2C2D-1739-91F0-CC7EA6343B81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4CE5A5-B800-EDE2-33EC-84ADBC7041A5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332FA7-B54C-7A69-D689-0A2ADBBC3D17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6C434F9-DB17-DFC3-C27D-BD2235F25C56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E96BDED-14CA-B7BC-BF79-086433D9B3F4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8EDFD38-1F0C-70D4-4EE0-459141AB532B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5E5B0FF-50F9-1101-4E71-2E4D75FBFF48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AA529CB-A271-8F48-67BF-162AF30CE9D2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AED3B3C-3CC8-3A2C-B384-BD52462C35B4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49169C0-4879-2A66-DF8A-0D4C52CEF0F3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C9204FD-7E94-1B27-E5B5-608336072591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33CB267-7104-1C0E-D4D8-78C031F82D0D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CE84FE2-BC46-BB67-AEE4-E336138612A1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92D69C3-A722-FFEB-B3E2-E5A2D2A1AA42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6E935CC-4544-FEF1-C829-C26944783DBD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85C19ED-2AB4-5C36-03B0-45B3395A1837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52CCCA2-C572-6C95-2503-E1325CB65DD1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34673E1-BEEA-C6AC-582D-EFB1A1A799BA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727AEED-AF7D-1AAB-0AFE-3748BF66F9D4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8549D42-80E1-AD2F-626D-195FE8544DFD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4872F81-CFE6-6722-44BB-B7DD1F515480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5F272C6-C38E-2683-784A-CAC2DAA15384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214B76B-1558-D3AF-BADE-1B9E1AA059AF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151C315-7FA1-9832-79D2-9DC945E02D56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A0213B6-5E96-CDB1-1C05-FB2941DCDB3E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4CD9460-18C5-BA8B-B660-9F37F381B0FC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CEEEE81-3203-8651-79F2-DA585C512580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18A6718-5412-A518-73BB-DDAFE15A3675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04FE3B5-EE1E-B260-88BE-D6BFEE0CD4F9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069AFF7-5B49-FC52-76DB-6E916FA60BFE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DDDACED-431E-9E4D-D653-18784B5AC6A0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75C0BD4-1A73-B149-81FA-AC15262C95D2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F98C160-44CE-5E12-A3AB-1D600BBF853E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7CC713F-99B3-B46D-897B-43C0A4638100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68EB22D-2FB6-766D-284E-2A7CEEE965F4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5994E1D-8983-7609-C9F6-B1207A98C889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15B22ED-F75C-B5E2-AC37-E8483241CAEA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8D879C9-2327-7A77-90BE-1FA64F88AC5B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1F04422-6D51-309A-0893-967BA387C88E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E6B704-15D7-8A4C-D57F-A8AEC9079C63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5D07FCF-0E02-F55E-0139-B1056250CC23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194384F-7A58-5DA4-A577-E75315FE4850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591B2FD-8D1C-3D3E-5805-74273927BB3C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F7509E8-C51E-EB2A-4E2A-A4DBB0FBBD97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167F518-D241-777D-884C-3887759270A1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6D66468-08DF-8A59-FD77-2709D9C93A32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54AAB98-4A8D-3551-1ED5-03E8E0D7790A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D84E1AA-0460-86E2-E649-B63816CA2C13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86C07D7-0DA4-E1B4-6B94-65627A679097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EC57E54-4C2D-7163-33F0-0DBBA3BFD823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7E79A6E-1D8B-793A-9CDD-CF345822BAC3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C9DBDF-AF39-1EB1-6ED0-4FCEDB7F6CEA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1AA0F0-AF05-079B-5500-ABE8A78ADB3B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843A381-D422-9102-1C82-806605548C59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9000DF1-0446-EBD5-0C83-8A565032042F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F96E52F-E060-C158-4203-C662038005AE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9D20110-AD25-6732-729F-4923D13CD6C1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</p:spTree>
    <p:extLst>
      <p:ext uri="{BB962C8B-B14F-4D97-AF65-F5344CB8AC3E}">
        <p14:creationId xmlns:p14="http://schemas.microsoft.com/office/powerpoint/2010/main" val="228503321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C2D9E-F55E-629E-ACB6-E5237C94C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D3C73E6-FCA1-B222-6625-CE21ACEE9DE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6ACF1FC-A4F6-9ACF-8418-72716A4F88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ABE8D1C-6205-07F4-5B08-B8A0B7F3AB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9935EB8-74B9-34F1-D72F-0A0BF935E3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F3401C4-22B8-403B-3FA6-16B47BB709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A42D068-9EE2-982B-C472-4189E9D25089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4BA795-DE6A-1925-A7F4-207CA52F6E0E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1EE631-8D2C-BCD7-2EE5-3FB028A1EBBC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21121C-37A0-8BBC-F2E4-C36A96CDA2FC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272C9B-CF70-9D6B-674A-AF26F5FC0A7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E69E26-727B-1654-D6A1-61E6737FFD64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675EE3-200E-8478-42A6-45DAC15AE527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E70B3A-9ECE-7091-898D-E473A231D6F5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CFB8A4-0E50-418E-6305-8D29EB7D9BEA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88DAAEA-C50A-BE69-7BA7-2FCC148581B4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CB3FE5C-7370-22AD-79AA-CA66B1F497A6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E825DD0-60E2-7ED3-0B20-045EA248DD19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1949479-4252-D312-C149-3FF451E55BBF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007A96F-53FA-60AB-6EC8-C7609E932678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A1B5FCC-10D2-D4D6-0BF6-DC2D2F4D42C7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97F5EE3-3518-0216-9A83-F969F16620E3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76D9007-BA82-68BA-7DE0-C7534C803568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1445534-9767-EDC4-F05D-203D464956BF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862AB45-18F3-9DC3-93AE-D5AF2138DA7A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AE2D384-CB5A-1770-334C-29EDB2052D04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21DB813-FBAA-0838-C264-A67F4873CB36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A9B92FD-44E1-69FC-5536-68AB054A9B1A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07AEA56-3483-D6D2-8105-D21550F4A18B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6621BE3-3A82-F6C4-092A-452DDEC9FABA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17ADED6-57A2-C197-9584-B6F76F1A115E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BAD2A1E-5201-2189-5B30-759BCF97B596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C753D2D-64CF-CAFE-6F7F-22C3E59867AA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6758ED8-FE84-5017-4241-465AC79A3845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291743F-2EB2-B850-A2E6-BE371EDCC6EC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F0994DD-B959-7D7B-8629-7E3023EE0A0D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F6220E7-73A9-92AE-A9D4-0E5A35EAEBCA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AA5BF53-7481-4AB5-76D5-D6746B122CD2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03CBE12-DF44-F8CA-DC9A-964B5FE9A5E3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3F5B87A-CB51-47DD-F27F-C69744167FDD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4D47A87-FCDC-FBF9-A0B3-F6A2A3B118DD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AEA1CE1-2274-140A-D8B4-8B7D30DE7F90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3910A2B-F2C2-E3A5-5004-C900EC0D6E29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B120C3C-9D02-2AEA-D5E6-5BEE1EA017F6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3D0C3C4-3135-7376-D056-948EFD1B7BEE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E14DD51-20EE-BD2F-DDAC-29EEBBCE1BB5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33DDD63-1489-755A-1196-D617D3728346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E4DE18F-C2A7-93C6-CDD8-96FFA9D2D27D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0158DAD-7815-4EB4-D04B-011F1DF91C87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4F27259-D898-19EB-3CF4-CA803D06637A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D993EAA-3124-7ACA-EF01-F94CA2EC4503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74BBEC3-0AB1-A220-F897-2C99B513B176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59B361C-34D5-181B-B7EE-AEF6F27ED148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A18B6CF-F874-3533-5048-668F58D56C1D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12FA5D5-A1FE-2071-8E75-1BA7A17720B1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EC4B423-F769-5727-9520-25C33B5621ED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65DCAA8-037F-B8D9-E76D-7DFBD2A783A7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7FD58D1-9AF4-5E08-ECD8-82A97FDE676A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CCAABDB-603D-D7C6-197D-F83F41F16B33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D37541B-2D8B-9281-17C0-ED8987051D9A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0D62669-66E6-D137-22C4-FA2AE436C420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95F1D63-6B49-83D9-CAF5-EC9C42AA91A0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75D51A7-62AA-2DAE-DF6F-8FF6A7F4D951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78EB50-B93A-17B0-C1BE-A1007E5D242B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5CDAAAB-A6EA-00D0-6FA0-14AB6FF40E51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70C0573-388A-AEE8-7AE3-F0411D4AF959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EF41426-9E74-90F3-DCB2-660710EE5228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96E37EF-1094-CDE3-A05C-81FB4F099FA3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A48AE38-D864-669C-6E4A-27B2B35C1916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3725598-7DA0-39F9-168E-465E16E4A07B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785C5FE-38E8-D7D9-E728-FF606F4FD30D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87817056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669C4-05D5-A818-9C40-09C70E9C1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C69F59A-1C65-FEE2-C31B-7A596D0BE91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DB24CEC-5BD1-6FE2-3D9E-9A85491813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E5B2A34-427E-F208-360F-4F1D6EF195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513429D-5153-41A4-FE5D-C67A6A8910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691DEB6-36FC-7995-F528-4680D1578F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4ADDBC8-585F-0B89-C0CD-8E0B86A26525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780486-CA0B-6D83-0391-D35EA4B9E425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A49A9E-DC2E-AF19-8272-59C96B8075F7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41A56C-8FBE-C8CE-AA10-91DD8A2E97D7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3C974A-2955-483F-7423-0B45BF5AF4A4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A2ED3F-96D3-7CFB-6FA6-60119D11618C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6A2697-686F-B36B-0998-ABE815C6CC25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71DEB1-16FD-5FAB-9249-12C0246DA49A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3D36AD-D027-636F-B52A-8C9550269A14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39E1B18-F761-E8CC-A666-EB758704AEE8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6E3F354-BF52-AB24-D4EE-BBC567C63DC1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6524EDF-1110-2136-AE31-5DD6DE1C16FF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B72D3FD-4E88-D1A2-729E-06857EAC3F86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1414FF0-FD2A-3D19-55B8-A2D775B865AE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26AF726-74C5-515E-211D-9E4C868C7E29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F6FF97E-497D-ECF4-47D4-70F1F53ADCA5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45E3F39-FFA8-4B56-1566-17C580C2050A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8327DCF-FD9C-C336-BFBF-B18C5AA5C25A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72B69E3-EBD3-7502-E2A6-ECCCDDEECC3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FE27203-DF8D-4B1D-377A-24C53126061B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C6936AD-4E7B-48A4-2A2B-C9E7CC44DB9A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9A32AE7-B59A-BFDE-8ABC-64179D5F5CC7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43C1F71-3085-8805-04AE-C8D8FC108F94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32D06AE-6BE1-A660-07A6-A2571DC548B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766188C-800D-9D7F-722D-57FC2BB0E519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D0A32A9-B9C0-5690-45ED-409AB8B39221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1F149BD-DFF0-B192-3434-0E9318651491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B0EADD1-2269-6E20-5C2E-AEDCD214BD17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9A742CE-9722-830F-60A9-DD2A4611BD35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7F92D76-31E6-D400-75F4-E1867D6C66E1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8CDE29D-C24A-228D-421B-B9DE37D6BD5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CFA1FFF-D10B-71AA-A98E-1349461251D9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ED53E68-7839-2926-9BAA-E0249680DC4C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8B10EB2-96CF-52EC-0DDE-ECD4D37CF7EF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DB94A9F-7BF8-54EF-8C86-752FB2875865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0A7F5B4-FE1C-DC5E-537E-12E8B0324C4F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A312B6C-CBB5-663C-D8A7-C152CE2FE9E9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4EA9117-7389-3FEE-D360-882964D64C41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1870C02-207E-05EC-3345-6903E5DCC539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BC86202-5FED-C02A-BE52-FF316C959537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102C9A7-A491-AE4A-FAD5-8EBB8C06EB60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56B1478-8AF2-0D4C-367C-325DC32A7B37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32D28AF-CD48-9DF2-21DB-B1D0DDCE1970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FB04C26-C881-1306-184D-EB97FE262E7D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3401C9F-FF96-B6C5-0173-892F1026C81B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ADF79D7-99FC-B753-F16A-053B37F899EE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4FA8438-E7A2-2346-C813-E9B3D5D67FE0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0BEE8BE-85F4-9540-5094-353F908FFC4C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F032DCA-FE2D-876E-8B8F-9EA894323E6B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BCB91CB-0B37-6F5E-2AE4-83D7700619A8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C3960A5-9914-0CD2-444D-346159ED3CD9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A945B03-BB5F-2836-A5C1-CC6E98A3B51A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2ABCA04-C3AB-7A99-1E2B-4EE219A8D585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49BBE3E-661F-44F2-C3BD-3B6E0608BB0F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7B4C7D5-A6BE-99C0-DFA1-662BD7698912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EDCCCBD-685F-6814-6DD5-24DB1B44C29F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60B6F2B-6204-BCF2-BEE7-AF9CD4C33B20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195D224-E4ED-2033-47A8-2530C118DA0B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2B66903-833E-B13E-90FE-0454BB4E7E56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407EC41-0FEF-B5E7-C73B-38B25E7E6565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2DD1681-72B1-262B-33D5-62377FD39FDC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D6535BE-F87D-C4A0-076C-43D85F50B17E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22CA950-D995-53A2-18F1-289C891264EA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06C21CB-78A7-500C-BA91-D98E1CE4C324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6D31CA1-E4D0-3254-4B27-C08466A44D88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00144471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75659-7379-E0E6-3870-773249483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0B704FB-C803-2391-165E-0F313C19CA6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Column 8.</a:t>
            </a:r>
          </a:p>
          <a:p>
            <a:r>
              <a:rPr lang="en-US" dirty="0"/>
              <a:t>Then, complete 2-cages touching Column 8.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D717F80-A5A2-EB49-8CA3-F7B5FCB7C4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852319E-F046-97B5-6F9E-8DC42C9AD4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DE71C1D-C409-4958-569F-D8FAA357CE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4645ED6-1B55-E212-7620-127362B9A5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FC8DB59-E8F8-7255-BB47-153EC0BEFB36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8983AD-2F81-9D7A-5016-3BB7D7CEACC6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64892E-BCA2-9BF8-3A69-BE79A44457B7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BA728F-7BE1-CB3B-6F7E-97DA85EE15A6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0094F2-FA96-9604-CCC4-C7CF110EC3F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229A4E-F81A-B65C-E8F9-7291FB9CF0B0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6128E5-0A55-6583-7176-D9CE4803D2C1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B0ACC3-CC62-AD22-5EF6-45D0F540B432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6E2961-39BA-16BF-0B4C-AFBEE31F7162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66DA9F-6AFF-438F-8F67-9B1BE20F2D26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6A8A262-1E4E-8CF0-9D5D-58D6A38BEBD1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9273B29-73DC-2587-433A-F14E5D5AD7FC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D36668E-5445-7521-120B-805F37E99B1A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64143D4-B972-2E89-8AD9-38B88A3E2F95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37F5C0F-6555-8BA6-FD2E-26943C690C6A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169A64A-D5CC-E1CB-A09B-21601BC9D7CD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0CA6317-4F38-1D7B-11DE-42DE79604EC7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3D0B30B-71CE-7D4A-F1DD-68AC78084265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1B587F6-49C6-571B-DE0B-92774C66A18D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AAB3F96-806F-148E-00D1-DC9FD8AF74EE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0F81274-036F-86C7-BA4A-0536A9449E08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259418B-FB1C-ABF0-5206-CAA3C3BD202D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A69590F-25D4-8B8A-AD85-83E0170EB6C6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01AB929-CA20-2668-6BCC-FAB2E5576E4F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54279B0-BB6A-A1D9-D645-8751D67993A1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B8DFE9C-9149-0EA1-15B5-FFE4DDE37D84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2ED4B23-8838-E49A-7226-08C36412D7BF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D236C1C-0185-DAAF-B984-267D314FC998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146D889-F9C2-1614-0C2D-3F88C07DA599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DA25959-EA68-F750-6A58-3FF895817B9F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D80EACF-9382-C6A6-91C4-E698C3725EE1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F1FAA19-3643-4B74-F629-D971DCA57478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42D1A26-3956-4C73-0EA3-D1171649892E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91926AF-ABE1-481A-2D12-B37E110CD49B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2233166-F70E-7735-788B-1B2CA84C4774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F398369-891F-FB63-E818-9D15BE22440E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9F60256-BA05-521C-7FC2-EA92C4720558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7A6CC31-A690-1DCF-3634-B45E949B055A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681127B-8CC6-B3BB-1DDA-E6BD9DA0D9C5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1E8E86A-E6BC-217A-D2FD-81DCB0D97FBE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25B718-4AB2-CFE8-219C-17B42C53DDF4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DFB6820-4B3B-7670-1F30-0A31112C05FA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FAEAB65-ADA6-B5CA-0650-D4BF6857E093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53E989E-A99B-8BF5-1E8B-490B5BB40BDA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D10780F-14FC-7392-39E2-BD4FCD3F24D1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7321F05-36AC-B0E9-F830-6F7798586B15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CDF6C76-C215-5F4E-C9F5-A91169AFF12C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6521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6CF3C3E-1EC6-06FE-F4B3-9E6F4979368E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8541932-9D84-F885-FCBB-AD121D30E75B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BEDBD09-70AA-6649-F812-F14EC5B0981E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7D14154-2F57-3A9A-8093-975A151A8EE5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713F185-AD02-77EB-DB41-1A9EA50AE1C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64E5151-89B0-E144-8DE7-ADB5D63B806D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103745E-FDFC-6EFD-95BD-5ECF3CD8AF66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F9A5F39-18D6-56AB-5F29-F2A41D1B56D2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E2232B0-1866-68DE-460D-2347BB2551CE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4896107-5368-D9DC-9585-ADF97AE683E3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5CDE598-0785-5374-8E02-7D857C24BBBA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829E8F2-DA9F-35F7-379C-7C49564FA0BB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92FBF90-2A46-4432-37E5-DB254C0A2C89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DAAAF82-D406-E5C3-6D70-2561057DE4B2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70944A7-C189-EA81-49A0-DD35C24E7A1B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F90921C-4D9A-A1B7-B394-EDC0898C3C65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6F888CD-86F6-BBA5-C7A4-479692752A1A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6D61B5B-F7EE-FC5D-E77B-073B59A6A8BD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47E7C39-B75C-2FFF-0979-2B6A60BEF118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D57B48C-6A05-E64D-6D2E-AEB8144728B8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0D9BCE0-E389-D8D4-5618-D7C23CDD5301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</p:spTree>
    <p:extLst>
      <p:ext uri="{BB962C8B-B14F-4D97-AF65-F5344CB8AC3E}">
        <p14:creationId xmlns:p14="http://schemas.microsoft.com/office/powerpoint/2010/main" val="123969803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0EC75-D628-B4D4-65B4-13E204EE6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F96D23F-88E9-4D5F-CD77-46D7E3F7B6B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Note that in Row 2, [9 in 2] can’t be 18 as that would preclude both possibilities for [10 in 2].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B2F38EF-94FB-02B0-1C9F-F75D1EDE93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7E6DB01-58F9-AEAA-0D45-8F95B103C2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4779A82-5C13-BB6A-D78B-A80FE770B7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BB09B63-950E-81E1-0EBD-0F91C362C2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2556A3B-8D96-C9B7-9505-B5C2A4CF4106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C7CF43-D28C-2AB3-404E-A11B681C55C0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A020AD-9943-BB35-B769-08B1A0CAC453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AAA9CA-328C-24C6-2C35-CD41E755D3FF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E88673-A76D-8581-E298-9B0EBD710867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56E37C-B421-28C9-51A3-7C51568CE0A3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5B0F9D-8A0C-A7FD-788E-80A30FD60433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2BFC80-CC39-20F7-FE31-010C5C053110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52A7C86-635F-5D67-7AB4-3AE7F25395D8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08E739A-A25E-BFFA-1066-04E207515777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B4F0628-A958-8FE0-C7D7-39DFAAEAD2B1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B23EA8D-AA35-4720-9802-8E0EF7346446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9F770C8-A8AD-6389-CAA6-77A54ED2A491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317EA9A-5F9F-FFD3-0474-96066DBB6FFE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2D421CA-1EC5-EC1A-3F6A-E2BA0A5227CD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3355F11-E587-B96E-0371-A813B94A4FA8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7DBBE85-DF0A-440E-B699-2A054C58346D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2367F5D-C3D8-6995-AC9F-A86BE00CCDF4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56D994C-EF74-8AC0-EF2F-D9BE4E6DD94D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D0AC339-3726-68D8-0C89-E0E6B571AECA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00E1538-5C6F-E690-F423-C9A7088867C7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0F45C8B-7D3E-9A45-3F55-C9981B5FCE22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E01F3BD-B678-D7AA-E17F-879D3BC49735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8E93083-38D5-D093-6C1F-EABE37F3C6B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B659D94-21D5-77CF-5635-1CEA342251A8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A722C6F-8D09-19F5-FFEE-1CFA7846D214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06E6A2A-8D1F-CF81-EB46-44AB5422BAD6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BE50ECE-0B9E-EF95-FAD4-C7EF18842C08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897F4C9-4D76-4B0E-E8F0-F7D14471D205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0CCBDFB-5842-1405-C535-BC12C31C4BEA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0CF9490-89AF-1731-5172-82FA3F4E8289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557E0EA-BA68-E302-1B10-CD62D0DF65B6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45121AC-BC09-2DB2-EDF0-45676C6F800C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C4D1765-2778-0B17-080E-F6BAD4F85736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0FE2E5-78AC-F93C-70C1-7BE2B31B845F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11DC31B-6447-2F35-331E-8CF22B691CE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1060C9A-66A5-D3AD-38DE-6275F3491851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28C40EA-700F-B062-ECE5-A833B1131A47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10ACE6E-5E1B-5C34-1788-67418FB7FF24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2A54702-E648-6447-B83C-8B42394E0212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2EEF98C-6AD3-F8BE-5EA0-450944FEECBC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B3B79A7-2890-46CF-7696-C16CBD7070A7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785E801-94D3-3B43-4584-6A189A1852EF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F9C65AD-D674-DD11-9CA5-3FF8770726D2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A27F2F7-64B7-CDAA-2F59-294CD1B40E54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02399A1-5DB9-1B50-C348-ADE1F508D465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271082C-174E-0DD7-8D92-8A854EDAA6E5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DB01377-228A-0980-7C34-477220FE3FAB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8E93A08-3BB3-9332-A508-5D02D67D4C1A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44A841B-9975-B883-D181-B72022BDB28E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2C1B2BB-635F-F4D6-CC28-B9314ED356C3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EC837ED-CC5A-076F-5AB7-B6A28447C6B1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FA718A0-495C-E62F-19E7-5827C35E223F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B9D6153-2032-A731-F592-C9B2C9AD5799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3458898-298C-FB42-D8F8-D42A15858A4B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9B16A78-1705-D4C8-2B7B-FA3FDDD434BA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F169B17-7F90-2084-A41F-3FE124B4B5C5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4FB43F2-2533-828E-1618-C81413B89D4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2C3C0F2-5FA9-44DE-8516-86F187CCF955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DBD835D-0765-A489-E7FF-E954CEEC14EB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9A56653-9E36-F2B0-7860-E1179D04D1FD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07F3D3F-615F-5F37-CE56-699A48CD3427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CFDC943-03CE-318B-1214-33252C1D3F12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4D3007A-2E4E-DE73-6EC8-CBCB51CA146E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87DB53D-4EAA-7648-B6CE-7AAB3738A996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6454CDD-ADF8-54E6-EE55-999AAFD4E48A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943ADBB-A0D5-9418-76EA-1079BE48ADA3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D3AA3CC-07FD-F49D-3992-5D2442A4F133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</p:spTree>
    <p:extLst>
      <p:ext uri="{BB962C8B-B14F-4D97-AF65-F5344CB8AC3E}">
        <p14:creationId xmlns:p14="http://schemas.microsoft.com/office/powerpoint/2010/main" val="189797573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C45C9-28A2-57E6-B1AB-60786C778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1291D48-B3A0-8BAA-73DC-B3421CBD72D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Columns 1–3.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1FFAB8B-DE09-83D6-7227-492F6AE725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C4AFD8C-C670-4BE9-9476-D029A759F3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17DFD0D-33FF-D4D2-CD3D-BB2E0F220E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EBAE6CD-4FE2-2779-3E5B-96C5B71A58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8258570-3518-94BF-D458-D529BA0E06A2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15E962-4341-05FA-3F62-88D26909E0FA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C89209-1BE3-8493-4822-479E93700111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49883B-B659-232D-28DA-6402A6C9DE75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A77BAB-95DE-B215-2C96-87971EE3E5D1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4E2EAB-D425-A155-0A9A-729DB947AAA0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91F58B-5CF1-2C62-F1FD-3A0E748698A6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06932B-6F71-61B0-7432-9D117DAA1B1D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501FAF-0134-9381-CB04-D5D86005C72C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7173465-0441-E6BE-9DB8-035E43B614F1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5EE1285-377F-5DE9-6B45-9C191F26A506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9EB32E7-D149-3153-5728-A9B37F9DCF66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BE6C93-B312-D413-0234-6C599796C610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4831427-42E9-68D1-DE87-0E0757744844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4270C37-E4C1-F282-AD52-DC26859DD668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4FA0ADA-D2A4-4A08-3C66-7F9FE53B7594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6B6D713-5361-585C-D058-0D54658368F9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A0EF205-611A-20D7-AB07-205A489E7030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7E4BB5F-FCB4-C026-5ABF-EA9FD31C92A4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C27840C-5A96-785F-43BB-AD71C9916914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CDD3581-0B57-2728-8511-A09C99AFF3D4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878768A-3E96-B9FD-1A1F-113205849EBE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7283D58-0724-2A00-8C16-44A5CE39AA05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9A2F272-BB52-1309-652D-DC4A6884907B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5571664-9773-9DB9-D437-EE73032F49C6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F1D2DB4-40F0-333E-E2B1-1CBAD99FAE51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E571586-B768-5642-4B3C-49CA3DF81294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CA821DD-57E3-A5EC-6154-29679DEF6694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F4A62B5-7952-8108-DE92-DE83F28CBA90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448CD96-1D6D-A00D-9159-AD4EA9298D63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30D9D24-4BDA-7876-4C35-BDCD3B42F688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054DA09-93C5-A521-4485-DD209B8DBB67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32C9A18-8A9C-563B-F90B-AD6BACD32EE6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6B534FE-FF37-256F-DD81-941FC0F2D324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4CB63EE-F267-20EF-D98E-5C8607396517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B2D02C1-F873-D331-4FB4-D575F732110E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5B857F9-13D2-075D-CED3-FEA581CD07A9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B8AB49F-1499-9EFF-139E-8C0116B6DF74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12D84F6-942B-515C-2D5F-BA2CF275E1F2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283696F-A474-A515-01BC-65867BD33C51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25E0F7E-2EBC-A6DD-B352-D256C80802A3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68082D1-2BB1-8F23-62E5-67618575D3BC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F7AC0C3-6322-1671-882C-620835793619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173B89C-345B-69DE-B64D-5DF7EC4FFD90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109F2E7-02E2-E086-CD4F-A24C360024C4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8C739A2-F672-EA61-661B-4DCCF018D17D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6E740C4-E61D-2B4A-8A77-D97B236AF458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1DCB74D-E584-9E7A-4237-8255DEDFDC2E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D288145-5531-442D-849D-7B4034C71665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AF4229C-F0D0-CCD7-A9A8-DC1486E08626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2940114-7155-DBC6-0C59-421D9BBFDEC6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BC50507-23AE-1EA9-105D-C87260F18454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920B27E-C34B-81B3-6A27-5469BA7CB315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E083D57-C704-DB5B-DAE1-8C70DE1F7126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DB877B6-2CB1-4ADD-5EB5-3D6E45348501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F6C4E5F-77A4-61EE-4D6F-204D15CB4E3E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E73E62-8FD8-0F76-585D-072AC95E8F0A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3F85E8D-865F-0270-E5B0-958FC242DAFB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F3D224-081C-E874-AC19-54D1E2BAD06E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D09713C-28A4-5D51-344B-BE71D1ADB033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6160CC8-44D9-6494-359F-556F12D82CD0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213E1E5-6A62-A457-204E-BA451E4FED48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7AF8EBF-32EF-0D5B-C612-CEF994162764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1D6EBA0-873D-93B1-F412-F2202BB4673F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FBF073E-3B26-1FAA-C430-C4FE2C0863F7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0298530-F57E-DE22-FBB3-AC6C39D8C0E9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95848A5-3FFC-9296-C6B5-DED5C07AEA74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CCC6D73-9F22-2305-1B3A-C0B70ADBBE3C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  <a:endParaRPr lang="en-US" sz="900" b="1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97FDDFC-CCD8-9E91-8D3A-9C701709C050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12567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C303358-9703-0950-62DB-24CE54D94A56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EE8C301-415B-BC13-B7A4-1BB548820D46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57E1340-3924-CD9A-94CF-F6BFB35E4777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55ACFF4-7F3C-1DB5-FCDF-03CE461EA100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B3B1D85-1BED-0FA2-6E79-B9DEB4AACA13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6521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8892038-298F-595F-4F1D-4374F4A3E559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9DC7179-B072-1D63-C0CA-34CEBDFC97B5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3469</a:t>
            </a:r>
          </a:p>
        </p:txBody>
      </p:sp>
    </p:spTree>
    <p:extLst>
      <p:ext uri="{BB962C8B-B14F-4D97-AF65-F5344CB8AC3E}">
        <p14:creationId xmlns:p14="http://schemas.microsoft.com/office/powerpoint/2010/main" val="208150970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03410-0133-52C6-CC7D-EB66C7599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F9E3B0E-8473-0346-6DB8-32E526A3E55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4442DE4-E2EE-DD5B-8F6B-8D85385A3E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71CE0A3-8CE4-6072-65D1-8DB9146923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E59412F-0F47-0505-5EB4-86C478D75F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F905179-73F9-3416-BC45-823F53B896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01DF994-A607-8E00-41DE-4A8BA179FC7A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040182-B4E5-6569-CA31-246EFF3C010C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6112A7-3962-CBED-C836-F7C33244A29D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CFCCAE-60D2-DED8-FD08-51D1E781E56D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85A4A3-23A4-5D9A-F867-05E20FEF945A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C15931-18C1-CE3F-895A-CBEA60695820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DFB5C8-03DB-36E8-5758-5D37207CD157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72EBDE-B6F9-5AD6-7CDD-160A0E0D0F98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177EDB-A036-1A7A-F31F-57FA572E2D1D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47DEA28-93AB-A6B2-80C5-E7DECDC2DB42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324B720-B2F0-D6CD-0ED9-591C81D218A3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DD871F9-B50A-DFB6-A597-3AEECDFDA6DE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FC34F7D-6244-A94D-B227-04EF8E0154F6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2086EC6-5077-2079-483E-0EE3EFA3327E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D4F1B9B-AA9B-2C5F-4C18-20479EF32742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DEF0184-A125-109C-05BE-82874D4DFB46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AAC2FE4-2A18-0DD9-6733-5B8124C1DF62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ED3AF41-7C8D-3C0E-22BA-14F85D07E9F5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00CF397-BC8A-8343-ABDB-7B887083E3D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1174A9A-AE1E-71E7-C0A2-4263CA94C0CD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D3C38EC-37E3-B8BC-159A-A26D08FC715B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F15B9A8-C0C0-ACC7-FB34-30C1A4A30433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D07FA39-EDE3-0747-67C7-1BBC30653945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F40D48C-D3C3-6512-A358-4DE89571B600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1284DF0-EEA8-B71E-90A2-B92F960AB575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1EE5648-A593-051D-9EF5-394FA321B801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E17B427-C858-47BF-9732-713FBE47F643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BBD15B9-EF62-430C-C3F9-0CED3AD0C3A2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AEC1ADE-2F64-6B4B-F44D-144F98439286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E7650E7-6AE3-29B3-DF45-C8EA955A50A8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461ABB2-C97D-DB9A-86EF-4C3B4082C8E0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9859534-DC54-C6DB-7085-BAB74DEA6EC9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E3EFB13-0932-F25F-5683-AEEA3354DCD8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668EF72-BC0F-2294-A16D-2A48DA5B4789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5C4FC6F-6BD3-E1F1-76B9-DBC6D9DA10B2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9654831-C5FE-600B-0C77-5672C67782FE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C61245A-167E-D28F-86E1-D6586C562562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DF07D99-F39A-DD2F-11B6-2332A70B68A4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D586BE7-C5C2-BC56-DFB2-28A212F67FF9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F4A6FFE-8B92-A6BD-9537-391295068FDE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CE9F330-E717-3056-8075-EE48291230F8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D2CCA54-C128-42C1-1F65-254021D2BAB0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436F01A-E35F-1B3C-C265-DE48C11F7D1A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1E227F0-51A7-BAD4-22CE-D558DB068E63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FAE4996-E2BB-9696-9BB3-487323A97034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66D2362-E875-7E3C-BC0E-5230DAF2F115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7166DE6-ABA9-91CF-E03F-2E76950CA5CA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5E39C3D-17DC-789B-1E5F-C781B6B9F7B4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B9899C3-C482-F299-04DF-606992A233D2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0D33F2C-C70C-BA23-7BBE-CB981575C363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8780071-1EE0-922A-DEC2-BDB30924AB06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405858C-3AB5-9C39-D904-A50C7D60582F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C2F119B-DC57-F0B4-BFA4-6F502CDFD212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5297570-0068-2E4C-355D-683D82938BEF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01113C6-DAD6-7858-A063-AC56A763755E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951E67C-F4C4-690D-44B4-D0B72F5BCCAF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6A39B8-E40D-5DAA-56B3-5FAAF0CE54C8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E799E1-1DF3-B77A-852D-48FC56EF75A2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EE926C7-592B-2B40-7711-C551BCF94157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6A98A9C-97AC-8729-0B4C-A8F550FFDD6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107E888-E593-BC1D-AD66-69A8CBCC20AD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3A7FD7E-0F8B-9340-22F1-15E73E0024A4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C8CC50E-61F4-FC17-BFB3-A548B3904752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D0D07B7-E56A-1710-F8FD-8DF942544293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1CE2442-913C-617E-0C0E-5DBDAFC5A12F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DEFDB49-C2DF-F93F-C8CE-414D2B0C1CA6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043FA4A-65B4-DC52-B322-DE763AE13195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6BE1424-445E-4A94-F964-8202794EA655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  <a:endParaRPr lang="en-US" sz="900" b="1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F7351BB-617D-39DE-DF1C-A9224A6327D2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5701DA1-8985-A43B-8951-565A5D313CBE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93579D5-EDEA-BD0B-2809-1CFBCBA3D946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ECED0EF-00A4-6844-8FA2-B92A45A88C84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FBF7BB1-4F48-C32F-D55F-86F44404CB93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6521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55CB149-CFAE-B140-2E2B-5CF42E09D050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4917E92-B3C2-7F2D-2DDA-AFBD3D380DD2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BF50EAF-F4C4-AA7E-E7AD-94ACE667BA2C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10461243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06698-0AEE-8DE0-E152-9B42C83C5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9E3B917-EB1F-72FB-CC74-1B8B1F526DA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CDBB9F5-0886-3B3C-CD6B-AE5FD64ABB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C18C0F6-380A-CB5E-6E68-38965A6B49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C3661D2-CA66-07E8-29FB-F435178992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D67D4B2-3158-DB2C-38EC-584A44E481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39E7C20-138E-BAB6-ABF6-5335BC23459D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4C1E2E-E729-10CE-54FD-228429E57C77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4DFF13-EF0E-D36E-7636-18E13557392D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7EC414-6C29-FD60-673E-2A5D13785681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1A3CFE-A4FA-F4EE-72E7-B09D6E6193E7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A359B4-391D-3DED-E005-19B514A4DADA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C54855-1A9B-4168-B76B-39162D7AB1B4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AD784DD-D014-D195-FA18-E98507EB7374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E640C4-4307-2FE1-1472-CEA59BDEA4EE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6F8F2DC-6A9A-8E19-C4B4-B7FC093B0B7B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C7F92F4-620E-12CF-878F-55FDAB8E699C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66523C1-7BA7-6010-6512-3BFD6CA621B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EDF66A5-E3EA-899D-6C45-B280D50D4765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D452053-4AE9-5D14-C3AD-9D68794D8057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79FBA97-B5F6-CF07-806D-B59434FBAA54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95F716C-17C9-56AB-E939-21F10C224478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F888A5E-41C9-82CB-CD25-D3F10BD00BBD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3DCCF83-C406-643B-0FAC-19E6A5C0F0BD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8077384-C462-600A-C541-A44E3BDC872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1AF652D-9F1A-5726-6A88-85D8E362601D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69F60C1-1DF0-B561-8640-EF44E9A21452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FE9FA8C-1430-FE27-2F78-647426A176B5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B1DEC86-5CE0-13E8-53F3-17BD1E4E3FA4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9335AE0-0C92-B284-B5FD-B26F445A5B68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C979591-F1C5-B6D0-769A-3F49832E4408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09EDE2A-CD20-CF50-C705-105F4D20722E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90365CD-65E3-A383-FB4C-8627523818C1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0FB27EC-5B50-6C83-3D2C-3696ABD76DD8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7196515-7724-69E2-EB62-070B1A72F3FC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0DF9215-3E9E-4959-E3FE-3D32F13C5A4D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D40F1CE-B05F-3FCB-1DDF-15F121453118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BB2200B-66EB-39DC-8D05-7CEA4DB159DD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51991E2-DCAC-B2E7-0B58-826B07A20236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EF0DD06-F32E-D06F-6A32-312FE173402D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2C60F30-28E1-4FBE-A05A-B5E7DA11399A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F2F91F0-EAD7-1DAA-2E42-3A896002F736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C9D7E41-3E21-F4CE-8BAC-C65396DF3B95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B5C0A2F-B606-7830-EE2F-0F5E5C8C88CA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8826641-2A57-2ADA-6C22-787206C06FF9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F740E85-6FC8-09EA-CF91-B4A0124769FB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6E18309-52C6-ED6C-1354-41774DAD2F5E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5748544-F88F-87B5-F9CB-149EC27E06E4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ED53D21-1958-FB30-E40A-ECAB95D21E83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885D18D-4439-DFD2-EB66-2572BD687F76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30FFC16-7B39-53ED-561A-F1A4D756777D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0AB3BDE-D578-1EE8-BC2D-A7A98EB80A60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03758DB-2312-11C1-440A-C7DF4CFB8A9A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9E807A3-E011-E7CC-5542-1008873D0919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C748CB6-6AB2-C8E3-7A59-9228E3BC8F3E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555102F-7AC8-2490-2FF4-53C9A103F2D9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E1AED09-DBA5-7560-72E6-9B65BA1769C3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D7623A0-E3E4-1C5A-DE2D-4ADD876271E0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22BF3F1-4426-3A91-EDAE-AE057E09519C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5D2A450-A7EF-815D-B347-C349B7D42B7F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EA7EB0B-78A1-E352-987C-787DF05A8011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675E5F0-A8EC-F46B-1E38-C453E3349ABF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0B8BFB-B1DE-3DB3-D1FF-966774F86D4D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B5C193-FFD8-BC44-7380-033F0DA1CC4E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63F6B8-B58A-F528-9CB4-1764E829E200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A8EAA73-0649-C848-A26E-867358925220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65C55C3-671A-E9F6-2C86-55839333B9CA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6E0EE24-CFC1-9160-BCB3-6337883F2038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D72980C-4198-EAD5-487F-4D45A73BF749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9F6F78D-5773-76E2-D03A-F01F9C1A343B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3D35ABB-1A6B-8051-ED9A-78E218EFDF73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EB399DF-D36F-47AE-9B4F-BCB128F4DF40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4925983-8621-63B4-6AB9-C42A9FF13F20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563C0DA-A9DC-CF8C-949D-B4A30959DC5C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  <a:endParaRPr lang="en-US" sz="900" b="1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C1078C2-CD11-0BA5-0BE8-E39E535DA823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5203C98-FE05-BFDC-780B-0A92095C2CBE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5F52B13-E559-F6E8-D176-0C965AA05FD0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D45D2E2-0382-1198-538E-A151B4E008D8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E0110AD-0AAA-2624-9256-80C2192F6ACC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6521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7D0CBBC-3AA8-A2B8-8641-1EE90D7A9ECA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61FEC48-B88B-EB28-6398-839DE98DBB73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4FC3564-D384-BB7E-8DDB-08A0BAB8A47C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0031703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DE8BF-AB1B-BF0E-EC02-5A055CB0B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B6ECB9B-9750-BCA0-0783-623D9A65297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Row 1 and Column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56E755A-8542-C585-AA6A-A4F6923925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4BB29A7-402C-8F76-AB77-515A152ED7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8EAC827-2120-8AE5-D0FF-8BEB6FE8F6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A243C0A-439A-7439-00C7-2AC8F277A9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3915259-1AC9-CE70-12CD-4D45D95DBAB2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7ADA05-A9DF-313A-1507-871C9D036621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715C24-D693-8792-C6AE-C651F2F179E3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B13E31-DC85-7589-269D-955789BC5648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C27C61-D3BD-F619-B8DA-42EAF1AAB044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A78163-54EC-07C7-0B9E-B5CA3CB7DEB9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B20300-F197-B3AF-5E96-16A288C8C3E8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93BC4E2-BF73-A093-4D81-FE36B6698F35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01250C4-A9CC-7126-CB35-19014EF8E21F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09FF404-040E-BD5A-2606-0BE9EAC6E81A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FF39F85-EC2B-8229-A7A9-AB63DF22E154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E0F228E-4268-7304-11CE-1C077FC90FA8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32B875A-2E3A-F7FF-C78C-E5C142A4697D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D6610CD-F832-7115-5B87-B4B09D0C5D06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A7F4203-8021-A773-9F88-D2C439F96472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76D6BAD-DDF3-0A5B-FE18-77BDB3DB16E5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3359D06-B415-6942-DD7A-393FAA112FC6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2087E4A-226F-10D1-7AD3-6780E42D32A0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54103D3-E574-2446-6098-32784CF75749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6934504-E78B-80C4-DF60-9B754F7AE2E3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5AF31F9-4C20-2CD1-65E6-4729DAED30F6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7F75CB2-6F77-83D1-E05F-F5B796A5562D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5A778A1-E3EF-3796-09AA-202B72564CC1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1BFA78E-502B-C84F-A6E9-61C08743CEB7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7D36271-121D-5A11-B8A7-4ADB261418B4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01A5D99-E25F-54AB-6EB1-27B9BB805240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8B8A16B-265A-6C4A-2044-FC97F047F91C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CD49002-7FCF-A337-4A3B-FFBAE5C0C10D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3982032-58B5-3224-1B6E-69D732230C9F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536926D-CFA1-7BCF-1337-9DEFE1761F2B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A35D4A1-0BEE-9850-B125-A68299EAD5F6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F09AF4C-56D7-7D3F-1F95-A1D568B13A0A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9B88602-5AC8-7BEF-EC55-A6D1E8E1219F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4677867-1B18-DE43-3BFC-7F3431C12103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E8C6C57-33AB-B2EF-A0D7-C0F849CCD5CA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B192423-66A4-34E0-CD63-DDA0E289308F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A29370E-A6D8-142F-76BD-F7DC3BE46777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B106A80-636C-C495-7185-81EBFA73AC1C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F92A1A4-71D2-2790-852F-08D1ECC6577B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C699F35-E245-FB5A-EF05-0EAC4BF11853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E3FA78D-0C59-0E99-806E-DB7D46BEAED5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5835CF9-FA35-9AC4-4B47-59530B91D2E2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7FC8652-ABD7-23CC-244C-91281FF64A1D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A8E260D-E518-1446-51BE-32CF8EC1F631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C633999-8448-C485-0444-1C693D5AB035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AE57829-D3A5-F9DE-BBF6-17B53CC0C8B4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09F4B3F-8E69-2F3B-2931-7C6676120A23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FFC0D7A-BC78-F580-622F-E20944E5297E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A6A8CFF-F76C-549B-C7F9-0700452714C3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62B0C02-3C8A-D849-534A-84AF604D6081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79E7347-6217-091B-224D-B25499177BD5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693A4F5-B482-D3ED-5B6B-386D4A7362F3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3AE2D32-B279-FC70-CE14-AFB284F3CBB2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4FBC965-FB77-46A2-CBC9-FE5862BCA197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49F0DB0-D117-60EB-FE86-29569E4EB9BC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EFA73D3-F7EB-8B7A-2FD8-54F74A8B8013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7534A6-8D78-7560-9979-D99C1039AF93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B21A1F-DD69-2BE6-6854-AED0C6058630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37F6BA1-30EF-09AF-C434-C48A3291CFFC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721C360-93B1-1628-AF6F-3C8258B7CDD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F3906FE-12CB-A952-5C71-A697BF38EFB9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DB158E9-76BE-E329-7174-BCA8B2FB8D80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FBA8522-8F4B-E4C1-6381-9F64DDED56C0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7E299C6-4335-59A8-B749-FBB0D7A10478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3A4226F-CEF1-D463-164B-7B82299FCFF3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03005B2-925F-D083-7B58-136B3AB77920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D57D0AB-A3A1-14C7-B01E-C34BFDE92F29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DE6901C-694E-45C8-8189-C9E286A930AB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  <a:endParaRPr lang="en-US" sz="900" b="1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913F8A8-D6E2-B53A-32FB-0F76C6911949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7600A30-4344-FBF5-D467-7133AFF15D8E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728CF3C-5B43-A904-E6E9-46E5411E40DF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EB6DADF-B514-C41B-FD9E-38C3495C2221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D378F79-A72F-2226-6F53-931E0ECB0386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6521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2AA0E0B-00D3-8CD9-D7EB-42671E51D9B2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AC66658-EC5B-ECAB-591D-A220502F8942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7DE27D1-584E-6468-8857-626886665BC9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06FD129-0635-FF1E-2832-FA3E8980859C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1D50795-72FB-2714-0AC7-E0B5394274EA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8433D11-B7B9-9983-2426-E6E36137C126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A156F2A-394C-FEA9-4C75-2D8E1944EA5B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34589</a:t>
            </a:r>
          </a:p>
        </p:txBody>
      </p:sp>
    </p:spTree>
    <p:extLst>
      <p:ext uri="{BB962C8B-B14F-4D97-AF65-F5344CB8AC3E}">
        <p14:creationId xmlns:p14="http://schemas.microsoft.com/office/powerpoint/2010/main" val="239982720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FC061-E99E-F21E-5187-135C9FBB5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F12CAD0-C9FA-0FB3-558C-38D84EBE9C9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upper right block the 9 must be in Column 9.</a:t>
            </a:r>
          </a:p>
          <a:p>
            <a:r>
              <a:rPr lang="en-US" dirty="0"/>
              <a:t>Then, this is the third constraint that allows us to initialize the final cell.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050DAF9-D3AC-070F-49B2-89516DA7AC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0DA9BE9-66CA-EFEF-D0A3-FCB781D7C0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CF53966-E9A5-0EB0-9174-AA50F9F6EE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5CF7242-00B1-8FA4-4B89-A2672EE53F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7B505E1-10DA-175B-B229-DE21447CB212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3ED297-3D4A-EB1B-577A-844E6946D7C5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6EF059-4BBA-0947-CD9E-62AA09DDF10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1F1E1B-ABF9-CB6C-089C-B0E708549B0C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2A84F6-0A6B-C564-359C-35F35C38A96B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300282-912D-08B9-FDFF-45CA66CE5D30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C702C9-566B-4F51-2507-92C9D6605092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1C8E3F-B74C-5FD1-2AE4-FBA139DE8840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5B0D4A-CB28-BF72-250B-806F31C9025A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4A6877C-FCFA-D7FA-1F44-18E052D8C472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2314CDA-7D91-C474-7A9F-DCBC7014628F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0542EA5-9498-CB5A-644E-FC7AE0758890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A3F71B2-8906-5B3C-F3A1-CE18BDBE6956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51AED27-40F0-D046-22C2-0700232F527C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504E639-E669-0CE0-026A-71424C143C9E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E904980-FA94-F862-145E-8AD0658C8F6D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F59A566-9192-AD55-45D3-A494CEB7C2E1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AC611ED-EE9D-47D1-0B75-F8780E9E44B0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B36A11A-61C9-E2A3-4F64-CE7EF0277778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1A7BA9F-B2DD-17EA-ACAD-17E8B6C645FE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9B1DD9A-3932-B8F7-DFE1-B76118012B7E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15027AA-84EB-1EE0-3AAE-9D11DBA27DF6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CA41B38-89A5-ED66-F5BC-01996290D6B1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1E70BF1-CB24-470D-B3CE-F3ECF2200247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B48FA0A-8A89-09F3-B646-4EA22E9FD23B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D1DB4D1-3D97-5331-0000-9FF037BF2D83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A0956D9-42B2-0BFD-B989-D315C7F4E688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D4478FF-6217-2C4E-BEEF-0D6A74355575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AFAEC0E-1CC4-1F57-0E66-A51833994764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232C6AA-DF35-8249-567F-7FC96C4AD40A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8D256FF-9802-B14A-B9D6-93BDEE05A998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B74523C-BDD3-4C38-B373-49FA142E215D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8B38993-BDCC-912C-5ABD-ED95A2A4715D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B7DC6F0-C494-F332-DDD7-AFA34DB05540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9D51E16-4BDD-8727-279B-003F821C9A21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A07884A-8203-A015-1607-ABCB8204C648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5156B7F-5FD7-299D-1709-1FB1FC84213D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29BABDC-BD04-3864-0161-25235AECC8DE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EC83FFC-0967-C1F4-FE9D-75EBDBE2694A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2158F93-1003-7319-E686-5E2F1B8CCF25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CBA2BEB-2530-EBC8-F3BA-CF8F4AE9C5BB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A983429-E933-4846-ECF7-32729876ADB7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20B6302-6DB7-DB31-2883-1AFA2C263F29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934A460-D891-04E5-1CE0-1CCB3D436BB3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4C00C42-0995-E985-F3D8-9495442E3F00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65F9634-0DAD-BA90-60F0-D14BE6F3B480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952B7B4-DC82-F6F7-5A80-1602D2427657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EADA8FD-CD92-0580-9D46-843527F7599D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04FB95A-98EB-AB3E-3AD8-6896D0AF6771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E9266C6-B9CE-6604-AE31-693597029EED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0C328B4-BDC6-7203-418E-7CC2D4610623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0F0FC3A-62E9-24D4-9036-E571B7B541F7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67DC205-BCF7-C2D2-240B-7584DC43AD7C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AB3EA1D-B616-08CE-78BA-7886FFA9DE8A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4C8694B-F678-7C02-EE9C-B5AB79949BE1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6395D29-B6A8-98D1-7283-4B14CF29B38C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0F652C-536D-62CF-47D8-2A9284F636C1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CBCB21D-A25A-27DB-7CC6-5064DC037614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9B0D965-3D03-BFFB-D8F6-3F66F564457E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8737E1B-BE66-18BC-465F-3FF8485943AB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E660C45-7E5A-2FB7-997A-D65378D83DD8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C1C7E57-4722-138E-947D-30EE1D69E77B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A953F13-CE39-DA33-02CA-BA43D97AE967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548AA5F-0C4F-3B71-F9CA-833A844FDB91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82575C6-2005-3CFA-26D7-90631EC905D7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1AABA73-539C-2BBB-2C81-776DB852D1D9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9F3832E-16D3-E299-F0CD-0C454544AE2B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3FC6646-628D-AA9D-8581-6981215EB506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  <a:endParaRPr lang="en-US" sz="900" b="1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BEEF8F4-0D3E-AD88-5302-29DB80901E0C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D0DA072-F690-F570-12D4-3BB3F5CF0144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FF5AF2B-0149-36DD-93AA-7C0AFB776032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D65F0D7-2038-A2AF-A3C6-DF360153919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C14946F-3FF2-70D5-2581-E1CA19A3152A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6521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44FC60C-3E2B-D6FF-6430-1BF4F0BB27E9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9D16500-B4CC-253F-E5DD-9A24021E79FD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99DF010-79E0-A303-F42E-DE65DFDE5174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3C72A8D-7921-5D9B-B6F5-6102CCD9F57C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8A5F54E-AA9F-236C-639D-9CE98E69AA39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7B5334D-4CE9-1477-60BE-BDBA0C2564C2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F901AB6-F607-62F4-FBFE-5A0EEB7B3E1E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BCDC67D-6BF7-AA0F-D42E-6896BF68C142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</p:spTree>
    <p:extLst>
      <p:ext uri="{BB962C8B-B14F-4D97-AF65-F5344CB8AC3E}">
        <p14:creationId xmlns:p14="http://schemas.microsoft.com/office/powerpoint/2010/main" val="338995697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B6328-E79C-696D-7E49-754B5310D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F75A08A-775C-C4D0-7247-9873350C01C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In Row 1, [25 in 4] -&gt; [18 in 3], which is three of 134589. These sum to 30. We need to drop three that sum to 12. The possibilities are 138 and 345. The [25 in 4] must include a 9 (and the [18 in 4] must not). Conversely, the 3 must be dropped.</a:t>
            </a:r>
          </a:p>
          <a:p>
            <a:r>
              <a:rPr lang="en-US" dirty="0"/>
              <a:t>The correlated possibilities are shown.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285EB17-7B1F-015E-01F3-5431E885D7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17649C4-C76C-CBBC-6ED5-E9EF34D0CC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F9088C7-1542-8180-384F-87CE9D2032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D11DD50-2F88-0BD0-A59E-4BDDD5905A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50E9E10-B755-626E-7A0D-37E5D4FFF4D5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820EBA-408D-1245-C5EC-0AD7AD353EA4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FFFCC4-73B7-5CFB-99D0-2A83A2BD2D95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2440AA-6ADB-0AC2-821F-6E5B9F78AF7D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47DA70-E1C7-AC4A-2263-2555BD46B6C2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826D64-A21A-7511-0DF2-E27E427CEE40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1ED78A-4DBD-A2BD-62C9-D06AF880FA64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4C0ED6-1766-27E6-077A-2CD6F9DF14A4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7EEDB0-68E4-B13C-A438-AFB51DD0BC2B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8D26445-D3B8-486B-6FD9-0EA56B8C7FEA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55696AF-B410-8BBE-E68E-017CE50DEAFC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D425775-271E-7AD2-72D8-CCE52FE9C264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8A6C5A0-C3A3-B52A-A150-156CED80C6A3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9DF7347-3CDF-1E9F-A34E-8AD7D2BD9007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57AA790-4DBB-A706-3BCB-AE5E5667331D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52E82FC-E7F1-7393-E736-B05C5AB962AE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5061B8D-2379-3D07-3A30-D2C3D6F8E80F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7B6A9A0-2414-FAAD-AFF8-E27E2054C1C7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F53DE4-78AC-DD28-906E-18BE2EA6BFEF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1B1A5FD-29DA-AFC3-D07E-7ED0235F97D0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AFC089A-7B51-6412-1526-4D2D5020475B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C4B190D-8875-AA0B-C300-F24642879892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729DE66-5589-F17B-22E3-75589AD36C10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41176BB-5876-FA54-02A9-6A1CBDAF8901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BBE556F-8032-1871-78F2-2552B2E6F8FF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0951968-C62B-A260-7C12-CC0A93574538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0256479-389A-17EA-AC7C-027517B0935F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C3601C9-A410-36F7-B799-D4185014C498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94041AA-3C3A-A6A3-64F5-27521E630294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1B77DDD-A696-EE3B-4F20-353E5EFDAFE7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D6D6ED4-72E9-CA44-00E1-23BE47F71BCB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C039D34-6C94-8721-F14B-1B1BB8559207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14A35AB-59D7-8321-4B83-0835C2E1D6F7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613107F-6B56-B2CB-5947-9BAEC9BC1040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D5DB971-D55C-A950-41C3-10EB1B187D3E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15D09C0-8D1F-6E25-B1BE-EDDBD795E4C2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3ED19DE-CA1B-0571-F9AE-9BC1ABCDDF9B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7CDFBF-8643-A7A7-2CEB-D4EB42F39688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9B939F0-2433-E35C-E693-1DAF19ABF8AC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9F40DBC-10D5-5751-F1C7-D5251315E15A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F3A7150-E2F4-697E-5C4F-4BA74191B76F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B6F36C3-3BEA-0993-FC52-0006611B5B13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313C624-BA2C-76EA-114A-C6C3E2A77F74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5881CDD-945D-5787-2AAB-FF2C3867AA07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5B205B5-3444-615B-C949-C306CB9D99C3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72B5D91-3E2C-68DF-99BD-C9712B078259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143A667-67A7-A717-623F-21AEB5BCE8D8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3A9F305-E58D-A3D2-822C-699D8CD58CF2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D7DE3D6-B85F-BB81-C724-80F6858AFFAD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A18505B-78B6-BDB1-3BFD-CCB73053A308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AF2D937-1CFA-F0C2-6EEA-7B4ED272F719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A02366C-C9D8-3612-3E50-E6D2708371FF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BC49803-3C0D-2583-9F97-A434AF73383F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83C2AB5-3A6B-C0F0-2EE9-ED541DE28D3C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F9D8F18-B1A1-CA6A-DAC1-C71B337A9B31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E05967B-3430-900A-6A64-018EDEAB088F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E4AF15-4734-B041-B4D7-BE09541ED1AB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AD861CB-6D62-C327-0641-49160FEB9631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023C5F7-F198-9D81-B20F-8C8DF07E7FB1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90BCFCD-1733-C8F9-0708-C3A99413811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85770F2-C12E-D765-2C7F-8CC1B3B9E02B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28435C0-C1A7-ACE3-16C1-B16176CE59EC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35CD464-D91B-7978-0D7C-8C3260F232DF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CC56B8D-77FB-7045-BAE2-28D4CACD7CF2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49B4DC4-D7F8-47A7-54DE-35EF0235D8E6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9DEDBCD-95BF-CDEB-554E-6A8E8EBBA25D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1EC1498-2F92-A4FB-5A91-259730FE0C6B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4039E9A-119F-1C04-CA03-C45175C2255D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  <a:endParaRPr lang="en-US" sz="900" b="1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F8D0E68-94E5-BE16-4C1B-1ED3F58B1740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241BB6E-977E-A336-49A6-8880A84A4441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EAF84B4-795B-B12F-E214-3C84246967D2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9CAF530-BBEB-56F4-26D3-0575E4931828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C3DE7EA-7499-7EAD-83F3-0594AC221913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6521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00FD66F-A4C5-FD21-8680-8BE623EEC950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BB52E0E-8559-5B1A-D52D-01445D68D029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36F49A2-CB6D-F648-BC66-16ECCC88FC0C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1BA85B6-3E11-5855-6C6B-F6B4CFE2C4F3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D55CE3A-AB96-1005-8720-2D8D2006D79E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453561F-0876-1347-D3C0-4185CCD66252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EC45B0D-A561-D58D-DF73-5F3C173AC766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ED35F9F-52BA-6E79-350D-275BEED92EF4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</p:spTree>
    <p:extLst>
      <p:ext uri="{BB962C8B-B14F-4D97-AF65-F5344CB8AC3E}">
        <p14:creationId xmlns:p14="http://schemas.microsoft.com/office/powerpoint/2010/main" val="36452142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37AB2-D6A5-C574-7CA7-E38A149E8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B3E44AB-8E8A-D8F4-3E2E-80744AAC9D7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 (noting 51/15 pair in Column 3).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3DCF23F-70E2-1FEC-F898-CA601C4BBC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25335C6-4372-DC7E-9579-7336AA94C0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78641EB-4E80-228E-2810-97D68DB8DA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CDF8109-A481-3C94-57BE-E63A167448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A9121D0-A147-35F4-F336-9DB9F56B2ADB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5D8950-5F19-A04E-FEDA-19CE816500AB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F46148-505B-095C-BE80-A25612B24F6A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001854-55CD-9658-428C-D4E73D8BD65B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76A85B-1A22-AA62-E219-9BF83461C4D1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BF053C-D90F-3972-FE0B-D4EFE4FAEB1F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3AFD13-EB6D-9B44-589C-8F449D3254BD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5E10785-40BA-A56B-1006-88FBB5ACC2E9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12B8DC0-2E0E-E0D4-C7A2-375442484F8E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8D44EE9-D665-24DE-1001-0DE126B0ADE0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F341B5-9E18-6F7E-5C63-6D99A8482012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FF53971-2EE0-8734-8E74-A730968DC3AA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A053F5D-6BDB-4DC2-8729-12ED569BC844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734C6C7-7473-8FA5-3A24-5DA24179CAE7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B791D0B-49ED-6659-DC26-80CAD71DDD43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66483A8-D9D3-E402-45E0-E537D34AB87D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53D7C84-FE3E-4E7A-7E46-823DDAC178E4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8BAEB67-6132-A47A-6662-B5E5B47AF835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ADD7817-C5EF-36CD-95DF-C6CBC51188EE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9544BFC-A12F-D9A7-D380-0A350E8ED8EB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0FA6B99-A2C6-CE43-253E-7198EC9544D5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85DAD2F-9198-2DF1-6788-3E6E13C94CAE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43D43A7-AEB9-CCBE-131F-89BB10729703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3323036-8768-2619-F058-AFB240F99EDB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BBC50DA-3882-D6FD-9DE5-C134B5C7DEF1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E9DE9FE-0864-9BB3-9960-060D8BD742C2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69FC5CD-0AD3-5107-8549-0CF8A1041F11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D2CD198-1210-66F3-B36F-B1772709EACA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BD51B95-0457-CE67-0169-4B8E60BAEA99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A7A49C1-0566-BF01-2EE2-F11FEBA7F6DC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2D3EEB3-6C50-F011-363C-F0DDCE69F410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D4A555E-317A-4A55-76A3-00DFE1DE3825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6D23920-1CBF-63CD-C4A2-E5F654558042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D53D02C-E3F3-670D-4670-69E50752411C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D91272C-0B6B-EA9A-9A69-6E42BF8918F9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AC84241-DD2E-C092-930C-D5C40612FC09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2ECF518-BCB7-6970-4F22-9CED1CAF8511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6B861D1-DA5B-61F6-8BEE-89545DCB83C8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793204B-2055-3C23-51EC-9D8421443080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97F79B2-30C3-9C6A-87F3-C67DF4AF84E8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FA72AE3-88B6-91C1-1DE8-3EE538B394A9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934336E-6CF1-1550-3C1A-1DB70374EF9C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53B074C-E04D-708A-F5DB-BB48DF13937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969013D-3704-AC19-47DB-9823DB3B381E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4E862AE-2418-8353-7965-316104A0A6FD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AACFEA8-D775-F576-6CBD-2C6574214388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726AE11-C32B-842D-8E09-9AC9B512A652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3886677-E9A5-0EAE-505B-01CB54C8585D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986B8E4-933A-9EED-5187-78724FD22535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9034FAB-38C2-06DB-B045-A5DBA6BD74BA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E815BA2-141C-DDBC-D77E-B1F6828B2291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00DC32B-7D41-7DD2-F82E-C4A3EE0450F9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969502A-E8BC-5C2C-57AB-37AEE20B4021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591C399-6314-EDD1-B5F5-EA70C68E11D4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6E45BE-7D0C-0896-7643-BAF8F3188242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9535A3-3E8C-2AFF-C72C-376BD4C6544D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0D57A1E-A959-9DEA-6831-40B77BDF3254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2F263F9-5287-C47A-1B22-C6F81E21A1E9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A4A9884-20A6-97C0-7E1D-74A1E715F8B3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52AC2C4-EA19-E413-1960-D41A6193F1B2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4F2632B-186C-C840-4C40-273175BA3178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AE28BE2-CE93-21A8-4B7C-4534DC223C37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79184E3-C227-07C8-9330-9493E9D808D0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ACF9659-2D04-EB67-4849-6C1B74C8399B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3C95161-E20A-2B60-CFBD-7F50CB000669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4593F90-2E3D-8AC3-B313-95DB21F2DE9D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  <a:endParaRPr lang="en-US" sz="900" b="1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1C07E91-C9EA-AEA1-54CC-D79E02EB40D8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9A4B6CB-00E2-2BB3-84CC-9418EF64F2ED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D7756F0-026C-12F4-7710-08BD46C47C5F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F44263C-FBEB-60A7-8497-7DED6E5CAE2F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E7557BE-9D1A-103F-B251-B62A6648BE18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6521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3AAD2AA-F740-97F8-F6AF-E6D63C3F6AEB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798C5D5-B82D-CFE6-355B-5DEE09CBBE2E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6101D34-DA9C-1AB1-9D7C-728EF8B0403D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39DD058-A1F0-0536-E679-538249876D00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04231BE-744E-9937-4B16-9FE8275227CD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1C07FDC-D819-8446-A529-C9A9075AD430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5099955-6AD4-3BAD-E209-9DC803D5AF8C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A3F557F-D9A5-96F8-986E-935C842810E3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ADBFFBA2-D759-BCC6-7363-AE5B934D607F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54D2205-621E-7D90-8CDE-F1B7890F2E86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0127983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968EC-D8E4-090B-070B-6220C1D09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ED96D9A-1227-4352-2076-D449036E61F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EE18055-FCE3-67D0-DBAB-104EDD32EE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A7D095E-16D9-D78F-3B02-A77C35C0F7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847A62E-E793-6C07-BE29-E8A05F0619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D4E987C-8189-7BAA-0590-2BE20D613E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CFF9EAC-0D1C-7C86-A163-5E2611C23129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0698EF-E53A-497E-8BDB-B781FFEAFAA9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93A1DE-F9B2-76D2-764E-903563D003A8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F4DC28-B6D0-423E-EE12-BD48332801CF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868478-7183-FDCB-2D1A-A470D00B26EB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97B8B4-AEE9-43C2-29E7-366E6AAC2182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9F9D5B-4CDB-6A04-967C-D973370F7E71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D36918-9FAA-F32D-CFCC-49537A42FD9E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F8FE70-541F-4F88-012A-3BEB04DC5618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72DC81-A5E4-6C06-75E5-9CACD10D19D9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BA7BD5C-F5B0-DF5A-D50A-A30B0BEA0B56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BF47223-509D-B24F-FCA2-5D156135BE10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5A92838-5556-D317-5CF6-F924EF19F40F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FAA2704-1612-A2B2-316E-2F43C162DD6E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3CD37D9-CAF9-1485-141A-BCED2F06C09E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EDDC1F8-F3C6-4ACA-4749-FCC87FECCD58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3247DA6-D8E5-BA9B-F056-3E514D97B9BD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ED0AC07-780B-FC56-1380-934EBE692B98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3C4EBB7-A3AC-402F-4C1C-A0BF38C02F00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930BAA1-F1FD-55A1-3746-E2713170ABA7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D689F42-DBB5-4007-A425-C439E2F4EB22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8A00E36-9711-CDDB-7001-397BD0FF7CBA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5249C5E-66C9-47B2-F85E-0AF601C98FD2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0E1C370-ADA9-2AFA-5C19-81463567D0A0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B7E0408-64B9-3EB4-B334-2829FD83538E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0DCD729-91B3-E1FA-D69E-81286C22ADB6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0236D8B-800A-A45C-EF6E-A4550C7AB32B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F687612-3E40-E4D9-660F-D90095C252CE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F2728A4-4F43-2FC3-350C-EFFFE2DF85CA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0938E8-47E9-1E72-5859-40B06B8491BC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745D2CC-CF89-E4F8-6930-77FBF4ED8635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457463A-38D7-D204-48B7-343FD0C96F41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8F5BC85-21F1-ADDD-E809-6AD21F8BF5E7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03A3A2A-9970-FCFE-DA00-9D2A58FF3DBF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1F94EBA-4351-481C-F704-E444E8F7040C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81C72FB-752E-C825-97C6-000BD9D5DEC6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B6D7CF5-1DD7-692E-2C89-890DE05BC39C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8E47EF9-2755-F849-2C1E-DED42FB5FAA5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3F03809-1456-3867-ACD2-5CA24DC16D74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F9D7C17-26BC-D000-8CCD-0906DF6BCABD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285E134-C393-6EC0-2763-9C0A82E4D520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218AC3E-348B-B107-F6EC-59324487CD37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E032E9C-1120-648A-3E63-5F763CBF5372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CF8FD89-1B31-AF4D-5A49-29D71BFB5B9D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72246B0-C016-BFC9-7397-0F04ED74FED0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FB4003D-F75F-1FC1-274D-68C9722BE3E1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119EB56-A164-6CB7-AB91-90671CFDCD9D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D8C0DA9-BB05-C375-8739-33C47176D9D3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56D1BE5-8F17-84E3-59FD-843EBEBC0524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1528FC5-9F97-D60B-650B-E718994B07BB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06EFA5-F08B-B157-B928-F215C8637FF2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C0BAC0-0DA0-0BFA-F964-0BED7F59608F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55C6D2-B53C-6B74-1DCD-03EA7EDEE3BC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12D955C-116D-2439-9D6B-527CEDFE54B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C4FEBE2-461A-60BF-2A38-9B4125B88FD0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4E890C7-E8EA-D2BC-0C5A-D60EF7A3A210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584FA08-A249-6A82-F226-4050DBCF5A42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67CB310-5B57-00C2-08FE-5AC20579773B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38A80EE-5A67-A77B-1687-93B7A6B5FA22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A7407D5-8C8C-D159-4B91-5B069F6B1EAC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9CE8194-BF9F-D9A2-4687-044BC94D1445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86BD699-50D3-778C-59DE-34B777E45294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  <a:endParaRPr lang="en-US" sz="900" b="1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C50B5CA-5052-5D97-2B94-E7C82F072A60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DE93563-4F03-F257-BC11-8A696B5A3AB0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72506D9-91FF-A829-2B84-E2D0BA46404C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A140EB4-20E7-36B2-7170-1BE034B2F00F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0F9F4B3-90C5-1AFA-F714-B9FE1A183BCC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22393D5-75E7-6356-9BAA-06B8E39D6F31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C5CACA6-485D-34FC-FC29-F3E053EF9032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BBE135A-B7D4-F6B3-BB2B-DA8F5FF63692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7C55083-C8E8-88AA-F2F6-EBAFC28909CD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8016F4D-2516-A675-C906-C2A001D089FB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045DD14-0FE1-12C2-D633-065CEE4C59A4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3D25C31-14F2-868A-4399-1C876F002A13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A4F8F11-9AF0-E476-3C49-6099A9DB9800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DCB5187-D12B-B58D-E976-32F6FE6F8B3B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1285C1A-D42C-8F2E-3ED9-2273A62A9AC2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4EDA40C-893E-406F-491A-F5BC1AB9E287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06CED70-342F-ACC4-A130-091B8AF1DCF6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B795B2F2-77BF-EC88-F3F5-CC5FF6F2B45F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655E9A13-6868-61E3-DD4B-D21EB20F688C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28924348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28C68-35CC-87F6-01AE-30E995B4F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AFB7F9-9258-E895-C2DB-17630AA22A5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8674719-7D8D-83F7-644A-49D9FBD66D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14D4344-9629-45B2-9C46-1218F6EE25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3D2039C-CD21-1D98-338D-3DA0BEB4F0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3411944-1EF8-006D-7DFD-CA3145012E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4556674-2411-47BE-8C5D-E802151E213C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A4A45F-A741-0CD0-D18A-A05EFB8CF9A2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584DDF-D87B-054B-8FA4-181BA3756207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433033-EB28-2B9C-8CF5-8AC15D7CB77F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9321C8-9676-393D-95EA-6A6158E6D2CF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076ED9-7BDD-E980-73D0-C6354BB7A1A2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46F0AF-C649-99BF-FDBA-9EDD8C9DDF6B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C3D81AB-2001-58EC-6965-FBEB06359CF1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4FBC0B9-498F-1EB1-4D90-6B9D2B298AD2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E0CF881-972B-818B-E2A2-6721146666F0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8674ECE-6918-D5B8-DF2A-5883E4105B9A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FAC0C01-8529-76A5-9017-5A818B8D5C54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0DC31C5-D64A-5B0C-49A1-BDE365240289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E50262B-F929-8161-25D3-624F82114BAF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98247C0-E3D4-56D0-B6F9-DFC424103B7D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29B6BDF-670C-A98D-8F0E-9C5B3386403C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A92A76E-B102-A876-31FC-89E6DC8F98D7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05E1CBE-1ABF-CFEC-16DF-1FD8E64B07D5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48F055B-F810-6927-D7B7-C970900655D5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97D0A62-9245-9D23-159A-53FA554CD5EB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C0BF63C-2D75-1930-6C8C-271F2197413E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F28A99F-FB24-3FC6-61B9-D96B0ED76E47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80AE8DB-9A07-0C6F-9D6A-F7A3ED00DF9F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697E0A9-3919-6163-0460-B992AE69DFDF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37601D7-1361-F655-FA74-E26480873218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24A9BDC-117D-E8F3-B86D-9C2C2AB7EA17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2665074-128B-ED25-FCB4-AE8FF1F14CF2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B3BFE92-C6FC-803F-B3F1-826EECB82035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6EAC9BB-9C26-D06A-CD48-EE459F8CF147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46B5ACC-529F-8792-3FE4-7E74F73DADC6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4BC505C-D6C2-1E29-9E14-BE44758306AA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990D43E-D95E-225D-CD86-7BF38E7708E7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7B73100-BEC6-630F-547F-5D9BCCCC5D38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10C6440-3732-F14B-CF54-54524A1B699F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37CACB5-BC4D-5A80-36BD-AF136B612DB8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044D949-EAF5-C8A0-5768-4F0D33288AC4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CFA1928-0BF8-489F-C774-8DEEE37A899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9EABAE9-58B0-7FA0-A26E-61606C6CA1B6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150372E-B0EA-F97A-48EA-D4EEBE43E36F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0836895-E742-8A2A-B1B6-43F20B7D408B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0BDA1E8-05B7-3C12-98AA-5B4FD241D287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93ACB88-85A4-0824-308F-653DDE85E4B7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C5DDF75-AE10-C428-A1CA-9DDB69AB60EC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A9C4F85-F792-53A1-AFD2-63B24A4B4568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0B05D94-9E53-35E0-CC22-82E8E773DE3C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6837E58-C825-8B94-C4AC-E7060E24F809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33BA397-3F11-9A26-11CB-4E2696550F4C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60E1570-E0FF-7D72-7094-7CBA845A7B2C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75D828-AB2A-A142-9B6E-FA556D13060F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19AEC4-3E0A-99AD-0DC5-BB225CE144A8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3A6D962-FAF5-7A53-0B5F-37AED856C308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017316-E3C1-D9D4-0348-64C41009CE6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C0FC00B-4FCB-A0D6-1EFD-3DDBE199947D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48BF2E1-F32B-9BFA-3D0C-6C1536E3AED3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1AFE372-0678-6CF8-3919-E3AEEC1C0DDF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26CEB3D-4292-8556-CC90-758062FB84B7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DB753E0-A03A-2203-8DBF-93A075C46AEA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B328981-7E8D-3242-FE9C-A1E7B85FADB0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41CB035-8969-ED3B-2C6D-F87B97CCFBB4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DBE1677-499B-AE7E-F3E3-63AECFB653D5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  <a:endParaRPr lang="en-US" sz="900" b="1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0A0AFAA-51ED-35D9-C9CF-3459AFCB0DDF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32A8DFC-7ABB-D8A3-BAC3-DC096FFA7C4B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DDCB9A7-BC6A-7E54-23F4-F1F89FF67C3D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5A4C00A-0D3C-8A1D-62D7-A26C6AD3EBE3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B2E525E-DD7B-EFD1-98B4-0CF765EC9653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9D1AFD6-1E5C-4173-3CA3-F6A282B628FD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70BC244-BC02-4EE8-5634-84EC74FA08F8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D734509-57C6-7C16-01E0-9C91C3913A81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713ABBC-D16C-9AF7-2D7F-28FBB6353863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F2F9345-5008-D038-1D62-D8323BDD8457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56D9063-E7FB-A483-53C2-E417DB357387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CE4A836-9284-E0F7-E196-DCC3D24C2A79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FB5BEB5-4A9F-945F-3B0F-35CF033AEEF9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96B3FA8A-BE05-61C9-D83F-8B2501256E0D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80C3042-1D6F-4ADA-48BE-1C3402846CDD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176D628-BE94-8F0C-0002-303C248618E4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DE3F99CA-1F6A-68A0-5E8B-07813981759A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FFB4E98-8210-90D5-E40D-68E37191DBDB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66FE65F-657B-D558-143C-4643D1A18BA4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3CF86A4-395E-78CF-977B-9B0FCF0003B0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CC92A96-AA3C-10CA-18A7-26BBCFC393CE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57792372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B4C6C-31DB-D4AE-996E-B1434830C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713EEB2-894C-39C4-E2B8-9CA165CDF47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8467B2E-C7DB-E092-9D65-8C08D2B185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13DEA83-AAEF-9225-6C30-4C87FD057B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83D27F8-3579-4A1F-544E-EFABFB5C0E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0739DE8-AA5F-F104-311E-3A7D3183CD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2E3D7E1-A455-7486-C698-83698A3CFF01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E5EEA1-8C7D-D9F2-61A3-683172CED511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DB551B-77BD-3E37-65D1-06BF7CF11EC3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4FE3E9-0FA3-3B91-4BBC-B71B06EDFDA2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90FD04-D1DE-9CA0-2E2E-8E64C563C2B2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8B8AB7-D717-86D2-AFCB-AC042B8BC6EA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F14276-BD00-5AEF-0A05-D9E85B1700EE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B58640-DB23-50A1-6284-A0A72CBAC643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1D53129-7887-F198-4BA6-1A01C8E6F8ED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D997248-4155-89DE-FE74-C2642AB61353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3BCB880-5F8E-CB5A-4F2F-2092BBECC63F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D7210A5-C7AB-6FF0-F714-7F069D0DFD34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47C7B49-F4CB-E61E-3430-6F9623265D4D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80FF3EE-261F-302C-E554-0223B2DF91F7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A00112E-E261-5C03-41F6-5D46C1E502E8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B349183-025D-A360-BF49-9A3704C656CB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88B35A4-7D11-EC40-A963-900D4394EE1E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EC71041-ACA0-8333-6735-55D4A3E0A416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B848D30-4016-B004-74FD-0CFCAA1E330E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EE7DDD0-C18B-E823-62AC-F14EAD458593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BB5D5DA-5296-C177-86AB-D0BC1789F51A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4140A7D-036A-457E-573D-84CB8B6993E8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D96D4DA-ADF8-1D52-FBE7-B425C0A119BC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0B7369A-8A4D-6E96-E52F-5BB0B36FB88A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85F4949-2A27-CAA8-9662-14A382C750F0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8A8E98B-FD8B-D17A-C38C-0C334245C711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7A077B3-4C34-4E70-B6F2-5DF3256DD611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5284B9D-1065-D56F-E7A8-C28A00282FF2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08C9F17-373F-9336-4DEC-FC5A7D0FBBE6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0D9497B-14CB-747D-27E1-AC65F7BAE59D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C42A0A7-9ABA-C2B1-FB3B-FD2830CAA488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B7069CD-027F-D898-CF4C-C6272053CB03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B5C074E-F1CC-4C11-DAED-1A85C9E206B1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59AF851-FAEC-C229-67CE-7762047A56D3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9FA537B-E094-447C-79EA-EA89A41CBF71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D52F944-C7FE-B55D-E545-129DE166DE21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666C315-AB67-DDB8-700B-E77D1E329554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C1B4011-172F-FE6C-3E5B-03CE2717F10D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32D2DC3-70B2-9B1B-663B-1172C4C1A6C2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6C6D02A-BECE-77DB-FC65-BEEB127D231B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2C45B64-FB90-1B85-9513-5249409963AB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64047CD-4C98-5AD5-C129-397A1C0892B6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51D7CFD-DC0B-E088-2B52-65343F17B403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56A8744-3E53-0011-D213-071AA616D4C2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D1558B-2899-EFD1-1BC5-7B178FCE26C0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625924E-A399-2675-E79E-779CB8D60939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670D20-9E34-C602-4AE5-2649968A485D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F9F0137-B5EA-C9A9-842B-ED54E4363FFA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F6EDEAF-5932-C8EA-9E06-3E84A04F3032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FD8F707-4A5B-F42B-B2FE-ED91C98D3DF7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4290635-3BF6-2F46-3179-64AC9268BF89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4E62424-C6F8-4268-9AC9-97E18491603A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234E764-09E6-6FD6-3527-554205EDF9F5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24BAF97-0812-9632-C335-929E2FB54EBF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A0CC7FA-CE4E-B972-848F-EBDF2F0D96A3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8A5C1FD-2F23-A0F5-C0B5-D2E253A7D5E9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  <a:endParaRPr lang="en-US" sz="900" b="1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EAC04EA-9B16-7E0B-E103-197757E78C29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822915D-C1A2-5642-ADA8-FD0ED509E582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6213BAA-2624-B7FE-7164-15617F523202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00CCDC7-7F36-AA9E-5CBD-EAA15332323B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71F11C9-D39D-636E-2327-6FEBF0F39939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4EFDAD0-B707-42EE-890D-1ABFF3AA07FA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869DAEE-A715-8169-F44E-74F20312DB1F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ED6B746-89B1-F7EC-4C02-542B58352F24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D5AFD18-7CE9-E824-83D0-609660E0BBBA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7AADEB6-9447-3429-6892-7D737C698223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522955D-1A93-7BEA-F884-7DD192D28D0C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768C0C2-ECDA-5252-EF66-F306971081B1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2BB37C5-EC63-0F17-A41A-415E24D7AF19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C588697-1438-45A4-6BC7-772E37434E80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4954A8EE-120A-201D-3249-E2FAAA37F683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E3DF388-7B10-478A-0D90-D4E24EC5ADFB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D5D5156-591A-C433-D575-F4F2659E1461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CEAF62D-6813-FAFA-3E6B-B89260744C4F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86A82BD-071B-BB83-36C9-0AB150853C8B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DDF1913-A7D5-5183-2805-1B279B5B7973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90E412F-0851-F377-A01E-87D46DC3754F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881057-182B-468D-FBF1-6592876D88A9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1EA613B-4D87-9A66-7433-EAD742CA6282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B59719E-2E63-66B9-A148-D01A279F1B64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BF91E89-188F-579A-8732-C67AD8B4CB3E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</p:spTree>
    <p:extLst>
      <p:ext uri="{BB962C8B-B14F-4D97-AF65-F5344CB8AC3E}">
        <p14:creationId xmlns:p14="http://schemas.microsoft.com/office/powerpoint/2010/main" val="390647114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2B817-0391-2CAB-5F45-C00E3AD47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13AC65A-9735-FA15-3101-003C924E902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6C1EB76-1DF3-1E2A-DB9F-B7ABE09CCE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80BAAF4-1C98-9041-8B95-5AE9098896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48B6956-F569-73C7-7CF4-75B5EB776C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ECB8AE4-0B70-43B6-BC71-38BA5AF26D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AC273AB-8582-F4B6-A868-5C540839C024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C3250C-6037-BC10-2337-B318715A6B54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2597F5-2DA2-EEE4-06D2-586E8D765A79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E72DF4-2CA7-008D-74FA-9F6CB449B221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13D6B98-DB06-7783-FFD1-A595DE9D549B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2E545ED-6FE2-8A60-D4E9-9E7D637E2562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6D4B6C0-18EC-36A2-2276-AA913EF7FE09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1E1ED82-4FD5-C4FB-7C37-611509B18B00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0BE6E0B-9E42-8D7B-73EC-869FBFA1731D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06C130F-929D-7482-1070-11BD13283C94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B8F0838-53CA-2AEA-674F-9991139A0D71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40A52A8-CBDB-0842-F0CC-0D032F3D61BB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2BA5FD7-5FA8-1AE6-F8F0-597DB7A1C5DF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735EB7F-12FE-1223-1A09-3142F7AD7277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C618B1E-6CCE-898A-DBE1-0D924464FF77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7D4D716-F3FC-B926-CC8D-B49509D77071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DC8C354-79D2-EF2B-B973-DFD7E0571BFE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7FF3C09-814D-9BEA-F179-543F1B565328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D7A8F9A-6FDB-9D19-C77D-35796A631CAA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22D01D1-8146-B4A4-CD18-1E5E3AC31255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016005A-AD37-3B2B-2026-71E738913B9C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2265964-43AA-13C0-8729-F3BE378C6CD4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7CB680B-288B-B8C4-9B28-E213E94C58CD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299FA9C-0066-27B5-2DB0-F6B2505679C6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1037255-2850-75C2-3484-AC9DD8734820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943A08B-A50F-85AC-D1BD-1E8E84333D87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68AB2C7-C9EF-3050-0CC7-81E3D4B7EAC3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F05511E-3896-6CD9-D2F1-C399268EE554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2757017-E36E-517B-B91A-007C70B02035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66C5543-C2D6-8501-3DF4-63B4A5A4B3E6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B694923-B9AF-5357-F567-B2CC54BBAF6E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2AF342B-18D8-2AD4-6AAC-4DB824FF05AE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514B8F3-50C1-DBA8-D659-0E4B20445E3C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AD023C5-D735-D1BC-72FD-C0449248A01B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14D3A72-D688-7848-DEF1-458FEC69B070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4D0BC9E-077A-1191-2BCB-674671BDD892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CE0F525-42F1-813E-1911-EBC7875C60CE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5D7AC77-644D-1BDE-10CD-1653CAF103DD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2A47DC-537D-8F3A-FA45-BFD889CCD73D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3EEE09E-9287-4D3B-3924-62D771FD25A1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7388F56-4F67-C06E-FF53-9A699533A9DC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68075EE-7E6F-D64B-9DF6-8C905B78B3EB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5F9EE7B-94F9-190E-EAFA-1C857072F4AA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48D1F3B-4FA0-067E-0262-043A393D82ED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4C89004-A2F4-893A-D09E-93142C149EDE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6A4280B-9BB0-C9EA-D0A6-EA8FFAEE438E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F9F905D-3396-EBCB-754C-0BA5FD81273E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FB635CB-9F60-5FD4-F1E3-5F3546E24E26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D347D31-40F1-A91B-E983-F2952D1F7C01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AF5F3B9-9965-8E0B-D264-38CB1D62829E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  <a:endParaRPr lang="en-US" sz="900" b="1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E64BF89-5F10-31DB-F0F3-C193695E651B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C73C5C5-D952-C3E5-09E5-A286B17B69D0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213B555-862B-BB3C-6BC2-1ABB0DC867E5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3DC182C-5E13-988B-C21F-9FFE22F7ED15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6097C4F-9404-106D-D438-DE660DCB9568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1DB69AF-5BB7-1D47-407D-8D3B222D8530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7A654CB-1C93-99FA-66AA-560F98F281F0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EA3FD74-C931-D249-51F4-F181B2F073A9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DA45581-1896-734A-9CAC-4F7348A77247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F76085B-A8FC-C229-A0E7-5D3A7BA68C34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FA17542-563D-3FC2-F189-F33C2E98ECE6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0AD848F9-8C6E-7CD3-9C45-45E285F0B88B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47CE2A4-79CE-05D5-6C63-345BE317EDC9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6C7D10E-6B5A-72F3-6F40-80B32D751AC5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7D7BB58-CDBF-2462-6C2B-EA7F5CFF8AE8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F4D28FB-B499-B9C7-2184-4B97CC3EF5C3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C85444F-55D1-8661-EEBC-FCADDF0A4168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27131C-802F-2FD3-C8CC-4F1319B9B57A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07261E4-9689-9896-B537-120CB1803B72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21486E-A800-DA31-2820-4E773BE8AC58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7271484-9224-0F33-D024-6F721C22C168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FD7BEBE-3707-62CB-4D20-5666C65B9BBB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0992D30-CF6E-DEAA-0E79-0D3022CD0BB9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0C821E4-BE6A-C4AD-A16C-C49DAC345D00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1D3700A-0130-A765-8FF5-0A5DCB9EBD31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E71C50EB-EF58-BE84-E4D4-C9B25A46EEA5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B087B0BB-5DB0-BECD-C149-D83CF15A0C8A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F01E2967-9C57-E6E2-4AED-6054FF65E359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758F16-F5D7-C238-3E87-7678996A94B0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BD7810-3B97-7201-A0F9-389162D8E0BC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AC0609D-7BA2-743C-E9D1-909F5AA11732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01639980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67FD3-496F-1A42-0E9A-156A58C55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037ACB5-92CE-ADC1-6D13-996332FFDDC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 (Note cyclic permutation in center block, with [9 in 2] and [16 in 2] attached. We could hang the 73/37 in Row 9 on this too, as the only possible 7’s in Column 7, but it’s about to be smashed by the 38/83 in Column 8, anyway.)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0433BB4-1E50-AD0B-2FD3-2EC66E6599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62E8657-9205-4D2F-7F08-C5AD8C9D0D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620CDF0-4962-9A0D-BB04-A9909C23E3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A0B6935-7217-F0F7-6040-ED34786B73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3D39D5A-A5FD-95C4-6001-38C812ECD1BA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C89225-E066-5466-B4BE-C10B9232F3DE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EDFE0F-43D8-5A92-7751-578B217CEAE0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9BDF3B-FEFC-1F8C-F3F9-F02E1460B5D8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DA2695-8248-2AF8-2469-B9A8AADEB962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AC1AAA-0FF9-244C-C078-630175C04F8E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36CCE10-B98F-511E-2919-B470B050083C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519E50C-D37D-8AC2-6613-A38E83698AA1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0722603-9E9D-B0F1-A270-DE41516AFA1E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2326AA2-A4BA-8E35-8230-E21C3AA74A97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3212352-E1D9-27A2-BC9C-55F03E362FD3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41C4227-37A1-F280-2745-B2C80E90187F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C3145F1-5981-5770-6AC4-3922039954D7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2CDA151-D047-4564-71C2-265C105C2865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D229CE7-42DC-C565-B089-0E98F3D865EA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285E996-5C70-72B6-4914-FD139525D840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AEE74AE-AB6E-CC7A-F31A-41427936D866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B073454-E46C-EF08-709D-204B22E700F8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4C51375-ACDB-9B7B-4B4D-6B2ADBB9F5AB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13ABDFF-228D-97BB-F46E-C7F0C2356C1F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6F88948-044F-4245-FD66-9E6F1489821E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DDBE709-EFD5-12C7-935E-AA074EB5E125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A338AF8-7323-B21B-1A50-DF1803F97420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B5D3752-9220-B5E2-3FF5-23974B745D86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A4A5F09-629C-C423-BBF0-2E943982C230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45946A8-005C-DA76-B0EF-E333EB8F274C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71F2364-C43C-E11C-DCDD-D8158E120CE8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2D9A7EC-6D00-DF9B-4DF8-6AFF5F31B1E1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C3F4B84-BA35-0821-7E73-C0B5778A0716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7A3F744-ADF7-EE55-575B-ED660F546198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B65FF45-358C-FD75-0946-0381C6FA4880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4F17532-3801-CCE7-7042-3372BF77BABC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6C159D6-0940-5076-2F85-C10732705313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E4392AD-23E5-20D4-4224-251D292C1C3C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AEAEA01-02E8-A114-0005-ED1BE71B1973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B8B638D-075A-FCDE-4463-6E45098B7CBD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867BFCA-28AC-1708-A635-13441F81CAA8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690A07-2D85-6D62-486D-E2F04F4673D7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ED79B7-BDE9-5255-F590-F93C40568635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11FE48-A7E5-5D2C-087E-DA6B57D7EF65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7E529EF-D9E0-220F-6F93-47DFD17D0DA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FE20083-DA4E-6C21-3C4B-D8D0205D0D24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0562701-8C60-BEEC-D1F1-17529EDE81BA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168E961-2D67-2893-0325-A725802BB82F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58006AD-A7D3-9EDE-F783-838E7435D91F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8D24EF8-67F5-7BAD-81CE-92BB62E22282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3386201-AE66-AE00-4AFF-61B31442B89C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C1B51BF-D250-DD97-3692-4D40CF3AE226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CE9BFE8-26E3-628D-A59C-EC258DBE9AD5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74038CB-7925-909D-7438-4118844EC46A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F7FECFE-44B8-EE86-84FC-1A811A972BAB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9AE2A51-3D08-A217-4FD0-DAEDD7F9A4EB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6807379-CDEB-F1B9-C91A-E2E21317E47E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01D2D59-947E-CFB9-EE78-5B1030B86FB9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0B20E38-BE58-3CC0-8A07-102672198FB0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61190AE-5B8C-39DC-9B4B-88EF9FFB6FB7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43129DB-AD23-F582-6B76-9D66B7A2DAA4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CB9330A-4774-B47B-93CA-E401C7802DC0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2E982BFB-1900-0479-ED50-FC9FDF7E99F0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F5EE193-6736-1061-6043-A7102893279B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87B9344-44F1-01B2-CEF2-E32CD898198F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A2941D8-8E54-1D7A-1E35-76A84B065722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D38AC79-5DEA-75CE-4511-BBF4291F369E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EDF726A-C14B-D74E-67E0-8E08D22E4EA9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09F4070-8F31-68D4-A658-937931E253FA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43FBCD-6A22-3BEC-898D-48C26D920CF8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AEA00B2-093C-5E8E-104C-BF2A7C5B7531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E1E1A97-B37E-7EC9-3010-C6BB4A2294DF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CE902D4-FA85-87BD-E5FA-4849EB762CD4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14AF076-0284-D3AA-26A8-20F09BC2553E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20ECE98-2FBF-E131-E735-08A48CF905A8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0712D43-9466-D06C-82AC-4E3283765F33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325F416-6C5B-218C-D602-C912E577BBCF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FF322D2-DAEF-58C7-53FB-6AF06F015EBF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75D47EC4-8244-13A7-D852-8D35759C04A8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452C66D2-331B-3899-15C6-1068BCDA3904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92A0FADA-D3B1-33B2-1E77-7A52E9C87368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371D3B5C-C735-5492-04A2-3ED9899FB5E1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02E58C6F-2F85-EACC-A0EC-3FF82C4D956F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D95C6AC-A017-388D-658B-895F94C56619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D6B67C-2177-2DE9-7DC4-A57A341CD8D7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10695989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4B5AA-4C74-4AB2-C4C0-91A9A9BE8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389D408-49EC-DEC8-1593-67FCE440718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C6BAD37-A10F-1B92-D5AB-8CA653C3C0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CB5F4A3-339C-97B1-3314-9AC9A4DAA4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CB5B82B-89D0-F9AD-FE88-076427BA57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CA4859D-A80D-C7E0-4AEB-04BDED63D0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4CE33D8-1BC1-F0EE-3FA2-967E6AF59717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7AEE55-DEB2-55A4-A10B-8275016FD30D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C90E9D-9C3B-276A-BC84-545B654B634E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E551C4B-A63A-86D9-E638-8149CB6356AD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E8B6910-0A09-E43D-54A6-A0DF4013962C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E668DAB-F2F2-3BF5-E489-8CA1510E0675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5879C32-972F-346F-913F-A83B29F8E3C3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A85A45B-C748-C5C2-C7D5-39C6A11EC391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33E8E32-6771-467F-3A35-D1C9D4FC8674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D5011BC-A644-3E2D-F3CF-FBE9D0597C69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B8890E9-8630-4FD3-E686-4E07A704110E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E345B5E-E378-5EB9-B0B8-521660E47F30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5F6E115-01E3-5E06-6EE9-D217ED155475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20ECB73-EF81-ABAA-C0ED-46DE3368424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B75EB3E-1357-D3C3-A9EE-8595A37FABE7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E0E5B78-5DC5-F839-C9E8-C9A3D5DB150D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55E28F0-44FD-44C5-458D-6619F94C39F1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705C9F0-03CD-59E9-2242-948BE0FD15BA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BE1B6C4-50AC-BF42-2A0B-5E1A33365A5D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9E693D5-34DC-19B5-0380-28CCCCD3F230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47C06B0-5684-7623-CF63-D413D07E90EE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7144A01-A65E-6457-1EF2-6E6DD7A18D3C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2F1E92D-D1C5-39D2-E28C-71A9ADC62403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A8528E4-1ADE-7C11-D150-2376E4BF9EB3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55A0985-FD7A-7787-4B40-A83686BB6DA2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FB4799-E2F1-B94D-9774-CA487243BDCA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982D36E-0AC4-5D6D-1EA7-4FAA4FDB38D6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8A40831-13B7-AEC0-F511-0950FFE44D31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AE0D1BC-ADA5-4E44-7429-CB5519FFBBC1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3580A6E-2C3B-30DF-1B82-214C1FA03C10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D15ACAD-3ABA-B880-4F08-387A071E2710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BD1C704-52D2-1DEE-77C0-E5B8963604A6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2C866DA-131C-4F6E-F284-69E2FF632F74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32F2C53-424C-354E-1770-A315AA78DDA7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91BC71C-2915-3BA5-21A5-BB04454A9713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2E15CEA-2929-E7AA-AC44-B84A754B53ED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C4DC979-B0B4-8924-837B-693C319360FD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76DFC1C-DA82-3461-A651-14752570F3C0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22F80EC-D709-CADD-10CB-25F16F14B9D8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628A807-D3E8-5023-0A14-88112424D6ED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8347A85-2494-2FB7-9CD6-53A9171BCC11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8489CC25-6EEC-29E4-F55F-563DD6C53B9F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442411E-4470-7E41-9F3E-43188AE2F090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EFECB9A-0A30-E15C-F66E-1F5A170274B1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DC9A8F0-AAD3-7540-5408-EB484BCCF4A9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F575EB0-3ED0-A575-EED1-40A63A409103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AB804DE-65E9-C1C5-100D-D4599078D2A5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AC8016E-FDF0-0638-4BB1-0637C849273B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0564DA5-DA85-CEDD-AF75-8589844E9294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17090C3-95D5-EB63-A822-6C3686F50B08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B0FA36-6467-B9D6-9ED3-EEF8550673E7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7871E77-E7A0-1406-F8DC-87D4ADE973EC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F85E60F-78B8-BE29-5E97-5BE59E70041F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F49B5B8-33AA-2690-7EE5-8AD61ABD0ACE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0CD2892-EB12-89C8-99EC-0C7A3AD74161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C4110C8-091F-66F6-B59D-133FC6800CEB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31C0485-0FF8-CF6F-18B2-F220972D5F93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CB1B58E-57BE-393E-6BE7-661A04AEAFF9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EB5BECA-70A9-149B-327B-306473963541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E3B4B82-AD15-C8C5-921D-30604C1447FB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ECF515DA-8779-5E2C-5890-A1F036C89792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EA90C0D5-8BB9-E783-39E3-632080B2623E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7795F047-C614-1B20-B6E1-EBC9739F9A6E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67B92D6C-AA93-F50E-5EA9-AADE9D8461C6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EF41F93E-78EC-DE95-5091-2F26098A89DF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5D34ED-A0CB-C944-C266-28749F48CC4D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2F96A4-0ACD-EBC2-6CEF-49437705E90E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C2DEB94-C810-8136-FFEA-BC19FEA23B6C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38DF5FD-88C9-7527-9C2F-24BB7CBE2A6C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47826FA-8BE1-0D2B-552B-9374A23DF8FD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F1ED1B1-A341-C6F9-3AEC-A09E721DD9A5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D520B7F-42D4-1E12-3B59-42267F3B5197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58689A4-76F8-5501-5E4E-7F19DE756687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034EE24-A144-E36F-78D1-5D0E92EE9EB7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0801313-DF1D-349D-9F0D-BF1E8B2426E7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FA84B1D-6C8E-61AA-E22C-A6D05F9D0094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08C1D32-D0CC-5CF0-2D28-FCD5F4BAC51F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F5BCD91-411C-78CA-B23E-51F2233DF3D8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1D8EE56-EB45-7483-C98D-F1FC6441558B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C694CCD9-41B3-B029-EBFD-344F13FCF5F9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CBB20F4D-12DC-9832-990D-44E6B2C722BF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7477498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10098</TotalTime>
  <Words>3851</Words>
  <Application>Microsoft Macintosh PowerPoint</Application>
  <PresentationFormat>Widescreen</PresentationFormat>
  <Paragraphs>3242</Paragraphs>
  <Slides>62</Slides>
  <Notes>62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Jonathan Hardis</dc:creator>
  <cp:lastModifiedBy>Jonathan Hardis</cp:lastModifiedBy>
  <cp:revision>416</cp:revision>
  <cp:lastPrinted>2025-12-02T00:08:17Z</cp:lastPrinted>
  <dcterms:created xsi:type="dcterms:W3CDTF">2024-03-19T02:13:08Z</dcterms:created>
  <dcterms:modified xsi:type="dcterms:W3CDTF">2026-05-03T02:46:56Z</dcterms:modified>
</cp:coreProperties>
</file>