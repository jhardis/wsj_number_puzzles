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6" r:id="rId13"/>
    <p:sldId id="547" r:id="rId14"/>
    <p:sldId id="548" r:id="rId15"/>
    <p:sldId id="549" r:id="rId16"/>
    <p:sldId id="550" r:id="rId17"/>
    <p:sldId id="551" r:id="rId18"/>
    <p:sldId id="552" r:id="rId19"/>
    <p:sldId id="553" r:id="rId20"/>
    <p:sldId id="559" r:id="rId21"/>
    <p:sldId id="560" r:id="rId22"/>
    <p:sldId id="561" r:id="rId23"/>
    <p:sldId id="562" r:id="rId24"/>
    <p:sldId id="563" r:id="rId25"/>
    <p:sldId id="564" r:id="rId26"/>
    <p:sldId id="565" r:id="rId27"/>
    <p:sldId id="566" r:id="rId28"/>
    <p:sldId id="569" r:id="rId29"/>
    <p:sldId id="570" r:id="rId30"/>
    <p:sldId id="571" r:id="rId31"/>
    <p:sldId id="572" r:id="rId32"/>
    <p:sldId id="573" r:id="rId33"/>
    <p:sldId id="574" r:id="rId34"/>
    <p:sldId id="575" r:id="rId35"/>
    <p:sldId id="576" r:id="rId36"/>
    <p:sldId id="577" r:id="rId37"/>
    <p:sldId id="578" r:id="rId38"/>
    <p:sldId id="579" r:id="rId39"/>
    <p:sldId id="580" r:id="rId40"/>
    <p:sldId id="581" r:id="rId41"/>
    <p:sldId id="582" r:id="rId42"/>
    <p:sldId id="583" r:id="rId43"/>
    <p:sldId id="584" r:id="rId44"/>
    <p:sldId id="585" r:id="rId45"/>
    <p:sldId id="586" r:id="rId46"/>
    <p:sldId id="588" r:id="rId47"/>
    <p:sldId id="589" r:id="rId48"/>
    <p:sldId id="590" r:id="rId49"/>
    <p:sldId id="591" r:id="rId50"/>
    <p:sldId id="592" r:id="rId51"/>
    <p:sldId id="593" r:id="rId52"/>
    <p:sldId id="594" r:id="rId53"/>
    <p:sldId id="599" r:id="rId54"/>
    <p:sldId id="600" r:id="rId55"/>
    <p:sldId id="601" r:id="rId56"/>
    <p:sldId id="604" r:id="rId57"/>
    <p:sldId id="605" r:id="rId58"/>
    <p:sldId id="606" r:id="rId59"/>
    <p:sldId id="607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83"/>
    <p:restoredTop sz="94663"/>
  </p:normalViewPr>
  <p:slideViewPr>
    <p:cSldViewPr snapToGrid="0">
      <p:cViewPr>
        <p:scale>
          <a:sx n="160" d="100"/>
          <a:sy n="160" d="100"/>
        </p:scale>
        <p:origin x="8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0628-66E4-10BE-5918-1D6383F0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D7608-EFA0-7421-9B27-92DA6FB40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89C49-DDBA-A638-C2A4-07F342D07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54312-B737-B74C-C4E8-F26F73726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10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053D-2661-E5EC-6354-F70DE448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B97D2-23ED-AF97-1AC8-3AEC32564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0D57D-CB62-AA1D-8368-A32A981D4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2A9BF-977A-7B71-2F79-8E7557053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69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2C50-DB69-17BC-FF39-3AF47659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C4171-D008-0422-AD1D-E2F75A2B8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E99A0-C549-E2AF-9381-9A31B0FA1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29B0D-ABA1-BBAD-8AA5-F5C0B067C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89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A421B-1BC9-955E-B919-B78A180C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2C042-4406-171A-DA53-083796FA6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DDEC8-1CDC-E027-E134-FCCB6ECFF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99C26-7014-63C5-3062-6E405B83C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84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461A-A2AA-4041-6ADE-BB4152EE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9064C-3912-C37C-9F23-CA4FB3CB3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46D5C-A28A-14FE-798F-FE12AE93E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CD75-B3BB-1781-9C4E-06F48DEDA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04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041D-573D-39E1-7BC8-B5943E27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BC681-4637-38FE-E03C-621DFED9C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9B065-9DF5-3474-70BD-3A1E4686A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8A0AC-1C5C-376D-1CCB-FE2552D9F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9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CFC2-6B94-0736-1E1B-B92CFA99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ACB93-98CC-EA06-9467-195B65AD5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8D2CB-CCDB-A656-F441-E1A8E7508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1F980-2A32-D173-3693-C17D57419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7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0D2B-8E25-9366-7D76-1B4E096A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8A4BC-4508-D385-10BC-BBAFF7473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26EFD-0F82-241A-6790-F9412F4C7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7E2F2-07BB-B38C-4E89-4A89FFD41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94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B6943-0AB3-FED0-4D12-5376A6686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AF1A0-50BB-AD1A-2E91-7E79E448C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A2352-213F-487A-7524-FE0AFFA63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08B9-84FB-0DF2-B68F-A03958B54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21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908F-2F15-B048-C7E9-30683043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02060-BE69-F9B0-A0A9-FAD491A4C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40831-4D90-BB52-3A3C-D3B27E4EC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2F24A-C417-C946-0F1F-D9A32FF88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43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1DF2-BE8E-E7DF-E6D5-DDD731D6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5BC1D-AD5D-4B3E-74E6-CBB621E6B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06140-88C8-BF54-9BD0-B5B3D86D3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8C28A-9330-AC6C-CEFD-EB47BAEA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52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BE1E-20F6-45DC-280B-3D74108F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6A5CB-8146-40C8-B402-232CF8872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31A21-857A-8021-0125-B62832900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3629-7BDC-B3B8-5852-C20EE6497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10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7631B-3114-96D7-F8A6-A61A2FF7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F87F9-0F53-DD41-CE0A-FE9FFBB13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03E08-E7F1-4494-2ED3-8EC4D109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DE01F-BC79-F7CB-B22E-9FECDB941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65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194F-52C6-A74E-3856-60185004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1CDDE-0E39-99A5-111C-BA2D0633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4794F-A5CD-581A-899B-6EA391574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08B8E-AE04-D2C6-41C3-211D1A92D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40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F3E5-0B3B-B9AF-9EDA-C149D22A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805CD-9725-D6D4-8FFE-AFECA65DF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0805A-E86F-FC23-B31C-E5415F5A0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B18C1-1290-C656-F326-476A3A544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66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05A5-9397-12DF-B54B-FFAAE870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40F5A-C774-E542-DD9A-7D43B272D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C31C9-A6C0-1227-190F-CF0C11A14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B36DA-0626-E652-0271-6C6C08A21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21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72372-494D-2EE6-7178-4AC008B2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D3BF0-3BB6-97FD-2644-F496BBB04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59222-CBD2-04EB-807C-32D482982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2CE3E-F743-B6C3-945A-4DD162F60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60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DB4D-A0C4-F102-89F7-F03FFBE7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ADAB-42F3-FCCA-F4F3-E93659924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0A092-1D4F-CB5E-D5A1-F453879B7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9B1DF-2AF8-65D8-2796-BBD0C223B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90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A818-F3B7-2AB0-91D5-4947F95B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37C9E-2F62-8753-25B4-04A4C7EB9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769A8-15F2-FD95-D8B9-C8A70C644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34030-95C5-FF4F-244E-DF4D833DE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90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1364-520E-8CC9-7DAB-F11913FB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EC2E3-01B5-9FCF-D04D-706948BAE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1F32E-FBE5-D5E9-132D-623C6A02A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26539-9386-D340-C9C1-0FB46C4BB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0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3885-46DB-781D-6D34-ADE22304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EB42E-5BBC-F424-3891-8376F7CA3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5C01D-A962-852D-1474-4AE2C4F61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B4B0D-0454-C5F9-4C9F-E311BB628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57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A86E-BE47-32A1-8A4B-70F49B80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D3D63-CE11-B797-467C-3F23AD636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19744-CABF-2A2E-8903-E12FC16DC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966B5-9F25-13F0-7664-77EA36EFF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40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6A90-4437-FFF7-53FC-3211E99C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83945-481E-2DEE-E5E8-EE95A4D9F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CF25A-CD45-EE2B-D9D4-FAAE2933B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EEF07-E581-E888-65AC-FCBF98B19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262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7091-A5D1-2BD4-8132-88FB156A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F6C7B-EC83-9183-01A9-7F1E5E7BE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ACF6B-FD5C-DD79-9823-2F7CB9B1F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BE4B5-E21E-931D-5FE4-13AF8CE94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3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729B-EBC5-3F0C-7BC8-EF6A0CE0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C6D6C-2B38-2136-6E7A-B0BC1D2AF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452DA-1E0D-DA01-30E1-42DDF564B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7BEF-5B7A-4619-396B-677CE5647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63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5AAE-98C9-9BA8-1F7F-84F9DD894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260D9-5FD5-A838-842C-7AD6D7202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A82C9-8E7C-960F-BEFF-35FBB4902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AE003-E549-B2EF-7393-2AA57B79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34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E06AD-3842-161D-B20D-E9F9573D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4BB5C-881D-436A-BEC8-063761124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58123-A18F-AE90-C31A-3FCE74ED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AA7B4-6F65-5745-10AD-7B4925BD3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95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276D-EB95-D3E0-0F8A-4247B1B1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E1F44-B8D7-1D66-14E1-E7EE27317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2005F-9BC8-CC9F-31EF-1DCE5AD39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4A0BB-5923-34F6-4C65-D0ED2601C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55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4897-0730-EF77-B7B5-9F04331A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EEDA4-CDF5-7EC9-D101-C93A2CF58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818BC-D994-DD5E-AFF9-5B3B18B89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0FE51-DB2D-C6D0-FA51-722C9114E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899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E3601-39F9-F431-D3B1-D60B423F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4E94F-A36C-4D3A-8630-4338AA2EF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B7211-4114-0EF0-7FCA-5F3DD247C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86C71-FB4E-6BD7-631A-6E4100CC5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806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AF4B6-A532-DA81-33CD-C7389F53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88CAF-00CA-3231-50E2-A20AC58E8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3CC4D-295D-CD2A-1CD2-AE65378EE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1F7B4-FABE-6195-71F7-DBEB91830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687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3DF0-2AD9-461E-62AB-F13DAC11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24923-E897-F7F1-1863-890D1D94B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6A956-692D-4F7D-EAAC-90A8F4B76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DD4C0-6947-C512-1043-8B179C4BA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570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97E8-B19E-905C-B1D6-F7FB7BF3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57202-4DE4-C6AD-354E-7EF6C0A82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0CD65-E1AB-E948-E441-4D946E5BF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B961F-3925-45BF-0751-EB00F2C91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883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126F-DD3D-C76B-561A-2E3D7ECF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778E2-9E86-687B-8D15-E7413697D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2C497-5A5E-3936-AD9B-64B9A9BE3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59171-45C0-249B-8322-364E4D8A8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056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31DE-D229-4EB6-E111-BEFD7D95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C3283-A764-E0C8-29DF-55E34AFC0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A8B3A-BB9C-1655-8239-E78439190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D7A8A-5CF7-FDA9-9FD4-19B16C62C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40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22397-8577-CC80-742E-A0AEFA33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295AB-1C1E-F475-6E01-44830D0C1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52883-2524-C6DD-875B-0BE547F0A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B507-A9EF-2BDD-727F-B12DF844F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385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6D61B-AF81-3A95-6967-7F64B7A2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2C473-B303-C6D5-7BA7-1A711C32E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1B7BD-C36A-90D0-AF15-86F80E3EC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ACCC9-8017-E503-17BD-063D11093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46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FC87-C26C-6F9C-7D52-F0D97E5F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10040-B5D4-41F3-B28D-7CF26BAEC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E3EC0-A533-9C97-48CF-C35E22E43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BD893-FDD2-DD52-07AB-CC2204FEB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978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E881-5BF8-E8AE-B286-C1486AE5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25B83-4873-9682-0F24-B6832299B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25867-3BED-D4F5-9234-89B52C6BC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E9DA0-E0C5-373F-8480-96BBBBE96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892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63BB4-A875-6E12-2D5C-FD789BC9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4F496-2C9D-8101-9823-91A351D79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7F71D-AEB3-19E5-2D06-4AE320F5D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0726D-B926-6D4E-ED90-D24B50110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282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3429-5A10-BE89-2526-2652303A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0C5C5-E693-A204-B145-5C436783D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2C50F-FBAD-D60D-AA0C-B88511036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A4FE4-52CA-9855-3760-568C4F504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075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53F96-0D0B-399A-9467-5417BDEA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C542A-F02F-4BE9-CDF3-C5C9351D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95BC6-D8E8-43F5-C3EA-1295B4F96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341BA-8782-2C44-B691-D630F2916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053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AAA4F-75BC-8582-1B13-9F051677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67200-EB76-FC8A-342D-DFE0F4E5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D9D3B-D7CB-6917-28A4-0D62A914F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65F18-D8AC-33B6-9AD6-3FCC89550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133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58FC-5150-D8B5-FB65-C218A951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B9E0F-F24C-5836-BA98-E5DD782AF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8BAEE-8130-0C42-A705-54EA09C55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19AED-C08A-8D80-6898-89D0B7D09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632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13B89-060E-8E27-AB24-D46707A6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344E1-2098-F3E3-A1D3-E69E65763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2815A-BC98-655F-03CB-EF4CCF37C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773E9-32ED-7500-D515-AF72B0CAC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45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84ED-FBC7-EE18-3F23-C50CAA64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BAEFC-C923-CD59-D474-4D18E3FF3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FFA6A-5C8E-7075-6FFD-146DCF1CC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44964-5D97-F50B-9818-AFD5C09A8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060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82FA-A05A-579F-8B55-15E4A255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BB5B5-AB79-83D0-AF16-0C06C8C82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DD1DB-C0DD-A6BD-2CD2-5C14BED73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C01AF-CDDF-B1A2-0DBC-4DB4C9C46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14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FBCC-7A57-7011-5768-FE848064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4E048-EB9A-026C-00E9-3BC7850EC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AF3EB-0D79-2C5D-D7AB-4E7B6188C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DCF7D-F4D3-93FF-15DB-558FE1F72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35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6248B-46E9-FAD9-3BA5-412A41B1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2B609-3F56-AEC9-5822-388BFBB48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CE074-B506-68E1-53EC-174FAF157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7458A-FD90-5B40-BAD1-D63DFA7CD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699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FE42-47BF-13D4-6768-2038FAFD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6B594-224C-0BE2-1134-4463E0B51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9C7DE-EB6B-5C43-7C30-1DC7482B8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F10FD-785E-B870-4815-B38ADD685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83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D4AA-0A28-7D9D-001C-EA70B34E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5082C-4A42-F771-3724-254FFD623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B5F9C-DB45-095D-0B4B-DEEECEEC7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6EDFE-7CD8-CDB1-6B9E-416DDE40F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6343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93BA-6F56-20E7-1D6D-936CA6E4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AC140-F93E-44AB-9461-594464A1E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76EB4-8237-7D17-915F-F322AC715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D6649-A5E4-8EAB-6A8F-606B7FAE2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904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64056-F0F3-040A-D770-30FCA6DF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51F55-8976-FFE2-28B8-4A3529C3E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61DF7-8444-9A4B-5C76-6D6FABCB6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CA6BF-5072-2EB6-16E8-3E7C22B72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257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D583-6511-67A8-C9FE-513B3064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70D9E-7BB6-8A8B-329F-AFCFCA7BC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11AD7-76C2-AEB9-48E7-71F08A0F7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57DF6-BC90-A2A7-5C6C-35CC52E69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051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B83D-0C39-82C9-110B-2A9F6A3C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BDD86-7A0F-4AC7-3EB6-6B8801906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FFE74-7B13-32E2-9B01-53761D6CD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AA273-66EA-61AE-21BE-6E5D83AB6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052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EDD4-EA48-DB08-A07F-93B418B3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BDF83-FCC5-800F-9B3D-737F67EEA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56411-E111-185D-FA35-236B45598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10962-90C5-9DC4-5427-D48316296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753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8E8E-5F50-CBAF-C495-44496358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3796D-97CC-980C-8B6C-C046A284C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B02C6-796C-E006-0CCC-1AA52C768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1ED5-2EB2-D946-0F28-71A60B7BD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364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00DC-0759-14F3-7B67-5E6514CE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66F91-1EBA-562B-FD1B-A3C3A3F04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1B1BD-6242-DF34-14EE-EB14A4B3E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766F8-B740-95F5-8087-32D8D3142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7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BCE27C-FC00-B0CC-6040-A6AC1C2C4C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56987"/>
            <a:ext cx="4540763" cy="504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8CB5-CE2D-3577-FC20-22C146DC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20045-CB07-B875-AE58-6BEE930D72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[23 in 3] is 689. [29 in 4] is 5789.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CCC54A-876C-4476-0A49-9EDE5BB74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1A11E1-FE7D-8CB5-46E6-D64113392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460B53-5E3F-C466-B492-616B9A572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2282FF-0032-5F7B-9509-8D641B01D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7029B7-0223-2681-F6F3-57B57F80A0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041B1-4FDD-1040-F9F1-674CB1F6C36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7BEE5-37C3-C123-EFA7-450D9C29C9B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E4596-E13B-17DF-155C-5CBD8E89408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3A4DC-B587-0F2B-5BA5-84775121CED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E15049-2672-8524-2BA5-8B9E74CEFC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50CA0D-C80C-D753-BB61-27AC3832B60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421595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2F3C-584C-E43A-337C-3F7771F9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32979C-C209-7CD3-FB4A-D1764A1419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[8 in 3] is 125 or 134.</a:t>
            </a:r>
          </a:p>
          <a:p>
            <a:r>
              <a:rPr lang="en-US" dirty="0"/>
              <a:t>[22 in 3] is 589 or 679.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6317C2-E655-9A6E-1A15-0FF5BBF78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80AADF-FDE0-ACA6-C6CC-07D872BD0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7A05BF-78EB-FE6B-0A69-3F5E3903E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F4923F-52C1-A088-3E92-A1BD2D25FC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E41F4-FEC1-75EC-FD2D-4057D13DAE5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93266-8C09-676E-83F0-8FBC775F89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B05AA-310A-41B4-E214-44F3586D862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0A3F9-31C9-F03D-624D-450B7E38A2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388933-1077-CD7C-5AE5-13A0B5B246C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08CDD-3E33-223C-F3EA-16BE6406855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6E802C-71E5-01BA-4666-0E7628B4ADB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EBAF1-12B0-7769-A9D5-583F213F3E1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3F25E5-4721-4948-0888-F6A71A0695E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5313B-D881-5B2C-D1F4-49D38702BC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328FC4-2F62-A449-21D3-BA3F397FB87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88F82-D714-67C0-AEB1-CE40589520C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61BAA-5AEF-521A-10A6-7677D9CCDAB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65FC11-9FFE-4E6E-2C44-D589142EB04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68F503-C377-AB0C-A60D-0E972149EFB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3DD393-FC47-09D5-6FB2-4B3F82C0DA6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409164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A0EB-7421-7C44-656E-288A99B1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F35CBA-F699-7905-332D-0D1BD215C8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8ADD98-F460-5FF7-91C9-7DD2F320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F4C26B-E50C-932B-A071-5523B33B9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348759-EA53-95C6-4852-00A33AE33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6D6345-F9E0-895E-F856-01BD5E961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FEDDDE-8D04-DD44-E1C4-FE5E368F2C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3778D-96DD-68F5-A5E9-63311EFA1F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17CF9-B4EB-4AD0-63EE-8CC13A4A603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6D84A-0EAF-3B7B-5B55-47ECAB4445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55AB2-A475-EFC6-59FF-A78934AF18D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58F1B-97AD-D65D-91F2-6CEB975E24D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2077B3-05D7-EDA0-9F3F-F0E08B4DAD8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DC1BA-C0F3-4D87-29E5-B91F05CA10A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15E21-3915-DCE5-178C-873F0C74700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FA4B4-18F7-6DBC-A509-3EF1ECD2E77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99E863-02BB-AC5A-D6B4-9C478BF929C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8957B6-EB13-9E57-21C5-B0C169345A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4B2C94-49A3-14F1-8C23-14804E4CB2A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72529E-4A51-8A06-504D-B83ECD98567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3E9DD2-8057-44F8-527F-73BF40BDE77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CE820F-71FF-5F26-6B9F-CD5FD0F1DD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679028-CFA1-416F-17AD-251BA1BD18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4D238C-24F0-D59B-BBE7-C0F78ADBB02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5D3128-53D8-8B79-177A-752903B31C5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96E62F-B430-88F9-2AF3-03E0AC96091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145095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21C4-0099-18D2-5EE5-B507616E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1B4F11-E092-70DC-FF3A-439CE94B9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the 6 must be in [22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293B44-9151-0047-D8B6-BDAAF51D3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685424-5628-E236-4908-54B59BF84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BDBF97-95C4-5683-53D3-845C3E109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9690B4-9B5A-A738-E157-DE57A8A23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9B3163-D249-C4B9-5943-84138B34F8E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3D053-63AB-8F2D-3F90-C86CD5B974C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62EF9E-85D8-9EB3-4643-9C510207D78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6C129-D3E0-7806-6515-432ACD96204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8DD034-06BE-E94E-6F96-B3E96E60C10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3D611A-2625-F3DD-BF5A-CA2D4FA5F90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CDC59D-EA7D-AD3C-9B84-E77CBF7B75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D3525D-6207-FEE4-D9D8-574B6C0C710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F5EAE9-315D-B01F-4F9A-69AA1DE1E28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D65FB8-8107-BE9A-AA63-91451B8F46D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B1950F-6C8C-61D6-2EFD-EA6068A4B6E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27AD6-EC36-C542-D213-A2478D787D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674992-591D-7D8E-73E6-5FEE1164E0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21FC21-EE23-7004-4077-7902CC4481F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B31C56-24C7-8008-5918-9A9C72DAABE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71481-6147-F910-14E3-18EE414343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6A7F28-D9A2-9392-0C26-4F5AB83EAB3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0D46E2-F421-28FE-29BA-62B10224775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EA3AE9-2805-6271-541E-3149724EE5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CFF2D-3D2A-A710-4E6C-5D20B2BBBFF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296457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FFBF-5AB2-0B4A-8084-AB4A9659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451C4F-F978-07DC-89F1-FD9BDC63B8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the 5 and 8 must be in [29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7264A7-5FB7-9B0C-F22A-E529957EE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53AD4B-318E-1F42-8880-8B78D1311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CBDED5-58C1-2C59-FAEA-5EE883BB9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6C92D9-D2F9-95A1-C734-72EFD8304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8CCC01-9853-8B8B-D542-4E09B316B0D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293B1-8C31-0740-F6A8-BF50556AB79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BB3E8-4682-FEC4-5802-2963E527DB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F986A-E2BB-DC9C-BF13-2183D100823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F83DDC-84E1-EF73-B33F-F21D99E9845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1A46D-CD96-4729-789F-334A3CC006E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48A39-E709-8E8A-11C7-E2C28272BCC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47A6B-C103-7A6B-ED7A-57377501766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D34AEE-17F2-2831-9698-989BFE986C8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78507-2BF7-28A3-B710-78DBED59BFE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7F8648-1BEB-0E0D-B37D-0E4936A8DAD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44C115-7786-E63C-03F9-9018BC01DE9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FA3F58-05FE-C27F-2AC0-EFD1A28A060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D57FAA-E43D-3FB6-AEC5-7A6D0CEF6D6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3B2044-84B1-3F0A-D93F-17AAE1E264F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B93669-EC5D-7878-93F2-9EE54D7CE1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650C6-116F-6BE7-E0CD-6AB697EB753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28CD7-1ECE-FDA2-12FC-F7118735D9E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99CB00-0461-8929-C724-B76BFED6DFB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AF7992-1FBE-BC7D-A180-AA0F164FCF5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161276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25227-1B1B-0FC1-D898-B37B6ACC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EADFB6-9901-187E-49F3-4F9CE9EEE0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45–37 = 8, in 3, which could be 125 or 134.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DF81A1-422F-26E3-CF17-57C076868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8D6BFF-6BB3-C8FE-3059-8976FE109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1CF643-357A-0405-099A-1F3D529A8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352B76-7CE3-2E03-3C5A-63FA04CA1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38F662-0EF0-0BFA-904E-0B2F3B49A46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D7E9F-695C-330D-6D60-1E9A2BB681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76695-7F3A-449E-744A-3A9C8446E5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423E5-A65C-77A9-E809-F2415AF359D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67AD48-8B66-ADF5-2E35-650961CDF8C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3A3B5-6476-87AA-407C-396FDF4890D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D9E57-4544-5344-2E1F-2C7136DB53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C8B62-8DD5-F72C-A2B1-F97333C7E4F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BE5C6-792E-7699-022B-BAC1AD5FD9A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42ED3-0385-14DD-2D86-2E364886AA7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74448E-0B19-681F-3828-E3F90CDA8B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4F0C5D-8631-0DE9-D5E7-2C53B0C293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2BFDD-BF7C-090F-4679-9FFC170FA03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2931B-05F4-3D25-0CB2-CB1CE06E824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780DB5-BC66-75DD-B5AC-AE62EF31BA1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18EDCC-4149-66B0-EB44-063FCBE246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EB22F-5927-92A6-6D95-45E1180F10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E136F5-3AB1-567C-D1C0-8F01007994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EF3AE0-45CB-BAEE-8F62-6D5DFE41045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BEA96E-1DC5-B49A-9CF9-0987945E6ED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3010A1-8421-6BF1-2043-C596BFA64F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63E77A-2A95-9CD8-B8C8-D1DA65CD0B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255449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146E-A0FE-0B48-AFB8-43C497E2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3A82AD-09D9-3D42-BBA0-8EC9663D1B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242F37-1BA3-4AFA-6DA5-516F107D7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435E4B-7B78-3C2E-22E4-9AA353EF0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9C8890-5AC1-90B9-D69B-C7A01F08F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4D9A84-384D-921E-EA0B-BF19EA27B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C36F28-AF73-7ECF-71EF-F98BF34B00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2198A-1793-CB4A-0E75-28CC63A162B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3EF6A-CD45-1388-2311-7BF2262D27C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521EC-14F1-D7F4-1CC1-CCE53D9EF9C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8BA693-A836-8883-6C29-4F1E2E604DD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3DC26-A504-DAAB-D8F0-0867BE8A8C8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D12AF-A1EB-B350-0E8E-B3765991AA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F7DE59-23FC-9C57-F83D-8A84ADCD3EA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127AA3-3DEC-BA11-9AC0-5309BBFCEE8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DB2E62-3B72-8C2D-C2BD-8A134F94EC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B52A74-5A3B-D517-7FE5-824AE2F2B2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8313-3303-3414-BEF7-2EE374524F8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E2BCB0-AE71-0D0B-87F2-3F5260BD451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F9DC1-4AA7-9FB7-6E6E-43A921B9801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E866E-740A-6AE4-CB71-3DAB877B19C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85B15F-A9DD-E82D-E7F9-E05D57136F6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AD36F5-2A4F-85F9-199A-7D9D844B643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08DCAA-D6CD-092B-A7C1-BD8A2A8A19C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6D1570-842E-F508-FB8D-03636DE5A1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EEBB98-F608-1911-5E5E-4F4E2DBC01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A056F9-2B95-538A-379E-476C1ED20DD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861AD-AC74-A466-8C65-5FFD5ABBFEE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17ECAB-0F9F-C4DD-7140-0D111B1DD46D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04A736-57D1-F09F-586B-69F67CB134C8}"/>
              </a:ext>
            </a:extLst>
          </p:cNvPr>
          <p:cNvSpPr txBox="1"/>
          <p:nvPr/>
        </p:nvSpPr>
        <p:spPr>
          <a:xfrm>
            <a:off x="6152446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A314CF-55CE-D59E-454C-7DFE7BC4ECC2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36A143-E2BA-EE9F-1493-5ABAC5BD7E17}"/>
              </a:ext>
            </a:extLst>
          </p:cNvPr>
          <p:cNvSpPr txBox="1"/>
          <p:nvPr/>
        </p:nvSpPr>
        <p:spPr>
          <a:xfrm>
            <a:off x="665480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550693-55E0-8F63-9D3C-811775B639A1}"/>
              </a:ext>
            </a:extLst>
          </p:cNvPr>
          <p:cNvSpPr txBox="1"/>
          <p:nvPr/>
        </p:nvSpPr>
        <p:spPr>
          <a:xfrm>
            <a:off x="715715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B6B6EB-E7A1-4AB7-C3BD-ACB79A91563A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578CDB-FF01-6C01-C628-A77EEB88BBB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F18C8B-DFF5-62F9-670C-CF40975137E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71A4AC-948C-55C8-E29D-FD3E71461D28}"/>
              </a:ext>
            </a:extLst>
          </p:cNvPr>
          <p:cNvSpPr txBox="1"/>
          <p:nvPr/>
        </p:nvSpPr>
        <p:spPr>
          <a:xfrm>
            <a:off x="665480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D6CF2F-738E-E2D6-FA07-080DBDEBFFBE}"/>
              </a:ext>
            </a:extLst>
          </p:cNvPr>
          <p:cNvSpPr txBox="1"/>
          <p:nvPr/>
        </p:nvSpPr>
        <p:spPr>
          <a:xfrm>
            <a:off x="414302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678A4A-F8E8-CAE5-C14D-872674553D8F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1623F5-9449-5535-BD19-445774E5D199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1FC5B4-8576-DC0F-8B56-33AB607BE0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6C2A2E-8FD4-7144-549E-7992D792199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311862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25B2D-5F03-8ADB-7DBB-9ACAA558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15126-1184-AD69-5FF3-D8B91BAEB9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([22 in 3] contains a 9. Note that [23 in 3] affects both cells of [11 in 2].)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5DC204-EDBF-93DD-4F25-B8269E75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E04913-D35B-B690-FC14-BF617E282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340528-B56D-8B60-1657-338D8B652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0AED59-404E-BC02-B829-0596073F4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A51AFC-9A8E-974E-14D8-70D2B78C8F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F3646-4E8A-2B36-9612-C3B5E1FDD56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3F9DF-5AC1-D4F8-46F1-2094036215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B3F16-CC9A-FD8F-C0E9-2B75BCE3E32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87845-6581-E763-9B1F-9F337B2889D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126D1-8EDC-3A13-4134-96E957F646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F75F9-75D1-2274-7C3A-101D08D5BBE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475835-6939-D1FA-7FC0-7803C5666EF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27D6B-0CD8-3664-D5D8-A1A5736C39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70B16-AC83-FDCE-E4A9-303D1213DB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D8E14-7CA0-5B6C-D3D7-991EDD2170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FFE906-94D8-E4FF-F899-A9295F7BF4D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31420F-3385-073F-272B-E9B8E78DE57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EC71D-8F55-83D1-B764-88DD7890EC8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9B7F0-B6E4-1F0D-3420-07A6D738AA7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89F196-3D09-C638-3097-C80C2A636AF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4FB38F-F4E9-B5F7-D7FC-2D9948A926B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665F93-8A53-27F4-5CFE-7D5ADAF5376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5EEDCB-79ED-78FD-5A84-BFB1386BCB0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8A4BDC-813C-ED16-90B7-0189E7E274C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BD0F1B-16DD-D008-CD40-1A27B16BA11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9E0D32-8628-0CD3-08D6-5677BA0331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B12FD2-A555-55A1-D56D-7F99D2CC1FAB}"/>
              </a:ext>
            </a:extLst>
          </p:cNvPr>
          <p:cNvSpPr txBox="1"/>
          <p:nvPr/>
        </p:nvSpPr>
        <p:spPr>
          <a:xfrm>
            <a:off x="5650090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CBF7A5-4D0C-FA00-A292-8EF4E7098805}"/>
              </a:ext>
            </a:extLst>
          </p:cNvPr>
          <p:cNvSpPr txBox="1"/>
          <p:nvPr/>
        </p:nvSpPr>
        <p:spPr>
          <a:xfrm>
            <a:off x="6152446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EEF703-129E-A950-0F2A-9EF434F403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31A8C6-7602-F6EE-9A0E-74957F6046E7}"/>
              </a:ext>
            </a:extLst>
          </p:cNvPr>
          <p:cNvSpPr txBox="1"/>
          <p:nvPr/>
        </p:nvSpPr>
        <p:spPr>
          <a:xfrm>
            <a:off x="665480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55573-B45D-798D-C51B-930D7EB1ED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CE6E1E-FBAB-C023-31F6-A0483545B368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3DBAAA-65ED-DD4A-8F0E-6B9227B7F6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32BAE6-73D1-17AB-5707-295BC00DA1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E148A1-A6A4-47CE-9464-B97BC728987A}"/>
              </a:ext>
            </a:extLst>
          </p:cNvPr>
          <p:cNvSpPr txBox="1"/>
          <p:nvPr/>
        </p:nvSpPr>
        <p:spPr>
          <a:xfrm>
            <a:off x="665480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D43260-AC9D-8F7A-1D82-F0F2EA27492E}"/>
              </a:ext>
            </a:extLst>
          </p:cNvPr>
          <p:cNvSpPr txBox="1"/>
          <p:nvPr/>
        </p:nvSpPr>
        <p:spPr>
          <a:xfrm>
            <a:off x="414302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907F82-19A5-7D16-3A13-FDE6F7C3522D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42CD5B-8B86-BDD8-C198-B49EF912E02E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DBEFBB-2341-FD7D-2F50-3072842C78F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554368-5AF3-D17E-135D-358BD038433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2773127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37CE-EDB6-932B-C7BE-F02745ED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294A19-6056-6238-F6BC-35FE03B544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7839D1-0225-5627-445C-C20F0F25C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871D14-42D6-CD94-FDD7-DCC69B857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84C67F-19A0-0BD7-0558-E05089093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E61A97-6030-BCDC-BA46-DED0B28F7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BBE95C-8151-2BA1-E1D9-3BA081A7FC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E48F8-98A4-411E-7534-38C9F6F60E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84CF6-34D2-DCCE-0FA3-6AF517C16B2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E11F5-D3C6-995D-351E-CA79C6F3F1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38DD2-13FB-B623-FD8A-A1A71CE82EC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ABF851-FE10-E723-9F88-3C954A39D1A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84267-4B48-7B84-7935-2710DF24773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B646C-BDEB-6EF4-663A-1375D5DC84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2A631-7C7C-168F-F20F-41AAA8B114C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0A2CD-A06E-5F92-227C-BBD4764045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1F2DE4-3273-B518-64E1-40404C4D6B9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70DB3-6124-FD52-29C9-750C1DC48D7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9AD526-A325-42B0-57C0-82374E7D5C0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85347-1CD8-F34D-F0B9-43948225E76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EC35B-A28C-960A-28CB-3DAEE4219BD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EAAE4E-0EFB-B93E-8708-B1E5121EC2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A3101D-937D-88A0-76A4-AE13D74E318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DE559-4D58-769D-5490-908EB19E980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C50440-DB30-744F-AE4E-4B22231BA7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218A4D-D634-70DA-7948-76607C3A3E2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0795BA-4B8E-1217-B4D0-909EEDD098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BB7296-CD22-2812-1350-87FAF2B7DD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F9C98E-ED5C-96E3-3593-BBBAFA7D1B2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F4F08E-3308-AA69-390C-297037AAD9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B709A3-162A-028F-89DF-14EF198C4E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86516B-0D0C-D78D-9E57-59DAC2E0C8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6BB6B2-4E5C-CAA8-BC23-06C34000B89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82E30B-1ACC-C342-CC97-9E9FAA86A6EC}"/>
              </a:ext>
            </a:extLst>
          </p:cNvPr>
          <p:cNvSpPr txBox="1"/>
          <p:nvPr/>
        </p:nvSpPr>
        <p:spPr>
          <a:xfrm>
            <a:off x="4143022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377231-3D24-89AB-0386-198F2DC075C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722CF9-1AAB-974F-10C4-980CA1E465D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985B14-AF9B-5F00-DA94-52EE494D6E1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076B55-CC0A-600B-0160-AC3170F4BE48}"/>
              </a:ext>
            </a:extLst>
          </p:cNvPr>
          <p:cNvSpPr txBox="1"/>
          <p:nvPr/>
        </p:nvSpPr>
        <p:spPr>
          <a:xfrm>
            <a:off x="414302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103FA5-1850-3569-C566-1942D2329759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518456-21C8-1E23-0A7C-5CA4D9BF741F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AFDCB7-D295-CE63-0C6D-D7BAB8EC67C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ABDDAD-ECAD-9D44-5E08-C0635E751D8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1904272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3A5F-5734-CABF-B66C-D520B285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8997D0-6BB9-1A56-F408-516C2384B7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[45 in 9], the 7 and 9 must be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27E0F0-0466-4221-3D36-6E1930C3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8A811A-B97A-186E-26A0-3615CBD83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409F34-DA9C-9832-4E0B-B25B8D36E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34BE8E-A6A7-3F3E-0D5A-066AED46C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6E1DB5-251A-A9C7-5B49-875D811D06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E4A76-5899-1797-0AFD-4B3DDD242D0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C212D-D6CE-7564-9EED-756FCD21B06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8F990-C47A-479A-FA3E-54D2AE95A7D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3E556-A56A-76BF-C2E1-03343CAAB24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5D77D-8F71-4E99-F7FF-5AA9E652E8D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7A61D-ED96-79C0-6079-8AF7E598E69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C2EC1A-51E1-C316-F671-21D41B56C68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604A56-1079-CF82-7754-C72BFCF44F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7D3D1-FAD6-FC77-BCCE-C627FFDAF12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C0559-A3E3-1332-A7A1-52088608B17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3F6E80-70BB-6579-47AD-65683E21FE0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17D-0EAB-2A5C-C83D-842233027AC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3F8FA7-C846-35F4-7CDD-36EA12BA88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718958-9835-277F-E722-608756B1944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E993F6-59A0-E5AB-392A-F8BB7F7FC26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844128-3106-0594-FAF3-3398D436CBF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50FC37-9DB2-22BB-069A-EB3FF144B8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D656A5-3AD8-7A93-2B75-931BC8A899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75637A-9806-0A9E-9EBE-CDC7A3996E4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70A705-2ADA-F98D-A960-39D844709F0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57C7D-B9F2-3D65-6EE7-347980CA04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66321B-9F8D-9F53-82DF-9A3954C6B3D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C66E4A-4D8F-DD63-B140-E558837CB6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218637-9128-25D2-5D9E-E9071DC1D5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FC40FA-20DB-0231-8DB2-1C06EE4025C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AE972C-01F4-6F61-ADB6-34511D5835F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217E64-9F52-BB46-925A-778564E4B67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3DBE9E-474D-70C1-494A-94C937D3B8F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A6DC25-D4AC-F5B7-97C5-C399BBF28F7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178937-1465-3BA6-7E1D-78E96E2756A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BF2BA3-27DF-15A4-1E42-8593C0559BB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BAF65-1C8A-1C8E-0A66-FB2E15A32A09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603D0B-8578-205F-BB38-B5F0FCE847E2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DE18B4-1911-1F7D-E69F-473EB0D12A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E6AB9-2985-676B-3B88-8A9B479A33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</p:spTree>
    <p:extLst>
      <p:ext uri="{BB962C8B-B14F-4D97-AF65-F5344CB8AC3E}">
        <p14:creationId xmlns:p14="http://schemas.microsoft.com/office/powerpoint/2010/main" val="4292270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3020E-437D-94EB-5F3B-498A3D52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2EC891-85FB-BE76-E2B6-6C6FF0B6FD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[45 in 9], due to the 97 cell in the upper left block both the 7 and 9 can’t also be in the upper left block—but one must be. That creates a 5789 closed set—those digits can’t appear elsewhere in the upper left block. [8 in 3] must be 134.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CDDA81-74D3-30AB-D24D-A5E7B346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DB9BAE-9FA8-4777-84F7-4C909A687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42B15C-51F3-D82C-F6C3-CD970C77F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0CB9E2-6F49-8197-2D67-819669C90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8A5725-C262-4258-9D55-205BD26E5E9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F980D-A5D6-7BE2-CBBE-E3879F30BC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25E49-1BF1-BE84-4882-36F9E7C5EE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4C7C2-12B2-045F-0F91-512E20094C8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2FEF9-AD60-2355-4FCF-05C52583587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D4FD4-1095-017F-E494-2239DDB2885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0E412F-C851-E69A-29F2-B78066E2FA0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650F72-7D55-0D07-F80B-6B344E8D320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71E419-86E4-DAE9-B9CA-3908F10AA35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8DA86-7306-8E2F-2235-0BC6ED73F6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E67382-2B1A-9455-EEAF-27DCC4F6C5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602DB7-9A34-0C6E-9770-190A1B61079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F80649-F441-6584-D283-576E1793D10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7CEA4-5DA9-9C67-A3FD-26C10F583CE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639A43-ECD6-3BC1-24EA-E7F3D598E7D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8CD645-1792-B4D2-D206-90A8448BB42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7CA77B-A2E3-BCCD-9512-E24E4F69CD2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875600-58BF-B15F-2EEF-AC175E9B17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58A301-33BD-34A3-7AEA-EE42F29CAF3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F2BD9D-3A48-11A8-1BAC-772C6B04231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43A2BE-916F-5A8A-CA56-9C2D5E8BBCC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C8A96B-52DA-1A99-6FA6-F8697FCB44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DEA1E9-C6EA-805D-831C-0408E76350E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3D5C0F-A57D-C917-8EB8-CDCA1BF88E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80FE25-3EBA-08D1-F26E-52E14392DC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8CA950-3EAE-3B3A-EC96-3126DEDC4C1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82572E-7923-AE48-B2D1-51847F23E50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E0F853-CA0B-556A-8D3A-CF16F1621C1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7BE301-E8D5-FD75-F0F2-1D6C8174648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4FB8AF-20A7-CD69-1E24-A3519708DAD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23BBAB-BCA5-6581-3691-7C6C80D4E95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E9A248-8B3C-7FDD-C07A-2FD7CD81366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E46BC0-C417-FE3F-69E4-9E101984BF4D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10D125-0E14-8FCA-BD05-EF84E8BAAFF7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593713-22E9-4936-3322-8E71C5CE8CC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BF0A99-15BD-5022-5BCD-B93844C5F3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04846E-7B79-29C1-2986-1D30E7CF982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DDDA73-0C03-0AF8-71BE-838562F76C5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9B8847-8FEC-4C46-C8AB-302606775D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D0ECA5-717B-B503-B4C9-249EA0F7599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</p:spTree>
    <p:extLst>
      <p:ext uri="{BB962C8B-B14F-4D97-AF65-F5344CB8AC3E}">
        <p14:creationId xmlns:p14="http://schemas.microsoft.com/office/powerpoint/2010/main" val="2715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BDDE-B3AD-1CBE-FAE5-50E37840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8DC556-F045-12BF-3CF2-E6DBA4FD5A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0E56B3-9AD2-C2B8-375E-0CDBECCEF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9BB9BA-1F3D-EC31-976D-8D3F583A5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0A1DAC-A8B8-8AAC-1D1A-4A15E647F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D9C063-A301-3466-CFAE-983039909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9805F5-89B7-8566-8739-00CDA262D0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30E16-A2F2-FF8C-4E9C-2C2B064E45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70867-A08A-C609-06FA-6247CF2FAA6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9245D-044C-C48B-46E2-EB678A1866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1F840-0B37-9AE4-7326-86941F2CBB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472D1-3A4D-C363-EAB9-095547AEB6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9CAD96-8285-483F-8DE4-44BA8D958D9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EB5F4-5340-9BB3-D88A-DA4FE921ADF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020DF4-ABA6-9B73-2F0D-CA4DED1413A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C98148-2B8B-E1AD-D66E-C1A6152B538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66CEB5-5BCE-4F5C-30A0-4A83552BD1D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EF24E-6B78-2B1E-0B51-2BF2C13A2ED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F5A15-B040-D0C1-93F1-2A058D81724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24192-0E81-C89E-FC97-599A4513554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5A1C9A-E93E-6795-0474-42ABC915C6D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1442EF-7A2A-5E59-206B-F2BA263326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9CD1F-27A3-F5DE-35ED-0CE480B58E5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C22504-4C2C-1C1C-40E5-88B1DE6610B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ADFEDD-C298-F5BA-1FF0-680EDE1DE54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3E8432-4E99-A592-1288-561AB5E8F05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FFA9A5-7DC7-A4BB-75DC-B3ED65BB855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47F7D9-631C-91AE-BC98-64180037B97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639B9-693A-7823-C221-ADE9702D096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747494-AADA-226B-70D0-338A0BA8544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2C2D74-03AF-ECEB-7F20-E529EB986F2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79FACF-5D93-AE3D-DC9F-8A24EFA6B8C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FD700E-1CCB-3999-A743-F1E6E702884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7CA5DD-E5CF-BCE2-C902-643B2AD9A1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3A363A-0923-2C7E-C8DA-17CFC392EE0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664118-3A31-EB9A-FEE8-BB11F1E794B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F3ED33-DA7B-2B6F-E45F-4EDC60F9F5C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46E703-E708-CD19-DBC3-AEDEA44F3AF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2DF034-5B14-B3C8-FEAF-C67F5D5C5CB6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10DF9D-730D-33B8-CA96-54988516213A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67143A-86C8-A2B0-4819-E16A7BC4226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9F9591-EE04-984B-96B2-0A57F579D4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9496B3-F073-0A9C-DC64-D2FBAD9FA6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1691BF-F31F-4646-6BEF-571E27E5FFD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9B3FFA-BF3C-0C8F-01E3-8917B050C72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B50401-2BED-3AC4-40A1-8DA1D0CEAE0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</p:spTree>
    <p:extLst>
      <p:ext uri="{BB962C8B-B14F-4D97-AF65-F5344CB8AC3E}">
        <p14:creationId xmlns:p14="http://schemas.microsoft.com/office/powerpoint/2010/main" val="4134507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9AC30-9876-4E1D-AD93-AC4E47C1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FD022F-1BCC-3FB2-FDB6-4D710CE7EA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2A6BFC-3F1F-F6FD-1115-EEB8997F5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90E8D1-31D1-045E-99C1-50E98BE18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270E3F-9411-54A8-1919-855459902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6189C0-8253-3AFC-5873-9272BAB2C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25DE4D-670E-1C96-9077-8D1C80C12B5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43C50-FF9C-E3BC-E73B-62C7683643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CEA22-29D4-88DB-7609-4D6D6129C5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9EDC7-3846-8358-8038-F6313182BBA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EF80FF-522A-E85D-B0A9-14CB58EBC45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C83BF-AC96-74FF-07CD-A804676015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26436-80B5-2B63-C69B-016C5C52885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FAB6E-E046-7882-1B61-DD3A0757C77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BDA81-7132-447D-7DF9-F967D61A7BE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C4BB5-988D-74D7-64A2-3CA9574A26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6217E1-4CD2-3BE5-1AE9-32B82189A7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3EE0A2-FCE8-A001-0217-8CB9ADB10EE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0E0568-4924-292B-5461-0479FC656AB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F98CA3-41A0-802D-01DE-B565587FD1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37BB8-7D29-6688-CA25-9CF27653D44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6361DF-5000-1990-F14C-1FD8E07BFE4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4FA73-D20A-CCEF-5050-E5DD8AEBDE8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C9E6A1-3A5F-21CE-3FDD-C66DCABDFFF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1588AA-E2AE-F6B4-E64A-11D1110515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B2C562-90BD-272D-EB95-6C7800CFEBB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289BE5-98E0-D30E-EB1F-6961BA4C30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784C39-ADEC-0EC9-5412-53ACAC8DCC0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613ECB-8CC9-9F06-B911-BF0D29823C4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FEB7A4-AED3-E001-CD69-ECC105863FC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2BBB5F-E58A-F3C6-27AF-D9051C32588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F0F540-3412-F25B-25C6-B6AFEB1E52B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8B322-D59C-7AC2-88E9-B4D7BF318B6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BD7F96-F54F-CB0F-6896-97825D34A06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CAE069-D46D-AADF-CEF6-516B9CEC389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61CD2F-4A52-6514-8700-4048721C39F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50AB5E-9D03-121C-C104-899F0BCEF16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57917D-F763-4832-B275-1A5C6D62BB4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6ACF43-6109-6C7E-52B2-BB5A8D27BB8F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FC1D46-0CD2-CCFE-7CD5-667B77261927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C4D58C-2645-D507-E1B5-DBF9F1FA27E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6EE444-C095-CBBD-874F-F590DAF2F18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070145-36DF-218E-936A-3A8B33F21D0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470C18-2571-9B3D-EF4E-CE99F5E179C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FE8B68-2D3B-228A-C70F-B5403CACA5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E87BCE-0433-24B8-FDB8-236253E0D10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</p:spTree>
    <p:extLst>
      <p:ext uri="{BB962C8B-B14F-4D97-AF65-F5344CB8AC3E}">
        <p14:creationId xmlns:p14="http://schemas.microsoft.com/office/powerpoint/2010/main" val="2015091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1789-005C-CF2A-274E-0D32E003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D1C928-1511-1DE9-DD39-8F296CD8D5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FEFCDC-A309-9F97-6D29-6E5F4F601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1EDABA-C102-4BD3-1BAA-3BF6E8AE1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10AC11F-B66E-DFA0-9074-D2B43E58C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A2D512-8EE7-2266-3CBD-B3C4C73D0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F25A41-DE5C-0268-00B8-C50D904528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814B6-E641-25F2-91D5-825CF1828E4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A60CD-9714-7A32-5650-6A82751F31D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13573-7FDC-7B72-191E-F9FC7DDD96B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FAE39-0CB8-BB81-8CD1-23BAA741FE2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471003-02BB-F43D-E337-546B2E53E7E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1DDD5B-143A-0A6D-6168-50402400EDA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263D4-6B05-5281-8B5A-22A96F6B6D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8756CE-8534-7E3C-9CF3-A427AC1B8C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F606CF-495E-598F-2CE9-3AEA9E0387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A9FF46-C355-123E-268D-775422FDEB0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D0E94F-AA25-DA26-A810-DD6903BF9CA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377EF8-FD4F-8C89-8133-305B6CD6B6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083FE-27EE-DEDA-81DC-DB6139EF344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9A2627-0A6B-6BE0-B3AC-32BC7B150DE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51FD9F-FAA8-D8BA-C21A-B9E27BFD429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C64D58-D77D-802C-7989-345E02349D8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D0823-3826-3230-8744-A3DA879565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5255DE-8B5A-6F16-FE3E-D78A50FBC9D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EC89B3-C945-A9B6-020C-72F372ABC71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BD6473-2C28-7FEC-2CD5-8B69F386CDC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575DD0-9FE0-169E-6556-273F1B37E5F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7F07A5-A40B-908A-06EC-B726E85A5E8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73C8CB-FF92-E9E3-A186-E953C0E2EC8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F80BA3-41B4-7FF9-F6E0-1DEA4161474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AC532A-A112-D6E5-4130-CED94C2C7F3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40F2F8-016A-B85A-4E08-EEA6B131B90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FCCCC-F8CE-21A5-48C4-E4115856682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F637E0-9B5E-5D0E-B23F-AC919E576B1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887B23-C956-3279-AE83-C7F9BF53607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93635E-ACFA-0371-CCC1-245AA076FF2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630449-CC88-E504-792B-3A1637D789F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D2A854-951C-1B39-568A-9EE52C1E4D52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6EF5A1-C399-BEC5-31AB-47CBD31C5F7E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D4C7EA-5916-985B-EB17-3116BD0B3FE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64154-8627-5560-3025-BB8BF236CF9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3E4EB8-C7C7-12C6-A49E-677BF9973BA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BE9839-E3C6-8E73-C4CB-28680CAB83D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037A18-A2A6-6866-C30F-2A35731F6D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6A713F-E59B-7E38-5CCD-45D0C0C168F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</p:spTree>
    <p:extLst>
      <p:ext uri="{BB962C8B-B14F-4D97-AF65-F5344CB8AC3E}">
        <p14:creationId xmlns:p14="http://schemas.microsoft.com/office/powerpoint/2010/main" val="287119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378A-CA5A-3C30-720B-5130A0AD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98170-1B09-2708-E673-B52BDDFC9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2AEB5A-B868-BB29-047C-E41D29E44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5F03BF-D108-80EC-B030-45A66D38D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AADF00-D655-0EA4-ACE4-8B67A18E2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F11DD1-7678-24D0-DE0F-967506A1E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321A1E-8072-E52D-ACC5-B54FD198B3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B241C-F6B9-08B9-6E37-02EDC37BCFF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FFE64-9379-724B-D94C-8F7D10AF29B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59A72-0382-C270-0756-9520DCCA343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21741-41D3-FA33-DE87-C3CC7F5FE4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81C322-BEB2-1C28-E43C-2A2F914BF74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F681AC-E536-70CA-E80B-3D4BF310716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9E4ED-834B-5AB0-1331-15FBDACBDA9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3841BC-005F-E3A6-9E9E-A81FFC9D38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F59A9-A061-3317-7955-F73B938D325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EE6A88-56F8-0145-287B-FFBC5824151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9C46EE-6FFD-8E91-4E45-8E7DF8F1D4E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382381-4691-90BA-0BBE-991ACE7BCCD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A196A-85E5-F26A-7C47-48E54B2802F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52139C-7B16-97C2-7194-47FC6FC250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84A88-07E6-FA1F-E10B-F9A2FA4B41F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15BABD-C42F-4B55-B408-242E728D784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95E9CD-DFC2-D3A5-75D0-F9680B0BCEC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7FC84A-670B-DC7A-2AEC-F23B15FBFB4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103C8C-1CBC-EE51-DD91-BCB759204C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3FB3B7-A19F-CEBC-866D-01B46100F2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223348-354D-77A3-0273-1868F2332E5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35E33D-1121-3EE7-525B-82B430C209B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3037C9-A63F-9731-0689-66B8846F067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48033C-58B9-25F6-B94A-D3BC3FE7ABF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9C1A7-663C-33D4-D0B5-60111477988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ADEFE7-3F01-4833-BA62-743E4AD9DD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94F3F1-D376-A7D5-2814-13B12B32FC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5C250C-5157-D105-C73E-35C2B3F18E8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7156F3-611F-3527-A0E3-DCC0CDDD499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3CDE42-3AEA-2942-2423-1C36B556444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248278-0D5B-64CF-DF7E-D64E82AB3AAF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0207AF-C450-212C-6ABB-954531D41F96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E5D61F-6E23-56AC-953E-EE37475C14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88A1FA-79C3-DBD0-AF12-23259E8BC17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5B3969-35F2-96A3-2F60-6E05209E6B5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65FB56-6963-257D-7728-15F755A363F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CC7B60-0BFA-7EEA-ABC6-D30CE5D07E2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474E48-3139-C820-5544-AEF0CB68CEE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BC0603-0883-D20B-05FB-81FC1FDDCA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65592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53048-0762-3F27-709D-9D61A4860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756F0-3671-435B-CB30-F4F841D29B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F65C8B-B3FC-6701-BEC4-35B290C78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548BB6-F516-2243-ACCB-9D7ACC067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E79C9B-F350-EE1C-D5E7-E3CFC7028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7508A5-9C80-C30B-42F0-4B8B0A9CF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6FFD25-444F-6C35-8F84-BBD10676D9C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C59445-4F38-E872-4854-C9E1BD1A658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FFB3D-01B2-9428-39DD-AABC2705FA7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E27B4-FE80-FFF7-58DA-1E3A4360DD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57E23-AE3D-632C-C231-135E2EA2ACA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A99D4B-9D1C-7030-C084-28E5558502F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53FD70-300B-902F-D5FC-0ACC33DAFAF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DBB24A-FB5B-5452-6852-9328B0915ED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4E3F1-53C0-63A4-7776-45308FB2972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81DC84-869D-F198-684F-990F83A22C8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37B709-F801-1B3D-FF92-1C4432C1AAB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D93E9E-CAF8-95CF-973B-66CD250D9C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9C33D4-35D5-D399-8A81-EA324C47714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63D796-2E85-4E04-99E4-5F174D6B76F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0C109-DE30-581B-E734-34884044ED1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C622BF-8EB6-41FC-A547-DD5DDA00A38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502BB-443C-D3FB-4418-82683DE500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3628BC-9CFD-E000-1B39-A633FDEED1C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C5C346-C5DD-A3F5-71ED-CA3A9B3F187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B81C8-BDB7-D424-4025-2564A240A73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2B3FA-9B62-AA0A-D5B6-1F0EEEE1E9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376912-0E7F-E590-F22C-03ED8BA4D38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DD6D0F-B281-E0A0-32B6-E2193F0B7FF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AB31F3-654E-AAE0-1A53-3972B377B92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37352D-DA09-AA0F-B3D6-DE7136CBCE1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E02F4F-DFE3-C22F-CE56-8A7F75EB530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8A204C-DDCB-D698-541C-C6382DD2232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40F1EA-73F5-C39D-ADFB-468F129E119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2CC165-EEED-680A-5B16-F7D02DEA9185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D6AD39-EEC6-CDF6-868C-7957FF91F8C3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A6772-426B-CB3C-09B9-39C31E00B3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7E422F-C86F-9E21-15DB-90900CA5BE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B95672-394F-A93E-991C-C9D307C9E29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30FFB8-5D1D-3AE1-EC83-AE072EA1B24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434C17-C7D3-A9BF-E488-70E0A06A68A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AAD141-915C-28E9-756D-989ED24E5EF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42CA0-0E9A-8891-D181-724B7F68693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884429-D6BB-AE96-32BA-C682C359355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20721D-3EC2-8C9D-DB10-81F60CE5FD7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B8852D-430F-68B8-959A-A0DC388A206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7754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C2101-815B-62B3-C047-731A24E9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3B346-22AB-5F5F-5056-AD0670D032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626D62-CEF4-8C1F-787C-1A6AE5BFE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3BB8B59-B1A6-7DF5-7D31-89EAFD479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24709F-78B6-A33E-71D9-91CB5F18B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DACA23-7451-FF04-0D2E-4C775B0C6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FE1468-CB5A-6A80-6595-F082379D96C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B4960-B7F2-A779-3F49-10D193503D5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E9A6FE-E8EB-0080-CD04-0B6E8D97A02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D08CC-C4C4-AFEC-20EA-57B8C22EC36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AB4BC-61A2-D744-6DBF-05514B8B1AF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BDBF7-503E-2876-913F-47EE8773F2F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7368A-EB40-E711-B9CC-8D59F5EFCD6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7F6B90-3C08-D720-DA02-F720E8FF73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AA3057-1182-A0BD-2F50-B5732B2FAEE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3405E-C010-5D0D-4375-6E2E378013E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EA82D-5633-9945-4FF2-31D1C4C43EC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9966D-ED80-A34B-D0CB-86279B21A27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BF6839-A256-2BEC-23F9-FE67A3B04F6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D164CB-6401-B909-460E-AD1ACEA5E00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E69607-3216-A95C-7864-10C72FC1BF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61A902-6F39-3CAC-9118-437C47D11D8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B5BD5D-F222-15B8-A46D-E88036C1F2F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55D88B-F58E-7168-61F9-4D71A9C24D7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0CE561-2A16-8376-6922-806A51BB540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6F8025-1319-E093-7479-1DC3DAAECE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9D6EB9-818F-77E3-48C3-5B86CD15CB0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DAC9D6-BABC-A1B6-026F-49D8E1CC174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6FC838-ECB1-FA81-0AB2-DA74F6B9C26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229E5F-9C2E-0B36-D612-F2A439B80A1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E93FD1-6451-AF92-7D76-75F31D03394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B20DEA-A8D3-AAB6-2F83-44F9A4407E2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FA640B-B944-BB94-30E9-B4D6FDED712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3561F2-9774-1BE3-8E46-EC091E9D30C3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C5F3CF-6213-A1FE-599D-AECAB0F44E63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FD5248-152D-69F5-0DB3-CF612D6F0C9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4E44DC-EFF3-BC5A-AB5A-BAB8D6CF85E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0724ED-45C0-464B-4E13-FFC5C6B597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2A842E-0114-30A0-C172-4C34753556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052252-B1E3-FFDB-5D0C-3FAA80C6CB8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5989DA-AF83-7A52-7711-AB8F198CBC4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97BC0-BABD-E05A-3609-0B94C02B20C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3B7056-9194-26A4-3111-08D8ACCF4C8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011683-92D3-1B63-51CD-65D2BFCF11A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04B315-5D9D-DC74-1802-35E271BDCA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4CC88-5AD6-D054-D84A-61426DA3D0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7620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383F-E5D9-F974-5FF6-EFC104EA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64FDC-BDCE-3BB3-CA73-915C1F216F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883927-D674-886F-0349-5DADAB70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86C0A5-69CC-BE0F-19C6-A7B1AABBD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9DB411-F576-EE74-186A-FEE8B6B7A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AB8B4C-1CA1-45A7-3564-5535E4790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92199A-673B-B723-8697-56B13319FB4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7A9E9D-7217-6F55-7227-237513142E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304F4-7BC6-C3A3-B919-7F2C01879CE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9498-E279-CCE4-1D67-2C88862039B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ACE9D-9AB9-7DED-C669-2A9E4588444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11DFF-E77B-123E-2E8D-30BF5D2E65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69A75D-8EF2-04CB-28C7-A81F1D9FE6B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426322-83D9-287E-E05A-B404DDDDEFB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6F5740-CD65-2BCD-3E16-0D3FA09F0CC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372738-1496-75DA-84E6-E254402AF9E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1EFFB-7BA3-C0DC-7E81-15D47AE232B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FBEDB-88A9-6E40-8550-1ADD4D959B0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748BC5-F370-74AB-3E40-A68D91975EA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6738D2-5B84-0164-36E5-04577AEC495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068913-9239-0C12-C394-C46876144F4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514ED4-0D0F-5DA8-4F71-5B67A71EC5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50BE8C-AA17-8E84-FABD-8562688033A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244260-CCD4-0F37-79AD-C01D0438F0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61B765-EADE-9D44-CFF6-AAF6F608D5F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300658-F37F-D553-FD86-4D09E5F3252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CC96A1-DD76-0EC2-0A7C-18D997C65A8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574FF9-084F-69A4-7BA8-66F49B17C66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341414-4C2C-5612-9556-2BAC19D7456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C18599-5C7D-C9C8-5585-F4AC3ED5C7B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B663F-8D39-2B18-E1BB-4EF2640361E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684CD5-6BB7-0B3A-16E0-D05ED1B306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613B3D-1519-B8FE-F719-7C4F60D7BDF3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8BD43F-F78B-6665-C271-8200ECC9EBE7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A0CE1C-25D8-54CE-B560-D48440C282D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FBDD8A-FC9B-B2FB-62C2-E25865307FC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2CB05E-F9FA-35FE-3160-408D544DCF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420710-8D3D-A40A-BD83-A0B0CA3CD2C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D73D47-A7DA-B366-2856-9B21AE1203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7B502-1C29-CE97-783A-05827A159BD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940B45-11EB-1437-88CF-02918B4AF78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3276DA-E0DC-8204-E7B7-DADBA77DFA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052FB2-103D-1D59-0312-2C87B47EC90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4E97C-B1F3-E336-25D3-16DDE2BA29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5F8D4-7BB9-11B1-7729-E7E02DAE0EB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B88A1-43F0-E59C-279D-F01D5E11933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19080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9C1A-E7FE-7768-C06A-B52EA9ED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9EE8D1-02C7-40C2-C7FF-FF26F0E78B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342EC1-056F-13F6-17FC-9FB8315A2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4A7C73-C804-EFC6-1637-CEE7A8445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39D37F-C6EB-DD47-B0B9-C941CC6B0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4BD1BE-2387-EC6D-60DA-566DC5BB8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8725A3-5FC2-F6A2-4CAF-9BCFB8226E8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DD515-3802-6B10-1E6B-B86E9D6CE0B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D9AAB-77AB-FC72-4F4A-5C3B04F2B75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4D82F2-3D55-E737-0F4E-7EEB6C3592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AEB90-4346-EE16-C6CA-6BCFD3B6FC6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0D3AB-9492-4B28-DB5F-E57FC5B7F7B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68702-304C-085A-B424-B56D3A0DC08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E457ED-7966-3A9B-47E6-DC1D40CF69D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EA8A12-2FC1-063A-3D95-D60FEAAB98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F8BC4-18EA-0DD4-F14A-9189FC21597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1F6A82-7FF2-DD7F-453E-1A3CF86863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BBCE42-67A7-A71F-AB64-F35B44CF2D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5548A0-1937-DBEF-1459-C896AB7C07E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0FC8D9-DAE2-9D13-E8DE-B925FC035F7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1C5241-9A89-B9F8-E079-52AD5AFD61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C0D394-E0D6-6A2C-ADBB-206FEB6C339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635A29-4B78-E662-78D6-4888301EEAD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55F7EA-8A8F-4051-9FB0-173980A3DE8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82132F-2B44-81A1-9E05-E11DFF8D580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6E2703-426C-CEAF-0810-51B2D6FBE6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E15C4-29DC-F4E2-BFA8-4224C9A16DE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AD4C79-4408-83CE-BC5A-BE6C334BF21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8DE24C-53C5-CDB2-200A-B056B8DFC00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EDF1C5-A73D-0BBC-0C9D-D4272CA1C30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38BE66-9B88-C3B5-BDEC-43BC8163D21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3AFA7E-BD6B-733A-5D50-497BCF6FB96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B8A679-8689-D43C-5DE8-884F98F08E17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A31FEB-4318-158D-9EB6-A2D4E321FAFF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59BB98-5B22-BF1B-27C6-618258ADC6C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DDB904-35DD-B57C-B6D4-8C4F2E2A3B1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25AEDA-87C8-105B-C56C-48411A9DA3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1BE899-2CDA-6D56-8379-EB4C8C2F2EA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04809B-D200-C2EE-3B86-99EA5755FC4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0CDAA-7447-076C-4362-8C930D8F15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904386-BD9B-8946-F144-FB22A22816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9B5DA5-5B34-9A8B-2FE3-EF05780A0C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F83EDF-1E12-72C3-FA0E-899DEF94B9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64EA13-C39F-56F7-2529-524430DD28B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99B3C-F132-E29C-8EE0-F7F8F46B717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56FB6D-194A-0B6A-9FB4-58D8670B17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11425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69722-0AA4-0AA0-BE5D-58183205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F4E73E-7F27-2FE5-E726-430FA54A27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7D7E4D-E8F2-A2E5-3AA8-CBCE01724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761DD2-A7C8-FB8F-F852-A982BEACF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07BFDB-D6A4-2452-6720-8CF957E9B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81A219-8982-9478-0B3A-97B24F2B6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15EFE7-5620-220D-09C3-CE470A0D54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F8FC1-079E-350E-835D-87B80D87ADC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A6732-43EB-E9B0-F522-D1BA7D42485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D48878-51C3-856D-E012-D2F0018BAC8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A1712-4B25-033F-01C1-36E71EEF89F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267CB4-4EBE-01DC-53A1-45C6123988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83D9C-5D21-C3D5-670E-DE05794BF97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B699F5-DADA-56A7-E401-ADA9E2DFA86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8E7D4-A553-16CA-C7C4-01218C5D55B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EE9439-CB53-5B6D-1ECB-16BAB3E8D95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45BA4-0E72-0BE3-0595-4809EFD2DA4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914CC-42CF-7BE6-FA99-86471FB280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06A450-08AF-7051-488B-D49C865F14B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FE97C0-E775-C523-0364-96B75232241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D7F563-B732-652F-65DA-96EDA9AB274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BA9C55-4DFD-E0F3-88C5-B58EF3B6728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D26D76-BABA-23DE-761E-7DE16CD9654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565C51-3D30-0C47-4768-401ED4286E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7AC248-237B-38A2-6C23-2F4C982BF7C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D5DDC0-852D-46CB-47CC-6D64DAC9A1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4BF5F-7A6D-9C5D-663F-FDA5E883FB2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D2BFD6-ECD4-D64D-CDA7-49CDDDAE268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2C3D01-F33F-7D4D-D6BA-CFB631C9102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53748E-889D-F23D-EC41-5D9590423DB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955FD8-7DF6-ED1A-5B31-070B7555FF7D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DB9C5D-8C5C-4438-F992-8C88D3C1D42E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05C3F4-8558-A5FA-54B9-A4B6EA2D1D6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2587C7-6029-9E23-EA6E-F731E68F54A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0D78CB-0EBD-C60F-AAE6-DB959F78FF5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6B983E-30D7-1236-B536-72867043FAB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720703-253D-EA01-FD25-CBF7A24E9AC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6FB968-9882-6BA7-471E-23932D5343B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558FAB-D957-E74C-7161-8626FF24CAE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89428E-D36D-6983-44DC-74C3B09017C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1F5888-43FD-9158-3747-B3F7251C426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DB1C7-BE45-1302-84F3-B6AEA3A19B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C5385-9FDF-FBAD-6E4F-453E00DA6E8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65B513-A013-4EC6-FAEF-658EB6EA79E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72675F-B225-52B7-0372-2C81E41555B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B92C01-078A-1ED6-B38B-CD27F4FBC41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7271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DED7-100F-B3ED-4F12-1A8ACDC1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C831C8-CC1A-426A-05F4-110DFD23F0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D04FB0-B90D-3669-F652-F7FC1EFA2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A3FBE7-E063-A722-EE23-B5988DF57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1670B7-F160-D4D9-5D0C-D60C34A5C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37D0D3-E11C-1D2A-A1F4-4CA4171D8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A30C2D-ADAF-94FB-955F-0A9E7261EE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ABF27-E1E6-E083-5F77-437F1A202A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DFB4F-54E9-6CD1-28C5-EB4D405E109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8E0A9C-B9C9-7678-2625-A96342C2BF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1327B-CBE8-DC44-0E8D-FA554B64456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98183E-1BEB-927D-D06B-C37E5663F2A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6A020-BB72-B6EC-ED7C-3F576E44139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D09B3-E0BD-AE0F-480B-0222EB751EE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8B8CB3-8623-3D01-ECFF-31C90774DD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A3399-CA61-293E-F82A-539477FBC7B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BAED2-090C-2969-ED72-E249B33B383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0227C4-68F8-0564-333C-724B47F1816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757EDE-EA61-AC05-FCEA-E728D8BFBB5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19322-B3C9-1CB3-BABA-0FCB5BA6F9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C25110-F9E9-9126-F901-8B8BF5973D8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511104-D41B-8EF7-C6F0-A6401C3C63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D25101-9C8C-1B2C-8D72-FDA4C8A1C39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C49F74-831E-9CE7-BAE7-4064C084C49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72096E-56E5-6FFE-778E-556AFB091A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DD385A-DA33-0876-A1BB-B46560164CD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970E6B-3467-77E2-3576-22A4FD533EF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570C1F-8860-759E-B73C-D316FE7B5C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1D139A-923C-FE09-3539-E8CFD1A0BBBF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754CBC-6DA7-AFF9-95F1-832DD21417E0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DC3B1C-FAA0-B15F-456D-C987D4965F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075446-A874-8EAF-1D37-9BD4873375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DE1300-61CE-6CD0-E550-15E64362366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E47F46-19D4-B949-5F52-D95AB2293CD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ADB25A-5A87-2302-C76F-8578FD8D33A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C1DF5-6605-8B0B-BA48-98619694E8C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67083E-4002-BC4C-1654-6013847E7A2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76F55B-518E-D187-E34F-05950041E3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C1C68F-AAA3-9962-8DF7-E152D649747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34924-6D95-36FD-0875-9E9DEFAAF97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668C1-08AB-B9ED-0DBC-18287A562F9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0EC87-42C3-B499-D8A5-2CEC1F9D85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028442-6544-4840-4D51-0EA16C8067E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CE7632-BA1E-1B2E-A736-F1B4F0EE74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CCA8C-E31B-BCC8-5A6F-38DDAB5092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49BBFE-49CA-F5DC-4619-CBAD95134D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62321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F4B8-0741-8E96-94A0-E2B73BED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4504DD-9E2E-5937-5074-A6F40187FA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8895B8-EE47-E3D7-9C28-D0F7DD75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42AD4B-AA4D-F916-6CD7-2D6E9027C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EB3389-0BBF-FE09-2B8F-A33CD33C0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7A66A4-2CD9-905E-EFD9-4FEF1B8B7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71F492-655F-A962-AC16-06FC20B1B19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ABCCC-F877-A9DD-D9B8-8AD87BEA12F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65432-2958-F933-A5BC-45EF7DFE055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BBDA1-0BB2-F686-47C1-15B5D481078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20ED44-046D-175B-63F6-94332ED566A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2200BC-406B-FA99-BE36-87C7B8C17D2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D9FCD6-A775-0BDB-8C52-1CE23808FF7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3EA8DA-343F-B302-FA7A-7C23F0B73B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9BEA52-DAC7-A6AC-4FF4-19F2B1B9C7F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BFA77-5402-9E93-14FB-71497794F69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DF6517-F523-6ED8-052C-74C5D1C8841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CC74CB-6EE1-61C2-D65C-777E85C74A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EFE0BB-4266-917C-2893-6FAB7E34174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E286B5-6CB9-9A98-0028-988A34A13AC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DF92CD-DD1C-9179-D954-CBAAC3D1274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F1663B-0C58-8C36-25D3-6AAE226948A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8405E1-DB3C-A1B4-8FDA-B4A13A4E78A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A0D0C1-59F5-2419-5989-30B03824B1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44487-81DB-9171-FF69-54C73DDF196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932BAA-EDEB-D697-4E4C-3E3E7785491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0145FB-1844-6C67-BA16-8C6146F61FD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CFE30E-CAF8-9973-BBCB-6386F0D34F3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46A62F-1B3B-AC81-70AD-B09DEDCE6FD8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804B55-5A70-895C-810B-BA9D49993CBB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293552-AAB6-3CC2-DD3F-E629F550442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D91DF0-098B-8CA1-7CDB-733716DF268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99DD95-18B4-AFE3-25F3-3E6EBD224FA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45A390-54D4-168F-4E1C-C3A4979E2EF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B3547B-A7B6-2C32-262C-8D269E743E0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958F9-07FD-9828-F410-C07EBC9B4A3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94C720-BCF3-F672-C044-4FAC8D5E1E9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E98ECF-B25E-F5D5-D043-F3463E9D7B2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86D51C-1720-4BC1-2D58-4920119D8D1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E3CC5-0F95-2664-AA47-EE17993ADD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5877D0-0CE2-FF79-2C4D-3C0D6754842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D447A8-C5EB-5A42-DA8E-FF425978EA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6F35B2-5460-F0EB-F5BB-3AC91D3A170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2D02E-9E97-BF6A-D771-67F42721BE2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D5B32-7ABE-9408-D5BB-E7337E14009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83637-6F48-16C8-B647-0B8FD374967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8311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ADE3-E557-8C65-5876-23180794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D708A5-EA5C-F96B-46F5-1482918B1D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[45 in 9]. The remaining 58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A05B67-28DC-590B-3C91-EEDFC19C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497213-6A82-77FF-FB12-2EE41DD3B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C2638E-2445-6E60-4565-1CD8EE36F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FF12A6-4ECF-CC29-8E32-46D8802E4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681102-264B-C748-0213-B11A7A1C46B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0C98E-FA13-A6FD-D160-2FE584C3791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CC9B7C-C2D8-8AB0-0E81-5247CAE993D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53914B-FC48-801A-37AB-C5F8EE99654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B5CB2F-F19D-26A6-B4A2-AF9330074E2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CCD963-5B6E-7702-D969-645126A403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7F388-BD0E-7F93-CACF-CED2064FC65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5A650-D7FF-98C6-72C4-B38494243EF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1F3433-D8CD-53BF-A8EA-4AF5D8AAD4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A03CA5-F6A3-EC4D-E604-2105ED4168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B4DB09-FBDC-4E40-479B-2BFDD486986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E08CD7-643E-9463-CD74-3573D434510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CE1324-AF34-932E-7DC9-E35C0CB820E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EDB18D-A8B2-B39E-44EB-C225D837A1E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D15C15-320C-96A3-5B6A-9AA23654A83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21DC8A-2375-7774-5423-4F911768BFB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4E3011-13BE-B6F3-1358-0A28A4955BA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B64BE8-80C1-AB13-CBDD-5C17CB25F8F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556E5D-3C14-0F1C-F19C-7DA75ECCF9E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F643BF-3C8E-CFF7-1887-C8802C5A9F4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B1B688-AB53-D007-0143-05E541F23AD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3CABE9-17FD-5728-5B97-DB87730B090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48B3C9-1813-7D93-5799-A475E2729CE5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3BF37D-935F-11B9-922E-47D2709394B8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73CE3B-702B-6538-C1A2-720B3DA8A9D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A6AB17-5031-C684-A840-240918BEF9E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4B5725-1171-12CD-EC5A-E0AD70CB97C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70ACD1-9FB2-1656-AF18-D06419AB1CC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E91884-22D6-2D70-587D-66591E915C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AA916-D941-F018-EFA3-9F853BDB0D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052E22-2A02-412F-4957-1A8078C30B2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9EAF1C-1940-3A3D-188C-398339BD20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E32AC2-12AE-1154-B37F-37BBDFF06AD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98F61-1A29-7BD9-A301-5D12140BA96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20E8C2-DDFB-9095-0AE5-E564278DE16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2BA2C-2DFD-957D-D6E9-D02CEBFDB5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9683AA-F806-4FBE-3174-290823B202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4DFEE-CBBF-C4EC-CB95-B84E0D04FB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EBEE1F-2C0E-F6C9-6608-5E097C4C7E3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7CC93B-0ADC-5799-9DBC-E3C3EB459E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839FB-B641-345A-1D72-D82391A7A0F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995E1-2B82-7059-9F19-7AEC40FFC5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95669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C40E-4658-5079-22F6-1C7B9644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331C60-2F11-B72F-278A-C0C19A1CCA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CCF7CA-5984-6680-2A09-79B19552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F7459E-DDAB-CD49-CCBC-D2D027268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409268-52CD-1DE7-EF2B-3A5BEC1CA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5008E0-7BF7-92BE-F381-02422D6D1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98F7C-3CE4-74E9-7047-14741395CC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0FFC53-25F4-DD0C-3E6D-9BA68D7C8AB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E4093-249F-87B7-9993-9EA086F8FF8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3423B-575E-3A56-1E17-712E3BD1368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137A46-6136-28E2-2BB0-85638DE473D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7A412-DF42-85B7-CA4F-55C49DDFA67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79F68E-BB28-8D28-E1E3-7608AEF670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FCE5D8-A8B8-FFB7-51C6-2D2DFA7830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047C6-5228-9504-5221-002C5DFB81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2E7AFC-201D-55BD-0B75-F0E5A40C86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62ECDD-7FA7-97C1-E292-DF0CD859262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6E613-AFAE-AB28-E193-7C01B860D7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D328C8-D82A-98B5-1FB8-5C630368F7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5FBD16-6351-92DE-0B51-113CF0EC92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562855-8313-0FD3-23C1-2302EA250A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A6D30A-F580-80D0-239B-66ECA55A67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EEDE7E-355F-859A-5258-D38E31E6D00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B866EB-AA60-8FE3-3B8D-FEB202EFE4B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8F820F-9167-359A-6B09-C630C287879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ACFF71-502B-B071-E355-F38142DEB0C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87677E-A2B0-5C78-6FDE-A10D2BD96E8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5D7051-A79A-DD43-C852-65F5197D54E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BBF417-D531-4544-08D4-C057E26D97AB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0715E9-3306-66ED-428D-F6D84F4DC3ED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5F6736-D13D-59F3-25E9-F5846AF5B9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995E74-A671-5884-2319-BC2B61FFB29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1492BC-C818-9EA3-6348-0603F8EF695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980525-6238-F85D-09B8-6B214C23BB8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3DF3C9-258D-5A4E-D3BE-B962518AEFC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33CF0-A40A-60C9-E451-F8FF95F810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48E42F-01F7-B3AF-8CDA-E7D4CA47A44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0517F1-CCBA-D521-40D7-7FA3FDCFC86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220285-A59C-379F-B816-231941487A4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81019-D928-524C-3605-ADFC68EA7A6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7FFAB-D343-27BC-F2B0-8BFC3276018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BC0D16-25B7-2FD9-440E-FBD93320FBC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A88803-8F68-1AAF-47C6-102B0A68115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18A9CF-44AF-D103-79EE-068CD859D4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C66CD2-D8EC-AE38-4139-E13E8AC9F2B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0CF434-27AA-1BA4-40E3-71862D80F3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4107A-F45D-E979-441C-EFB70C6FC0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FA99F-8BD3-A20E-02AE-337CD00269A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01369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0B14-68C1-F702-8276-F788CF54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4F9064-D4D0-AF53-76EF-373ABA4D81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2 and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8B950D-798D-D54D-09D2-C37A1ADBD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474392-667A-6045-E673-A4453BA6E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4D5A36-1401-60A8-B889-578B36116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71CC45-24AD-FC03-D13C-A9DC88610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1C201A-F7D4-6E44-827F-85B52D46C44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4EA8A-FF55-32CA-0FE3-E2F7CA8011D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59663-28CD-E657-B037-7B97666444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52D55-D17E-7A48-F6E2-9607F41CDCA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997629-19CE-FF87-02E9-56CA60EC91B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82AF4D-E1C0-FBD2-77F6-4608A45840B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65BBC7-FFA1-877D-9225-D227E707855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048DA1-7560-6F90-BD6F-E4EC87C37A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20E3E-0241-8BAE-062D-7E0CDCDCA25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1D20AD-1B22-4347-577D-2C76881D8C6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186676-7B12-4935-E729-6083051208C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D207DC-5EE9-68C9-272A-83E8A5C5C4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9503AA-A67A-BAC5-12A4-B596D3CC621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D387B7-D80D-6F59-8437-F0B49708B0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57F03F-81AF-E9A7-440B-4EC764993FE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63F426-EE8C-FFAB-0820-7F8C80923F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FAC4F6-FF07-C79C-0945-B7019DEE622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5B41B0-3493-AC07-BCF4-764203E3DA1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3640E9-785F-DB13-879E-9D92F3F68B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D36581-5FCB-A8A7-8F72-FD8FF3C8CCD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E568F8-361D-BD91-91F8-53A4E9C37EA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0F545B-0CC5-98D2-20D8-464D1E4B411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7480DA-2D6F-42E9-FAE8-73403C12F6C0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46AFCC-8705-4ECD-F76E-E8E1F490C49E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6582FC-5603-95F0-D420-17B12EF6DCB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5415C4-5224-E67A-53FD-D576A0F5BEA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836741-1A69-93CF-931C-350AD8EB40F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6758B0-EE51-2805-BD4B-A32B45ED599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9B59CD-CD3F-4613-8A06-F2470F26D36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1E3FF-A184-508D-B6C5-3B321AD1CA4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F662CE-F402-D4CF-B984-7A78415325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54A19E-B7B7-FC45-13DC-A1110A3EEF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9E818E-0C1B-EF50-4297-EFD0121AB80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534BC-AAD8-7706-85D5-E00DCA1D16B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2324B-7129-605D-B027-D42E192535A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2F981-46DC-F343-A870-0D171146EC5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704F6-11F9-49C7-6B37-1E4725F9169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94A07B-7C86-ED12-9790-15F30E1A6E6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13F9D6-E249-1AE8-DC08-91E454C2AB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FE9A11-D6FB-6AA9-AA9F-7C294892F9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89ADD-1940-788B-7ECF-2983A3D57D3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E47E53-53DA-AF94-44EA-DE9185E372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F76473-FE95-A1F7-BA5A-61433C96521D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3BB55D-5206-B277-B08A-8C73AB578C69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430060-AA36-BE1F-F6CC-77631DEC21C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F5DBEE-8C85-8E4D-C67E-BB6FB48854D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F822BE-EAF3-40E7-7BCA-21E7E17344D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2771384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83F17-EA65-0FEF-1048-A2BBD5856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85CF63-EC17-F06B-EC44-39F3A03D96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bottom left block, 2 must be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43B795-8892-3FEF-CE36-46C13C2C6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8AB213-70DB-F414-378A-A491F8C59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FB841C-1A56-A3CD-C93A-6201DA68F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AACED0-89D9-E4AB-2681-148D0CF7A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CFA63-C83A-C4D7-7A09-315697BF43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6419E-318B-772B-5031-ACB04AAD72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20ADE5-B329-2D73-5C9F-ED118B8BA3C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998BB-91BA-0C02-3E87-6E529D505B3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B3D07-1F45-C120-B4E6-FA0E69F38AA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F04955-C18A-76FA-DCA6-64507E103F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7D6C12-5669-CA5B-2BA0-206380C28E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D8979E-AF43-6DE3-5D75-450E5464DC3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64C803-AA1A-AD11-44E3-981ED70F1B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B07B4-DB76-54C5-9609-C763503C804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DF80E-9435-FC3C-4CFF-36870647D0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282D1C-678F-D77E-8D93-A6CBD968C40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FBB39E-7540-73CD-740D-8FBD279D4E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C61EFB-3336-A572-052D-2A5907FB5D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EFFE6-B52F-A59D-B984-5064AA9AB7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D662F1-5E9E-3098-BDDC-775F5591AD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837653-FA19-8E4F-DD30-96A310288F7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2CF488-FA3B-BF63-2040-E4ABA5E5E9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D12B5D-0F05-22FB-0CAB-3E0A7EED93C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E9CC5E-E033-9FC7-AA55-6CF869C0BC5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F83584-AD0D-5274-4FB2-E3A6CEAA5C8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77C8F6-B009-8EA9-7DF2-5AAEDE6BA97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1EFB38-9D60-EC2B-5246-6F83F41E7302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FFC118-935C-E09D-1EA5-E3B87B0C2AD5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0E3858-8325-7A08-DD1A-D13E58185FC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3D17A5-61F0-062F-DEE2-51F73414046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D52CD3-F074-E6CD-895C-954F25D3E76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BA34AB-80CC-A050-E155-171217E87C2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ABE2E3-2CD0-BABB-6A9D-EFF6190511F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3A786-894B-5CD0-CA00-BCCEEE197E8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432B02-15D4-6836-E760-0B36C99811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C98963-D450-6C4B-D77F-6AA4ECC4504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74F2AA-2CC6-D232-4397-2E7CF8430E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A7F36-8133-6EE4-D2A1-0C0CF21A3C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226C8-8C9E-D0BA-CFDC-4643C1B9C51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577B7-6C8A-16E6-39EC-4547B3DDA2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1A04DE-182D-A2ED-DF8B-B796E5AD27A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04DB43-82F4-8357-54D5-D5DFA9EC978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88E668-EC77-8F3C-62F5-0D3EE0A4C5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BA9706-C489-B51A-CF76-72FA8FF9072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B7A79-7203-62ED-5E17-D8A035C27FB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90DD5-A46D-3CB7-C3D5-FBD513BC4C6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F76448-7818-446B-6362-34C274CDF9D7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2CD2F7-D4AE-7EB5-279C-3FEF4BA9EE6F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45F0CF-32BF-070D-44A6-8874CD65F8F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1AF2CB-D1C7-5B4B-EDE8-67D056F7723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D6C24B-E2B3-057B-6BD9-0AE831AC3B2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316695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B606-73C2-35AC-EE5B-5786EAFD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A492A-E3EC-1E3B-10BB-725FA8276B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5FAD4B-335E-E9CB-8647-521440C5B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424F94-3F1F-B66D-46EA-7DC950FDE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784E46-4932-BC72-234D-714639D08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764AA0-2995-1DA4-A1A5-C5D2C635D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2A0750-5589-0862-9950-FF55AD7647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FA8F1-DDF4-37A1-196B-FE3FA1B30C0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CC8C0-08A6-13EA-1358-F12CE0D629D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FEF8F-7A4E-C735-5170-CADFDC8DBB7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91405-BDD1-B0C4-ECEA-C8DDBBF00F4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FF78A6-7A59-0BEC-B832-A33E7AC3C6D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95F84D-ECDD-360B-2BDB-91EDBD5076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863C4-973B-49D1-FF12-1877C5AE82C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24BF59-6B9C-7B6B-2EB8-33E33864D0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6F59DB-DBAD-6073-0735-BEFAEA2598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716D6-DE50-4EEC-A37E-3561903CF1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09C12F-0C2F-F415-54FD-AACC76F624F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A22C09-67B2-03AE-85BA-C8090581AB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87545A-0E86-2AEF-B35F-46B32AE262E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F6CB97-A223-CBEB-CD37-80ED564F3F0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94E040-31B0-D61D-F285-FA075CDD83B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40F51-3B34-1B05-50CB-C951FBED768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B3186-37D3-7F27-34CD-8519A797B2B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30C466-EAE7-3CAF-3CEF-717BE1B48D1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16AE40-B9F6-9BD9-F368-7488D6D0FBF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2B3E7D-844A-C885-1219-C54C86B5D45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7EE525-7919-A301-87F1-6F1DD86975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BC1183-B9B7-4789-8313-75DFC726DFCD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B6B219-13E3-19F5-AFC0-EF0421258A8A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A03780-5DD9-55C2-E2F9-C160A7F96D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F1B3E-E587-4705-39D4-08209B125F5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CEF1A4-BF7C-4E8F-CABA-E0555B4E8B4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F5F085-007D-0C94-4F65-9267AF19B9C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4264ED-8645-5DB5-97CB-A6FD5BDBB83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ABA9BA-C835-82FC-004B-95DC43D801B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471222-B6A3-BD4D-BCB6-30D5329545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CEA4C-F861-25D1-7D9D-5371A94731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E5690E-E459-E6BD-E865-E1AB81A6860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A2D91-6667-FA65-352A-C3C26057B4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EF41F9-36F2-980B-4883-EDB61B1A6B5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355159-EE83-271E-11AC-1F8AC792189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B5B23C-8CAB-BF98-DAA5-F83AB839521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D1FFAF-7FAA-E4EC-6ACB-47928AD3F97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0EDD5-2890-E951-4D11-0F6B1D4A955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C9B735-6062-EA48-CF3B-E4F7FEE1624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C54FF6-D40E-B76E-8924-805CF6D9BA1A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F3B375-AB7F-D0DD-63A2-9B905EB4A553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09D35C-4B23-2D5C-B5D7-11FFED721A2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98DF67-F2A5-58AA-4936-3C5A258308F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166916-788A-AFD1-43FD-BD4F288901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6C5726-DC9D-5186-94F4-0D178E7086B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C0E0C8-E7A2-CB0A-A6FC-A8482C1F2C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7441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6B03-552F-4830-BF04-C9A1A66A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BA498-7740-4122-DFBB-0001FE5AE4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38B551-635B-7693-FAFA-5814EC8A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76DCD3-6D5A-AA9B-3F21-4A772623F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5CD3A3-B050-3EEF-9F33-07915E000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AC0148-8366-4CB3-4EAA-7250FCF8A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099FEF-AAA5-AF88-4FCA-D7BEF75C69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635BC-23B9-5429-4922-E896AB91CB3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6F3F4-005B-9554-72BA-0394F90135B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E17043-5A9B-4A31-0576-2394A19775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2A114C-C736-76F7-838C-D7F710AE64F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B7584-8D67-CACF-E83F-41444876C1C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AD465-4863-C14E-DF9B-7DDB34C3835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359372-25F1-D186-93D3-519B85F262D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490092-EC3C-0FC2-C9E6-F95E76B561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458C11-1BBA-AB12-4D22-455B2AD80A4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A42872-A592-E8C3-7B30-6D429F9CCA1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07EF20-99D0-A93F-C9A2-3D38343BB8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5593F-BA1D-D539-8E78-6CA70EDC0C4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02F05F-748A-023E-44C0-858E6E72A4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2B6C97-A5B0-64AC-E7F8-58A42656D47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473D93-6533-11D2-1DBB-B655BFE3393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F323C-C9B0-8A9E-AFA7-462A121BF02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FFF98C-0247-DA1C-4FE6-71FB17C895B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1A4839-3ABC-BBB0-3A85-A971B53A9CD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05BE2F-E315-F1DF-510F-BF76A4B58C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29181-C1D0-1FC2-6FCC-8C3C4F77D533}"/>
              </a:ext>
            </a:extLst>
          </p:cNvPr>
          <p:cNvSpPr txBox="1"/>
          <p:nvPr/>
        </p:nvSpPr>
        <p:spPr>
          <a:xfrm>
            <a:off x="464537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E25BFD-8544-2CC7-93D2-78A49696FD25}"/>
              </a:ext>
            </a:extLst>
          </p:cNvPr>
          <p:cNvSpPr txBox="1"/>
          <p:nvPr/>
        </p:nvSpPr>
        <p:spPr>
          <a:xfrm>
            <a:off x="5147734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964542-12F6-7A47-71DB-0214F9EAC7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881F6B-8F18-EBC3-9C9B-5AFA5A51B78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6FCCEB-078D-1EFE-11BA-CB9966EE03F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84FDE-7B81-B86D-6D28-6DBBA7D0F7F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A242A5-FA5D-C053-CBFC-49B5F3C47C2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802C2F-8F90-6656-A93C-C853397283B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3F353-055E-E65C-9EA8-4E779D81470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36CD9-2B6F-27DF-2217-F90D2E73404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9E918-055F-C021-2DD9-28850653E2A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6C8066-D654-BA0D-7B52-1B8A987420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F86EE-9BCB-09DE-30AE-E15BD329535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A59470-14BF-0121-2286-768704B47A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DE96F7-C9E8-BE0B-4599-699869B66AF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BE280B-E57C-E9C7-2970-E9AD22FC4EB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31109-405F-20F1-DB77-03C3D10D96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6B3C08-7DCA-5D26-C332-A1CB533FA9B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1604AE-9F98-48A2-2FC1-4B3515D1C4B9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610C15-AA43-A704-A6D1-8915DC423240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EF5E18-2D04-1422-F076-2F5B675115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7BC7AD-FFEB-02F5-4C59-FEB716C9AFC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0F6866-F2E5-0992-F0C4-4BA3A3E90DA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A97BE5-99A7-9E53-A162-CDCF676288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F30B83-5FEE-2A2B-5AD4-2FF40ED6B4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A86BFC-F25F-C4ED-1316-6DB725E5BD0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461D76-5A81-2786-507E-170215FC31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13739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0779-66AF-34C6-B018-30977499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999AAC-4F64-4C82-270A-788E5A7B8F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1D5B4A-3DBD-1770-943A-2FECCD0D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245C63-612F-0200-83E0-740622F1B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3D9A9F-EB35-41AE-0470-8C9A1791B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990D76-7FD4-4019-59A9-35CE5DE49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89C1C7-F776-15B6-55AA-AAB326978D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663A1-F58D-C3F4-86B6-6939EB2E46E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430215-C854-A97B-950C-91F47F8752C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CAADF1-E56F-0B9E-EA22-785A7E42D0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9CD3D-8D3D-9502-36E1-9FCE714D72F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27CA6-9C65-91E6-DCF9-09A351DFAD4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E09779-E019-87DF-6414-DA5B27AE31D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A64F31-810A-8756-C558-1AD1AC7877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22E77-7146-9860-F342-84867BEEFFF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39EF23-B07F-23BA-0890-3145A62E1D6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16DDBA-61F7-5817-B9FF-A1037214D6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270CD-E685-FB1D-3A70-415A1F5120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4DC646-1BCB-2A85-519C-DD1CC1336AB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9D756E-DE73-0418-F2B2-94763757B4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4D5645-CDC6-94CA-8FFD-DE28ABE4557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CC6ECF-2D76-9D90-0088-AC0561BB1D5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AF7372-59C0-0346-62D2-9E7E055B4FB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6B76A0-3556-43F7-51E9-4DB748F4910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A99179-A067-0368-27C0-6BC052CE1FB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DD3DC8-4E79-3AB5-9346-9AB791D6BAE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22867F-5B68-9270-DDF9-FF52366CE36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1F86F-64F6-137A-67D0-72725822A5F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114DC2-B4ED-3B92-1557-7BEB49EFA2E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79F897-5425-8A0F-A4FC-BCAB940FE7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5E3B94-6EA7-35BD-81BB-AEE399EAC25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67F93-4CCF-0B90-88EB-AF9E09B9629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E7160-5E79-1139-C93B-7E7ED5C5E3A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E060D8-7EDE-34AF-647E-D9B76ED9BB7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F7806-1A82-CA05-BFEE-7AEF5231E9A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7E982-214F-593D-E4F7-CFD4620523B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9137A2-233E-7A26-F062-23A12760628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C94258-B25D-88E9-D913-1BFBE89B4E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E8B247-CA16-2D53-BE2E-07B643A24E5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2B9F6-F4CA-EFA1-55CE-E420453CA61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F4F72C-F812-74B7-4D3A-E67C443A7EB5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757AD2-0FF2-B1AC-27EC-567696912827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9EFF2A-4470-0E1C-9BAD-523185E31F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5EF5A4-FE24-CA60-4A5E-C2DF5D4FD1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F383F0-41DB-DA24-7189-4572CA2D558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11945E-DA43-EE83-A1E3-FF731C5113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357E9B-FFAE-2460-8E26-EB0A09C58E5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EFD8E3-29A8-E4E1-56EB-A09CDE4C072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0B8066-8C54-834C-C2C4-EFC3BC94F58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74016A-679E-9DE1-5404-FD940E3BB80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28714D-E7E7-A1E1-83BA-80D09C703D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66D7E6-7169-93AB-EA17-A225B7E11A7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3499DD-96EE-3C86-E941-4D42C365DC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0059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C621-81C5-32A1-5C6E-47DD6DA5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B6FB77-0F83-28D4-0E73-7A3B088C2B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010444-5542-8FEF-FEC9-5A5888300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ADA4D9-CE48-063D-6C4C-3C5383953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383D47-D1FD-A186-194A-D3F4D8282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8248F8-D3B3-3E6C-3D45-7F50B519A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129B15-EAF9-9E85-E02B-4EDB031C13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A219F-9E91-B4F6-F99A-5347223930C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AD837-C830-82BA-1175-75738066D89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14CDD-78CF-D6C0-D361-45C79D240B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599FF1-92F6-F1E3-70EE-CB9AF273F23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BC7831-2A2F-FB91-8B4A-8C4A4C3133E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55EE8-AE7B-D3D8-1C64-4756280F69F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09B0D2-0B13-65A2-26C4-944D41A2D0D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78958F-3152-38FC-298D-712FFF47048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A08843-0EB8-838B-BBF5-AA2ACD96200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1B1545-D206-EA30-ADB9-E694B3B8991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F2D5B4-2C32-C758-C796-0BAB242EED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BF60CB-0580-F6EA-9926-1A887A20294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9F96E0-F909-40BF-4A10-61E031C32D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979797-F4C3-FB3C-C517-A06BF629533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A100D4-D49E-EEAE-2EEE-690FAC1ED1B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0A8455-99DA-925C-C8B2-3CBC3B68175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84AA78-F246-2A22-C9E0-62828135C1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89A19F-86DC-55E9-03BE-79C3CB37293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E74E42-C3CC-2E55-42C0-EAE4349C954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A1B2CD-D38F-5799-82AB-D4676ACD0D2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1048D-3B2B-FA50-B034-7E3A276D7EC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191A1B-EF40-2983-75B2-14A64FC4E0D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46F88E-F36C-142E-0423-6539DE94806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86B79A-D9AA-1393-2DDE-6F5650B487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D347C-CA13-44E6-FF04-9A4A0388DED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C84C1-7BE2-8E44-90AC-9B11C67242B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EC2D0-CA19-B5E1-5AB2-C76ECB7BCA1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EE94A-536B-DFE5-DB05-BED0C414B7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2D644-983F-5205-2C30-C8CE9A92E1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742D32-A1F0-F626-46D1-67EECBC43D8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4D6F9C-E796-B0F7-09C9-FFE976A7717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61AE96-074E-DD13-6726-EAB29E5C796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3D722A-40F2-AFDF-E19F-C6BFA8EF72A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EEF125-8A64-9A98-21B0-8746EA273520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25E4A7-2FDD-FCFD-F3C5-25C09EAE2BE4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596D14-B988-EF2F-2B83-6E8B3D39E0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011088-D58C-49AE-F52B-C5AA9E55C90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AAD5CD-4E94-8E80-58AB-3EFE17AB60A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2FC2BE-0883-D9CA-D74F-D4807FDBD6D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0D4D8A-3F55-083A-2A0C-3C3A8048ADA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EA9247-A061-BBE2-3A50-EC31F558C6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BBA28E-0B48-E117-53A4-4DCFC32C9FE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378E3D-3FA3-03E2-BC30-3364BEC40C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41871-408C-61C6-F809-19E147231B6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EB5C17-4B89-AA74-3466-5D67D8B4FD9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88F687-459A-2012-CB27-F8871A74B53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6123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3FB2B-A7F2-1449-9F38-3E0872BA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1B66E-2577-0773-43C1-0DFC5B9E58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4 and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17166C-8BB2-9114-2D81-69BE082C0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A9ED43-123C-65DE-8A3D-A3C5F8F19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9C2ED4-607A-3FBE-6F86-76476D385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39B37F-9F0F-97A4-D269-2849CA0C3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21E28B-9141-03C8-E9C5-40EE1DE831E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426CE-E7D6-57BD-3209-3E5043B6BA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5D33A-EF5B-C8A1-9DC5-8D7510D7758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C2D4F-A052-A50D-CACE-8D8BE7D29A6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844EF-768D-45FD-2CF7-2A9209A2AB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A213CD-D221-E7F1-7379-7E8F1359B58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242E4D-80F3-9320-B1A2-7586BECC224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6E3C9F-77A6-B5CF-ABA5-3003B95516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5997A9-30D0-7FFD-D17E-81B73BDA12F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A56587-ACF5-B2D0-9866-18985E1DAC2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383363-5CFB-BC5F-B1D9-A4AF714A649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4897A7-3447-2F7F-6A2F-28135BAF20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91872E-1860-CB96-327D-65A3EEF0AD8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C41768-7977-7BC1-4BBC-921CD75A58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6C45C5-08D7-8AA5-0CC1-16A0E2B740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08562C-5428-598A-75CF-4ABE9C383F6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497476-74CE-8998-297C-618E503E037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DBF804-8088-7E93-CC24-62384469B92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A4B9CB-3972-EC65-9B57-D7D2145E8F0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2C3EC9-6921-2193-CDD9-BA6040267AF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098328-3798-8B1F-98B6-66744717413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1C69E-0832-9D7A-99FE-9A419E3893E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AEDE2A-BF8A-9668-2377-156F5E8A433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5E0E09-7981-DED7-DDBF-53973AFE99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A47E27-784F-EAE2-BEE6-662156C51C6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B162B-735E-8737-113E-10EC2B7C311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55538-32DF-63B8-6372-F26D1D00EEB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FE23F-362A-9800-744E-F4A633BA6B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034694-FC9E-AE7B-BB1A-B0306683DF0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6186EE-121A-BE3B-29F6-B42FC701FF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0BB4A5-B160-44FE-ABDD-E2D8139AECE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894445-08C7-3197-2DCC-8EBF981A5C8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34CFEE-091F-D2F2-6D08-9DA419DE343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61CC7-344B-E1B5-E1E6-31B790C7BFD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ECF34D-4C9D-2941-C52D-861A8B99409D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E3B146-39EE-A370-48F2-C0BA22B86466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453BDA-633B-6453-5C6D-B357B6E873A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AC1336-82F2-DB6A-C30C-DC5CA1CEFA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36A16B-17F6-F1C4-E29B-BAEB68529A4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0DBF97-4C14-A3F0-EE35-F55910C3DFB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468565-C322-3A40-D50D-F41D44BC541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664AB2-4CEC-75D3-1422-46380FC8F95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851439-13D2-35AC-02E8-347B45C9573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B91D6A-94A2-4295-E1B9-9341A2CD66B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630466-F8FD-4F9A-D533-73CB1420E6F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72E89A-29F2-B994-13E7-F30D45877BD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66872-81D3-10EA-200C-AC70812C990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A88BC0-C354-6661-CAF1-ACE2ABFCD09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B91F4-90D5-1A58-9E0B-D280F3F912F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9A709C-A5C2-7D7B-6352-E30E0612D96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B1084A-4685-A6DB-609E-9BB04CFF10B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E3BB36-EC72-E8C2-35F1-A319272F27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7801A4-572C-CDED-D06A-52E815C0DA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1B5485-B74A-E239-42B4-B72D2E77B3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34589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4B36-2336-BF87-5879-B213E0FC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050782-29FB-1080-86DD-4697D1DD43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[17 in 4] is three of 1234 plus (respectively, by knocking out) 89xx. 9 is precluded, so it must be 2348.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748637-D7C5-BD4D-37AC-F164FB530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8EA230-1888-1469-FCCD-838135FB5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E63670-BE43-03BD-B06D-6E778C36B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AE1E28-F637-F414-89E9-7BFC77172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8B529-2FD9-6788-27F1-E22C4206D2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32C6D-8905-4501-75ED-1FD57D75431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DE948-D80B-7CF7-F5B8-4979CEBD536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A58A8-6B9B-CD5E-53C7-ABA6DD577BB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D5A05-EA1A-EE6A-D4C4-FB47A4A9A04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70304-E404-B73B-C52A-2672C146EC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73074E-486A-F656-19D5-C5ACB86FBD8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F3F49-11D2-27C8-0A4F-4C35AA72BF8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3037B5-EDB6-B044-B1AF-2B0FA33756E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AAB5D8-85C2-8C99-2A14-3BA7751421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062E33-5EE5-9399-9930-BD13368EAE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35BE7E-89AC-E5A5-AD64-57D1E3053E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7D09C6-8FE8-4C0E-B891-8C67396868C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967E33-0D58-523A-C4A1-C624614F35E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8F7E5-0BD2-756B-6456-A021CEC9FDE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2A17CE-DA33-A3D1-1735-1F724EA0F74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3C3AA9-8A6E-B223-A4E5-B776CFF7F70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D1828C-1AC1-5D6A-20FE-ECF0022AE4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E2C1E9-8279-AC4B-5FC6-9975E27E618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C98889-40C0-A563-601B-97A146F95FF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EA6692-56A1-C639-4834-D2E6748CEB3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F04A7-CD5B-B207-4899-C9B1B171A06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6762FE-B48F-93E1-C1BA-C69D679443B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B2F0A9-6E1C-10A2-E133-0A1172EE7B3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C7792D-BD01-4201-ACDC-F18DD82B7F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AD8C5-BECD-60E4-26D2-6617670F7E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B714D-11BB-BC99-AF3E-7F8DAA0C99E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A62455-E4B0-2693-5528-746783724DE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E75B3D-47C9-DEB0-DE11-816CF2EE763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CC69A5-F545-E0A5-8111-8F9ACD253BB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777126-9963-9B06-43F3-1869E84B4A5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87C07B-03F9-0B72-7A14-6CA7607DDFC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C796F-9E2D-B5EC-4FF0-BE6804FABD0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69621-6131-2BFE-260E-F65BFDB8BCB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7738E4-7C15-1121-DA75-098D60A8ACE5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71205C-FAFF-1FB9-82F0-AD1C6DA035F6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DBC6C0-3FF2-1CDD-8D51-504DDA19277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EC7F94-38E0-CE34-9292-AFB5ECD759E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B30D88-B019-F288-5EE4-99A72842FD5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26FF40-B549-0362-217F-08CC5651D50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FB4F36-F09B-8C9E-AEF2-07486D3322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1D4C5C-63FF-F206-9BFA-4A1259DF10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99B8AA-3755-F7C5-CB04-BF043563A9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EE66EB-371E-B29B-E3E5-6BB1E1E266D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F7A13A-5E54-D636-49E4-8DA302F9A54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0E8F65-B9D8-11F9-A7E9-566DCFA52F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550B85-2C70-B6D1-EE27-AE4A9B4FD74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60C32-29F9-3C2F-8921-0CF4D053D26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7EC8B5-9810-DA79-A75A-E4583F5F1B6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90FC4C-77D5-1160-552A-4FC6604A897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FE0CAA-A572-6562-3A06-8BA100A22C0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02CD17-2A8E-8251-F1FD-4AB24D58FA8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8B4E73-BE40-2C60-444B-1012BA04953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D02FEB-3B44-93C9-06AE-08B6EA7A05B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22683E-FA7E-CA9C-5877-553B2BCC21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0683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240B-32C1-BF45-12DD-D610B3FE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531532-777D-C876-583E-768A60C6E6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89D7B2-82B9-09C7-B9AF-A56E58760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A8F18D-5EFF-1278-A807-1F74F443E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CEF63A-E812-B451-DAAB-24D609053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4FBE14-FD30-598B-E4DD-E7455125B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2C1874-CD17-24FE-26B7-3E9F27F8C55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43CCA-8032-2F67-42F4-E1364F7C9A0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FA4423-F9D5-702D-3898-476E417E65E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37744E-E82D-B699-3303-B6EA3ED4C5E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A2ABC4-E888-FA09-C13F-88F048615DB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E9440-0C31-19C8-BBD6-787FB9A876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775C03-A7BE-7948-3F58-C90969D2A94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7CC32F-BFB3-473E-92E4-4EFAA1529F6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005A6F-9D4E-4F3F-43F9-99BB5C4EDD2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3F2129-7CDF-352B-16D8-9EC80733E5B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9B74E7-8F45-1EB2-F001-FFCA4FDCE6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49C8B5-FECF-EFAC-AF93-6734CBB847A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CBB90-FDFA-B472-8C4B-BE99CD8E76F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95B7AF-2164-4451-59DB-3460BF51EA3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8BF76D-E3C2-0770-DD7A-70017DE0CE9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4E1373-257F-9F4F-277D-54853BE3BB8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50F74A-303C-63D9-DBD6-DB51205265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7C9AA9-6CA5-52A1-B43E-A32A56B880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FF3C4A-35BC-C21E-68C1-B3FFD278525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C7F2F-0C81-A5A6-A352-03302A0ED85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5FE83B-3BEE-E2F4-1113-354773990F8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785321-618A-7C7C-C341-B67E40F6A98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CC4326-AFD6-C203-3539-CECC8C371A6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B51AD6-AA94-927A-C007-5FD1B42F399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4FC99-3095-9FEC-D415-A03CA7D8D97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1F77E-534F-4E9C-49A7-5587ED763BE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EA8070-AC92-2BE5-4947-1A41C291624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A42D34-35EB-AE46-DE73-26A87E397A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B6F545-1BEC-092A-AFBA-B12639C64B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86DD3D-52BF-A40F-D35B-4926CB39877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95326-6543-DD98-5574-331310CA24C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50E636-6502-8A72-C2A8-803605ACA9D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F032E0-192A-C71A-3488-196F1AD6F9EE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5ABE07-1AD7-B822-9790-041445F56B28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5EC8D5-3997-6BAF-52E2-74E28BEA3E8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EAB545-298F-11F3-D5FC-C2B112DE883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00079C-4BF3-3C07-7BA7-5B743CD396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512614-9E48-E036-97D9-0DFD8F5CF1F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F2B6DE-9EE4-67C9-952C-3D057B4B2C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B372D8-8879-A6BE-5144-4ED893B410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1EFC31-8694-C310-E14B-D94D386709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FD5104-3CCD-2008-8C7F-1A0F598AE1E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8F513F-71F9-E6E5-9554-66FFACC0B97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BBD9A6-7F6C-F6BE-0424-0B8AFB4EFC6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3853C3-C2E2-E370-A8DD-FF8892DEFD6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D39CA-7938-FB1D-6ED5-4655D8DBBF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14116A-A076-6E22-B077-8944079D5B9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BC084D-07CF-2984-3E6D-2DEADFF1182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C14CE1-0652-D8DB-80F9-EE76B1C7C40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7C2080-1466-9737-E33E-9D7F4F5699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E5A242-C8A9-900D-886E-F29D779E6FD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E76B6F-078A-E735-34A2-256FEAF66AE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503563-6FB7-919A-2D60-27162B54E5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88110A-213A-AD4B-AFD9-A6ED0C1DA66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5CEC27-A8A2-0EF1-3EE7-BBDD2DAEB20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7920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62EC9-80B2-EC8F-28B1-DFA12404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8895BE-9FB7-AE4B-E3F4-908F05C709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E824B4-ACBF-148B-CDF4-21606D316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A54529-64D2-14E1-0AA7-60AF59432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F20F41-23DA-EEB4-3332-6CFC93D8A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22E2EB-7288-4552-4CE8-AA99F470A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E4104B-8EE7-B89F-E51D-A27B7DE17CA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ACBA72-0459-E8D8-4E1E-286A4D1ED8A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ABC533-0755-130A-26E4-3953AA4896D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446AC3-75A5-84E4-0AA6-F33DAC20989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85F6FF-C4CA-44A4-35ED-4EFC559D656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59030-388F-4706-29C9-9AC0146F67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ACB45-BAD5-259B-77C9-0E45949F1A8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7D3E85-11BC-AA19-94D2-687789A4A55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8CB26B-1F70-4E4A-4A53-F964749EAF1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4C1115-336F-EBB9-5BD0-AE143DD5C4D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27A430-2323-38E4-C43E-D8058FE72BB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14181D-EB42-B4E6-BD43-24FAD247FD1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6A73AB-859F-F49D-F6D1-2FF2DBADAF6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5E3FB5-FA52-08BC-F1C5-17C75C75FD6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385EBE-6B13-E57A-7CA6-E5A00CE72BA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5B3FC6-F6E2-8C0D-AB4B-E214054C1B2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0DED56-EDC6-BED3-4939-A055FF8A645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667B66-5217-F70B-F721-6C076543E9E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A4E1EB-1C5F-4447-C6B7-AB9D3CD1AF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E427F-178F-3330-45A4-8830941AE5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2362CC-AEE5-64EA-D552-BD3B71785B5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CD1A77-7EAC-B518-403D-C7B9DFFE4A7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93594C-7A53-917A-606C-69901FA69FD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9F4C6-D5BD-391D-54FF-07E2190D7C5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F1664-C9A8-4295-366E-F7A3D1DE64C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5CF444-8055-B290-8C17-1010844895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A401BC-4C9F-3268-26A9-7CB3C52099F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26BFB3-F610-AF7F-6F02-56F01A5020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0B399-3577-8855-D1A9-BA6810070B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2A65A5-89EC-583C-5C41-950E123048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C2E85-3930-3B0E-50CF-5560FD19073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27EDD-AAB0-11F9-CE60-AA4EB28A21D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9DE775-4933-12C6-6ECD-FD3ED89F9807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4120CB-F1ED-C43B-2F24-EB41E145125B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FB8F41-CBCF-26DB-18E7-08A13D5DB62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2B4B9A-A18B-BE54-22F9-0B62698CA55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B92AC8-DB13-932E-BD35-0FD1162A82B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2981D9-9F5E-0EA0-E7BA-23015B1D470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D0C2CE-CD3D-5AFD-96E9-FBDED0D3178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ED07C6-D0ED-CEB8-06D9-62A83FEAAA7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A38151-430A-BAB2-D9C8-35F4CF1FE7E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D4BD9C-F654-0596-9544-D600FA0C824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C8C96A-C542-9DAE-C7EB-24E9F9EA651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9B3E0F-FDFB-1CF9-7234-B84B1610996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3B3BF8-C32D-012D-E2DD-994C97A2206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FC6B9-E2F7-61E8-9F3C-E9D00D6C5BD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FA089A-1BF1-4747-444A-5FD934AB2D1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AFBE29-AAFA-3EAC-73A8-024E605524E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86E767-057C-5BF7-30DE-54A154E5C8D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9B234C-F55E-F38F-C3E6-94A0CD34CBE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74A3EF-159E-04D4-76F6-DA9C41EB3EF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D8A17D-C7A2-F8B5-AD69-8FA5CC5F2A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8C79D7-6D68-6550-7310-3FB0B863A6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428049-2D07-3F0C-9121-293B738EB7F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76116C-DD5A-38D3-23E7-5CF42254FE3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9687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2C18-47A0-E053-59F6-84B66221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00416-9FA3-4AF4-1553-D95C1148E8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3, [9 in 2] must contain a 3 or 4. Together with the 34 cell, no other cell in Column 3 can contain a 3 or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0D4698-565E-D53D-0450-847FCC0A9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D8CEE4-833D-F21C-6C79-E3FDD9511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73F5D5-66A9-DC9F-16A8-8C9CBA570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F13888-5116-A019-4D6A-C140A8C97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428A5C-8A20-4E8E-8CFD-C1674C95674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39D6C-4E03-4DEC-8DC1-514F1FA1E40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0F63E4-3C60-45F7-94B8-05E3422562F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83A003-8A9A-CF21-1883-30795AA5C34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A63244-B3AE-BF59-7ECE-27859456EDC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AE1B6A-61FD-E684-A5F0-548C89E5674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FD5358-EC4E-1FC5-C90C-5D0DEA816E1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FA1825-0ECE-6F0E-768A-8E1A3BB2997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936A18-5732-7638-8124-C31C6641310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DC9DA-2DCA-A86B-39F6-81C670DEE20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116296-F5AC-CC4C-4188-5A924BF8C58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7D64DF-298B-32DE-2F95-10AEDD4379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F0178F-68A9-7DC6-F6FD-A969C2F6B20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27EE6F-A7BD-05B2-79BE-D4E088A88BB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AAD442-DEC4-A101-6BDE-608B306C2E0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9E728F-1296-BECF-B655-96C5085916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7A2544-2228-1B4D-CD85-30E5304B3E0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7DE7D1-9189-5E35-5A4E-8F3B620DE50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5D434-4FF0-9F6B-E6E2-032373BDEDD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15E7C6-B8FB-6B68-C567-39486A15FCA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8B0178-FDA1-1926-F465-E07951667F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7B2267-E01C-76C7-C40C-78CC925BB83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9FE4C-0C3A-2B98-DC51-BCFCB2C8700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A550D-552F-9E8F-CB7B-9385A657A9E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CEE86B-3E76-B7CE-427A-061FD57DC96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60DBAB-E29B-ACE4-69E6-9165C78E7EC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4E7BDB-0276-09A2-432F-87533CA2DB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271775-4001-54D5-B172-FE62472E286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903701-B9A7-B543-B887-2376C486AD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0C905-56C5-582A-E1A1-1D1B726CEAD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17CD33-31A3-5926-A5C8-C62F53E6302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726319-88D4-7FD7-C26F-4515893F8EAE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C7E45E-AAF3-2743-78CE-FB86454A6050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E4DE18-07E9-5C53-B60D-DA271BB0B22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743F87-3B5C-8DFE-4505-D335168D7F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FE8C32-D691-183B-3BAB-8D56AA73ED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4EC81D-FE1E-F2F4-2974-825D924BE2D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D192E7-4E49-2DD8-3DF9-161A5FE0B89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C34A43-28E4-6CCB-29FE-4C251CA5FEB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F13F22-BB89-DF3E-670C-27E8FA12BB0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93B9E3-F96B-3F39-D1FF-605ABBDF8B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BDB833-EB3E-FD18-6BD7-6B6E7EC2ABE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01DCBF-5CAF-3A4C-D873-166789B1B36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58BA3B-DCEB-2312-7419-889CA97A239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F5817D-E1A6-C620-A18E-5492E214B8E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48052A-D05C-48D9-3C67-FE1FD211C49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D03B13-7343-3328-11E5-C9EA91E4225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DE2F00-2A7B-0E56-733D-F98FE636E1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581E1E-BC92-25E1-4E68-5713A54B9F9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8E98F2-B496-4DC5-970A-42FD7CC25BA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5C6E79-6070-896B-09D6-ACD0951348C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2563F8-A0BC-4BF1-CAAF-C00AF5450C3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413223-0023-010F-B0A8-22340513A62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59B566-5934-6F71-84D4-281C68DFD0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0EC23-106B-ABF2-9123-3176ADFC1B9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5210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B47E5-F54A-A621-D4D6-A82CF159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99036-2E53-4488-DB5E-59E9490E09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90C841-76D8-3832-DD14-C98368B2D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90BFF3-2CB2-4534-D5D1-6E3765F9E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8ED364-1510-CFCB-AED9-E2DAC0451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1CB218-737A-D419-4AD0-CB165C5F7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E95FDD-1F91-D0E0-BE28-448015B0195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CB1EC4-01BB-7E76-4B63-F12C958832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3F4E3-7775-77BF-B5C4-3EDC318D0DB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653111-3FF3-7651-77D7-9888146B5AE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FC2294-2764-D048-6626-05F7601D3FD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00D8BA-D1B1-3300-8375-70876F7BBB8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3807D3-D987-FC8D-5F7A-57C403C9F78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CBE912-4960-1B22-4417-799D2CB0A63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5AC370-F776-BE09-0DC4-6D4AD19F156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368DBF-45C0-7DBC-9193-A0E6C1E031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74228B-C6DC-9F83-065C-5D694DA621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A1B2A1-866E-86AD-F51D-B448AEFAEDD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0C0264-EC93-40B7-FA81-0AAB5363F7E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A6A41B-0E0A-D3E0-B56D-BDAC7990F5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62A280-70F7-2877-9B1E-58BB690ED3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BFF986-EEC2-9158-F413-7FA181CD661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7B2896-BCEA-7C00-BB24-DA5A51943D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F823FF-564C-DA07-7682-832A228D571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9E3F6-8890-90EE-51D8-2C91C0D63F2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4D2270-6C77-518E-810E-0919F1225CF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E7F35C-FBF1-14A7-7D90-1CB12960434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259D2F-7D2E-DD40-A3CA-7E9545A7EA1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97583-00D2-7287-7413-CF70698FF22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673C3-3485-0098-FA32-B415AD519D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F7D5C-E28B-1190-4E78-AD50BABD5B8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90248-27B7-B37F-0A57-AA9CD400CE1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49513E-A90F-3337-46A3-A66C823A08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2F9A87-D14E-0A35-9AB7-87A06CE9427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43C52A-21D7-0BA2-413A-B5E900B75C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210C42-408B-6230-0F58-D44C3FD908D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8CDF86-E995-8771-E602-E11FA3ED752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B34C78-2DD1-CB10-C6B8-EADE15FE4ED7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2291C9-89D7-AEEE-7679-8D0DF0B9DEEC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E3B1FD-96F7-52E6-9F79-9048A37DD73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B79A7E-221E-1246-3DE8-E290C4C8B4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38A26E-78C1-8FD9-63CC-4AF58389452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702BDC-62E4-4C64-96D9-D18AD495F4C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DF343D-0320-FF44-FEDE-DBB5DDC588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D8DE0F-C0AF-3124-1DEF-018B20B6BDF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8DE3DC-385C-544B-D5DC-FD2E64FEA5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09D57D-30E9-D2AE-BAED-7206B9F52FF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84ED6A-E579-43EA-AFCB-FA3CCDF798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1A0369-02FC-EF7C-B303-9CCC7D90F35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950C0-38D1-99AC-C8C2-08B9F7B4DA6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DC8FF-3665-4F38-35BB-F9291519E57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69804A-7DAD-FF3A-4E75-9A102A17489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59E752-0E83-8B24-C2A6-1668808A9C8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C6D439-5C08-A0F8-DDF2-290BDB0ACF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201E68-5D4E-1BA1-13F0-89C83158942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7AE199-712D-9B7E-3C19-746A9814AB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7B568B-20C8-0BCB-F9E3-120059004B4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1143CE-ECF8-DAF2-4CA1-C3509D2283E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673D4A-7561-766C-0613-32CBE4C2740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78C72-78B2-8A63-9C86-B49577E9DFE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41007-AD62-B281-2857-358C4D517A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7919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CDE4-ADB3-74D5-A5B6-B6B70E19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D5BFDE-5CB3-0E09-3261-7091FB63CD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EA15E5-1D5C-B612-9D4D-189A778A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B00B02-7F09-BE4B-9DD5-E6553B854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249F87-C937-8DF9-005C-C8A8CC639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EEE303-EDFF-F164-B4AF-86572F4EA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74ED17-7A38-99C2-E003-6418B40A5C7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21C1A-3824-0521-0679-F9ED53B1F8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584A66-28BC-3526-12A7-7C804EE242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012300-C103-DCD1-4723-9F6D990417F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5874DF-19E3-3569-CE68-9BAC41BC4A9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B5B7B3-4739-0719-5014-9E5A2C4CD5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EA8F1F-9B73-44CB-67B9-74F1C037E14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741101-88C9-B895-612F-4A4CCAD4D8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67ADE8-DB72-DE03-5149-363356EBE0E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BE890-301D-9062-D683-58742AA380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C210E6-CF09-F21B-0A0A-0D7BD50902A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F7CB01-8AAB-81DA-A527-E4A8532B579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8C4B6F-C656-054C-5136-08F56EC00F1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60B82D-6BC0-CB10-EE60-772E5253757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4776F2-37D1-5A83-2029-DE1D0D0B547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5DA83-0C1B-3304-E6BD-B3FEDD8376C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477FF0-D51E-37C8-F0DC-9712114A43F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33330D-A879-179B-4955-7DCF766482B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3ECA69-40FB-CD20-8485-BCD78DE3803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F47ED-1C65-7EAD-4B63-D3A1F2CE98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766703-9EFF-A0EF-8CD3-5D2C3264A48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E25555-71B4-B652-1E06-B7FA43B5E22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43F07A-5533-6CAF-1807-E9A0D855712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550BFD-8459-1B73-03A1-E5479F6EF59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8EC157-417C-C3D3-2FEF-F8C8CE575B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01605C-2677-34C9-93F9-B8FA02549B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165CB1-5B8B-8B95-6BFE-F49B8658292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AD1060-63C6-270F-2DC6-C6A944579B9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33939A-7317-47A5-8D9F-B04DFBE107BB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FC5E88-7E78-B263-509B-C4FF28FED842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16443D-1E43-4068-385B-99DD6772FB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F77247-E9FB-58BE-F0AC-E6B5D1D913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35390A-2538-747C-EB22-D90811BFFC4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9B180F-A98A-B253-E881-112D6C07E22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E4DAF6-C921-A17E-1C0A-2EE975066C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3A3BAF-0E71-83F7-A2FC-01CCB387424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8891E1-80A7-E0D4-F4D1-CBFFE5ED73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23857B-ACD5-2456-AE47-809C0D845A1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AC7BF1-29EB-ECBE-D891-7EE9F2B34D8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6357FB-49AE-65DB-C885-F745D92A8C0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B026B4-5E83-2E34-D70C-FEBBB312317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CB9BC6-8B42-A28E-DDD8-D0A59E5EE24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7BB3F4-E988-6641-0BE3-CACC0410E68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94FC50-53D8-5009-8F1D-3FD21A3D7BC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C03991-8390-B7B8-83FE-C3E65CB4FB3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983AE2-3312-4D20-9AB3-01B9871D87F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F90A7E-B460-6732-27C7-4CA5880A8B3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04784D-C709-473D-E0B5-4FE490087B5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50CEF4-9CEE-4FFB-5D11-2C54A9105B5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B12C15-8FA4-4356-0207-1C72A7421A9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BA24B-5079-D195-A007-00BB19A8416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9DEDE-1FA4-0C1C-33E1-BC484138AB9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1B4BC-C8C6-B12E-53A0-198714EE8FE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17C4D3-0A6E-254F-1285-2D687312821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E0E005-94B9-C99D-CDDA-3FFA78C32F4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55879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6282A-6AD5-EB7D-8FAD-D97EDBCA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26F287-D2E3-B938-7A50-C2157EB2CC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BE1E62-1245-78E1-556F-AE4888432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34C9C2-5C5D-E317-27DA-870B60AC7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953471-09C6-DA5F-56AB-0A2A89ADD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DFB4C4-6A73-546C-1F2F-3F1EDABAB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DDF425-03F3-E39A-68E2-BD555EF63C2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4758E9-B2D8-63A1-1CD0-EAB56B8AE4E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2F7D38-C0A0-18CD-07AC-E7A3556E09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C22A8-6C94-8F38-4D89-BD7644DAD1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B79D0B-97ED-F09C-C738-440D73E026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3ACC42-A8FF-2130-FD52-70BA5D3485D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03E565-A5F0-7B54-4B1F-A3806ABB90A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D5F9D8-8F4D-5AB3-8D94-9817C60E184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222F56-45B5-440C-3FC3-CDE1A9EC85C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72F520-A49F-F64D-F5E9-89EF10BB247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173768-375B-11F4-176C-C791B3CF63C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24E241-A954-8027-D3F2-6BC6DA27938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F39995-0F92-CB8F-567A-7B3E18A5D9A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B8AC7-E638-A993-7BA3-E8E8590754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0A610D-BAEA-E681-D070-1BF61B6BC2B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8A83C1-3002-686C-8379-A298C7511CA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A9C55D-3EAF-2BF8-D769-1336164B4B2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D101E-28AA-E907-9EF8-E4B9FBCB90E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CBBCD-AAA5-FDB1-0212-4408B872478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501F1-7612-04AD-9661-216ECDE936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083FE-7DD8-9031-E62E-7B50448EC8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7ADAF-61A1-DCF2-AC85-D579712F569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89FA98-B64A-2FE2-CD31-CA69DDFFA78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B91B91-08AA-0739-E498-0649F5BC84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906AC1-BA01-0026-28FA-24FC91AA79B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DE33D-0F89-F0CE-A8FA-2AF71236C0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F5BF8A-7AA7-BB2E-7B64-48A2348DA5CA}"/>
              </a:ext>
            </a:extLst>
          </p:cNvPr>
          <p:cNvSpPr txBox="1"/>
          <p:nvPr/>
        </p:nvSpPr>
        <p:spPr>
          <a:xfrm>
            <a:off x="3640666" y="3429000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C59DDB-CCE1-4421-6653-18D3EAF06A08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0DEF7C-FB51-1094-F632-AEFDC790AD9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93D092-6AF7-138F-ABA9-6C9A77C65F7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D19391-9160-4F4E-F3FD-9ACEC0C650C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162EFC-F288-4EDC-ACAD-AF711494737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65C9C9-9F38-AB3F-DE8A-27CCF7B4F6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AA8D13-9CCA-054D-1ACC-1E7AAD87D95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720D7D-DFFB-4582-E7FC-D9170A8C45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5B1B9F-C85E-7EB8-8E9B-CFCAEE47EA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D994AA-7D9D-C01A-9FF6-2C0BEDF869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E3C826-C670-AC61-296B-30307FBB331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C0810-3C4E-E0CA-1536-4260CD4521D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ACE1ED-F01E-4BCE-11DD-42B38BE1297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4B06DE-CD86-6273-917D-F12E6996AE1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BB8585-D641-6071-3F69-CB8253C7E5D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3B651D-28D7-4572-8EB8-FE3F10709A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FB65CF-FBAB-97FC-36AF-5D1287D51C7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436908-2CA0-FA4B-2285-B1B8ECC4223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934B9F-F23F-2FF8-A6A5-520316FAD2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B01EAB-58D3-18A1-0369-AF63AAC2724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15FB6D-0B75-18C4-43F5-E4E1B45FE8E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04305-9EDC-086D-352A-738EF7F6833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85F14-A737-66AC-F063-E7EC95A0CDD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7955E-56FD-C9EC-779D-725EEE8B3A2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56DB4E-34B2-589B-9915-F9713DDE2B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05CF83-D083-7976-8FE9-155693BCB2B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0B887D-69A0-61A3-732A-4E15365B2F7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309D11-084F-4AB1-2C08-1FFC1ACA33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6660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587D-AB3F-3B65-23CF-D9BEBCC5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5D7A86-2231-ACB1-A9A5-15CFCF7688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034799-87A7-E57D-592B-913111A6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9823C9-DBE0-873D-2565-EBBD3C2BC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FA9BA6-58B1-0F18-18F3-9E3C3B8F8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6F91C0-F49B-5F45-DCFA-AE24C8C79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81492A-A70A-5847-7754-4C977EF759A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066033-3B4E-9DC5-8ABF-71F70B4FFB9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B36CEF-67AF-67A9-5874-5AEEE137C42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6F3225-8DB2-DEB9-5F9F-BE9E0E1E484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29A388-EB8B-AED4-8ED4-461D3503745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9A39FB-0778-EF92-9251-1D3A5BA206D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ABA865-62D3-38C1-A12B-271B50E1CA5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53D2AC-939A-6511-11D8-74F3122C5F0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464960-4AEA-2E4E-2AD7-9084D2DBCD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7B93C-B07A-8F85-F914-C44B63105C1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9DED9C-FD91-84D9-9391-5A8377A9A50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B2FA88-CCBC-FE36-B021-7B591FA0740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6EA471-5D61-CB53-A9CE-4782A2196E9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202B91-5132-CBCF-A523-4B2ABFC4BAE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868B1A-7F08-6274-2B95-11A5BA40977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EE872-C61E-D138-5F5D-C9103FE57F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129C0-1731-4C10-EAA7-8F34343E53A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DEC760-D07D-B501-0192-485E17D859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1D4C97-477F-FE62-8E59-F63E417E7A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ED37A6-07A1-F1C2-7A3A-180D6F741A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B2AA3-2897-9980-4C46-65AA6C8F5F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EE94A1-D9FE-B9D4-5878-7041F6EBC9E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39407D-8149-ABA7-6DFF-7311876E2AC2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063089-AA06-756C-A8FD-37761C2940C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3FA839-8E1B-E3B4-9CF0-4CB67C10836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195D11-D8EA-0D8C-5F16-85B5B5772F0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B5FAC8-8F8C-223E-3A40-7F13DA4EACE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64A64B-7EB4-14F0-9587-303D5B46F6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01426-6532-C3BA-BF52-67C157DEA65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A2F22D-F7E4-DD6B-F652-71C5C0FA00A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D1FC76-1619-F5F9-B6E1-0365A5FA170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2D88CB-EB1A-55E3-15EB-812373AE3D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E3AF6-1F6C-97F2-2D57-966157C24F7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D1DF10-37C4-0427-36A2-8CA7A9E06BF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E62550-C849-AD5B-DE2D-CB96D87AF70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B743C4-D7ED-4F8A-BD7D-A9EBA47D3D0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868355-3B1F-EB94-20BE-FE1E935D98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918AF1-F073-D4D2-BBF1-BDC21BF627F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99E77B-8AD7-32E2-ED94-58174E39975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402580-2CB7-404F-5908-51F0EF3E467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FAF3BD-5CD6-BD92-6853-DD930321AD9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D64810-C31A-4C0E-304F-560C9CB194C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EEB18-FB19-6633-85C0-EB0E88337A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414C4-B32A-7E5B-EE9A-FC960E66B78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3867A-C1B8-A9FC-F97D-636326EA725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EC21C5-5696-A996-61B7-B0BE0D1997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E850A4-D34F-C3FD-63BE-EF7FCA4EB18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FA55A7-8845-5000-5DE4-239F2FE516A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37866A-D9BF-3374-5AAE-15672FE6CDB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2D5520-3AF2-A4B2-BFF9-F7215734A2F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9986B0-08ED-3732-BBAC-F0B5BF23259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2AB2D3-B70D-1BFD-FE8D-9CC5A241391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D27641-B434-CF9C-811F-4F00FBCAF5B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A7CA6E-3F7D-1B14-0D76-C50CA54DE2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759645-B41F-6D99-0C74-31E7433B5A7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3006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F8AD-6BBE-4A40-705E-497AF4C1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D044CC-1B66-2E5E-9882-9A4EF9FBFF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8, these 6’s are precluded by X-wing.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0C8E3E-8058-3B28-3346-8C2D3F018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79A96C-A101-B241-9E93-8F41C0799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F853D7-E272-3867-28C7-D9BC72696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1A6558-B8BF-2155-6283-0ECD72D47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3A4927-9693-2131-B1FE-E84CE8EE064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08E0C2-34E7-4C6F-AFB1-C4FF25F3E60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5DB451-B0DE-4C99-4B03-A4F912EC789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EAB9E-918D-ACA4-E1CD-42597E957EB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CCC349-4E09-FF08-6499-B4F103F90D9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6841D-3573-6264-42E1-6EE989DD665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123B48-758D-4088-C577-7D4ABAB88E2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05D36D-DEC9-F68C-AAB8-74FB6F4FA15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A71F27-CC85-98E8-9053-7164DEC0D56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AB389-6CFA-8BEF-52DE-5929956CA95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F9E3C2-D088-8B64-5C69-36C813B1FC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EA11E2-39AC-B08E-738F-6344D883F15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20C51F-86B8-D8C0-6264-6415A1BFD20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62D52-A733-D4D0-580F-7A9FFCD532D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FC6C2-CABE-BB58-EAF6-3822B6F86C7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38EFB-423B-2BFF-E83E-0C6B74DBC8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5D676-0B7A-A028-99E1-84786681520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A7311-6C2F-6C92-C831-17002F19E0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9110CF-9929-3865-7472-9DA4E2663FE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69891A-454E-36DA-3141-003C3B949D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8A9B20-29BF-29A7-793B-0CAF8217FCE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A4478-7AB3-DC1E-5134-E11288DF34D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4EB6FD-78D0-EF73-9857-D1F993630F05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E666E0-1A06-FCC6-DFD6-4E617A130C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8A9FFC-037A-7D26-2D20-587FD1A2B7D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188CCF-14B1-07A9-D858-7C7DAD721EC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4CAB68-F9D7-8B12-8E1E-CCDBF010FD6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C72186-0791-FABD-538E-EF6A589F2C8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B46A87-5B84-909A-E1EF-8C9513E1EEE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FDE460-B5A1-DB90-D456-642A4DBF303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2CDEE7-C2F2-8668-AA9F-24AD4B04376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A92469-77FC-C1CE-D105-97D5371390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61139-0757-6797-E075-FCF17316F4C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26042E-E1F0-14BF-0643-F7312A03199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1AA385-B1AE-2ED5-B7C1-C61A67C839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6F35E-49A1-9C66-073E-A10757434B0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31765D-A2BD-B8A3-9D56-BAE43E671CC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9B19EA-ED39-27AC-D5D2-FD1375F2E72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D60E58-EE75-D6C4-FC1D-5CF84342047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B3E51A-0B1D-001C-C506-BCB44BCD2E7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57D94E-4E77-D16D-5FC9-653A7B005AA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8CC0E5-A324-C50E-688E-89BA5A1A6F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827B1-A5A2-1F84-2750-8631327F77E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6C918-4048-97FD-AEAD-947B57DB0C1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EEAC7-BDDC-C647-E5EA-D8DA778DFC3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E09472-5549-75AB-6D8A-44BE5B68202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195CE-6DEF-B30D-DA2B-1EF8C7B4F45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0B0FAD-462F-6088-32AD-E6CF216D5FC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35B252-CF49-805D-25B5-9D23AD3093B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458C5A-E674-4D97-9D7C-027B53BBA31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E99330-F874-F292-03F8-9AA628D209C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524DC4-26B2-95BB-A774-BF1A14059A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09AA1D-3F4A-0106-01A6-5F16CF35BEC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6A7AB4-3B74-2EA8-E9C8-2774FAF2889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F3E47E-8412-25B3-3430-88117B5ACF7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795351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D09F-9513-52B5-29E7-EF5546D5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65E318-83FC-06C4-B757-73D84CEEF1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right center block, remaining digits 15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CA93BC-4FB1-D8ED-F055-682926A38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AD7170-63A1-DC22-206E-676A3DE62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6772CD-0610-2AF2-1D2E-CF7462167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81F7A8-A49F-9C80-BB82-E46E59DF0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AA7762-D892-1086-E372-5A5FB70DB1A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CAA88-0A80-78B3-1F8E-00AFCB4E64F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2F42E1-EF1B-5CF5-6B91-A2DE1A66178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E7B0A-3931-C1D5-E444-134AA1AACBB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FC143-72A2-DCE7-8904-75ACB9E6C1D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D14D2B-7DA9-D01A-2E94-47B5CDF8018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764FE5-BC53-5446-B4F2-CCCE2CF7351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3B8D72-6551-B3D5-CDF8-ED3AC28231D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7D934A-490F-E0A9-8B30-FCAF248D541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B2B06-BFDF-5631-4C6F-634392036E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881C77-1DA5-E636-2127-B1631DAC8F2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CC1824-A8F2-8A06-8F5C-041153DCDA6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681ED3-5193-0458-4A5D-33ED9604C08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D6634-CAD9-D12A-4707-57D384E053A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BC30B3-B066-1129-02B9-731071A9532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EEE25F-4677-D455-9D45-49AAB3D05A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60CF71-B1FD-F854-BF67-275AD87BE6F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3EC9D5-03AB-0317-901D-6B30243638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CB702F-FDB4-133E-137D-2D5AC8A6578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F309D5-E604-354A-954D-22F8D96A678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72AD3-A04D-59E7-2278-E96C97F28B8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C663AB-ED8C-75EA-717A-3C8360E24A6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500848-B479-F4EF-01F8-998949F0C898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8F7572-33A2-204B-5974-2D2723A9211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7C6187-9B78-AEA9-DEAD-E96EAEE9A08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F39558-4B5D-0B4E-1380-1EA2F0C910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44E611-6981-CE4A-D7BE-03901B2B19A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D6E9CA-E317-EF73-BB2D-867B2DD8E0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BBE50F-E1E7-F3BE-093B-9E86EDB3370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13D616-08B1-085D-C67A-A0782820292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7F3D15-E447-2ABD-FF33-6CEBF8FA23E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F9C3B0-D832-23B4-AFE5-BA4368B0755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7E88E-BDB0-0721-A40C-43EB40C091B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3BF234-E5DD-0CC7-DC59-D00C1F36EB5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1982AF-F131-D604-07DA-540B97802C8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FA2BD0-8A21-408A-A0D5-3ADC578E6CC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6EF759-ECC7-7E5A-1C8A-7DEE99B19D6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B919F0-1D93-155D-E0F6-8A58F294414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C7C10F-8F69-BAEC-B9CF-176EB436C99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7DFC79-012C-F24A-D230-698F31C65C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63254E-4227-8DFA-7774-4AAB7C0B53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048492-2DA0-794F-B4AD-9F0EDF1383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0751B-6227-15FE-2EF7-16207B54AE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78EBDA-F20D-39A5-12AC-3CD37C20ED8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A697E4-938E-9605-B377-FE7613F81D6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6B5E58-C8EE-4588-FCDB-96D70E09C3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8D8146-B4CE-F9D5-B34F-7E789CFDC7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31A339-8FB9-E439-CCF3-BAFAE3F7F6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932BC2-68F5-5A54-9C5E-2489C50E1EB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1EF86D-F13C-905D-C6CB-DAAF247374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3253F7-8DCE-55F9-EC3F-D83919BD432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4E1B58-9717-F7C7-FF62-A5F0ACC2C97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61DCE6-13E6-2537-F3C3-63082AA15F5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EAED19-93C0-FCB4-2D99-82F7A4865B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88F709-80A7-3C83-F8F6-82BCDDE0036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C83CD5-DE45-262A-B0BF-2C596B7ED92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3C5BD2-28F1-1A54-D601-01716F5A230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0597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5713-CFE6-25E8-E2C9-3C109A9F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610467-A567-13B6-ACA9-0DED26FF0B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EB2E72-2E0A-D012-2C8D-5E8EBB9FB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386C0E-4E07-89FE-46AB-8593EE52C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FDF9FB-4665-A3B1-9FCB-B73EABA8F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D5A641-EF27-315E-52A2-4034F5D9A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6962B5-95B1-5A61-3452-52A322AC9D6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660CB-B791-EE3C-5191-05361FB2DBE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07E75D-87A1-5671-4F92-AF92E796B9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1C665-C7A0-D4D6-9926-C9DC7CD172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BCA00B-B876-D22A-E509-792AC824315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43451B-0B3E-2EDC-2DFA-C8EA67F5BE4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CF6420-B170-C467-3F59-727BFD6C956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FC2DD-240C-8C5C-6F76-C0D042BEF40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C85643-F96A-C53A-9FFA-723F068D0F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C3FAE-700D-B93D-A30D-FF42006DAC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EB94D4-0C33-62C4-0386-01B82993FF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5BD626-C985-5BCC-D6E8-0177F1FDED3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5C272B-B87C-C73A-690A-462AFFCD082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924EF-5687-E5E8-7B95-64E66E6DDB6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68249-DEC2-58A2-460C-65165A7319E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EF8AB0-7DBC-5C96-8E56-2186544D19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5E594A-8F3F-F0E5-ADC7-C6026ACD96D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728EBA-40C6-5BC6-5712-164473AC1A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B3DC6B-A136-7E89-98A3-FD3EB292C8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E5C9A7-5893-82CD-95CD-7DB3B3BD77A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14FB0-26FE-121C-AAA6-850E23BA6FA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91D4BB-95C0-7DFA-8F3E-948BA10F471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5F5F10-95A7-F123-46A7-7672CEA1B114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06AAAC-BA97-9D84-1CE4-0E888280AD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1B2B67-1F5B-63D0-F58E-5152167D375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E6DC73-341B-6E60-BB3C-E67FE5F5E67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DAEF3D-5715-FA67-95FA-0515A91239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3BC0A7-0A99-FB60-FD02-404208A9C0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F11C77-AD39-F434-9308-1A9EC815432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0899A0-B497-95ED-227D-31FC85C25A5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BEB9F0-16CA-5640-199A-4521CE28FA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C43071-AA02-23DE-4A99-F1FA24CBA2D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C1ABA-DA3A-4C54-8983-E26D07E0BBF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DCE9F-AA67-AAAA-9CF9-2DC41BEABAB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00F74B-E2BD-E21D-0CAC-91419732B57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A3BFA4-09F3-66D2-D690-D6F8A9EB682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AFA9C6-DBF7-92DB-6BA0-610510B36A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862CD4-4A3F-A976-697F-05A9957C46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6BFD4A-7170-1A2C-26B6-529E1195BB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8F67D7-5BC9-31B3-C35A-95638ADE20E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5805D1-400D-2FC9-211F-F6F72B36893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03BADE-2758-09E9-417B-55536DE88BA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5563AF-D96A-9253-637E-DBFAFA679F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AF641-159C-7575-5675-9F6F27B81BD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7D1F5-8E22-5E60-2272-D5D4F538433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1E14A2-1F94-C77A-4021-F3D8072635F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7A0BC3-E276-6EE4-EBB8-616C90F56BF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581A73-5727-3BA1-1B25-F6A012B598D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460D9D-F1C7-FC7E-31A1-2B9FEA4ADD9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C688E2-267F-44A2-2CD3-3B35BF092AF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F5B31C-4F9B-424D-C952-AC293847758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087FF9-E954-DC9B-2E25-12DAC45214D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6B2679-E76C-A9D4-FE1C-CDB030EC52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C1F078-C5A6-3536-6B44-4CFDD507E1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2DFD25-738C-DA16-6A9A-3FF79FF69B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DA5CF0-ABDC-871D-1462-FE503E5792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5F76A2-2E9F-9072-45F1-50C115B78C4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263191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50D9-9B64-A917-681B-5E2B13E3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5310C1-0311-455F-5FF6-BFA626277E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5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1373C7-1634-B102-87D8-2C79C97AB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27C2A2-AFBB-10F2-7BBB-A2C13149B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A4E78E-C659-4B09-D703-0B175EB1C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BD3AD0-E95B-8D94-0E7B-95BF724EA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EBC04F-CFFA-8ED5-8D96-766E58CF4ED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688B6-187E-1F4E-0D72-42EF17FC379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ECF405-B14C-AE52-47CB-35426F7D9BA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581EB3-2C42-F6D1-C690-5A400560E36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78219F-BBEB-4932-F04D-8B687E9F921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9B28B4-A1DE-C8B2-E027-9DD13D2A2D1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E49E12-62A2-F4D6-3E97-ED0D28978E4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B1BE0A-C765-7EE4-73E1-FA14345FAF7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C1ADD7-E8A7-A67B-CF87-9EE73A6475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8A497-128A-3A7D-D3B2-87B8E3FAC54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33914E-D597-4989-5789-8BAA5D6D52A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1702F2-AD91-1364-CEA7-3B8D8F348C9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2AB2C3-27A7-4561-7BC1-BC8462D7212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57259-DE11-4A53-FE9B-C8E5F10A311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A37569-4A91-401B-F23D-DE8F80DC5C1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277DAB-5BC6-AB11-3CB1-3F77F030AE0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BBBE5E-16E0-D333-4260-303FF300D05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6EF76F-FDAB-68EC-C28A-B16EDC864C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933D09-8F1C-0493-6DA6-252511746E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E243FF-3654-B0BF-F80F-B6BCF46881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524C3B-D691-73CF-21A3-5E2B26ECFAC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798F57-0D52-EBB9-1768-FD8A29DC40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EE5FEB-ABF6-2F10-A414-25920FF533F6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84A613-4D9D-5453-AECC-481A1500D71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7A0C35-EABD-A9BF-9847-72B78268B8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2C8EA5-8C58-F99F-D57C-584BA58BDBB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2C3BBD-6362-8F35-9EB9-3217DD6E3A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521BFF-19AF-4F8F-5984-1A6F4A001E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36A874-5932-E4AC-889F-9CC49644DD3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44A256-243D-C7D7-3D47-9BAE3652D17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30B8AC-D76B-8D2C-3E29-FB960ACDF91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311727-7304-074F-B8FB-AD7ACE7494C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31104-7442-99A2-777A-16C0DA3C03A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E6CBEC-3A7D-90FC-3FE8-3B4C2229B64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4E70A1-CAF3-118E-A8F8-DD5B0BBF809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4FCF51-0638-D519-9429-FF85CAB63CB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AF5D7B-0E1F-84EB-3176-822ECB344AE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A41A1C-21C0-0F9D-8E34-859EDE5FFAB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B79886-682B-3871-DB16-0A1B80DE795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FA5F8F-84F2-A0B0-8D73-07DA099D747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91D65F-34B4-F49F-B372-CF97A127CD6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2C53E1-7F6C-4821-94A9-2298C6A2A1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26560-EE6C-A669-A4D6-4C2563C0B7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46C92-DBE3-083B-35BA-567D6939C2A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A8E423-C85B-C716-97F3-B89B54471D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BBA90-58B5-F81B-ADC2-3491DCCCB4E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6CFC62-0547-8806-7A02-265C7E5024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7E994A-D0D4-8C40-6DA6-3B5F3CCF445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596938-E352-AF98-407E-BCDA973CE1D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9BCE7A-7C9D-9DDD-CEA9-4A86231105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600C66-A4DD-C78A-071F-1E10DCBC7E1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23A102-0EA5-1DE5-DAF9-6AF77451FA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9840F6-3CCD-A731-D107-F8CEAD6981A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47F6C8-EBF0-0641-8508-305713FE206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FEDDD6-68A0-2442-2385-4A3585FD5A2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6714B0-633A-B345-A7E5-6975375298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BF21E2-07A4-1ED3-D008-2865E8A3F5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A89D62-B6EB-1FA1-5D28-6570F0E5877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BC89C6-2B02-4336-3E12-DD302E4AA71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24931C-E5CB-A753-5FB8-FAF050EA920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FA83D5-D03C-2DE5-05EC-0E8182D5496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D27B71-49FB-2BBF-84DC-63DA9324D91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118025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0D53-F3D1-7DCA-D081-9F9EC09F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FF842-9018-070A-3752-C5443024D2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[13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80AC5B-2C39-30FA-4093-EA4B839BB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7442AF-A74B-4BFA-4D58-7BC9BF7C6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3BCFEB-1A0D-9362-F020-4632AD3FE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FC4632-B486-0394-4278-5CADF0791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012810-8606-4BBF-72BD-4CF4EC3A8EE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6B7A8-DD38-7118-B2CE-EA847CFE73D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8A843-C79B-35F7-4386-5F79F84E64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A82F6-0C8C-6013-0D69-063AD2079EB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FFE8EA-3E55-586D-507C-5006D54498B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E118B-E3F6-5F4A-C5BB-FC01523D05C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D3F765-A669-BA55-1E8E-4602FA579F9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BF2E00-4372-B805-0CAC-BB116E73CA6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324D39-9A2C-DE09-0DFC-A6F5438055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F71B9-D128-CDE9-95AB-C75B2955296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32E767-8323-4D82-D2EE-B86877D83C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C92621-CCF8-01E3-5AC4-C85F522A49B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D6652D-44B4-9C75-743D-F62FD64C83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66260-7283-54F0-B6CE-DF295D9492A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4D75B3-4576-4F9A-C467-5D3064B2FB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A9E1CB-2701-1E11-2794-882B5250A08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32B38C-B62F-28F3-79BB-FB4400D126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AA959E-7460-AC67-FA25-F51A9AE0C8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625F8B-D6F1-B04A-7FD3-C4EB2936ACE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192BDC-AEC4-F372-6EAC-481C206DCB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EAE85-3065-2406-8AFC-B651B33E1C8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05CF5B-6808-1B44-BB23-3B332F5C9A5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0EBD5B-2990-975A-7901-5AABBC7BFF5A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254740-E851-CD69-7903-933B9F7E7E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3BBDE4-54B5-7FF2-327A-55C21E1CB6C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AE4DCA-3726-FFEA-A7FD-00381037704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CFCF83-F6DF-3B60-492B-F0CD7FD9E7B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04DFFD-3E03-0A2F-2F1D-566709A1ED7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3F24FE-FF29-4561-DEA9-49F322F4A79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368D0F-24D7-C64D-4DC6-9DBCEB42C77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F3EECD-F8AA-F4A8-A0BC-7C27E7D401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B47160-E2EE-E4F8-51BA-499CF674CA8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C87C8-03B3-915F-1038-D76066E4CCA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A09C39-0DE3-9854-AE03-77D7BBD64C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9DEC25-D3FA-1833-2636-4F769D0F26F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C78B16-84FE-4ABA-E8C6-D03158031E8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8776D6-8788-0F32-E734-1281FEC3634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B59FEF-37C2-163D-C896-5B54DC4E69C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38008F-802D-6659-AABD-44AEF1C2346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7BFA8E-9437-64F5-0075-E51743FCBE7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DA311E-F722-35C5-6AD9-507FE5CFF9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820CA5-BAB6-5567-4EA8-32B2AF2EB8A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37E7A-1E6C-5025-BB55-DAA3C845B7D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A183C-1BF5-2E4D-E359-959EA6DFC96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59859-C72A-6AB1-B6F3-AEAFE69B307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098A27-BD1B-80D7-E9E5-13ADD9EE80D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E7AE8E-EA74-D48B-9FDC-33AB67AD992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B8B1E-848A-D54F-D3EF-24056CDDCF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EB34A9-DAF8-4ABB-F0B1-56F0D19E8E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DDD97A-C6E5-3EC9-0165-A495CBD1426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E6C464-8603-49B8-7A87-3DB7329ABDB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C7A108-B014-34C4-B22A-875F78A8102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B721EB-66AB-3AE3-07B2-70E6156C169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AFB35F-B544-FA9C-47D9-BF6E419BEF6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ED8CF0-ECAF-3A2E-10B2-CEB64639D8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70009E-B124-EAC6-EDE9-E661E8EAEDA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575371-CB05-85D5-D6C4-C2DD5108FB9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96213C-457E-BD10-DAE4-FB0714255AA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C4BB6-5E71-8DC2-1974-3FDF0F11DD3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8572C5-5DF3-148C-E391-5664C01AC3D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C13E7B-BAEE-7D62-4672-055E56186DD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817477-D0FD-3B20-15A4-A75894ACCC9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7BC4A0-2F46-5EE0-8104-BEEA06B8E9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10172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A030-CCB9-FE55-8DBC-54C1BFFC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795EF-354A-CFB7-32FF-7BE82A149B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7–9.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7BE935-174F-40B6-1CD0-C1EE0D84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4727FC-8F29-9F5A-A9C3-9CE41B475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2AA8BF-B9DE-B4A9-FFCF-467EE9894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A1CD0C-FE2C-659D-949A-5505B38D6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514EAF-7871-FC6E-F516-66B19C24FC2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486B64-2953-140F-84FE-410FA633DC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B1178-D27E-6CEC-E563-360619484D6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FE5234-04CF-6C6B-423E-ACC5E2226A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5C17BE-A81D-619C-8808-A8F8E654787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46172-CEBA-6D07-D1D3-8A5FFEFFEC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F0C718-194D-556F-095C-D7F3D18937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AF0580-0C9B-5982-E874-F0DF62DD7CE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254442-D12D-0EA4-1D75-4581DD4CCD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E8CE1-0F76-E5A1-FEF8-0402EDE47B8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606CB9-C9A0-D953-568F-100FEF0B2A3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AFC12E-347E-AF6C-A4F2-CF093E60774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9E6DFB-EAB1-B25F-DE59-B93063E554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3790E-D40F-7F2A-F2C6-5FCE7D3210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AADFB-5BD8-0120-4AF2-EDF45B2E19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B42EE3-C9F2-F740-D887-F26319D9AFA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76E6A-161A-4B4C-351F-CF9E0241D9B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635337-6A5B-CB98-DAAB-31686D5962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05907A-86C6-F787-BF7A-95E9F152110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4E98F2-1424-E37A-714F-0B4B4FBD5B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E5499-969D-904B-87BB-AEB86CDF923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9B1364-18F6-3C87-516F-FD1B4396303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244EF-8840-465C-F040-3DCD5E7282C3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F7C504-DDB9-3CBC-CABD-4CFEBF17E83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274619-1961-6B24-9A53-5E88B5B40A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734BDD-8EDE-E695-8542-B631189EB88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3396BD-4AAE-D5D5-70B6-0A86EEAADE4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F827AB-64F2-21D8-02F3-BAD6B597392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64B6B-2312-A4C6-BE08-611E01FD844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BB82D0-6A70-49EA-FB57-8C872D56165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1339C1-82B0-16DF-704F-B7EADD87AC4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C2015B-059E-9C98-3C26-60B50E8DE63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4C152-ED14-18C0-ED1F-6F9B5FB95A8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A9AC0A-A127-D479-AB75-41DBF09B36E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E5BACB-82ED-1C91-06EE-FF02471221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E075DF-7DB6-5DE8-D920-9B609EF049B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0BB860-3E4B-5A63-8533-C56682DEED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7EA145-4F4C-8C1F-1BF1-A49BF6233C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9B18A2-080B-B7E7-796F-E495BCC8DB2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0AE10E-E9B2-AD35-179C-220D891F6A8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6D1805-2635-D395-EF93-DA39497A5CA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93C11B-7B1F-30CE-DB09-4BFFBC288C3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5B6D4-30DE-8140-30FC-1859C92029F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081377-2D31-9E95-2EB9-E5E6B32C2B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FE9EE-794E-9338-4253-D4227A03A74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0BC1E-73BA-44FA-FD3F-0D157B8F026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D5635D-12BA-E2F1-6B08-752BAC7FA74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4FDCC1-846F-D2CB-A8E7-5F577E084F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BB4761-4E46-0F92-2B93-E42B963716B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3B05B7-F615-3B45-977D-CC8D761A3EE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65D0E8-F32C-96BA-6F54-5348C7BE36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64C391-525F-A00B-5C0E-81B2C323CD7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98A091-2130-76B3-8CE7-9168F829A1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5AF922-03D9-1514-E5EF-D35B31DBD54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420829-D43F-AB0A-92C5-4290161522F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8139AE-BF63-F0C6-3931-A712E3043AC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A4C887-CD51-5ECF-91F7-C6A477EEF0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17D17A-F326-49DF-9B81-437C01FB2B1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23E0DF-2255-4260-0AC7-89545A70543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0C7D06-BE88-75FB-CA70-C112E685FD0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E0B883-F52E-4870-7B87-A5D2BBDEC57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FF786F-BAA3-544B-E6C3-55778EA8FCB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CE8D3B-B87C-EE01-9573-CF55A2F8A50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4D59B1-68DA-1D93-C471-54ECAAA2586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41CE4D2-407E-5A21-ABF8-AA90FDF33DF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3C7A8B-291C-6C4E-82FE-5075B6437C8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300CC8-DBA2-E4E2-AF07-FBD30186CA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77FAD9-3683-9348-7E74-9188A8BFFDD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14CBD3-46FC-5129-4E53-549377B8F00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D05E4D-ACF8-8054-871D-587788146E1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1399952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8D95-7950-9FDB-5D07-C9E55587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B02860-CA5E-341F-FE30-990687FC13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ADE631-DC78-E779-B2DF-89642506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3CF495-684C-CD8A-EB0E-5021E392F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3B5769-14B6-0A7F-80C4-4FB69D88D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8BD2BB-A232-D2D5-2FB2-CE6EC2B2A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850312-1AF0-A9A4-1F23-8D28BADA503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8DDFCE-FB13-7943-DF91-B686472C0EA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C1E04F-184C-4629-FED8-10B69B320D7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BAB7C-49CC-0C12-AE2B-E05EB99237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31A21D-DB47-E64D-2D59-B054553C3D8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C34B08-9804-2330-339B-23CDB0CF906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54E60F-9DAD-21A8-9D58-5B8F5348D1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E5B30F-264B-80C4-A124-73E09C95B97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A88790-D28C-6A86-88FF-7A8008F4929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13C40-7920-80FE-E5A4-3A38C2063B0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AE6F76-4A97-B7DE-1F80-50B6A3C670A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7475D9-6833-4580-CB4D-C2F9FAA6E6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3AE0E3-3D65-25B3-270B-6D1C4E8693D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113E4-0686-E414-1707-B5190697E23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BEDEB3-44BA-D3AF-16E4-29E4FB39015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290EAF-81F4-1560-D4EE-6F39104F42B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8A8C63-48A2-60B1-44E5-660CDD7732E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668FA8-80DD-5E7B-3530-D6F4CBFE9D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B2FEFC-0748-6C65-DF1A-D403B3F5F2D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F47041-1CC8-0CE5-3AD4-E5DEB13774F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DF59A-397E-547A-8E21-4524386B09B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9BD5A7-8625-24C4-90E2-5C3ACB293E2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4EA36D-BCCD-56A7-6C19-028704F02438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8E7476-0674-B948-F808-913663EFFD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1B73EB-A3DD-2865-1FC8-FB9F7B634C2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7815E4-8284-E4A7-1058-26B948AA5F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C98D10-1F8C-A73B-9BC6-B5D88DE722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138E9E-6CA6-3254-71D5-B4376CC7B5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0E4AB9-64DF-AB4D-B163-7E3C7809FD4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264D1B-6FA7-8FBC-BCC1-2E7165BD00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29DD1F-1B4B-26D7-F7B9-A9E1908B763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6381E4-E83D-A934-9C9B-B76F4414EB7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972B9-4721-5CBB-1227-044BCB89DB4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025C6D-91D6-6183-635A-4785279DEF4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F312C5-7D9B-3500-F0B3-46F09FC9369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1F9453-D3B7-F168-FF20-0210CB8CAAB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58322D-EE89-1C28-7AD4-DB1230A0DB6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24A3AF-327C-E932-D139-46E5C661EF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891B72-844A-6CEB-642A-7E69F51D37A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A15059-D894-9FF3-D6B7-EFAB6A02C61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5B85DF-76AC-EB8B-F7D1-2FE67C1F725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B8567C-AEF5-6360-73A9-3428E56A67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44FF2-27BB-C283-70FB-267AE9582F4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FD4A2-B035-AB3B-F422-5B2B33C989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0FD63-E369-A872-8EBB-761551AA76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47ED59-ECD9-855E-1BD7-6B0E34BD121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D102BC-E130-0C7B-76FE-26D3C56BD3E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2A6A96-8011-1D3B-5844-B7D2A37C5E8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D224A3-41CB-E16C-2179-1C175A37529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4A0388-34A8-0567-F36A-CCDF1BFB67B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CDE2B-2969-6E78-DDA2-A28E6372B73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658E59-0F9E-0936-0BDA-E990FA433DC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D7E9AD-E7F2-275A-8604-BE0E931970B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014AE4-236E-E551-ADB0-B3821BD47C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77E0C7-18C5-E9E4-373B-E8F3DA1ED6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29373-D3AF-2431-3756-9E63C68A4D9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D85612-5A4A-692E-BB98-4260600DE8F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60951E-4862-0F45-E121-3C3443FA1CD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9A2F13-B8D0-6A9B-F238-68F735FE233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71C2E2-8FB9-FC4F-ECE2-F2CFA8C560E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FC94E9-3F61-1AD6-BB0E-98F0C71D8AD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1579B0-FFA0-FEDE-6C6C-97C56288A3C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493B5F-C4A8-5C2B-CA9A-D752E8475A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7F270F-C7DC-D67D-786B-10A5C3346FF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BF4E9E-094B-15E3-FF05-F173F7B3788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1D1241-DB43-E84E-E272-FD0BA0F14FD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37EFC1-0440-5980-9003-5DEC3D6D9B4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2E297A-37E6-AA20-9C6C-A0455BAE989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4EFEC5-6DCE-1500-10D4-B4F8A4C02F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E206E8-F86A-33BE-E7D4-296DA65E336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21347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BB61-8437-517B-21BF-5AF4A4BF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C0C881-1300-4264-E827-B01CE757C7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89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CF5869-ADC9-5839-7216-C7E11419B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AA7B34-A21C-E048-C15B-67BC90CFB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05F0F7-B72D-26C0-5D33-5A4AC16A2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A0C80E-5B8A-282A-128E-49D4A43F0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53A03B-41A9-5047-E3FD-99282EAD6A3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37106-71EC-662F-4A8B-18F6C34E16A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6F1378-683B-03BF-09BF-5E344BCFAE8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D04413-C1FE-B5E8-3F70-49C7A0A1CAB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C36AFF-953B-ADE0-08C7-BF3F8A92FFE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254B0-2673-05BF-8208-00B4A2570B8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F1DC41-45E9-C9B8-9743-7EFC4BA6EF2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9C98D4-32E9-BF8D-F6BE-9445B45EF36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5EDD1D-5352-A9F9-7303-3B9E4B2EAB9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2C4DD-96B5-325D-4C31-8CB2CB471B4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F3F48C-D747-F235-143E-3FD2E1CD6E7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A0DBD3-0D1B-7D7B-A0BF-7178620B09C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34FE00-37E2-636E-F6FB-A8748AC94DC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07395-2A5D-6BF1-7E38-CAA5FE6461A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1794F-0F57-AA0A-7C68-54DB6F85AF6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78F433-3FC7-1A9C-64D0-95B6AB2A20C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E5C41C-A852-3113-BE20-9C789696112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462758-0A39-269D-6E24-A5B4031BEAD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717B76-C10E-8DD8-4C00-F64E30A48E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D715E7-440D-E11A-2932-C1676FC561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A395B-CA33-CB80-B786-3812FF2447E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E175D8-67AF-C33A-5EB2-788ED3B08BE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76EAA6-F911-34C4-452A-27C1617F6D88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E49984-2AEC-C16C-8136-DDB42CEE7F6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BDD286-00C5-3EEE-9076-1A6FE0284E4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EA695D-EC48-AECE-D92B-B39DCA7F7F3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D375C8-1C71-4752-9062-0DF6E64AF2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7983E1-F78C-6EAE-89E4-BFB0CD35D95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8653F-1D87-29E6-96D2-5FB4E0D7D82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17564D-6CF9-90CB-D666-7E055824A3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9D05EA-1F30-4F12-58FF-8850CEC1DF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0185FC-B43A-F3B6-0F93-A8721A1D5C4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D3CA55-995F-B9FD-91A2-0868230AED8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D335BE-7CB5-D21A-2437-DBFAE8B0A33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98A5B5-1262-C56A-2938-EC1CCDC54D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3076D6-4E84-6DA5-BE15-FCC5F24D0B5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C6F3A8-E700-9E5D-F8E1-B082D8250B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728CF4-9C68-D664-943B-68FA16B98EF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D26C1A-A61F-BC43-A103-01891C8AB2B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6AE79E-DEEB-F4CF-4DE6-CAAAA70385B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7A2905-500D-63C3-D3D2-8349CA2E0A5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BBD9FC-44AA-C7B4-2ED0-DC0096BF02B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C1B7B-358E-8442-9201-4DE235B1E4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05C03-4835-FD95-5E7E-20532682AF2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D6B0A-7C6E-3A2F-AA82-8876C8F9635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6A46FA-62F8-BA6A-6BC7-745C8F7D6C3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CE9D33-A98F-4DB1-F93A-77C00CB3692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5F18F-C0A5-82C6-1081-7072C191D5A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D4EFEC-FDE3-B473-357E-ABC74A8DDB9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83EA84-C415-A553-E95F-B846ED7AF82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16A216-7843-9EAE-1E19-4F359CF69DC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F5529-ADD9-DFCC-91C2-6A9DD24BA8D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2F1375-E022-4744-F8EF-99EB504854A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BC0101-3B06-C7EC-7F8F-85D459C947B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2AD1A9-92C5-F5FD-F80E-0F3F07A4BE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DAB619-9BEE-0857-1F04-4C6305D070D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68E95D-3B47-0E90-7FC3-F4DC6B1A00C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C55FE-30E7-8233-655D-6441DE0F806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541612-B3B0-6A55-1410-F4F6B8769EE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922BA2-3977-07DD-A87D-3833BEE0A5E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4633DC-BAF5-2A0B-8C59-708E7721D9B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6D3B53-BC4A-A884-77D8-08A466EF2BD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47AEDF-2374-22EE-7E14-8776965C97E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157ABF-0255-AC7D-1C28-F82C4E746DC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309B6E-7D28-64FD-8274-7EBDC2BCD0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D11D59-1614-211E-4F98-6896838F8E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0F7CD1-84C4-381A-951F-94F41D5D9D2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F99497-5E40-7D88-82C9-B4FB775D317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8F8A85-5F11-4709-331C-37EA89B1165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CD1457-BB9D-A1DA-1DE4-794B4D78B84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7DCDF8-0830-1FBF-17FD-038D7182DB0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4DC3B7-8CEB-438A-B8E7-6F883045D10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281795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AF29-4F2C-2F3D-D49D-4F5FB221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823136-95D2-AAF8-A596-D1DFE35CD8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1–3.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012ED7-3A9B-3748-F497-95829EE1E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47B29C-559F-2CF3-BD56-B699ED69E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764C2A-9A8D-4777-A1F1-1C9B1EFE4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3EB42C-9AE2-8A3B-32D7-C36C90C91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9E28B5-C90F-6E6D-1F83-56C03683D40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E6A344-6C09-7F9F-383F-C738045A5E2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69CABB-504D-11A9-D4E1-61B1618AC7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D3CBD0-A055-B4FE-F214-2C66715D0CA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DBC037-FC4A-B5D1-6C2B-1049E535C11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8F93CD-8D43-C490-49B7-5E5C12A073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C64C5F-F1FA-E8B6-F29B-1C84C78FB65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704057-EFDB-C8AC-11E3-71CF5EFDF2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B4B4CA-C239-C153-55C4-F91AE8C397D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13AD6-15E8-7FB2-E7B8-4F6628062D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C7FD6C-384F-9387-1620-03B6917D199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95C1B3-6DE6-FD41-8654-F909F5FFDE7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859541-C56B-723E-A143-B89224915B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2652A-3F36-C234-F221-D724BF9090C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92BC3-F763-9F6A-0EF8-D313EBBCBFD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F96507-66EC-8CB4-85AC-55487C1C5F3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4FBA8B-28E2-7769-2B58-40CCD756BF0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6EA51C-1633-3456-85BD-F2C701E30DC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D2358B-4297-3F5C-6B19-64F2C0A5CBC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24C02A-BB70-12C6-C20B-F886660946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A894B-D144-B94E-E06F-0DB76BE60BA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D46EE2-54D5-67CB-034B-9019B85AFF7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D758D2-1AAC-C7F0-14FC-27C0B5E9EBDF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A6564D-D00C-49A5-E974-BF789EC99C4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D68429-10CA-7266-12E6-F967AB141F6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B02A7C-9E6C-E600-1A38-9C23D6A72BB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A69DD8-1B6C-DD9B-3A29-2D222E06C3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39E294-9967-F966-8171-0A5E34A9A1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C4A2F5-05A1-B15D-C9E4-6B3E9179942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07E610-CB2A-2CAD-4A66-C02E5802D5B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171576-0E16-C11B-4839-61EB7BAD97C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617810-27DE-210A-3A14-0273D61782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E0E79-1CE8-F145-074B-0AF230306B1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A8B6B2-C42C-A7F9-704C-FA705843EE6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E5050E-5F30-3404-2D8D-F64E4A40F0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E8F3F7-E8E0-4154-F29B-8B321ADB0BD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F6A32F-37B0-3661-4278-D405E05E33E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F943A5-39AE-C2C8-530D-030C82B805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D95402-9D08-4B2C-FB38-3843A4B62FE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6AF2FF-3670-7810-4EA6-9433793636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E815C7-D943-C36A-C215-434FF779021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4FE916-BC92-6CC2-1BDD-0DA36C518C4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FE899-F050-D0D9-74CC-AD40FD8C572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AAEA9-47D4-BA25-B5E3-F1523A2B11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E2197-2638-631E-D4F1-971B221B6B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EAA47F-BA28-46DC-A847-F3A7C328E9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CC839C-A504-BF46-7BAE-65577D2BFBE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25367F-8D04-1694-CB0C-74FF72BBB27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776867-51BA-6684-A39D-F8435F3430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B1D2F4-3277-457A-EEE1-5CECBD1145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BB0C03-7462-9F71-BCD8-56BCBFE1D37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07AF8B-A45E-6764-1A79-FD3907F6F53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6A5E1F-A749-4D21-E314-A07D536AB62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EC6526-AE4B-7651-B47F-217FA42176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BBEA9A-3D4D-0275-88B9-0F6ED9E81DB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20A3FC-7477-CA7C-4F84-82AED2E03C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6243B7-B863-DBC7-3841-75D46D5E1E8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1C620A-BE68-4FE0-7C81-20C3E81BFEA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E002D9-2A93-552B-94D5-5973A1A2074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5F03C2-FEA9-D96B-F8DE-CE1E4C4464E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071350-FD25-7F17-F489-373776936C5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A4F303-5E07-CB5B-8486-7B877763FBA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B23768-D469-4AF6-A6AA-07E9DCF6E2A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864159-1078-3C86-05C3-7EDF6440D44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2B1B9F-FF79-13AF-9758-A1F61330D07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CC70B1-6F34-3A9B-1296-87C5CF6F1F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94C268-500D-120B-294E-1B8A900107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53B4DA-7B89-7FC3-DD9B-B7A593BCF2B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9948B-157D-FDA0-596A-EC74F913380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98EA08-7F3C-395C-9E56-D201A028B9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2BCBC4-3E52-1FFB-4244-36EFF881B61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F1FC49-E749-9846-CAEE-B66E64FF25B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2BD961-C3EC-8B0E-F679-6DE6EA77A5C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B06DB4-BC16-9D6F-DAD1-8EEB273585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9A9A7C-4E0C-EA08-E7A5-59694D5B449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719A09-6801-DD0B-1017-0E55FBDCB5A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06C6CC-70EC-1EE2-816F-75CEAD05E5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C82D23-F466-4F21-749F-D500958DE48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</p:spTree>
    <p:extLst>
      <p:ext uri="{BB962C8B-B14F-4D97-AF65-F5344CB8AC3E}">
        <p14:creationId xmlns:p14="http://schemas.microsoft.com/office/powerpoint/2010/main" val="203168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34EF-DDA7-27D6-72B9-085E8AA7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BD8110-FD1C-04B3-6B7A-B8D3194E4C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870FF2-6D39-4B0B-05C1-90F16614D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C299BD-B5E5-6326-A31F-BD683178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6B1B72-9B6D-BDDE-4130-B56268E19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8ED41C-EBAD-A691-37C6-DE4BCD8D6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ADDCEA-D508-DA13-D8F8-53F7E500707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71776A-A021-4D13-1DFF-BB95E94F56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704924-10B1-1EAD-4A10-3276EEA3F5C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E181E4-253D-E0AB-261A-EF9A3407E4B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3A44B-5F6B-35D8-6095-14D54247544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9D747A-7F5A-B7CF-F6DB-7E2AD21FF2C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F93E74-E1E4-422E-4C9F-1C0C10BC9B0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F51B2-A2B4-975D-9FDB-01449F5481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AA33C7-180C-801D-71A3-E8C15458E0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9D8EC7-344C-EF85-6D4A-07B14DEEEF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CD292A-3093-8568-AC75-9E607BDF389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3F3B4-5C65-2E62-A980-F9DCDADBD0D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565CCE-97A0-CBD1-92F2-EAEB3C997A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3DC946-8BCC-EEF1-6452-23538F215A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B42E8-B74F-5DB9-A8B2-B0A8F15CD5E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80E6F-92D2-2C4B-2A3D-481FA03035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F5DD11-799F-AD42-ABBF-60E31FFFB93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AE4F6-561D-6F7E-9B8A-1D7E153EC19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B9126F-B4D5-E782-297B-E36427A55C2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230910-1585-FADD-E732-7A2F865C1F2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F9B400-8086-F500-EEA1-9EE55FD4B1AA}"/>
              </a:ext>
            </a:extLst>
          </p:cNvPr>
          <p:cNvSpPr txBox="1"/>
          <p:nvPr/>
        </p:nvSpPr>
        <p:spPr>
          <a:xfrm>
            <a:off x="3640666" y="443088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AF483F-FA22-B2BB-E940-207ABF796DB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E86D4C-B518-7237-1442-D228203E45A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30235B-BD1D-CF19-1D2C-AB6E4AAD868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77992A-11B4-6C13-B7E6-29C01ED729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22987A-42C5-8E74-B7AB-FAFD7C0E8B5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BCDAB7-D6A5-2F41-0F70-271ADA14AC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E2236C-463F-2EB0-C4D6-DA6B9ABE8AF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C123DB-5821-BF42-3001-890780232C4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1D81F5-C65D-A390-F5AF-20C2BA46C86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5FCDA-6493-ABE0-7942-5B31FF6864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CC8C4E-A0E8-9EE6-E2CF-6EBFFA89D28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451A06-D988-7202-B9D0-29768E4EAA6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D9C888-B0E6-1B27-ACDE-968ED672DDB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8B7619-5E64-FC4C-1784-180424257A5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CA5D7D-C823-CD19-CED5-070A96ECD7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7FB3A0-CBC7-38DA-E8D1-8F5499AB1F7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D9587C-5442-EF4B-6D53-EC33AF3BFB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C5F975-2619-FF26-6B2A-BE68829FC49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C9F42A-0F97-CEC9-62D4-37C6710A660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159F4-BC13-A41C-134D-17FC61619AC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FC7F8-6664-01C2-35E6-882D03A46C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20350-A066-5CB7-282C-5FDC73290F4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7EB9D2-3B84-A3E0-79E6-8AFB49708C9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12ABFF-1C85-69C5-4053-3B619AF933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9E6E56-8AB1-711D-8E4D-39ED6A11FD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1804BB-AAD4-EAAA-842A-600194D6FFA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02FDF7-0B04-32A6-7989-16A5640D4B2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E5A596-1065-287C-BE2D-BCBB67EA16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2B2880-953F-CC3A-3C5B-8FAAB8822F2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5E4455-0DDA-4702-B95D-DE8C858A6A0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96E774-D1D4-014D-332F-04C8BA829F9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2A216D-23B4-093D-26D8-6A863235C05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17A972-09E9-49EE-FF54-C1D3ED6A35F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992BBA-28EF-B1E3-502C-6C58C8ADED8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0C819F-0504-94FF-D190-1236D396310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0A2D01-0A51-B16A-2473-47C389ECAC0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5E29B8-B263-6AE0-DBE9-D9ECBCFC25D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B54DBC-A2EC-50AB-4616-132CD37780C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557416-6661-BFB3-6C1F-E1C99F257F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874EEF-6C70-2F14-19F5-3D58013A3F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E4E8C5-013C-3202-F3E5-B81EFDFA42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314A8B-E8C1-68B2-1967-0CEEC84A3C3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5F4CCF-24BC-363E-0D3F-8B55998D102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D7C113-56AD-3780-E48B-F8E273CAE97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0AA3A9-B702-594A-3FE4-EAE187B6F8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6FB2DE-3179-5A98-811E-51DC6802DA3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C43EB7-C518-AEC2-81AA-7E2771DF9F7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670E84-46FA-B31F-BA56-6DDC2684798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2D0A40-35E0-F2AA-268C-ACFB5B69657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E8AF2A-CF03-6A66-0C84-27DB94F658B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C33525-8AFA-6F3E-8919-4AFCE6ECE9A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5BE274-211C-9A19-5BA4-7D2EE1437A1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16B97A2-4B9B-A6EA-C656-A1134C3576E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FA2370-F86E-B9FE-2AAA-5639F0AB2F8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A67BBAD-B3FF-6F90-F9F6-3DBFCA86264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35F2C8-F677-4D73-6DF0-E2B60003DE0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B2B9E2-9B5F-8347-64B1-EA6151F44D6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02512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3F58-3726-072A-97A9-A9FA922D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DF8045-076B-8545-B2FB-A26C020F23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D6A85D-4FCB-5353-AB36-23737065F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122250-5AB5-4CD2-C8B3-CE1BA2DC1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040102-E310-F4C8-A76E-0C7FF131F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1F60EA-E44F-E646-2312-D4419F123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DE3B7D-5DBA-C836-939F-9713C1D2D83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86C1D-4C5F-E276-C677-A92FDB6E099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262780-64E9-F2BE-D23C-464813CFD43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560C49-8EB2-4C48-52EA-0A507ABC8A1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41D3F8-8AF6-3108-A157-96468A93F09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89C9BF-741F-BEDD-C6CB-18265AC2D2B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EDB696-3C9D-A9B0-41D8-CC099015CDA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CE0C7-0938-7E7F-3694-115CBF3718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FC9AB5-3846-3300-CF13-068FA0F865A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481920-0FA9-608E-471B-AE10BDCB670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585DA5-BA35-EB61-0B45-776F3E4BBCC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53187-7E17-37F8-01DA-F5878D1017F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71B19-22C0-E392-9BB4-5676D46905B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6B771-D89E-5802-B9D9-E1361C09282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FE51B-16F1-3E2C-F780-C3DFE027211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01734-EAB7-0D9B-C0D4-7F7CFA8FDA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D385A3-7F7F-77AA-C2D2-180FE142DDE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4261E-7AED-A0A0-DE76-7D2E469052E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AAEB40-DC0C-6906-E474-4391FE70D9B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589540-1955-CBB8-C16D-F50BE40E23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E3FFAB-C831-8AE0-BA3D-6AAF6A56895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FA4545-83A9-BEFD-C1EA-A37A07562A2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9AB6A1-04E5-E3D5-C62B-57647BAEA39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603E65-A162-5B95-7B90-AF5C914A47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8B6073-D1E0-7C38-7760-0222699A523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17C2FF-9631-E56D-1F67-6707FBE20E1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993FD5-ED2F-5CB4-D0A5-DC71DBD6919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C5C74F-F1FF-4911-278E-8A9F2C10EC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F70828-2474-E3BF-55CD-63956A7F3F4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189EC0-8538-CF61-976B-DB20C11DAE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3D4B16-C1F7-921C-C375-2CFD1F4CB5A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C4CFB2-4698-3A96-0CC3-4EE3F14E5CF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F00105-31D3-ABBF-EE94-0E680B3CAF6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F66AD2-7716-79F9-C789-0829061B861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D17DA9-F41B-DB41-8F09-2469B85FF15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087214-C29B-2239-56BB-A89C8E6B878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F45F3D-F27A-5EAA-E93A-CB49349EA3C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60C431-2699-0EBC-2E10-4E5A4234E9D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0B056-DD3A-C955-7623-D5D399BF5FF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C6CF2-9124-B3DA-DC84-DAC5C4F242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2BF3-AF08-9195-FBD3-E235BD6315A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C0EA84-4EC9-0850-CDCF-6895884C4D3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99FEF6-DC5F-CBF7-57BF-5FFF5E8646A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1F036-B7E9-F5F5-40BC-886016FBFF9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57E74D-2554-DA2F-0E0C-EF28DDE1D0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904561-DD90-4B58-9972-4E6698BBFF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6BEAAE-EA2A-C219-A0EE-EF552AFCAE6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276F83-4A2E-D8D4-87BF-C95038BBAE6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B5EABE-BA2F-CBD3-8FF8-942B16E28B3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00D686-7DDC-259B-3458-D67EA8846AC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0B3288-8F85-45EC-50FD-8477BF2FF3C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AF4969-BDDF-4F64-1BF9-60361388ADB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32BBDE-7EA9-5CE1-D3CE-9E7BF00D32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D601B1-9B12-C0E0-3D82-C37176F204B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4DB320-854B-81AB-C455-DB34792557A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569D9A-01D8-E8A3-861A-BAC24F660F3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F551E8-079D-EA61-5DD4-FEB9FDDF40D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82F2C6-97F5-05F0-535B-1434928C5A2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765018-4C04-3B44-90D1-BFB80FFEDD3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B49574-12B6-DF40-4BDD-CB9E64CC625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1E55748-81BA-A1A0-7DC9-1044C2E6327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5CC6E7-2053-E4D0-6A19-531FA23E60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C049C8-C415-844E-31BD-EA9A5CB7013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3581AC-C537-AA75-3A9B-1D427F6ED15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7DB829-3CAA-74B6-4FA6-A17CBA8AA5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2B0611-0625-26B9-972A-69EA28CB692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B15D76D-FC65-AE62-3B4E-72EAB455D6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710745-3E46-6FE9-4BD0-58C1AEFB63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7C35046-A238-891E-35BE-988E956F2D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6E39284-B9C5-F4EA-0474-C7252F322A5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42EA67-F467-0BF9-010E-2F4EBA2143D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0AC54C-5548-AE13-D29A-7B7C39D2B2C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B42981-051D-07C4-FC32-AC3B77D26D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4DEA88-8C53-9A6E-C2F3-38C770C72CB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480379-744A-EE7D-6C23-B33A4FAB865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EEE8FA-B7F5-2DAF-AFE1-CE1A6BC526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EDFE7E-85B9-9E37-8906-6D8F73CF339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C96DA5-96A7-207E-31B9-98E883E5C8A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96936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F732-F21C-8E16-B1AD-C18352127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72F629-1410-3763-1012-6C1D77499B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24A66B-8D50-E42C-DDE3-9D4ABA4F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B649E0-D617-986F-FE3E-FF9EFC816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395DBA-40DE-02CE-7F49-94FF0B660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3C8DC4-013E-C1FD-FFBC-67EAE1C7B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4CDE3F-8D3C-855E-7E52-00D90EEEB5F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4A35B-2326-D5AD-7788-BB5086C2EA1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68F493-35EC-B89A-23E8-586F9C61709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2340A-5C8B-177A-80D8-82CF79E874C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E57B9E-F667-F912-CDBF-FB01D166AE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D40E8-E385-C7C9-CB8F-AEACF78360D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759E61-CE01-B83E-004E-BA8CA3398D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615453-4163-2C72-D78B-95571215C44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E2B55F-D08F-74C1-8F7A-7EB508C3317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D2126-1F5B-7051-B548-FD42567486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1AEEE1-A6C6-E192-F414-8345AF971EB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2A527-EA64-61A3-6073-8A8CB0718B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21699-6233-CF08-3CA9-AFF417E6553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783BAE-CC81-5AEB-F710-30C48BC5C5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B213F2-31B3-39E0-2DE7-0ED4F56A32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BAA2-0861-35DA-7C18-34D39135B2D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E3BAC3-A2A6-F11C-B48A-BE3B284D18C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731CA7-DF9D-BCEC-9F10-8C057375066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F72724-B786-EC68-6131-F6D75F331C7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CE3F5A-5443-FE47-44B3-BF2257982B5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255B8B-DDD4-281A-16BA-80C6212810D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666792-35D1-E515-66FE-810B1DC3BA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C4BBBE-D710-DA8A-0ADE-25093AD086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9AE6B1-C7F4-F0FA-E5FB-E2CF353F914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932FF9-9BBE-F963-69FC-28515CF39CE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FCC3D0-E69A-E719-B9E0-1E8CC02A2FB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EA03D-1AF9-5A59-4703-E9E1D32E6DF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172816-2F1F-8FAA-C254-DED3EA831C3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D35611-604C-827B-E8AA-0BBC842E1D4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2F70F7-ACFE-EA8E-BD77-1AE60874D33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72C52C-6715-99E1-6FA8-9EDB5198CC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C9FD0A-3D7C-9A00-F936-AC6DBB5F59D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5419BD-5248-660C-A062-E30D4537E3D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041922-8309-3B09-B420-6597A22ED87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074F1B-8684-F042-8CE6-D9ED80BC038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C1C3F0-2F96-E06A-3946-8606FE1012F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06664-DB5E-5C4C-09CF-8FA75FE16E9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D62FC2-77E2-9EB4-B9C3-3650A3F9B09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AFEC5-C055-E38C-8EEE-E12ECD70AC8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530046-B5E7-ECBF-58F6-FFC7EC8C563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D59C3E-909E-2BD5-E66C-1FD791BAC5B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6AD31E-CA79-5368-3BEE-917059CE77B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34143-4193-CDF5-E408-F957DCDFD58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3935DE-F688-5865-6910-ECD899CD683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04F9C8-7C87-8F41-DE77-10ED4ABE0BF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B54AA2-EADA-6329-8301-0FCDE101DAF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2250A2-135C-D62E-E912-3FA31D03BE0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454CAA-EA31-9EFF-5064-0DC0747633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8BAB4B-0225-F8E2-0942-ACA6C5E669B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72539-C96E-242D-5FA1-4CABE0ED5B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63C89-948D-440C-F417-97C0895FA4E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CBF068-D96D-95AD-7954-125FC6950C4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8D1FCE-E2AC-046D-2A31-8DB67D9EB39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FFF813-A7F6-D5D8-4842-2F98911885E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BDC344-7FB8-5283-A12F-1BB9706BB4C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C376DB-A5B4-E4AE-E4A3-9F045979A7E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3DAAE3-6B5E-BFA5-BB87-D9918F115A1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52A50A-8874-FBB6-0587-4ADA43D645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C2750F-6380-875C-C168-1D2803B8A27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49C748-5A87-8413-C867-EDAF3604444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B1D7E0-98C5-ED63-B399-E7D2B039B25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792F48-2CC0-B7CF-7392-9F3A2C257A6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3FB5D7-1F63-F414-B1CF-E593D1B3DDB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771E5D-D703-3E2B-D361-56DE8B49295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F594CC-781E-20C1-A3F7-7A5DC69ECEC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C53C5F-1351-EC7E-E5CF-E1E50F27E93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1A0C2C-F1AD-0BC3-BB1B-9592741371B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26460D-6BBA-2FC2-27EE-4C648C2E05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CB0A1D0-5784-ABBE-99E8-95F03785A2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BA2DCD-EBA0-A402-7B3B-D39CC7D16AD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B8E0B5-7C19-55E0-25FF-E7AB5DAE40A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AD3A77-4E45-B4B3-124F-F1D06B3FEF0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052001B-8CFE-A1E2-7267-57238705660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2605CE8-31A8-154B-EDC0-08DAE9CE05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3C41AC-D1ED-A8E4-D7EA-B7FF35277AC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464FF8-118C-9CC8-E21C-40BB9F44513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3CD66D-1E49-3B9A-F405-FA331EAA9A7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4EB74B-8D4F-A62C-7F21-1C55A15770A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09830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A7CE8-09F9-491C-8B7F-7CDC8C26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B5073D-00D2-1C3A-F714-D858D77148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7C950C-1B45-24ED-C500-09585965A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069EE2-4DDE-E2CD-D5FD-1C19AE680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3FEA50-457C-55AD-F54F-17ADDAD4B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ACB50D-F373-2857-3056-70510B61C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DE59C6-8B37-A3F1-9388-00D3DF6FD81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D84805-3C19-5DC5-148E-91CD5F4EE9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D8DED8-AA3F-8419-CA9B-4437350C5E0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8EDA60-1BA5-2466-9FD4-3D371FEF7F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7AE6C-20BC-0907-8646-7E816AD3506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1D5A7A-8966-6368-6AF1-C89BE845B84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6816F4-3A5D-031B-E165-CD16B8EA4B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38E305-2280-3B89-06DA-E5B6463052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730088-29F8-7220-7C18-A501EF8A89D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F8901-5509-F4DC-9AE7-B3964D76DCB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7EA13-BBB5-30A6-7F15-5CBD1BDF59E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7CBC82-3F62-AE3C-6DDF-E3399D9E793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5CE77B-50E9-306D-0091-92BC4AE34E6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BBFB80-5891-67C7-BC59-44DB4060F54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C941D2-C2E1-AC60-F2A1-A9B2489E042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50E77C-6A16-8255-F70C-6042DA2EC37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5C338-26CF-65C4-ADD2-94209320911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B6F34D-BAF3-C57D-D695-A21FE347937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1A6E1-9A48-A60B-2815-8C2FDBC65F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0BFB8E-F096-061C-6054-F2227690F62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C3CABA-52B4-7067-CD55-2A8AA1C85DE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CC3706-82FD-F8CB-0E42-DFB23825A9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1E51D7-F627-BD94-6988-BDB1187709A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F82A38-5AC4-1F1D-D963-B4BF1F5019B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6C3474-2F5A-229B-53F8-4C78C336369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51DA8-C8B9-2069-600A-D042CD75AD9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0B6DDA-A9CA-40A0-7AF5-2EC6AE27580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7AE297-DC98-290D-C3A6-9816BA4F8E6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C796D6-6784-0DDA-E960-52382E44E94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C1A4AE-9E16-4FC2-2D12-6F28566C73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8241F0-4523-A28C-D4FC-46B16F43CD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D7F7B9-29D7-ED5A-9E9D-5377F6A7E9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E4A466-431B-51BF-660D-7E35236F9C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C0B418-1CBB-3A66-3014-636E692F542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9C0A53-EE72-8445-BB27-82C998E60D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AA9C3-AAB9-0E5C-4F8E-C877E17DD0C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0C054-D830-6922-3027-1001AC7F2A8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27AED-AAEE-9F9C-247A-193BCFA26F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66FDF-3BBB-B569-8A84-26BBBA9496D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CF0DD-060A-9857-E84C-68C5347B85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A4D474-5A60-4467-3B69-CE4AC25FED4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65B37D-C54F-BBF8-01B9-4ED32C8D906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82EC5D-D5F8-EA4C-C83C-56C2E5B3BF1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513EF0-57D3-68E5-0383-429DBD1E558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01AE65-B4AF-12EA-5B1B-3F04F1E1EFE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DA8102-684F-D20F-6631-D2F1F8FDBA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CC28A8-6285-606C-2126-D44535B8BFC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BD1E46-6A8E-D317-FD27-3CFFC336D71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1D3DA7-A686-D35B-278A-F14DF6085C4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34D0E0-B1C0-3EA2-25C6-5A951505DE8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541D53-444A-5882-96E1-133E9CB35D9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B05C6D-3DFA-1F23-CD10-36241FE0F31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46A105-C547-A2AD-8847-1119E8463FB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9F45AF-A953-EF07-9C6C-7FF3CD3161A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0C7271-0DB6-8E93-DE8A-894FDA0E87D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7B44A2F-BFD0-C9D4-8758-B36981BB799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CB378F-97C1-E649-BAA9-FF32E3F1312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DE1A76-5751-68AC-9A49-AE18123D0D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3194C53-EB7D-FD16-F232-2ABCD44140E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4CBC03-EC86-0E0C-5936-E6C4C3F1FE5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C74D9B-DD2F-7DE1-9826-89EA4966846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CD410D-BC31-C19B-87F0-8A58C667DE4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8E092E-AC8B-3AF8-7B59-297398A41E5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715CB6-411A-05C6-5D58-5B3D7E44652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30D3AB-17E4-657F-17FB-42861573D78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5CC201-047D-3A36-849F-8D3B17709D8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978744-117C-3DD3-ECA2-1BAF9EB6985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4F11D0-9CF6-C94A-CF76-3E82525D948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BA7D20-D12F-E6A3-763E-CCB5960F594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1974594-A5D9-9C44-2166-FE252A393F1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08C357-A9A8-B7F2-3026-64FF090B1A4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9D28CF-C56E-3522-B49B-E999A204DF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16DA92-5439-5138-026E-F5CF93BAB2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94678D-4F02-B31F-9F04-BDC72C22E35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B41B8A-61A3-460A-AD45-AD73B53ED75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76229E-B8E1-9AE4-308E-E1A53F84312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581D6-49B9-F7D2-610C-B39A3066499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F3C6E5-8B9F-9C25-4389-DDB434BB0D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8034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7C46-70B2-CCB5-331C-F36CEA03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2268D1-F32B-166D-F7F6-D6636FAEF3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4BB663-F0A6-91F3-A687-C5EEA001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F069FE-6345-5187-80FB-29735D77A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D3C074-C4FE-3380-7F04-3992ED1B3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A3206F-6AC9-3A2F-13F5-4AE15893F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3E80AD-EAF0-A592-BB0F-D90153EF762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A0C9-BF96-A715-324A-A705EFCA78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48C7CC-88EC-229F-B976-5E15E3D866F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EFE82-9D3B-D4A5-C11E-043A615214B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B323EE-0871-9954-0601-711775718B2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8818C-6632-5896-9406-0DEEEB5F40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0642F8-32DD-01CD-FCD5-BC4378E07C2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9E78EC-E885-79A4-6F26-EF3497FAF68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54A1F2-CD1C-8602-2546-4A65D222688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7E99B-5713-95C3-27E8-EB97864CB66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1560D7-B2D3-180C-5B9F-19954026D1E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2F2E7-AD47-05A7-78BD-899E64D45C4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A5E2B2-A17A-3C73-CDA4-F7FECB867AA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CE6BE8-5594-9CEF-2D2E-85387B800AE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895156-2EB1-2C71-48FB-F478946AB08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B4BB2F-AFFA-9EE0-CB41-8CA876F4466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441F2B-441A-D5BF-4919-75C83B903C3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78A8FD-DE9A-5D51-462C-13D53492A3E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B4350D-871C-CF71-9023-5D3B31221A1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AA3C0B-7AD0-4313-E6C9-1AFEA62DD9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860E13-554C-DF4D-DE0A-C6AC16DD5C2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B3DDEC-979A-34DF-DDC0-08C545FEDA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E8641A-4483-F82B-B0B4-DE4CBF0308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98EF8B-ADC9-343B-8402-38082C853F7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9CF095-A1CE-662C-2190-9C82E34CAC1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2AF982-1037-632F-1D90-41525CFD27C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D98D0-8413-26C5-F16C-5B59121161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672159-735D-EA71-1D92-96345E7998A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D5875B-42A2-5F63-8863-CFE86369C3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BBB98D-4A62-A589-7411-2C263251B70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DB93F0-4B5E-9C8A-742E-E963158DC2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DA443C-98B1-4145-0F86-101AF826A6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BD4C1-3E5E-4F3B-8A0C-A959F5ED0A6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2023EC-511A-94CE-1BBD-80C513C38C5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417B67-7B6B-F855-C510-EB7E8783013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BD0E6-377B-4DCE-90D2-79A0CF2729F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13DE9-DCD4-52AA-C9DE-0152E93EBE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D0AC2-8A86-EC6D-BB5A-5BDD71E8C74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6B8D18-FB92-7281-DA7C-EE4A813343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5031AD-661D-19BA-2B55-3E9F7B35FEE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957EE-63A2-63E6-7993-7F31117D136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B48565-D27F-2B52-2AA8-519D97F6E45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39EE27-BD94-47F5-AA87-4CE93F20A8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1F6591-8FBA-0F10-B9AD-13A58C1676E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A8DD2C-209B-22A8-D5FF-80FDD3CA474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E1B934-B130-9F23-8529-59AFAE4D1EC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A1EB50-E95D-F49E-5C9B-EA2D579EFD9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95F664-E696-CC37-D7AB-DCDA03D203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5FBB65-22FE-6175-57CD-76454039020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5DA21E-187D-ADB0-955D-9B58BD140EE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3A26D1-466B-19A0-B900-66276662744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CDDC85-5E94-4139-09A0-F8137B93D90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0115E8-D078-3BBF-69FD-70B21B9E853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84E9D8-80DB-473C-F628-BAC5EFF0625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47F766-D005-087E-D6F6-FFD923D5DAD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C2E3C8-924E-99FD-9C83-D130D873375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B7818D-F477-FF76-56D2-03A17A479A8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95CEE0-EB3B-22EF-5D47-5B102A483E9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4783AE-EBD2-C6F0-ADA2-14F89E8E2D9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73FFA6-296C-1E42-DC65-CA571BE2E3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2EC21CB-A402-6B5D-F391-3EAA29BDFE6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D0E0A9-A737-F3EC-F62C-07264361EB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356D64-D8BB-AB11-D7EE-6838799FCC0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BA27F4-42DE-5E42-A210-F33C2AD44C5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BF775F-7A28-77FE-EA85-A23B7B3E823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6B1EE2-1D22-888D-7B6B-8DFF95F92D8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C41A36-5655-A762-48E1-F185574380E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EFA05D-489A-5874-AC3D-4287801A7EF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E2C929-5325-A925-80E3-12A446AF1F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39EA67-EAAB-6F3A-0DA6-9AC59712DA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53D92D-ED34-3C8C-9F33-A4D87887B0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861C7E3-ECAE-B207-04AF-9ECFF241D1A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B1484F-626E-2045-73C9-8B368A58E19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FBD77D-08E0-0C68-8C81-B0AECA822B7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A43105-83EF-2A1D-566A-0430EE13DEE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B8691E-3A67-D15C-0903-E85DC66303D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851D65-FB93-23C4-5AB9-82C126E5A7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2C2395-34D8-95A1-0D60-212D6B415FC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6019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D80F-4240-D628-7686-AD811A9B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337040-FE66-F004-0132-A2C68C15F4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FFF5C0-5CD5-7843-20F3-180496AC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B49623-F186-E7D0-1013-344348ED4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A897CD-01C1-2EEC-06B4-07FB52461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1CAA53-E9B2-65C6-F0AB-31FB9DD08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8B5B5F-029F-2F67-263D-DA8E5985759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8E0D4-452B-49B7-E87F-18FB08BEE04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4319FD-97E1-5EEC-D9AD-0B436CCD56B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FD696-2BDF-3DDD-D411-4140DA75E55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41389B-F5C9-D409-F020-B860C8EF468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C208A-E9F6-E1B1-6031-8D9565B4474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296470-1945-D987-6A4F-8247B9D08F9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92AFFC-0C79-816C-6B0F-AD88562BE1C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30F971-751C-0886-C85B-C55B22845BD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A5D04-6552-8A55-2A40-5F2C7534A1C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E95225-3B3F-A42E-B288-940FF751AED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C27F89-95A1-0ED1-EEAE-FEDD78DBBE6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A5AA7-58AD-41E6-61B5-73FB46CD51F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C61A1-AE6C-BF4E-6878-1094F14EA60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BF1F0B-64EB-7C15-DED0-0C802A0562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D5C83D-E671-FC5A-4D7D-6F5B7AA3204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2012B-09B4-6360-757E-383C4F9EA4E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24FAE7-20BE-F986-478D-F921CC7C307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703CE2-8EFC-C970-5002-85CA998AC1A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507E9A-560F-1D40-3549-D83A68E418E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55FDAF-17C1-3F11-1A2A-4C15F32DAF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AD01E2-0FF3-EAF2-A3D9-BD534A8116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C43197-2A65-861A-9B0C-F2A826940A4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1B273-414E-9A0B-5F26-754520AABE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749DD-C17D-4B6B-9D7A-9AD370A3F7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F322E1-E2D2-AC13-78CC-7B4E431FE58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67B69-C5B1-CBBE-306E-D398B9A29E5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C7DB74-412D-8DC1-1D64-6FB43192D43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79D3F1-5E7A-3CF7-8F0F-6B3AB14CF75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676580-C56A-4D43-7046-0B6A3E20327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531628-3C29-33FF-A86C-E5F99AFDED6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DC3410-B872-4AE3-2B25-BF9603B7A69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20CBBF-B9D6-8A30-FAE0-C239370EC7B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F695FF-C9EF-3CA8-DD66-4AD3A6E6EF7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040BBA-9A36-BA2D-70E3-88DDEAEF5C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4FD5C-CDA0-9B4A-10BC-A33BA73B086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2B9B9-E649-2BE2-4F76-31D60D94194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9DBBC-7B18-A4D9-0CE9-6BC632A9CAB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783EC5-3621-773D-0815-4695DF53A2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5DF153-2A8E-A989-381D-B6366D71DD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EDFA4A-C667-088B-DBFB-3DD0EDF2067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47E4BD-BD5D-DBB7-9478-2759359F4EE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41DE4A-2CFC-0F8F-5B95-EB2CE067D49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75A85C-15FB-2D16-0097-9ABDF67316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41B959-0ABD-0246-37D0-A0EEA422F6C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C65414-8689-FA5F-FF0E-0A6C393B28C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C8A855-0FE6-C691-A4E4-A168CACEC0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BF5BC0-B161-FE85-7CEC-5CE4C2B55A6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07C968-B963-9FE6-B798-A9FB5D9AC34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C820CF-1CFF-6191-3D45-A32B35D8BCC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4C62C9-3D25-CE46-0A47-C66FBD50703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AE994E-76C1-3BC3-5F4E-3986C8233D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5B0689-B58B-A650-89E2-32A4ECCCC9A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5C9AE55-B769-A130-AEEC-017B0ADF571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9F3DF8-8C62-0C25-27DD-3652E3E2850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8E7064-4EA3-5AC7-4954-4ADB7CBECF9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151E75-4A9A-6C07-EB81-5EDD115BC6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C83A0B-63C6-3894-5050-8A643E5A96D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FFF494-FFB1-3936-D654-490854698AC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D15B91-993A-2B4C-FC22-1FBEEE8628D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915C3C-1306-5D0F-3926-AB63B47BAA2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EF0EF13-34CC-50FD-5242-8D648E8171D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09C654-A74C-8B9E-4F19-AE274A7792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5A0394-77D8-D674-F8DC-26A4F8EEB92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56A253-8C6F-2C76-9A4C-C514EF10DF0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4AA10E-38B5-F433-ADF6-618ED517F99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7937FA-A0CC-0289-1813-2AB4EA89987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0794E-F1E7-89B5-39E4-27432AEACC8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8EAA61-D57E-4168-0576-78B9413854B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4394C9-F3BD-BF40-5D44-07E4C8174B6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A18394-3047-8A38-7C3F-225A96096D0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05BF5-D144-E385-B6AD-6746A5B2AAE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E19296-3966-CE5B-A8E5-0E268616139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D3F0B7-15DA-537A-5D45-B8984E37EDC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438C-35C8-7F96-1B97-A537B2A0B0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1FB232-482A-DB30-3DF6-84A7A68DBC2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D01A7E-AA40-80F9-10DF-90F1548FF2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D78C8A-9EDF-69A4-20F5-D876EEA1C02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76773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ED1DE-8558-9332-04E0-D4567883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EFBFB7-8257-39DF-45F7-7E24EA8A5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43/24/32 triplet in Column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304FA6-187F-E06E-F4AB-C161A0B16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BD44E4-338B-2BCC-BA02-877A11B6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36241D-4201-DA52-173F-BB790DB21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84AC28-2FFA-0025-9C92-438386864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1F093A8-2C72-F5C7-CE30-08041B2D14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DCD90-E823-4EF3-C15C-F04BFF5E68E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8E8282-E239-7C23-199F-3641054C65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F236A8-6070-0061-215A-E352329311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CB9F34-6EA3-B697-557A-D128C67FF21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35C51-AE76-FA89-C49A-B588E5E0165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B0C23-289D-6B51-DDAF-46C1F0B1A5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10E661-146B-103B-2186-68105609073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36B98B-37A5-BCB8-9063-5A5C8EDD6BB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91DA8F-BECD-D11E-9E92-5F610856CCD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0AAAF-8194-A40A-5386-1A01E804970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A4AAB-53D2-DA50-62A1-943C282EB73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2B0E5E-BCD6-C5AB-F2E1-0946248D5D4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CF5E0C-3C37-605D-CEB4-39C1E374F4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D7CB39-48A3-A065-82FF-87097EE980D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E75398-9492-FA0D-2A37-91103114CA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893866-7B37-8732-626D-34D1FDCDF3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8A8AF7-0935-DC88-E736-98D0356036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A09105-656F-2023-25C2-D8B762D8BF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34D93C-D9B7-6450-D5C0-A1ABE66DF5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81C5BC-BE30-C81C-A796-4A040B384C8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EC434D-1058-B5D5-6FDE-5390CD8BB10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B5247F-25FF-84C2-0208-7A64864997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AA1733-A966-BEAE-7421-8B7213033D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58F3DB-48FA-6DCF-75CE-93C7B7114BD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8FFE86-0B64-C17F-6BDD-F746182C864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4E0A21-A3A6-8632-0C34-E37DA9CDCF4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C2538-0D1A-1875-8CBC-455BC8477E7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FE02D-33A6-220A-450D-839673BFC7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E0164-5168-7CFA-10E8-C2B816ED5A3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504FB7-77AD-5802-9435-D7B0882B749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12FD32-9ADE-DA7A-95AB-56A3EE0D81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884AE9-F132-4ED1-1287-4469AEB042E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35F22B-6D43-A9DF-4050-DFA5AE81FAA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FF83C3-A87F-3370-FC3F-05515BA7FB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03C757-35F0-6352-2106-4A6E781844F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A45EF9-A31A-918E-2BB4-AF3FC1B85D7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DAF3F2-70AB-BB1E-6249-0619B7E0C8C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51529E-4FC4-8491-82DD-8CF22D8BFB6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A1D860-955D-8FF3-94EE-471830BECE3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060560-8C4D-9BCF-D9A3-4CBCC43B49D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36756D-52C1-8B2D-D6F0-73D33B747E6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BF1260-32CF-374D-4D69-27DB261A33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13E4C8-BF3E-D7BD-D5F6-CB759FEE3ED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59678A-FD54-F46C-1DE5-C0FA862EAB4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EEC718-DBF8-7540-CA69-2920AED2AB8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B48EA58-F45F-594F-FF56-A73C8E5291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3ACDFA-4007-EEEE-8A52-5DD40C33777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4EA520-9502-2A09-A489-6D4CC78CE40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440590-BFD2-C6BD-72A6-ECE080296D1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85D0C4-570F-FE1E-B2FF-8CAD2460462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E48939-CB55-F5AF-D358-970DDD1AF7C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01216C-2657-FB82-FEC1-892839999FA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DF0C65-F449-88E7-741B-ECE64034A8C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60475F-D7E3-C5CE-3438-6603F5F51D0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078945A-252F-F996-D95F-AF03DF0ED41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04A81FA-35D3-5BF7-0FD3-76D64AFC77A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02FD26-511C-321F-49E6-2F5C5517EA5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73D4E4-20FA-9475-2DC9-5145C275759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617ABE-70BA-77ED-E7B7-1EE2A7358D0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22B6CC-1490-E17B-446E-6729F2D71C2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569660-45F5-AC15-742E-81F2E120684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47E175-59E6-1B2C-F7D7-2E1EF1FBD9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47867A-7942-4186-E8FB-DDF3E00A6FD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C4E302-4268-442F-E319-BD96CF61F13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08AD80-163A-77BA-7471-FC5A844ED1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7973C9-E01B-4D17-EEDC-7FDAC503F4F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109A25-C6FB-E64E-4C5C-8DC21964DDA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739598-E5BC-6F0B-D687-6D62A8FE102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D1EF29-65FA-5ABC-EDC2-909A25B758C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9CD2329-74AE-E7BA-DD23-2849EDD9CFC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AEF13D-8DB0-D52F-994B-CBD8F09370D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7CB968D-706A-F1B0-C8FE-3D2DEB32398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36533A-C489-9484-4B80-B68814AF542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172FE4-1394-15A9-881A-B577AE8B620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976ED5-5E44-BEA5-4849-A8BC6872D1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2CBBD0-2AD9-DF86-4D4C-2D434C1FDC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C3A13A4-8143-FA73-9DBA-E9D74F3A545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08413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B3D4-C964-00F8-B607-D15555A7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3D9A64-D277-ECB8-BD1F-160285A3D2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[11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3BBFD0-AAB1-3C9F-C580-283B38CD6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A322D1-5236-8220-F196-7BC7F529D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0D496E-7D6E-6789-C4A9-A92274C37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9417D1-5D55-95DF-FC9F-E36B294B7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19019C4-B23D-319E-CA84-EC277B57F7E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FD06F-EA57-C785-7092-9D7F7323CB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122147-EEE1-5DE2-02B9-1DB83FAEB74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86F6D0-360B-2960-8530-8BD486AC1E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0022C8-1E1E-776B-122D-FCAE5AA4A69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C64EA-71B9-3173-2C50-171C8D272B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6E0AD9-2D40-2A2A-B623-D5A7F9EA9A6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7B3315-AAEC-0188-1404-5CDC15B0DF8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D55AD7-90C1-F5B9-9920-C736E563DA2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8A59F2-0EFA-8489-6A89-573E91E2FD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202299-B781-E992-7354-902220D3BE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10CC32-E093-F225-A607-3B17A4EF94D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537889-C2EE-1023-3295-23E4B1EAE93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75DCFF-ADFF-DDA3-6719-BD7B4794FBC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6EC209-0C82-2A54-55E0-E35464F067D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1BBD34-E500-AD17-C72B-1A9CA0C356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4ED524-5B53-782B-DDF5-97FDA098B87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E64AAE-915B-E2B8-F41F-5E78D0FD94E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95B298-EF3B-5650-F391-872DE7143E3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FC726B-6687-1610-9509-65CD1225DB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984EF2-EB93-DCC6-3837-2615BEC8FB7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871C4D-3FF8-B474-9802-3055218A2FB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924666-CBA4-4225-7F7F-0199B301A0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B40AD9-3818-D24C-5EDD-C9220D976E1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A7CD8E-DE48-03EF-27DC-79C4D77E49F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CE3F9E-412D-53F2-D0D9-9BDE62CDC4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564BC8-19E9-5674-FF62-2D6B8806DFC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064D1-A287-2431-C6A1-70769F3C4DE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78245-99AF-4728-2AB4-21911FF15F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4CF43-2D32-CF1C-1631-EED65C661A0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AFD5E1-404F-DC23-04D9-93D5C51F23A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FB7FA4-6830-2144-2B99-4C51873C9BA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1BA970-FD14-F002-BF5D-B6A151BC064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73104C-9ED7-B7A3-A88B-2F90FF5AA98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D95DC5-722D-C5AE-A601-081D5AC0E2D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102A9B-C031-4FAF-5793-83A62B3A3E1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01C70B-C7BB-F324-F186-3397611F01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6E7BC9-EF9B-BBF9-E432-F294C1805F7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38A1EE-D888-F42F-A725-DE48A9FEB93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31ACE7-563A-1132-9809-6587C72059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B0252B-C092-3050-7304-A339F828D10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908E70-7AA3-0DCC-C88A-C355D9248D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BF83006-23D3-22B4-F6C4-123EBD6526F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1E9256-0EBD-18E7-0BF0-10711EE3AB9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E8A58A-28A0-AC7B-6A99-1CA3104EB69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C102C2-A997-1174-679E-F9A945E9C5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088ED8-55AB-C504-ED8E-C892C19F1AC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485052-C0F1-16EA-B907-A369AFE2B83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4DCE89-1DC9-9D73-BFB8-190AAF258B0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DD4A6A-6035-1B8A-7132-0789B451012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486B0D-690D-B88E-D537-47C7FA839DF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1FFBEE-2805-0868-7416-CC39902D6B8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ED706B-B6CE-CBC2-5347-566034A7D0F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7178E5-D8D8-F3B6-2255-12B73C5F223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17D289-FD80-96FE-2A38-6A9D5E310D8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7B7947-47F2-A296-8970-80712965E31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93542B-57C0-DFFD-35D5-A70831AA228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BD209A-FC70-5753-12F4-E21376CE32A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2C6E2F-9070-CBC2-EF0F-49904AE18A8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8F921E-07DD-E30E-E9C2-38DFB7CFBC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87E68-AF9A-7AFF-BC35-60C756AEE49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0C107-E023-BD73-8120-60588D0143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356AB4-0F21-AD02-FB9C-1215DDB5646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53F262-4479-C57F-629B-8F5147742E5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04CFCF-E376-696F-3DC7-C60B3A19017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459E72-F476-0664-04CB-24AC6C46A3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6F9EDC-243F-10A5-60BE-63BB82146A2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DF4893-F13D-6ED9-3CD2-F16BF0BF5B1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411BD6-A2AD-8E67-961E-C39D7ABF933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47555D-46CE-B1B2-DFF7-7A161BFE57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5D4F29-CC8B-FD7C-A21B-64C89D1489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4FB92E-EDEF-E409-49D9-3E11BB6DDE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05578FD-139B-185C-EC80-B0DCC7B2C96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2B083B7-5A47-A171-76E8-D2BED664C8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2A6ECD-FCE7-665A-B47C-8713DA9B544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C625D4-46F9-72BF-AA7C-794903E460D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359E46-E40E-3955-C9C4-29052A43657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F4ABA-5D04-6C7E-69B1-C15DE56E76E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16857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EDDAF-2622-0E90-D88C-DA586B06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EADBD-2DEA-D4A5-F942-B68FE29DC2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6C46FA-9D25-EE33-2678-E18E91990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535A16-BBD1-A4EA-17E3-C70D49790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6E8827-B3AF-7F0D-9CFC-CCC3752F4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6B737E-B12F-B91A-1142-CC49A51EB6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777E121-894E-3CA4-D724-79172128EF5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28354-FE3F-AF19-B2E8-35D57F40DBD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EAAF56-CCB4-B4EB-4017-16C0836A3D5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542526-36B2-C81D-30FE-9AE5BD4DEF6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371A6F-2888-991F-5CB2-9F08CD1E6AA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592E2-1F9A-7E52-710F-B3A57161A3D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134F3-75D4-A916-41B8-F77D59EA895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A0AD6-E472-7289-5EFF-8C364768500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B532A4-6A44-C50D-6A81-D6728AA0502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443D67-F90D-997F-C623-CAFB94FABF0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0703C0-15E2-DCFF-D99E-A281368F305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959D80-EA86-6339-C191-050190AB973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A46E2C-0339-59BB-10A5-9EB2422C2C0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10CAD-A836-A00D-15DE-E94FC842FBE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6030C2-2FE6-853A-1D29-C3C16E375B0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45B4B8-C8D1-3AB1-049B-A76CA127FBD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44AC93-97F9-A687-22FC-505B1505C6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3AE060-449E-12C2-1CAA-32C7B79DA6B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DFBC16-7FCD-E24F-25DA-9383A49805E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8E0F45-DB48-21BF-A858-1B2922F7E5A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CDA372-EE01-5E68-0001-0099031CDCC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024A38-DF03-D2A8-E8BA-08A90A0FDA4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A1F879-0D8D-5484-E783-C97681ABF33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EBEBCA-1096-EE95-5402-021E619A3E2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721CFF-B414-EA1D-6E63-34F18102BA3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4AE41F-571F-33FD-5BDB-FD500A5CCE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B6B09C-156A-1BE6-156C-B74544759F6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D6445-B48A-06D6-E73B-FDE266E99BB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78E09-7657-0C58-2CAE-C4587551222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AADCC-D579-565A-3AEE-CDAF3EACC9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6B208F-E575-345C-364C-A3030BC1462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68A509-AAA0-0FF3-5C12-D23EB6656A0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79F6A-E79D-47A4-D4DC-152E010A9DD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0F5564-62D7-A593-ACF2-91A3862E367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97C8C8-594E-C06A-DB11-C3B12F29F3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558EF1-9290-E6CA-B6A1-5D18C638967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0EDC04-17F2-B4D5-DDE0-B2AA6AE634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970283-4076-D15D-F36E-A583040EEEE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AF00D3-B9AC-F144-B4E9-69250A8A23D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74B1DA-96FE-E4CE-B410-10C411B663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A12C8-0A8E-38EB-C9C2-F109F7FD085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09D21D-2393-8DE9-5658-0BE326F2B6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4D9D0A-83BF-9D34-A836-2AC7B022901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083BAE-64DA-2A5D-1EF1-FC44711DA20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9D7377-3996-955D-85BA-8F9A9AA002C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EB8C18-3FE8-C46B-4C84-9EE78C0969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C83155-F5A6-48E0-7255-1BEBE0381F9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4B78EF-C612-ADE7-7B74-A0E343BBDBE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26F5C8-2C5C-DFF1-9BFB-D1AC971F1F3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74CB5A-4926-6EC6-D6C1-A5BCBEC0289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D9697A-89EE-3F46-973A-A2E6D0CCA7E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7138F4-1EB8-65CA-CF0F-0A4DC43816D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649BA7-1DE9-A623-9904-F349A363826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675EC2-D642-25A6-9E66-220EA0894FD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16247D-1761-C533-C46A-61FF09F2957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515C28F-A5C2-38FE-5753-E9C62C4D13E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2CF2D-5953-A94D-ACC7-8EEC6AC2469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46ADAD-6215-05C1-4B84-072143E89FA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9AFED5-AB35-9ED7-2A63-7DA657A81D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DE083E-4602-A2BC-DD74-45E7C2F7F3F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81D8CE-7386-5D6E-9036-6F418CC40B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8F705C-2E24-DFB9-30D9-E794FDAD5D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55B90B-5E75-E8A9-C204-400EA1DE661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213CED-69F6-7D74-7A25-6CDD3B087F2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F42E50-7F99-5707-1F6B-EEA7A177213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CA4A1E4-E231-D84C-CDEB-658997F0F77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F219BD-9CA1-8EEA-6357-B07C29A338D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A956FB9-3AB7-D1FA-76D5-4325A636E02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A1BF006-7928-BD31-4919-3B1BF360368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82546CE-AE7A-6045-6218-7B0BF275D95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2B816C-29E1-53C9-5009-5233D82853E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FD7FCA2-5952-522D-F042-76E967323E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0386B2-B2A4-1C60-7F92-6C32F5CBD1A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D3946-793C-DFF5-F0BA-1AA9FA0276B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5BF7F0-AB16-6706-3DE0-15312EA9959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652C2-FCE1-43D8-4D83-357FB86FA15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8E756-704B-E1AA-F0CE-C684461F8FF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213082-EC74-5917-687A-B197B5E079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48839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32DD-09F8-7B7D-0EA6-CEC29C5A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7A6213-B790-788B-E0EA-42694594C1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8 and Column 5.</a:t>
            </a:r>
          </a:p>
          <a:p>
            <a:r>
              <a:rPr lang="en-US" dirty="0"/>
              <a:t>Then, complete puzzle.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87D74A-93A9-F65F-DA6B-F0D80169C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F9C55D-E6B7-EF5F-BF55-D38AD9781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E6D555-CDE3-5DF6-05FA-C95C9DFD8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1A99FD-5881-78CA-0C77-E9C42060B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E494B8F-5BA1-4B6A-08A1-5C1B47C61C7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D1E5EB-308F-9B24-0C31-121A192A48C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BCF2C4-9623-F3C6-CA4D-B76A4F2A1F5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9A209C-71E0-629C-3065-A9042D4A24C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0AAE3F-C68F-E236-6A6E-D6A21887533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32B81-1550-BFC0-4DA5-154E2EFFF9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CB98B-364F-6618-05D4-CCC4D1D468D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D9941-A49A-18C6-1707-8C71B42AF98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A5F6EE-2263-8747-1FB2-C300551137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2E844-E53A-A55D-78CD-71B80B3C226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A8E26B-299A-66E7-05E5-BE6605DF618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F54AE9-0FB6-64FB-71AD-4AAF4F779AE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9FBE2B-D0EF-E97F-382A-85067557513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F37A4F-876B-2E15-18D1-01A95EB5BFE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5BA960-641F-B669-4653-83245459740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ABF664-CEB8-05A2-F4D2-9962EA065B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AE7FD9-AA73-939F-1585-4742BDBA41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E67E79-2CA9-03BF-395B-684A4372DA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A86A58-E789-8C66-6505-47B307F9101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5F288-D7ED-F0E5-88CE-07D609CF96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A2A6BE-A3A1-B9FF-9C1D-68D7DD53E2E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3F26CE-B2D4-957B-0378-BF83B41DA97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F489EA-3406-6EA3-5785-1567700ED33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4BB442-5988-5C69-E9F6-C93304202CD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E98461-E367-9C42-4A97-A66339C77DA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E03831-3655-F8B7-511F-C9970F4BC62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033840-34BA-F149-0761-00350283F7C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ADB7D-A194-6E39-036D-C7ADB96AE4C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A2F66-A10E-B8AA-3579-468438EB472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FDA846-EF95-9794-E8A6-5BD3891385E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87EF74-101C-B3BF-044D-FA51F398C17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F58F1F-37AB-6523-7F01-800F6D7977C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03C718-6A3F-D187-577F-2A2CBFBA2D9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51D5A1-22FC-F252-29B4-A67D69E73BC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EA0D03-6BFA-4F51-5D79-B08FEA5C757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CDFFA3-614E-7E7F-4650-6182F0A6EC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A240B8-9E8E-75EA-51E4-19600CD6900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F722E4F-FF2D-7C9B-04F8-86902B5B70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F26B9C-3B4A-8E15-9102-76A23A4DC56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EEE88EC-AB51-F3A9-86D3-E572E94298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DB3C38-4B9D-A4CA-2592-1296EBD0380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CAC5E3-8407-73A2-5E0B-EC210E86440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75008F-320F-12F1-C2D4-DF678F66B20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6536A4-1B37-E652-D777-988222E3AE5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8FCAE0-8308-7025-8658-8E3E8F3F042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023F98-D84E-6BF3-41CA-B94CE33C72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5AF452-510D-BC85-C1FF-54C25C009AE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282C4C-9628-023B-C8AC-BE8ABB4D472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5D3638-DA38-DA44-C409-97BEC29296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4FC8B0-E6A2-47B0-CE95-8DA492C8CA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329573D-9C37-45E4-1285-E6F8898CE86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1696DB-96FF-4AC2-9015-0C1246723F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B542CD-0DFB-AD0A-D715-30A7DCAE292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607A52-B2CD-366E-22FA-80DB556B5AF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DEAA51-9EDB-0297-4A6B-4D817A1A0C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6BC806-05FF-C1C4-8A9E-E9EBBF0BA5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CE0B7A-C897-D0D3-1C4F-40F35F3BFAC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7604CE-A121-45E8-A17A-E037630494B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F06EDC-20D1-1FCF-8170-9E2097EB033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74A0C3-0450-5FF3-7D09-48C89AB58AD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B9B6CE-8F4E-C656-075B-FCF27463EFC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B232AA-F58B-61F2-FE34-8D215F13F02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F7A687-301E-7059-8825-2D602E24E95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1149F6-E79F-3249-724A-7F198602B3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B23434-9F1E-42B0-F218-6C025A3E3E4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9953AA-A19C-4ABF-4637-6519634D50B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E82E2D-D8D7-42F2-EDAA-91E7379D3B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020FE3-BC6F-8E91-2778-29E622BC58D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B86AE3-52BA-0885-5283-E16BCC1576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251DC4D-9494-7345-836C-65215FAA32F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6E2D67-B026-4219-E45B-C1C227E880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5D9486-3411-8BC0-40C2-2C83E86306E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91C85DB-4772-D601-819F-BDAD890F9D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18BBF-7EB6-7DBC-3D27-07E5F9042F4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BE4BE-5F3C-59B2-B6C3-8B0F87AB55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10A1F-6237-13D8-2914-1C27D0B67E3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9B768D-1177-27E7-CC89-87D7DD11E8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C66EFB-0B85-3A4A-50C7-5FEAAADD31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C77B28-7AF6-0610-A624-BA2A4BE14DB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9A9766-B52D-9306-EC42-26635551981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7160B1-C849-0674-8ED2-0014C7820C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893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9890</TotalTime>
  <Words>3478</Words>
  <Application>Microsoft Macintosh PowerPoint</Application>
  <PresentationFormat>Widescreen</PresentationFormat>
  <Paragraphs>3076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394</cp:revision>
  <cp:lastPrinted>2025-12-02T00:08:17Z</cp:lastPrinted>
  <dcterms:created xsi:type="dcterms:W3CDTF">2024-03-19T02:13:08Z</dcterms:created>
  <dcterms:modified xsi:type="dcterms:W3CDTF">2026-07-31T05:23:08Z</dcterms:modified>
</cp:coreProperties>
</file>