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457" r:id="rId2"/>
    <p:sldId id="531" r:id="rId3"/>
    <p:sldId id="534" r:id="rId4"/>
    <p:sldId id="532" r:id="rId5"/>
    <p:sldId id="533" r:id="rId6"/>
    <p:sldId id="575" r:id="rId7"/>
    <p:sldId id="576" r:id="rId8"/>
    <p:sldId id="577" r:id="rId9"/>
    <p:sldId id="578" r:id="rId10"/>
    <p:sldId id="579" r:id="rId11"/>
    <p:sldId id="580" r:id="rId12"/>
    <p:sldId id="581" r:id="rId13"/>
    <p:sldId id="582" r:id="rId14"/>
    <p:sldId id="583" r:id="rId15"/>
    <p:sldId id="584" r:id="rId16"/>
    <p:sldId id="589" r:id="rId17"/>
    <p:sldId id="590" r:id="rId18"/>
    <p:sldId id="585" r:id="rId19"/>
    <p:sldId id="587" r:id="rId20"/>
    <p:sldId id="586" r:id="rId21"/>
    <p:sldId id="591" r:id="rId22"/>
    <p:sldId id="597" r:id="rId23"/>
    <p:sldId id="598" r:id="rId24"/>
    <p:sldId id="592" r:id="rId25"/>
    <p:sldId id="593" r:id="rId26"/>
    <p:sldId id="594" r:id="rId27"/>
    <p:sldId id="599" r:id="rId28"/>
    <p:sldId id="606" r:id="rId29"/>
    <p:sldId id="600" r:id="rId30"/>
    <p:sldId id="601" r:id="rId31"/>
    <p:sldId id="602" r:id="rId32"/>
    <p:sldId id="603" r:id="rId33"/>
    <p:sldId id="608" r:id="rId34"/>
    <p:sldId id="604" r:id="rId35"/>
    <p:sldId id="609" r:id="rId36"/>
    <p:sldId id="610" r:id="rId37"/>
    <p:sldId id="611" r:id="rId38"/>
    <p:sldId id="612" r:id="rId39"/>
    <p:sldId id="613" r:id="rId40"/>
    <p:sldId id="614" r:id="rId41"/>
    <p:sldId id="615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FF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897"/>
    <p:restoredTop sz="94730"/>
  </p:normalViewPr>
  <p:slideViewPr>
    <p:cSldViewPr snapToGrid="0">
      <p:cViewPr varScale="1">
        <p:scale>
          <a:sx n="127" d="100"/>
          <a:sy n="127" d="100"/>
        </p:scale>
        <p:origin x="9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CCFB1C-7F6E-CC48-8B12-2D5A9AE1C913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E9560A-78B4-504A-9396-2AE516B13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927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4D157-A7E6-0CD3-8266-DE0939AE4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26FDA5-ABD9-E89C-43FB-F19D8441B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8E2E9E-AD91-B134-310C-59487A42F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0DBF-0F4C-781C-F266-8D63105C1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578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13782-68FD-5C90-0101-CC9257CE1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DBF194-5A96-1952-9152-4FBBA83779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28B917-916B-6F2E-A978-F819E26885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6201BC-854B-94ED-D2ED-F57B884C10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3840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4FF5F-AF60-451D-FDCB-F47F958B7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679B86-8CB3-5731-4BAA-A16B051739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D8306B-288E-AC3F-3628-810D24D09F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A104C3-544F-FCEE-D67B-4CA2C21CD3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0550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6BF02-319D-C396-607E-EBDEF2E77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54EF70-113F-2E99-79E8-309F4F38DD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853E34-B0A4-028C-532A-A4BFE087F6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282429-ECC1-F53C-A19E-E5F3AB8AE7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9228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25BE2-4D96-9608-53E4-BD0B78C23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D67177-E7B1-83B2-A3EB-2D739341C5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90FD8A-464E-CC3B-3D84-84DED4B172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64C875-AFF2-C0E1-37CA-B1E4177F9A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13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45E3A-EED3-364D-D8A8-B89E218E8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5DBA5B-F989-C8CD-60B8-1CD081C604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0A087A-BEA0-BD43-6258-77436C57D2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85300D-A6E6-3B68-AD5E-A18EA3083A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4904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9A215-3DA7-EB99-B4CD-6BB85315C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69BB46-7436-FABD-9CCD-36C5CF4111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B7BCC9-D807-02DE-10A3-604C1B14F9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B55121-AC53-A9CA-AE67-9B01EE4ACE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3217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924E7-DA4C-DDE3-67A6-AEF0D08D6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F91E10-6921-BCB0-A858-303AF5B207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3674CB-78C4-F19D-9B3C-F679B827EE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42A01D-05D4-909A-59FC-4F57800602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4486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0B4FB-A699-E291-4809-CB0A57321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0810CF-D9ED-40CB-5877-D6450A6C4C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C4F087-05B9-A0C2-D797-B8CDFA4925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B6BFA-FC9C-7340-B4A4-59A3222C7F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3041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A1EAB-3D6D-9240-0FC5-7D1B11AD7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D359A5-F780-4504-DF42-C262B0102E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A7540F-54AA-B2CD-E318-7BEB94650E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56C890-0EC9-425B-43D7-9A9EA5B009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4791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BA6F2-4B6D-3197-AA6A-6DE67C6A3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530A48-6AF0-BA72-D082-7034BB9E97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C3B50D-6790-F95A-5C6F-514EC882F4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2A7B0E-3408-BC35-6263-21B19433CB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1493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62C20-57EC-8692-55A9-1F787A3B6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A8C6DB-C882-97D5-216E-A9F406EA2A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E4C867-9278-F928-6270-2433C5B979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D0689C-35AA-2085-8331-E0F305E00F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6861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A587D-B585-3D1F-1591-3C2ED4E7F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A02DCD-CA5D-D51A-63DB-C4A1B9E196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874D02-9B85-3A14-6243-6D0934DD8A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6EA943-5E1F-6F1E-3703-76C08FDD78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646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952FC-E0BE-9BE4-C87D-2B5BB1304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A7FBBF-9068-5CFE-023F-D90A18449E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EB8DB2-73D7-FCEF-D71B-CCD2A585D0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1F3D65-53CB-79B6-B0B2-93579E02B4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491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E54EF-A86E-B370-1883-0DA038A23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C3C712-2221-8003-CB89-EE43461D8A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9BFAD6-76E7-174A-A8F4-B0020C01E6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8130E5-077E-A465-3025-1FB3EAE345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9360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576BA-FCCE-54D9-E876-50351B89C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BD81D8-7C55-DD52-261D-160C889B20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00C7D6-3881-EAA3-2D3A-A78AF0A346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30E64F-39C4-86E1-9529-8873CBEBEC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706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BE350-D7AB-3E17-25ED-D5B3E7478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FC7E66-106A-B361-5FC1-BEA82176A3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C91DFB-9DC2-B007-6FE3-700092F1DA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D91C4F-4869-FD54-0A52-756912BA92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0362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65E0A-B720-A442-AD5C-3BE8BD5C8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8A11D8-A01B-90CE-8850-AB7F2F3B94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8E92A8-CD44-F754-6934-12DF8C99ED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62002D-6F2D-8B6C-0E91-94DD71C9D7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14024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0C07A-28CE-E79F-ABB8-8D826E2B4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46C033-247A-FC0A-3284-8BC7432646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2D40B6-FB14-3A7A-ADD6-18AFD2D9EE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7F515C-06EB-A9B6-C215-AB4A2FE443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0253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85FAD-168D-7A9B-A58F-614B8F841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F7D5DD-49E3-D55C-CA8F-036B15C91A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80A8D8-0628-5CE1-FDF5-C5CB87C74C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935A14-7C89-3740-0908-C44791E8BF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16035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91552-288E-1DF8-D32B-14EAB5D9A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0EB5EC-EF3A-9BF9-B9AB-98B466C242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B0E9F6-3F48-18BB-2045-B896D8CA5C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82A2C5-F8F3-63C4-14FF-9D34C81E0E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96294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044BA-BA7A-A7FF-B245-757A9FFB3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08FE69-E534-C3B3-5F1D-CD709824BA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5E51C4-F776-3717-F063-479028B8CF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EA55AC-326F-5737-5649-F261DE033A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80028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A0EC9-AA48-8271-5115-8CEEA95D4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B65BBA-1EA2-70FD-2E19-6E040AA16B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2F7E28-3D25-0968-F78F-AE542D43D1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226D6C-DFEB-4236-D2F1-D82835456C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64481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0FD49-13F3-5DE4-4E22-CBCE1C62F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244812-16F4-FBD2-177D-D1405F7BDA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064BF7-AE22-B81A-99F0-197711FF17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B2B222-E501-159D-1861-959FEDDD8D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02693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67529-B38D-C953-073D-A5426C17F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F63D4C-0FF8-C2E3-95DB-0156A4DE4C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88F1CB-877D-DF63-D1B7-444F134222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4B53D-A1A4-6B40-1172-9EEB6C730A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20619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F5657-E1C0-219A-F0E7-CBA8A47D6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85E701-4389-F56B-8338-FAFA645DBE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F9ACCF-F55B-69F5-D7D3-ECA6D2EBFE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AB0CD5-34B1-E67D-A2F2-1FAE9B77B0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03381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1B257-EC17-7F84-C01C-D2AA43C7A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59B2B9-FD1D-A3A2-6B8B-9C3971D846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484EC4-96F9-7C66-8C8F-C727550C81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ABBB5B-5E4B-0E21-5298-97897CECDC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79722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609B3-A20B-2F70-D268-4E5900894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545E49-81DF-E94D-23A4-55F1253B57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43CFA5-1DD8-DD57-1E70-F391AAF07A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AB5E9D-8460-7B53-7275-B9BF830A2C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12930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DF974-11A6-17B8-A234-AD77B8A86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0BC0FF-921C-EE8E-E9BC-313024DD9D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2E3EE5-D624-FDBB-302E-FE28597C81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DBE877-E2B2-1AA1-78E0-8AB4E77170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37681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2C20D-CA32-1D2E-58A5-4E024E0E1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410542-18E7-48AC-7A54-EA21B736DD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666E9E-D8E9-1850-4CD3-4624D57268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318609-396E-92B0-D5D7-088F8297C5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32817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D29F7-D2B7-30DE-947C-144EB2492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27655E-7C0E-AC16-1E0E-4E8A86C9B3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97170F-757B-F935-8CE8-D6BEF28074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5FB2AF-BB64-81E1-693D-F026C5BA03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76360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7277D-89D0-8079-EE35-205800679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091EDF-82E3-8438-D719-C4BC9F35B2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3C4AD6-5EDD-93BB-2795-B3AB82653A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93C491-A181-C0CF-A824-CE91E40CE3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74652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298C5-5AFE-095C-D1CB-0D2C036BF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2AFE41-38A6-61B2-D256-22324DB601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4F9BB9-AA7A-BDC9-2353-3776434778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9CCBDA-BEDF-CAA2-26D5-CBE6864CD6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15688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59D84-58D2-288A-8CD5-DBC49E721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678E44-73A0-07B4-9A05-8819473A25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165BA6-08F1-279B-522C-7E2CFF21A2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2F9696-0A1C-4F04-3D89-72F7BE36DD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32638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CE3F0-F224-492C-760C-456CD7E72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DBBA0B-49E3-7686-AF56-38524513AB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5AEC07-4216-F554-B4B9-1C0F1E46A2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97D98E-A95F-5388-E292-34AB88AD73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87219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D8F6B-5E76-E380-5405-D251E1FE2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D84724-0615-A472-7279-9F43E9B9FD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A8A82D-14BC-335E-E494-C408597E44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A8AA27-5075-4E1B-4258-88CB199646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10899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F69AB-DE30-560E-080C-AEFF1D844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7C3F07-4F5D-998D-FE78-273768EED8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97FF24-7CDA-3E28-A5DE-3759FF5198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A9FAEF-2163-B7C7-2596-177E5FD909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02305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2EB49-CF6F-9D5F-5E5C-2AADE50B6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EBA115-D851-B501-13E5-B03D7625D0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2999A4-B64E-F121-C977-40208462B3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B768EF-3487-0BEA-391E-523CFDBB52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84058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44E06-6A5B-6BEC-3605-FF8730994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9B242E-F256-8C6B-6ECA-CC06F6D5B9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9F1399-E156-6FA1-8473-F58709BA26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C2DCA4-898A-8072-40D6-5B4D832480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25686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CC4DF-4759-33A8-BABC-75A2072FB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B9F0D7-7288-F39F-1468-400F5308B8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0F5D39-1BD9-5DFC-A413-8122A45967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E82012-BF3E-1F9F-9E44-75BDDA4A9C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9778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1CEC9-C5C8-E6B2-5FB7-86A8D14B2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43405E-EEC9-55AC-A784-CA64552E74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B46781-23A6-66C4-0046-C9911B87DD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B2FACE-F53B-A26E-2F14-67787CF7D7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3675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9BDA2A3-0B56-A4BC-FB3E-5478898E2B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9445752" cy="1143000"/>
          </a:xfrm>
        </p:spPr>
        <p:txBody>
          <a:bodyPr/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E247E9-E990-9201-6897-C677AABE10EC}"/>
              </a:ext>
            </a:extLst>
          </p:cNvPr>
          <p:cNvSpPr txBox="1"/>
          <p:nvPr userDrawn="1"/>
        </p:nvSpPr>
        <p:spPr>
          <a:xfrm>
            <a:off x="270933" y="166629"/>
            <a:ext cx="116501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Straight through the Heart by </a:t>
            </a:r>
            <a:r>
              <a:rPr lang="en-US" sz="14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CtC</a:t>
            </a:r>
            <a:endParaRPr lang="en-US" sz="14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4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Normal sudoku rules apply. Digits on an arrow sum to the digit in the attached circle.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F02A26-AA24-9CD5-62C5-BDCC7915B6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64561" y="755517"/>
            <a:ext cx="4542487" cy="4542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513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94743-B086-9A1D-3BE2-DD15285A74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CEFC70-38F9-BD71-579C-1F4DEDA47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92569-D687-F730-54A4-431B65550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03A70-2667-EDB6-55AA-33F2B75DF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8A86A-DF98-B80A-F92A-0243739D2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018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10CD2-26EC-3693-3584-A1A3B203F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E58AA-4CD0-A17C-27E6-209C794D9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697F3-ACE3-F75F-B6DB-E2EDCB101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7B070-E19C-7C7A-25CB-AF7C97F4A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7F193-7B3D-9447-B9FC-64FB2E720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500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894EB-0995-8BC4-1C13-B926701ED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55E3-AE09-9D5C-4866-DBCAEF297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09359-F2A6-099E-D457-FB4976E8B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8D10E-33CC-A61E-F850-633C403F3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52A36-99CB-F55C-ACC1-D46F4EBF2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860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0032E-D76D-01DC-ACC3-A5F6F34C0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81452-1F3E-95FB-1DCF-20830E009B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B7308B-161F-AA81-3B91-25A7195D6A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584CB4-2FAA-C87B-0278-FD1F16105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B3548-58B7-CC82-7526-F47EECC63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725728-77DE-9067-C037-0F4A37C61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73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220DA-D412-1E6E-D212-C26FE2AE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D9DE2-8BC9-5CD3-98A2-2F07C05E3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52FD07-250B-0FD6-7698-EFBA488CF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AE512E-5E7E-6D45-2D58-1B044598D7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5F8E62-62B7-FF78-DD11-69774DDB6C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E82641-31B3-87F3-FC9C-760F5B5EF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5D0B37-C72D-AB40-FC50-0F2BA55DA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C0F554-9EE5-C216-0F66-7B3B49445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539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96625-DF37-5199-8B5F-0AD4D7EB8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CC992C-BF00-880C-96C0-7042C394E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390746-6A20-2222-138F-BDCA2EDA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7D388B-382C-CD6D-1A3B-DE8DF017D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337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3BC02C-7483-7A7A-5354-1616AA5D5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0BC8C8-CDC3-97B6-5888-93197E154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0EB0F-BDCE-E810-451C-168B2B13A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363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63DE7-75FC-0404-38C4-4C8BA62E7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6F1FB-D688-5CBE-3F6B-277925101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1E1062-A0F8-7378-6259-452596C601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FF6140-8766-DC48-76B8-3CCA9AE81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EF2E7-A2CA-3672-1E8B-91BB70564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F05B17-1A06-FFD4-9DA2-DD17D363C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403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4234A-C922-2D66-252C-D286F8F88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A83645-2F0A-288D-3E4A-4B2A0F3993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3567A8-683E-46D7-65F7-FE65B0279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F03D4-5799-29C2-B960-ACB1D94C3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B8BCD-EAE3-2871-51C7-771B7DF07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5741F1-D331-2192-5F65-9DB5585C4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609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831E0-2506-463B-6A1D-2E997B58E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C2888F-D6C9-FAC2-0EB3-EF63307BB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9D78B-309E-CCD2-C0DA-8B2E3D16B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18859-EB6C-DBE7-E231-BD638FBF7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CCD95-C583-5245-72DF-6AD690D35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0675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69EFD7-1358-426B-0140-A202A2D530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6D7B90-D96C-BD6E-65E7-55E7D91F25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CB66A-8728-B88E-C058-E9DC9E0E0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AFAF8-3C65-F3B5-B108-F27717ECD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1642F-5721-9D1C-3D1D-6C1ABCC72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743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6A456F-C771-8F4B-C98D-9BDEE5781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23516-7E50-1256-7BC0-68CAD2D90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11502-CDE0-E081-1B9D-874EEBF9B1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9363D2-3164-4145-A578-C91A7CE0BB59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3C5F3-3A43-75DF-E382-0F9630A01C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1DBE2-D540-2BBE-7791-BE410B8C51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515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D0A50-E4B8-B9C3-5177-C6AFBE291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EABAD0-26FF-2429-AA3C-799A866431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Start.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6091D9C-BB94-C92F-54B6-41DFBD939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00F2C2C-B17C-CAE0-2A94-0B0164D60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B6A1E27-B0EF-0D2E-77F3-45C5486A13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6A3FFB8-54B3-D7CD-B299-A023629813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136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97104-BA30-4369-1223-AD646F24C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9431215-FD2C-7D99-4BFF-9C64C239D0D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 3-cell arrow all in one block must sum to at least 6 (123), but on these two arrows 6 is precluded by the given 6.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AA31816-0021-D981-E771-1E9BFEDE69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D938592-F7BB-422A-D9B8-7C368EA287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4DCD445-1F7F-25CA-7CD7-E1E74C0438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907BC95-1E23-EB79-C672-31D52C7814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0D82E1C-1E23-B626-8321-0DBAC5D9B433}"/>
              </a:ext>
            </a:extLst>
          </p:cNvPr>
          <p:cNvSpPr txBox="1"/>
          <p:nvPr/>
        </p:nvSpPr>
        <p:spPr>
          <a:xfrm>
            <a:off x="5650090" y="77460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CD5347-1A16-BFF5-385D-03CD2B22FF78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BEB5F8-C070-65DA-96BB-844383FA635C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E5862D-3DC5-D7B8-D1EC-7C0AB60E56FD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93F0B1-FCFA-D7FB-0E45-709A77BD91F6}"/>
              </a:ext>
            </a:extLst>
          </p:cNvPr>
          <p:cNvSpPr txBox="1"/>
          <p:nvPr/>
        </p:nvSpPr>
        <p:spPr>
          <a:xfrm>
            <a:off x="7157158" y="227744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A2A2E7-B37F-5CE4-7150-9F712CD9DE4D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F84BF0-5B6A-F738-18BF-C82A0A638597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FD98BB-7B4B-3118-40CC-678072B8D954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</p:spTree>
    <p:extLst>
      <p:ext uri="{BB962C8B-B14F-4D97-AF65-F5344CB8AC3E}">
        <p14:creationId xmlns:p14="http://schemas.microsoft.com/office/powerpoint/2010/main" val="3816871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52EC2-F450-EC61-B24F-597D3DD9C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A852252-EAE1-4336-E635-81D29AA6A7C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This 3-cell arrow is similar, but the circle can’t be 9, limiting the cells on the arrow to 5.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F7CCFB7-FD96-3B4B-BB6D-660281EF24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9C380AA-FF1B-D1DD-79E5-D31509969F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24E43E4-682A-65ED-FED2-9B1D9530A6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D330D90-7BC8-8268-72CD-7C0265C00C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E0FF455-20FD-9FAB-40EA-175F61B64E96}"/>
              </a:ext>
            </a:extLst>
          </p:cNvPr>
          <p:cNvSpPr txBox="1"/>
          <p:nvPr/>
        </p:nvSpPr>
        <p:spPr>
          <a:xfrm>
            <a:off x="5650090" y="77460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F3770D-A1FA-4765-F98A-5C7E7345A56B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BC1E90-F35F-5B3D-6312-A204CD17399D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9552FC-EEBB-2DA6-51AF-5B9D502DBB90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DC8574-D398-6DBA-9B40-8666828BEFA0}"/>
              </a:ext>
            </a:extLst>
          </p:cNvPr>
          <p:cNvSpPr txBox="1"/>
          <p:nvPr/>
        </p:nvSpPr>
        <p:spPr>
          <a:xfrm>
            <a:off x="7157158" y="227744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C8ADD6-EA25-87CB-8133-952A7F3A642C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E23006-FA37-1D14-B0D5-BD5C6798679B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252C8F-55BF-310C-858A-6D6D7AB9C891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276614-D958-7443-51EE-82643C4D354F}"/>
              </a:ext>
            </a:extLst>
          </p:cNvPr>
          <p:cNvSpPr txBox="1"/>
          <p:nvPr/>
        </p:nvSpPr>
        <p:spPr>
          <a:xfrm>
            <a:off x="6152446" y="43043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E98FB7-D22A-0CCC-CE2C-0ECE1861B92B}"/>
              </a:ext>
            </a:extLst>
          </p:cNvPr>
          <p:cNvSpPr txBox="1"/>
          <p:nvPr/>
        </p:nvSpPr>
        <p:spPr>
          <a:xfrm>
            <a:off x="6654802" y="43043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1BFA87E-C27A-E5FE-4A7A-54C6087C2664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F831AC1-1A87-73CE-E4F3-BB01738D343A}"/>
              </a:ext>
            </a:extLst>
          </p:cNvPr>
          <p:cNvSpPr txBox="1"/>
          <p:nvPr/>
        </p:nvSpPr>
        <p:spPr>
          <a:xfrm>
            <a:off x="6152446" y="50020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</p:spTree>
    <p:extLst>
      <p:ext uri="{BB962C8B-B14F-4D97-AF65-F5344CB8AC3E}">
        <p14:creationId xmlns:p14="http://schemas.microsoft.com/office/powerpoint/2010/main" val="2738377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96C63-D264-15E6-012C-D6B6CCD44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3A1A16E-4E7F-81AF-86B5-E2E1D2C156E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These 3-cell arrows NOT all in one block must sum to at least 4 (121).</a:t>
            </a:r>
            <a:br>
              <a:rPr lang="en-US" dirty="0"/>
            </a:br>
            <a:r>
              <a:rPr lang="en-US" dirty="0"/>
              <a:t>The numbers on the arrow can go up to 7 (117).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032AF60-4400-B41F-F874-767667A4C9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DF318C8-D679-55B1-C3B2-ED74C286A8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1AE1589-55F6-FDB6-210F-14E8F84D2B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B383EDD-191F-0A62-31F3-0EE3C605C2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F5B0FEE-615F-30F4-EA2D-4500F4A2D12A}"/>
              </a:ext>
            </a:extLst>
          </p:cNvPr>
          <p:cNvSpPr txBox="1"/>
          <p:nvPr/>
        </p:nvSpPr>
        <p:spPr>
          <a:xfrm>
            <a:off x="5650090" y="77460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151008-77CA-0C2A-C6BF-5A406AA3A4AA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C0D298-9CB7-B09E-7126-A372EB8BB82A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DDA5FA-D79F-2D3D-65D4-88286608BEBE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897147-BD9B-5B7C-7176-2D7AC5C38B3F}"/>
              </a:ext>
            </a:extLst>
          </p:cNvPr>
          <p:cNvSpPr txBox="1"/>
          <p:nvPr/>
        </p:nvSpPr>
        <p:spPr>
          <a:xfrm>
            <a:off x="7157158" y="227744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8F2FA2-A15E-2EFD-9E16-3DFFE1A61427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85D79A-4FB5-253D-4617-5FAED9CE427F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BD37BE-D409-9EF1-76E9-80146E0E1B29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9BF48C-7714-EE34-4612-B9B44F2CE1C1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7317B8-D47D-627F-1FBC-27E48FB5393B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9E6F5FA-3EC6-6180-6F5B-035CBD1DFBBA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630CB0-27DC-CBEB-DBFF-EC6CB65C4330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DE1A280-3866-D492-69DD-FA9ED777730E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47356C3-0637-B964-6A51-6418678E9BC5}"/>
              </a:ext>
            </a:extLst>
          </p:cNvPr>
          <p:cNvSpPr txBox="1"/>
          <p:nvPr/>
        </p:nvSpPr>
        <p:spPr>
          <a:xfrm>
            <a:off x="4143022" y="35455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ACCE7FB-F5BD-9467-371F-77A893C4204A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33AD93-DC0D-8BEA-2085-E52E6A558963}"/>
              </a:ext>
            </a:extLst>
          </p:cNvPr>
          <p:cNvSpPr txBox="1"/>
          <p:nvPr/>
        </p:nvSpPr>
        <p:spPr>
          <a:xfrm>
            <a:off x="4645378" y="40464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C387EBD-BFE8-C4A3-37B4-77EDEBA66E76}"/>
              </a:ext>
            </a:extLst>
          </p:cNvPr>
          <p:cNvSpPr txBox="1"/>
          <p:nvPr/>
        </p:nvSpPr>
        <p:spPr>
          <a:xfrm>
            <a:off x="6152446" y="43043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3C1E70E-8604-5E9F-5318-3DC9C34FD0B8}"/>
              </a:ext>
            </a:extLst>
          </p:cNvPr>
          <p:cNvSpPr txBox="1"/>
          <p:nvPr/>
        </p:nvSpPr>
        <p:spPr>
          <a:xfrm>
            <a:off x="6654802" y="43043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0B27E32-BD86-7EFE-0C7F-120E7A1C9920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3E666F2-65F7-59AB-6F36-45D83A61954D}"/>
              </a:ext>
            </a:extLst>
          </p:cNvPr>
          <p:cNvSpPr txBox="1"/>
          <p:nvPr/>
        </p:nvSpPr>
        <p:spPr>
          <a:xfrm>
            <a:off x="6152446" y="50020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</p:spTree>
    <p:extLst>
      <p:ext uri="{BB962C8B-B14F-4D97-AF65-F5344CB8AC3E}">
        <p14:creationId xmlns:p14="http://schemas.microsoft.com/office/powerpoint/2010/main" val="3447544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31164-284C-BF8C-CAAC-43193A5C5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B5E3A28-2F53-5AFD-96A6-3D1B1FD0AF9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D293B28-03AF-2DDE-6590-CC4147C8C4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853C091-7C58-BA1B-9B50-6117AF4CC5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85024CF-2EA7-C0F1-499F-F7F01D0272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66C6217-70B6-9C07-BE54-CFFD61032A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192360-6F98-816E-E08C-C65EE22C2C7B}"/>
              </a:ext>
            </a:extLst>
          </p:cNvPr>
          <p:cNvSpPr txBox="1"/>
          <p:nvPr/>
        </p:nvSpPr>
        <p:spPr>
          <a:xfrm>
            <a:off x="5650090" y="77460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FBFC95-CA45-BE94-1904-B08599C54A38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44F3F7-F158-6E75-B983-96D7ED84DA6C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AC3A34-4DC3-6BD4-86B5-93A4EC5CB83F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EE62B4-2395-5283-62D5-6530C758C0CF}"/>
              </a:ext>
            </a:extLst>
          </p:cNvPr>
          <p:cNvSpPr txBox="1"/>
          <p:nvPr/>
        </p:nvSpPr>
        <p:spPr>
          <a:xfrm>
            <a:off x="7157158" y="227744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D8A0C6-6095-D20D-24D2-08716263179B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9B9C77-B78F-F2B4-69C5-7DADC5E8D0DF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5F8B72-C60A-7A9E-C617-BD9587C81864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C4D2C6E-D6A1-9F60-256E-FFADC05735AE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0F3137-6870-D6A5-173F-0F5B70B37C88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986383C-59CE-2DAB-CC43-B9A21AFEF039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55EC2B-6DDD-9297-607E-C0173158CB6C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E860AAC-FA47-9D1A-0384-E1AD97DC6406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2E2CADE-E77C-7B3F-F891-41A4DFEDEEC2}"/>
              </a:ext>
            </a:extLst>
          </p:cNvPr>
          <p:cNvSpPr txBox="1"/>
          <p:nvPr/>
        </p:nvSpPr>
        <p:spPr>
          <a:xfrm>
            <a:off x="4143022" y="35455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7290F7F-7417-FDD6-CDE8-19F0B92B4767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FDE9EF2-5591-A95D-3813-517749374790}"/>
              </a:ext>
            </a:extLst>
          </p:cNvPr>
          <p:cNvSpPr txBox="1"/>
          <p:nvPr/>
        </p:nvSpPr>
        <p:spPr>
          <a:xfrm>
            <a:off x="4645378" y="40464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9CDB05D-F6A7-A886-298A-0BC672F8AD38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solidFill>
            <a:srgbClr val="00FF00">
              <a:alpha val="29804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645E00E-DFA0-21F4-3399-24AD99E1A214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solidFill>
            <a:srgbClr val="00FF00">
              <a:alpha val="29804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6ECD1ED-C011-E220-4031-8D7804805902}"/>
              </a:ext>
            </a:extLst>
          </p:cNvPr>
          <p:cNvSpPr txBox="1"/>
          <p:nvPr/>
        </p:nvSpPr>
        <p:spPr>
          <a:xfrm>
            <a:off x="6152446" y="43043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A075FFD-A5D1-B790-B453-6CEAB73EFDD5}"/>
              </a:ext>
            </a:extLst>
          </p:cNvPr>
          <p:cNvSpPr txBox="1"/>
          <p:nvPr/>
        </p:nvSpPr>
        <p:spPr>
          <a:xfrm>
            <a:off x="6654802" y="43043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5B14FFE-A830-E0EE-ADAD-2BCB35FD6C4F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2BD041C-B205-FE89-40E7-95EC7ECB06CF}"/>
              </a:ext>
            </a:extLst>
          </p:cNvPr>
          <p:cNvSpPr txBox="1"/>
          <p:nvPr/>
        </p:nvSpPr>
        <p:spPr>
          <a:xfrm>
            <a:off x="6152446" y="50020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</p:spTree>
    <p:extLst>
      <p:ext uri="{BB962C8B-B14F-4D97-AF65-F5344CB8AC3E}">
        <p14:creationId xmlns:p14="http://schemas.microsoft.com/office/powerpoint/2010/main" val="29427663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CC2F7-E04D-AC65-8B52-28E8E3B54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B2C957D-0246-9CBF-6BF7-C7E6B37E8A9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the center block, the 7 will be on an arrow, and the sum of that arrow must be 9 (117). The other arrow will have 2 and 3 on it, so its sum must be at least 6 (123).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A9159E1-2F59-09E3-FE57-7D5B8AAEB5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FFB23C8-4F1C-99ED-D3B1-FAD0B0B089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880399C-B6F9-CB1F-B4B2-CE8F264A1F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B62810E-C2C2-A092-4B2D-EF8DF5C399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A42439F-4E3A-AB72-53EA-5885AB0503A8}"/>
              </a:ext>
            </a:extLst>
          </p:cNvPr>
          <p:cNvSpPr txBox="1"/>
          <p:nvPr/>
        </p:nvSpPr>
        <p:spPr>
          <a:xfrm>
            <a:off x="5650090" y="77460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B90A64-1C2B-AF4E-AB3A-4CAA0A5FBF1B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D40DD7-CFA5-F041-A5C0-95DB1024B9F8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152EAE-4A82-318C-8292-DC8197011E72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B62F3C-8D54-770D-577D-F2E8609D4064}"/>
              </a:ext>
            </a:extLst>
          </p:cNvPr>
          <p:cNvSpPr txBox="1"/>
          <p:nvPr/>
        </p:nvSpPr>
        <p:spPr>
          <a:xfrm>
            <a:off x="7157158" y="227744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CDDEEA-DBF9-19F2-9DD8-6F88802BA76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0B77C6-DCAC-D447-9A87-CCB186309A13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56E160-3CDA-AAD1-E0D7-B5BB6CDCE228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91180A-B3FD-6C00-885D-0E3C63FC6ABB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A404DE-62AC-A50E-2658-2C71DB4CCB81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621A6D4-8BA0-475E-D248-917FC3807C5B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0F85ADF-C810-CB76-A401-EF562EBA90B8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14516FC-5A30-F04E-5847-B0C72DE1D664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4CE3A4D-68F7-0C47-8CE9-8FA95CB41C7B}"/>
              </a:ext>
            </a:extLst>
          </p:cNvPr>
          <p:cNvSpPr txBox="1"/>
          <p:nvPr/>
        </p:nvSpPr>
        <p:spPr>
          <a:xfrm>
            <a:off x="4143022" y="35455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63D0288-8631-EA69-B28F-0EF05D4A3212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9338452-63FB-EB70-78D5-7DA130E15BE0}"/>
              </a:ext>
            </a:extLst>
          </p:cNvPr>
          <p:cNvSpPr txBox="1"/>
          <p:nvPr/>
        </p:nvSpPr>
        <p:spPr>
          <a:xfrm>
            <a:off x="4645378" y="40464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F936384-99A3-F867-8C98-6677865A1A10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solidFill>
            <a:srgbClr val="00FF00">
              <a:alpha val="29804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E43BFE9-7CA2-0917-62FC-466261C3FB15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solidFill>
            <a:srgbClr val="00FF00">
              <a:alpha val="29804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B89BEC8-08FD-A1B0-EEFB-C8E9AEE8EFDE}"/>
              </a:ext>
            </a:extLst>
          </p:cNvPr>
          <p:cNvSpPr txBox="1"/>
          <p:nvPr/>
        </p:nvSpPr>
        <p:spPr>
          <a:xfrm>
            <a:off x="6152446" y="43043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5D1E0C6-75CA-A91F-2417-6410EE81925C}"/>
              </a:ext>
            </a:extLst>
          </p:cNvPr>
          <p:cNvSpPr txBox="1"/>
          <p:nvPr/>
        </p:nvSpPr>
        <p:spPr>
          <a:xfrm>
            <a:off x="6654802" y="43043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1069449-8D10-E6F0-8C12-D4434FD76696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E6F9A85-536D-2BC5-FA53-301DD3213629}"/>
              </a:ext>
            </a:extLst>
          </p:cNvPr>
          <p:cNvSpPr txBox="1"/>
          <p:nvPr/>
        </p:nvSpPr>
        <p:spPr>
          <a:xfrm>
            <a:off x="6152446" y="50020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</p:spTree>
    <p:extLst>
      <p:ext uri="{BB962C8B-B14F-4D97-AF65-F5344CB8AC3E}">
        <p14:creationId xmlns:p14="http://schemas.microsoft.com/office/powerpoint/2010/main" val="17389092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3A1FD-3CA8-2571-645E-BF0A855BE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6FFECFC-4765-E530-2A35-73161F984A9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Because of the green cells, the sums of both of these arrows can’t be 9.  So, one arrow will be 117, and other one will be 223.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F66AD45-AE55-712E-476F-11FFBFDB86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2481C28-3623-B0F5-B3E0-B848E26F98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2A2E0E8-A623-39B6-CD5C-1C720D0B71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F2360EB-A70E-4D4A-6AB2-CCACEE93F9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FEE72F5-8BD4-2AB0-AC83-8E99B9C96D03}"/>
              </a:ext>
            </a:extLst>
          </p:cNvPr>
          <p:cNvSpPr txBox="1"/>
          <p:nvPr/>
        </p:nvSpPr>
        <p:spPr>
          <a:xfrm>
            <a:off x="5650090" y="77460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376B9A-C393-510F-30E2-EFA1116AFA5F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445260-D92E-63DF-34A5-E1B58B37A03B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2BF255-1431-3EB5-92BF-9B060DABAED1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DE8D11-2961-2798-C28F-47EC4238D7EA}"/>
              </a:ext>
            </a:extLst>
          </p:cNvPr>
          <p:cNvSpPr txBox="1"/>
          <p:nvPr/>
        </p:nvSpPr>
        <p:spPr>
          <a:xfrm>
            <a:off x="7157158" y="227744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0DE9D3-033F-C4F4-9917-FF54B1E95E55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F7560D-E700-A9A9-272D-4E07FA1D9DF7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9B82D0-7A63-1234-3349-679F6067A213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4ACB47-3CBD-AB5A-0DEC-B7F367957BD2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C0AE26-66EB-EAB7-E1A7-1DA0C63346B2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77570B-8A3A-2939-E1A9-35B06D4779B8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AD27672-2874-3BC4-AE4D-29D35CC7299A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3587BFF-2D95-5282-AACC-0067C06AC09A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397B0E8-B075-F7D2-8411-3145F354D0BC}"/>
              </a:ext>
            </a:extLst>
          </p:cNvPr>
          <p:cNvSpPr txBox="1"/>
          <p:nvPr/>
        </p:nvSpPr>
        <p:spPr>
          <a:xfrm>
            <a:off x="4143022" y="35455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ED583DC-3503-82F1-1F9F-692D1D534C4B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4DA9F1-E22E-6252-EF41-ACEFEE04C088}"/>
              </a:ext>
            </a:extLst>
          </p:cNvPr>
          <p:cNvSpPr txBox="1"/>
          <p:nvPr/>
        </p:nvSpPr>
        <p:spPr>
          <a:xfrm>
            <a:off x="4645378" y="40464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F9169AF-4A7B-D66E-FF4C-2FD129F10FF1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solidFill>
            <a:srgbClr val="00FF00">
              <a:alpha val="29804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57E21FC-6C0C-5A69-1FD6-36B8742D4BC8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solidFill>
            <a:srgbClr val="00FF00">
              <a:alpha val="29804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B7FCED0-3120-7E83-C8C6-3C1F0F459FF2}"/>
              </a:ext>
            </a:extLst>
          </p:cNvPr>
          <p:cNvSpPr txBox="1"/>
          <p:nvPr/>
        </p:nvSpPr>
        <p:spPr>
          <a:xfrm>
            <a:off x="6152446" y="43043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1E1B41D-6AD5-5D1D-C978-2CF89EAFC861}"/>
              </a:ext>
            </a:extLst>
          </p:cNvPr>
          <p:cNvSpPr txBox="1"/>
          <p:nvPr/>
        </p:nvSpPr>
        <p:spPr>
          <a:xfrm>
            <a:off x="6654802" y="43043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DF24F3D-5F74-8282-98D3-25B452152836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4F0B0DC-C83B-7351-CD2B-2BC5E810E978}"/>
              </a:ext>
            </a:extLst>
          </p:cNvPr>
          <p:cNvSpPr txBox="1"/>
          <p:nvPr/>
        </p:nvSpPr>
        <p:spPr>
          <a:xfrm>
            <a:off x="6152446" y="50020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</p:spTree>
    <p:extLst>
      <p:ext uri="{BB962C8B-B14F-4D97-AF65-F5344CB8AC3E}">
        <p14:creationId xmlns:p14="http://schemas.microsoft.com/office/powerpoint/2010/main" val="981191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19DD0-CB40-4B18-30C3-83DAFEAE4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5EAB4D8-FE16-676A-30D8-AD3551F243E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Between these sums and the green cells, Row 4 and Column 6 will have a 9 in it. Therefore, the sums of these other arrows can’t be 9. And an arrow that can’t sum to 9 can’t have a 6 on it.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CC56A84-6C13-E814-0E67-E7F99D2CAB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619B7DB-CA9B-8D89-2640-9AEAE461B7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BDE9570-4770-94DA-413A-3B820FF5D6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77DBB86-B375-4D02-ECCA-3A2C56FD5E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7548938-0CD1-669F-2E49-D5C31990DF84}"/>
              </a:ext>
            </a:extLst>
          </p:cNvPr>
          <p:cNvSpPr txBox="1"/>
          <p:nvPr/>
        </p:nvSpPr>
        <p:spPr>
          <a:xfrm>
            <a:off x="5650090" y="77460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F6BED3-8094-66DF-B9D2-EC8FC95DB49C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7F6574-E8A8-8118-19B7-6FF05DF43014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44AD1F-4324-5C14-E30D-5A4D7A6A4A12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solidFill>
            <a:srgbClr val="00FF00">
              <a:alpha val="3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6F3539-0D12-1C0A-FC32-838FD916D5EA}"/>
              </a:ext>
            </a:extLst>
          </p:cNvPr>
          <p:cNvSpPr txBox="1"/>
          <p:nvPr/>
        </p:nvSpPr>
        <p:spPr>
          <a:xfrm>
            <a:off x="7157158" y="227744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AF1EC6-9DED-1C18-A378-FD95DFC94E9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006B24-04BB-C8A0-3762-15B185772388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3EB6B9-5556-9E02-8F50-50C6C8440C3D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solidFill>
            <a:srgbClr val="00FF00">
              <a:alpha val="3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2A024D-FEB7-EF01-7775-0667BD12BBBC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solidFill>
            <a:srgbClr val="00FF00">
              <a:alpha val="3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5A7C0C-F967-E2A5-9B82-E143887F6086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337B737-CEB4-AAC4-C8A2-4F20ACD62E94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solidFill>
            <a:srgbClr val="00FF00">
              <a:alpha val="3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B128BD-A1B0-2F74-88AB-0F969DEC716A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C936EC-799B-E315-D5B4-4F15471FD9D0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546D93A-F467-729E-402F-6BA7467989E8}"/>
              </a:ext>
            </a:extLst>
          </p:cNvPr>
          <p:cNvSpPr txBox="1"/>
          <p:nvPr/>
        </p:nvSpPr>
        <p:spPr>
          <a:xfrm>
            <a:off x="4143022" y="3545553"/>
            <a:ext cx="570089" cy="230832"/>
          </a:xfrm>
          <a:prstGeom prst="rect">
            <a:avLst/>
          </a:prstGeom>
          <a:solidFill>
            <a:srgbClr val="00FF00">
              <a:alpha val="3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74447F1-A6F5-A723-38C9-AEEA7248B51D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BBCB7D7-3DD1-9411-A655-076E0C505751}"/>
              </a:ext>
            </a:extLst>
          </p:cNvPr>
          <p:cNvSpPr txBox="1"/>
          <p:nvPr/>
        </p:nvSpPr>
        <p:spPr>
          <a:xfrm>
            <a:off x="4645378" y="4046497"/>
            <a:ext cx="570089" cy="230832"/>
          </a:xfrm>
          <a:prstGeom prst="rect">
            <a:avLst/>
          </a:prstGeom>
          <a:solidFill>
            <a:srgbClr val="00FF00">
              <a:alpha val="3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323E7D4-9417-8D64-EE56-0F8E5DA95034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solidFill>
            <a:srgbClr val="00FF00">
              <a:alpha val="29804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F5375C2-CDB9-79C6-0E6B-EFE1D5BDD43D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solidFill>
            <a:srgbClr val="00FF00">
              <a:alpha val="29804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70DADB9-83EB-BA95-C8C8-9E337088FC3D}"/>
              </a:ext>
            </a:extLst>
          </p:cNvPr>
          <p:cNvSpPr txBox="1"/>
          <p:nvPr/>
        </p:nvSpPr>
        <p:spPr>
          <a:xfrm>
            <a:off x="6152446" y="43043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FF295AD-59B4-DB5C-F428-1154F4C5F80B}"/>
              </a:ext>
            </a:extLst>
          </p:cNvPr>
          <p:cNvSpPr txBox="1"/>
          <p:nvPr/>
        </p:nvSpPr>
        <p:spPr>
          <a:xfrm>
            <a:off x="6654802" y="43043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F1ECE54-3CA2-EB1B-16DA-6CBB9F1484B3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B157D92-64E5-BA23-7676-6E083E4C72B7}"/>
              </a:ext>
            </a:extLst>
          </p:cNvPr>
          <p:cNvSpPr txBox="1"/>
          <p:nvPr/>
        </p:nvSpPr>
        <p:spPr>
          <a:xfrm>
            <a:off x="6152446" y="50020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</p:spTree>
    <p:extLst>
      <p:ext uri="{BB962C8B-B14F-4D97-AF65-F5344CB8AC3E}">
        <p14:creationId xmlns:p14="http://schemas.microsoft.com/office/powerpoint/2010/main" val="36680531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A027B-F667-778D-9591-172E5C5AB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8CBA655-93DA-C7A4-671B-E3FD13DEC4D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Note the 78/89/97 triplets in Row 4 and Column 6. This limits possible positions of 7 in the center block. And since the 1 must be paired with the 7 on the same arrow, the cells with possible 7’s can’t also be possible 1’s.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9352CE7-688F-B0F3-9B66-5CE39651C5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69FFDA5-87F6-542B-8521-F0F7CC32F2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A6C7E7C-B2B5-4D2D-80E1-3E31ACC7A0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B6ACFAA-3696-D3FA-5BBA-EECAD0EE49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4572F94-0A1F-97CC-66A4-D46D74585E60}"/>
              </a:ext>
            </a:extLst>
          </p:cNvPr>
          <p:cNvSpPr txBox="1"/>
          <p:nvPr/>
        </p:nvSpPr>
        <p:spPr>
          <a:xfrm>
            <a:off x="5650090" y="77460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B5DF7E-B734-8AD0-BFB2-DAE97559C7DE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0A75C5-0649-597A-1E6A-8A4E66049820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A42775-1DFA-02EA-A80E-04CACF7C8405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solidFill>
            <a:srgbClr val="00FF00">
              <a:alpha val="3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ECE906-F721-C2BA-DDD7-6DE1A4CBBDE7}"/>
              </a:ext>
            </a:extLst>
          </p:cNvPr>
          <p:cNvSpPr txBox="1"/>
          <p:nvPr/>
        </p:nvSpPr>
        <p:spPr>
          <a:xfrm>
            <a:off x="7157158" y="227744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A93633-C571-C6F5-EA27-EB51A14A2026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38EB5A-0149-6467-F687-D4836BF62794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15F8BB-1707-521F-275F-F4BD55D63E35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solidFill>
            <a:srgbClr val="00FF00">
              <a:alpha val="3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7C0800-8A6C-C86B-2710-B705F707BA45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solidFill>
            <a:srgbClr val="00FF00">
              <a:alpha val="3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FB80B8-FE6D-C8CA-0E9B-AC572AD0E3B4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A97295-9274-EB69-8812-6E1A6BC1C44D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solidFill>
            <a:srgbClr val="00FF00">
              <a:alpha val="3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200E39A-FFE7-5AC0-A70E-3F224B63FD72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BFE4968-8D3F-923F-656C-2E71FC41669A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34087E2-9569-35C6-9847-580C4D95ACC4}"/>
              </a:ext>
            </a:extLst>
          </p:cNvPr>
          <p:cNvSpPr txBox="1"/>
          <p:nvPr/>
        </p:nvSpPr>
        <p:spPr>
          <a:xfrm>
            <a:off x="4143022" y="3545553"/>
            <a:ext cx="570089" cy="230832"/>
          </a:xfrm>
          <a:prstGeom prst="rect">
            <a:avLst/>
          </a:prstGeom>
          <a:solidFill>
            <a:srgbClr val="00FF00">
              <a:alpha val="3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8097660-2963-D102-C4AE-96CAF015753F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131B3C-7340-980E-2AFF-BCBD33911534}"/>
              </a:ext>
            </a:extLst>
          </p:cNvPr>
          <p:cNvSpPr txBox="1"/>
          <p:nvPr/>
        </p:nvSpPr>
        <p:spPr>
          <a:xfrm>
            <a:off x="4645378" y="4046497"/>
            <a:ext cx="570089" cy="230832"/>
          </a:xfrm>
          <a:prstGeom prst="rect">
            <a:avLst/>
          </a:prstGeom>
          <a:solidFill>
            <a:srgbClr val="00FF00">
              <a:alpha val="3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1CA68F9-DFAF-F444-0E20-9407990DFFC0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solidFill>
            <a:srgbClr val="00FF00">
              <a:alpha val="29804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ECE6428-F917-A8D0-69C1-9EE58CC5E2F0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solidFill>
            <a:srgbClr val="00FF00">
              <a:alpha val="29804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48EE78F-2D5A-F67F-C531-E0771859E74F}"/>
              </a:ext>
            </a:extLst>
          </p:cNvPr>
          <p:cNvSpPr txBox="1"/>
          <p:nvPr/>
        </p:nvSpPr>
        <p:spPr>
          <a:xfrm>
            <a:off x="6152446" y="43043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4D84C8C-6C70-65FC-1E7F-C4BF26CF9ED5}"/>
              </a:ext>
            </a:extLst>
          </p:cNvPr>
          <p:cNvSpPr txBox="1"/>
          <p:nvPr/>
        </p:nvSpPr>
        <p:spPr>
          <a:xfrm>
            <a:off x="6654802" y="43043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9147C79-E2DF-7794-C944-D382289848AB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1A617D-2F6B-9810-6574-305814D99765}"/>
              </a:ext>
            </a:extLst>
          </p:cNvPr>
          <p:cNvSpPr txBox="1"/>
          <p:nvPr/>
        </p:nvSpPr>
        <p:spPr>
          <a:xfrm>
            <a:off x="6152446" y="50020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</p:spTree>
    <p:extLst>
      <p:ext uri="{BB962C8B-B14F-4D97-AF65-F5344CB8AC3E}">
        <p14:creationId xmlns:p14="http://schemas.microsoft.com/office/powerpoint/2010/main" val="25900478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E5559-9893-23BF-D9E6-EA33FD9C5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DFC9797-F7D8-8D3C-4A15-088C9784D4D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Where is the 1 in Row 7? Not in the first three columns (the given 1). Not is the last three columns (the arrow in the bottom right block must contain a 1 because the sum of 234 is 9, which is too large). Not in Column 5 because inferences would force Column 4 to also be 1. So, the 1 must be in Column 4.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C4B5F09-CA55-D32A-7553-9BDDAF02E2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A993636-0C30-E540-56F4-80088F96A3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03C2BEA-C054-C3A7-6735-7D318A9205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E27C355-911E-6E8D-8849-E8F5B42D56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CF72AEC-5542-4E72-537F-38149BF7E074}"/>
              </a:ext>
            </a:extLst>
          </p:cNvPr>
          <p:cNvSpPr txBox="1"/>
          <p:nvPr/>
        </p:nvSpPr>
        <p:spPr>
          <a:xfrm>
            <a:off x="5650090" y="77460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179CCB-871B-5FBF-AAE4-3488F296B91B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89B347-7C85-11E3-CEEC-872E9C09A4FE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9E60A9-8C4C-9C65-C0D8-0E46D52D2E4A}"/>
              </a:ext>
            </a:extLst>
          </p:cNvPr>
          <p:cNvSpPr txBox="1"/>
          <p:nvPr/>
        </p:nvSpPr>
        <p:spPr>
          <a:xfrm>
            <a:off x="7157158" y="227744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72785C-4E53-8DA9-491B-72976A236488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1B6EFD-172F-5D80-1066-0AD33A44AC7B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D4236E-E86F-98C5-4A7B-75E0C1CD98D3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3ED7507-EE21-5D60-9119-9ADEBA571772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79E16C2-BB05-683F-7A01-BC32B82AF573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8FCEDA3-E87E-29CA-E997-5915329A67B0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8307D75-8DFF-5840-1350-0E9D307B8E68}"/>
              </a:ext>
            </a:extLst>
          </p:cNvPr>
          <p:cNvSpPr txBox="1"/>
          <p:nvPr/>
        </p:nvSpPr>
        <p:spPr>
          <a:xfrm>
            <a:off x="6152446" y="43043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88784A0-14B5-29B6-05B7-E085CD171263}"/>
              </a:ext>
            </a:extLst>
          </p:cNvPr>
          <p:cNvSpPr txBox="1"/>
          <p:nvPr/>
        </p:nvSpPr>
        <p:spPr>
          <a:xfrm>
            <a:off x="6654802" y="43043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01404CA-8F64-F70D-2011-64C7225DCEAE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4C5755A-11A3-2FFC-F6B1-2D9ABAA0D7DD}"/>
              </a:ext>
            </a:extLst>
          </p:cNvPr>
          <p:cNvSpPr txBox="1"/>
          <p:nvPr/>
        </p:nvSpPr>
        <p:spPr>
          <a:xfrm>
            <a:off x="6152446" y="50020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B0378BC-EBD5-9133-29D3-511DA3733D21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300A72A-3DAD-7051-B4C8-2BFDFAC4A2D7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4D5B0E7-88AF-F24A-5BF4-56E3B11376EE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9EBC17-E377-247F-B2A8-CC74618AEBD4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1832A67-CA72-2A2A-BC60-7EAF42212F2C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70C656E-A166-C333-E102-175E84A9CD7D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BA7607C-CE98-ACB1-8D47-EB56B91038BB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AEF4430-6007-E71D-D084-8D1C8DBF4D53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8451067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69821-EA2E-FED8-E205-FE49E7B92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89D4EF4-D006-FB2C-A95C-5988855C476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 Note that the arrow that sums to 7 must be 124.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180BAC2-3779-8E3E-11E6-DCE3EEC185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00B6348-B1DF-56EE-4A3A-B550B8C4A4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4F2CDAD-FAE4-4219-AE63-79D2B4B04D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D917F7E-18C2-A735-080E-28E1F27918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05B4BD3-AEA7-5F39-C26A-548B328AE118}"/>
              </a:ext>
            </a:extLst>
          </p:cNvPr>
          <p:cNvSpPr txBox="1"/>
          <p:nvPr/>
        </p:nvSpPr>
        <p:spPr>
          <a:xfrm>
            <a:off x="5650090" y="77460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B3D4D7-C74D-0770-9534-789F06EC13DD}"/>
              </a:ext>
            </a:extLst>
          </p:cNvPr>
          <p:cNvSpPr txBox="1"/>
          <p:nvPr/>
        </p:nvSpPr>
        <p:spPr>
          <a:xfrm>
            <a:off x="5147734" y="157221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6B29A3-C441-B2D3-EBE4-8C8255E37CA6}"/>
              </a:ext>
            </a:extLst>
          </p:cNvPr>
          <p:cNvSpPr txBox="1"/>
          <p:nvPr/>
        </p:nvSpPr>
        <p:spPr>
          <a:xfrm>
            <a:off x="7157158" y="227744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899265-FA51-0E3D-B4E3-D239AB71E218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F110DE-2324-0023-719F-19F9BDFC0A36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363FAC-7B3D-8EC3-DE2E-FAADCC23D8F2}"/>
              </a:ext>
            </a:extLst>
          </p:cNvPr>
          <p:cNvSpPr txBox="1"/>
          <p:nvPr/>
        </p:nvSpPr>
        <p:spPr>
          <a:xfrm>
            <a:off x="5147734" y="255716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C4B6CC-29D4-03A1-0D70-D97CE42AB250}"/>
              </a:ext>
            </a:extLst>
          </p:cNvPr>
          <p:cNvSpPr txBox="1"/>
          <p:nvPr/>
        </p:nvSpPr>
        <p:spPr>
          <a:xfrm>
            <a:off x="4645378" y="305811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221BB95-D24E-0F0D-A7B2-BA2800E43F62}"/>
              </a:ext>
            </a:extLst>
          </p:cNvPr>
          <p:cNvSpPr txBox="1"/>
          <p:nvPr/>
        </p:nvSpPr>
        <p:spPr>
          <a:xfrm>
            <a:off x="6152446" y="43043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8E996E7-3D21-3D63-D17F-7606B1DB53F3}"/>
              </a:ext>
            </a:extLst>
          </p:cNvPr>
          <p:cNvSpPr txBox="1"/>
          <p:nvPr/>
        </p:nvSpPr>
        <p:spPr>
          <a:xfrm>
            <a:off x="6654802" y="43043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155AD85-CDFB-B900-6AD5-3FFCA2CF4CB4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1F335F5-CBD5-3C7A-5C8E-09CDC61C3D7A}"/>
              </a:ext>
            </a:extLst>
          </p:cNvPr>
          <p:cNvSpPr txBox="1"/>
          <p:nvPr/>
        </p:nvSpPr>
        <p:spPr>
          <a:xfrm>
            <a:off x="6152446" y="50020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CD2D83C-A30B-431A-8BA9-38250C1C8C3B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CBF0D37-1A93-89B3-DD9A-E03E5ED92A8F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38BDF18-F67F-9509-EDC5-B84660F2F5C8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84F316E-D1A4-571A-9C57-328112CEB0E0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856F008-5D72-9BC0-EAEE-F1022F324E47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F591827-8C37-5888-326D-02FBC656A9CA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24DEF1C-6F8D-E66A-486A-66AE7FFB2980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9ADBADA-FCFC-347C-0B7D-74E3090833AC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434FB5-E764-C324-D2A0-957E844782AC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9C4B80-1B94-579F-4E8C-F7787F14CC63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5305B9-B24E-C16D-8F9C-4CF8753A1F28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7701201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C0E6F-CE63-70F3-0F28-58CD28CD2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ADAA37B-4C9D-37A7-8265-8493CEA919E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8728364-17EC-56DC-E306-A67CF4C1CD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00192B1-E46B-E9F4-EBDF-E790950E36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2C2313B-E4DE-A1A1-F272-15F84DA694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8BEE27A-264C-CF58-694D-6256D34167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67B093B-7A72-4226-629B-0C944E401996}"/>
              </a:ext>
            </a:extLst>
          </p:cNvPr>
          <p:cNvSpPr txBox="1"/>
          <p:nvPr/>
        </p:nvSpPr>
        <p:spPr>
          <a:xfrm>
            <a:off x="7157158" y="227744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C5CFE7-5B38-9D27-4733-24B26B26B7A0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F309EF-29EE-5F8D-CEEF-268A63B4C8E5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0E2A9C9-5936-D85D-B8A8-4A3FF6A050D2}"/>
              </a:ext>
            </a:extLst>
          </p:cNvPr>
          <p:cNvSpPr txBox="1"/>
          <p:nvPr/>
        </p:nvSpPr>
        <p:spPr>
          <a:xfrm>
            <a:off x="6152446" y="43043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BF98EFD-F21B-DFF8-98EF-517BB673533C}"/>
              </a:ext>
            </a:extLst>
          </p:cNvPr>
          <p:cNvSpPr txBox="1"/>
          <p:nvPr/>
        </p:nvSpPr>
        <p:spPr>
          <a:xfrm>
            <a:off x="6654802" y="43043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FBE713-D208-0C7A-83B8-59EEE3C18DDF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0B030F6-B816-C8EE-56C1-A29BE6C8354D}"/>
              </a:ext>
            </a:extLst>
          </p:cNvPr>
          <p:cNvSpPr txBox="1"/>
          <p:nvPr/>
        </p:nvSpPr>
        <p:spPr>
          <a:xfrm>
            <a:off x="6152446" y="50020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F1761BA-5D7B-A634-FB94-D89FE9F0564F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672E9DC-1A4C-8055-20D5-6A40B0F6A84E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1A5305D-07C2-61C6-4D9D-261EFB7E8989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6910225-8926-265D-B923-C88879039CB0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A02494A-65A7-9FDF-41C3-13C430EE75DF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C2B246-B4C7-DC19-233A-B446B9500D8E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3EA5C9F-9C2C-B94A-A376-0F892071F077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414755A-F8C3-E242-AFC1-EF9712FFA0F2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07C17C-28BC-DB94-1789-357256BDD518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588B94-E4C3-F2D6-B5F6-489847611701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D5FC72-5656-2B39-F333-53C7E6CAF0A9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2EBE24-A10C-822D-4344-FF7734420F2A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394AB86-0320-EFC8-44A4-E1B4EAB61C25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A295F8F-1CD4-CE34-C9CF-7EF6D64455E5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303631D-944C-6F31-C9B3-1B9872608C1B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6315491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0B791-BF33-C74E-0A06-F067E4D97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EEFD950-7B2F-85E3-454A-208C740B4B7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531E835-00A1-9F17-6529-8BFA776926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F5F9720-060A-FB7E-84DA-9BB21EA461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F80D13B-0FE8-10AB-0E72-6EE8701535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0F90AE8-F7B9-D92B-D0EB-88F3D524B0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3F5F225-6908-0871-47FD-715EC169CCEE}"/>
              </a:ext>
            </a:extLst>
          </p:cNvPr>
          <p:cNvSpPr txBox="1"/>
          <p:nvPr/>
        </p:nvSpPr>
        <p:spPr>
          <a:xfrm>
            <a:off x="7157158" y="227744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6C9900-8A72-F6F1-9192-EFBDF03BE27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953D36-B4CD-743F-DE98-EA1858B19B22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35E26E0-6109-9F86-7713-F8E4ED8BE77C}"/>
              </a:ext>
            </a:extLst>
          </p:cNvPr>
          <p:cNvSpPr txBox="1"/>
          <p:nvPr/>
        </p:nvSpPr>
        <p:spPr>
          <a:xfrm>
            <a:off x="6152446" y="43043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5C953A0-5140-9ED4-EA03-E409E2ABA435}"/>
              </a:ext>
            </a:extLst>
          </p:cNvPr>
          <p:cNvSpPr txBox="1"/>
          <p:nvPr/>
        </p:nvSpPr>
        <p:spPr>
          <a:xfrm>
            <a:off x="6654802" y="43043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3331B9C-A22A-A1EE-4005-258DB79AC878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584A994-D771-2AEF-660B-D5B847D8117A}"/>
              </a:ext>
            </a:extLst>
          </p:cNvPr>
          <p:cNvSpPr txBox="1"/>
          <p:nvPr/>
        </p:nvSpPr>
        <p:spPr>
          <a:xfrm>
            <a:off x="6152446" y="50020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9A7E0A3-C794-2DC9-C37B-A9ADE4C300B6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B162462-EEDA-AA83-2CE1-3A0EECD2ADDC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C414317-8FF0-6EC3-A0A6-E76D17EF3503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54B84D1-5C8C-8802-6A07-158AC18FF90D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DC142A9-59D8-631C-57E5-247513466A2D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8D6B8FF-8891-8C7B-C66F-A90DDDC33487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BED1286-DE58-7BDB-18EF-918BD143792B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B57D33C-B939-78C8-0A81-AC5CA10CCD48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369D8E-7E4A-2A3A-4ECE-4B32D5CB77DF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D5C09A-5B53-C265-8634-B409191B52B6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E415FC-08E0-160D-B168-8801266B8F4F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5535C3-D36C-B6D8-9718-68E096757BCE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619CC4C-9E09-311A-2ECB-FC26B2CD687A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C46E759-4A0F-2A5B-C8D9-122B37D80F2C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7277D9F-54E4-3305-B8B4-D76FEDAEA015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5415538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7780E-456D-6B74-E287-B1F0F66E7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C6016C8-E701-81A9-32E3-B75A7E19569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arrow in the right center block that sums to 8 must be 125 or 134.  So, no cell other than the middle one can be 2 or 4.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78537DD-CEFA-4EA2-AFB3-DE2168A3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03F162A-2660-AEC5-608E-8546D28B42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C52EB43-3ADF-E365-10EE-49C5375C73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673B4D3-4F84-EDEE-4A2E-622553FFD0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3ED8F5E-0F10-1096-00E6-A74D1E6FA69C}"/>
              </a:ext>
            </a:extLst>
          </p:cNvPr>
          <p:cNvSpPr txBox="1"/>
          <p:nvPr/>
        </p:nvSpPr>
        <p:spPr>
          <a:xfrm>
            <a:off x="7157158" y="227744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EE0B9F-E33E-3840-45F1-50562AEB94B1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3C4856-124E-B7B7-BEFC-7D7691C893A0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7F7F1B9-FE1C-AF6D-A3A9-527A17F00DD2}"/>
              </a:ext>
            </a:extLst>
          </p:cNvPr>
          <p:cNvSpPr txBox="1"/>
          <p:nvPr/>
        </p:nvSpPr>
        <p:spPr>
          <a:xfrm>
            <a:off x="6152446" y="43043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0EE9499-8DF5-67EF-8B64-71D92270B21E}"/>
              </a:ext>
            </a:extLst>
          </p:cNvPr>
          <p:cNvSpPr txBox="1"/>
          <p:nvPr/>
        </p:nvSpPr>
        <p:spPr>
          <a:xfrm>
            <a:off x="6654802" y="43043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7D4CA7C-ADAA-F126-CBB9-C6944C50DCF7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85CE0BA-0357-A9CB-EB26-9B14922487EB}"/>
              </a:ext>
            </a:extLst>
          </p:cNvPr>
          <p:cNvSpPr txBox="1"/>
          <p:nvPr/>
        </p:nvSpPr>
        <p:spPr>
          <a:xfrm>
            <a:off x="6152446" y="50020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010940F-3E7D-529A-A8AA-C534C99C4EDE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34F549C-F0F0-F2AD-AB18-633DC279BA38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CAE6FB6-81F5-1701-520D-F420341A755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710047F-1D33-5346-527F-EFECC6ECFDBE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58C8CE6-CB17-9A1A-069B-34CA2C14C93F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6E686B2-B0FF-4490-94FC-B06756FE8DF0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A743E39-20E1-BEC0-CE3E-7A92752EFF50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7F79564-F165-597B-4562-DEE4F3E14148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13CC22-E7E2-80F3-076E-BBAB3C2DF25A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2E202F-C0E0-68B8-7C8B-027ED95EDEDE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8EB698-2706-8DC3-AD45-53E5012C98D2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5C81CD-B879-FC7F-E4D2-C891BC5ABEAF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82018C6-FB1B-EA5D-F14D-F45CE22DCB1F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5BDF2D-F796-A4B0-7422-70EA829BC54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330C266-7D15-4440-104C-6A7A625A9A9C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4361835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449B9-2C47-5D0F-5E6C-8363F8EAB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EBEE8BF-6412-D07C-27D7-632AC1CEB47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Last possible 8 in upper center block.</a:t>
            </a:r>
          </a:p>
          <a:p>
            <a:r>
              <a:rPr lang="en-US" dirty="0"/>
              <a:t>Last possible 2 in lower center block.</a:t>
            </a:r>
          </a:p>
          <a:p>
            <a:r>
              <a:rPr lang="en-US" dirty="0"/>
              <a:t>Then, 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6F600FE-9AA5-98B9-679F-5848AA3B36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A0D8963-F8A3-6B99-562F-89C3CBE013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4D8D887-7942-1451-E694-699C289633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3E9959A-CE32-D088-9E0A-0C7E77E8C4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1246F8C-08E9-89EB-05ED-8735E2895F82}"/>
              </a:ext>
            </a:extLst>
          </p:cNvPr>
          <p:cNvSpPr txBox="1"/>
          <p:nvPr/>
        </p:nvSpPr>
        <p:spPr>
          <a:xfrm>
            <a:off x="7157158" y="227744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05594F-98C4-38F5-6CC2-AD414E130CF0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974166-8AE8-5963-2EF2-B2E31B187EF6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5C24100-5401-7C13-2860-A0E9CC19D1C2}"/>
              </a:ext>
            </a:extLst>
          </p:cNvPr>
          <p:cNvSpPr txBox="1"/>
          <p:nvPr/>
        </p:nvSpPr>
        <p:spPr>
          <a:xfrm>
            <a:off x="6152446" y="43043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7569CEF-11F0-A787-738D-7932A6415485}"/>
              </a:ext>
            </a:extLst>
          </p:cNvPr>
          <p:cNvSpPr txBox="1"/>
          <p:nvPr/>
        </p:nvSpPr>
        <p:spPr>
          <a:xfrm>
            <a:off x="6654802" y="43043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E0A6873-0FC3-AEB9-FBEA-E8486D2BB1B9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0DCAC1-6D90-D819-5842-DDAE8B811CC7}"/>
              </a:ext>
            </a:extLst>
          </p:cNvPr>
          <p:cNvSpPr txBox="1"/>
          <p:nvPr/>
        </p:nvSpPr>
        <p:spPr>
          <a:xfrm>
            <a:off x="6152446" y="50020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EA0B07E-7312-526F-52B8-00FFB7487534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1FEDD18-F3D2-2758-E444-3DD4C4004128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2181D41-1B67-B989-8088-6F2CA239CA72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BB9E56A-40E0-3259-F6A0-BEEAD5865B3C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47DEC4C-1AFC-D546-1205-6C4F9F16C4BB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937D4BF-9652-6DD8-13EF-9276FDC03A00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FA73BCA-4DCC-51A0-620E-4B81C9C88156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9834D82-67EA-5339-637C-2B2C4C198B06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140D0F-4FC4-5053-7B02-3CD0FB134376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CAAF47-9FC0-3793-8800-EDAAA0E1A72E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4D57E3E-9D4B-9284-FDA0-D39A97BD1D01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8F186A-6873-A8E4-F1C0-A21524693B19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12BEACF-9A47-9CC4-ECCB-43E6CC036F77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B99CC3D-25AF-AE68-2A6B-F53D2D6BC12F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F647F3A-9145-FE1C-64E3-709A74A4922A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72507E-97B1-081D-1241-002549A69F01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8514C5-D1A3-F344-F578-EBFFE4C93FEC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307458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CB1C4-BB89-EF6B-CD73-FFCAD1223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B4E5571-A0E0-4CCE-0E76-424647B5EE3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the lower right block, the minimal arrow is now 134, summing to 8. Since that’s also the maximal sum, that must be the solution.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9349163-BED8-B859-B620-A497EA11BC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D317BC2-70E2-695F-7D09-C90F7CDD86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BA94724-E84A-AD64-8B89-1A71CBEA20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27B20E5-012A-DFAF-8C5F-CD2BDBCB29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46154A1-BC3C-41EE-E9C2-09BAD4DE60CC}"/>
              </a:ext>
            </a:extLst>
          </p:cNvPr>
          <p:cNvSpPr txBox="1"/>
          <p:nvPr/>
        </p:nvSpPr>
        <p:spPr>
          <a:xfrm>
            <a:off x="7157158" y="227744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10FA3F-807E-3D5E-7ECB-29A7E7ABD9B1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9F66D2-C27F-D1D0-92C9-A7DBE173D39C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9C9C97B-37D0-8842-811E-319019628B60}"/>
              </a:ext>
            </a:extLst>
          </p:cNvPr>
          <p:cNvSpPr txBox="1"/>
          <p:nvPr/>
        </p:nvSpPr>
        <p:spPr>
          <a:xfrm>
            <a:off x="6152446" y="43043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6AB2B0F-441A-FA95-46CB-9D2734710496}"/>
              </a:ext>
            </a:extLst>
          </p:cNvPr>
          <p:cNvSpPr txBox="1"/>
          <p:nvPr/>
        </p:nvSpPr>
        <p:spPr>
          <a:xfrm>
            <a:off x="6654802" y="43043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7538738-884A-FB4F-94FF-42E3875C2E97}"/>
              </a:ext>
            </a:extLst>
          </p:cNvPr>
          <p:cNvSpPr txBox="1"/>
          <p:nvPr/>
        </p:nvSpPr>
        <p:spPr>
          <a:xfrm>
            <a:off x="6152446" y="50020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DD8E441-9DF0-5C75-9A40-42C5F868F9DF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1E1B318-AD32-CAB8-1C7F-72F4036AFA1F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5F33826-31A6-C7CC-C8BC-3ECCF09DC3C9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A0EBEA2-4FAB-0B94-E75D-C44E84298B1A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BFFAAA2-1597-6102-CCC5-B1D9B56F0BD9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36B292C-6E72-CF8B-2C08-81389AD1B73B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433745D-BBF0-516B-7B9C-712BD4D8B425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FA77FE6-2CBB-A6A2-8FF2-3182A3553F46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EAF32C-2624-E261-3CE3-04531E6F31A6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9B5D35-3CD4-AA30-519B-7866DBC88080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4229A4-DCBA-1932-2042-E4EA065BD3EB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651080-15D3-2177-511B-53FCAB6562E4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657DE8C-8581-7E04-9F2A-144A7A957777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E8B3734-8824-A4E0-1FC4-2002FB5DF98A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4DA6D75-C435-F0B2-94EC-9B4E2695F675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24FDE4-BD90-8E2D-085D-83F5B7AB9D57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C02BDF-89E8-F5DF-2289-B5A5E5C4FC76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17276FA-683C-66B8-2A2A-D280B6FF7726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3494879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AE850-AF19-7236-D5D1-15E189973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0BBCA80-8538-17C3-16FA-B1B5D9C3A82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Last possible 8 in right center block.</a:t>
            </a:r>
          </a:p>
          <a:p>
            <a:r>
              <a:rPr lang="en-US" dirty="0"/>
              <a:t>Last possible 9 in lower right block. (There can’t be a 9 on an arrow).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34E0080-B266-5F79-0667-B9D5E36AEE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E69BE91-F70D-C3A9-0968-19B48E8F81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2BE7545-85C2-B6A9-6882-9E95902BAE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625F594-E068-3BA0-38B7-A534F8E488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8A2723F-2FF3-93A8-920E-63648A03D285}"/>
              </a:ext>
            </a:extLst>
          </p:cNvPr>
          <p:cNvSpPr txBox="1"/>
          <p:nvPr/>
        </p:nvSpPr>
        <p:spPr>
          <a:xfrm>
            <a:off x="7157158" y="227744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4115B7-74BB-D380-6869-EE8E1B64EDD1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305B23-3A76-4619-E908-E2FF0E1676CC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35C0031-1496-D9D0-D386-D1FB7A52BA0C}"/>
              </a:ext>
            </a:extLst>
          </p:cNvPr>
          <p:cNvSpPr txBox="1"/>
          <p:nvPr/>
        </p:nvSpPr>
        <p:spPr>
          <a:xfrm>
            <a:off x="6152446" y="43043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08728DF-54A4-0E64-12A7-5CC2ACD4B696}"/>
              </a:ext>
            </a:extLst>
          </p:cNvPr>
          <p:cNvSpPr txBox="1"/>
          <p:nvPr/>
        </p:nvSpPr>
        <p:spPr>
          <a:xfrm>
            <a:off x="6654802" y="43043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8A0D199-4B8E-790A-0FC8-A6CE8DECEA4A}"/>
              </a:ext>
            </a:extLst>
          </p:cNvPr>
          <p:cNvSpPr txBox="1"/>
          <p:nvPr/>
        </p:nvSpPr>
        <p:spPr>
          <a:xfrm>
            <a:off x="6152446" y="50020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D99454A-5279-194A-6ED2-35449BF3567C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BCED73F-63F4-5EFF-A60F-718CD1AC67F4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032C7BA-4332-2B69-7B78-C3EEE394F741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54049EF-F4DD-687C-1B05-98D3D14E5292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6A9C8F8-7BA7-55D6-4940-408FA30500F7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A38A8B2-0909-E42E-162A-C16CB4BBA736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D4AFAFD-51E7-970A-FDDF-D1E59D047AB7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6B67706-B1E0-60B3-4BD4-CDD40E49A0D1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06B037-4F8E-585E-3D21-B483C4FD5D6D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AFB14D-ACA4-A848-2A98-E88FDBC1B2C7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BA1195-A817-FE98-5B28-7E3144435A94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BB6201-88B5-2E74-3E0A-0AEC4ECFFCFA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013B0CE-EF5A-06B4-F1B5-431AF4856A7D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382C448-C8C4-B6B5-0907-E8315DED64B7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B0C1C02-7D58-89A2-1D9E-346A15D8C31D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F3B888-E9DB-8CAA-B5B7-24EC44B9851E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99FF80-1DDB-3913-BB9B-A76CAED12FB6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892A0F-0BFA-35A3-2F02-0EF749309197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8B0D568-4C4C-41AA-B28E-6D32C2086C1B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9A03D99-5B57-09BD-560E-87015A48FE26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5367752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7AE83-24D4-FE11-4933-62A1A5C6F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68CA361-E4C0-FF4F-1FA2-97F30267EB8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Initialize the 2-arrows.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F5401C8-0D2A-06DF-2CF1-EA06265399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0D24DA5-F891-8B6F-C271-44A5EFDCCE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0E13C75-DECB-F0C3-B8A5-402C75BF12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16FC97F-3204-BBA5-7587-CE998EDEBC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9B481B6-CB09-9F4B-A7B6-1707783CFCBC}"/>
              </a:ext>
            </a:extLst>
          </p:cNvPr>
          <p:cNvSpPr txBox="1"/>
          <p:nvPr/>
        </p:nvSpPr>
        <p:spPr>
          <a:xfrm>
            <a:off x="7157158" y="227744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FD626A-44D8-ED26-BA32-3B0DE365956A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B79499-7E74-74C3-2B36-0F257CD28B95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C7383B0-1D50-3AF7-B86A-97057930F6E7}"/>
              </a:ext>
            </a:extLst>
          </p:cNvPr>
          <p:cNvSpPr txBox="1"/>
          <p:nvPr/>
        </p:nvSpPr>
        <p:spPr>
          <a:xfrm>
            <a:off x="6152446" y="43043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93C717D-7512-E4E7-5034-796EDC18EE83}"/>
              </a:ext>
            </a:extLst>
          </p:cNvPr>
          <p:cNvSpPr txBox="1"/>
          <p:nvPr/>
        </p:nvSpPr>
        <p:spPr>
          <a:xfrm>
            <a:off x="6654802" y="43043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B6616C6-91CF-C79F-4195-96BBBA2A6B44}"/>
              </a:ext>
            </a:extLst>
          </p:cNvPr>
          <p:cNvSpPr txBox="1"/>
          <p:nvPr/>
        </p:nvSpPr>
        <p:spPr>
          <a:xfrm>
            <a:off x="6152446" y="50020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66DB6B5-CB95-923A-6E6C-BD7F1B072C25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1312C9B-6E90-BE4F-3642-BE9F9488AB1E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BFD7066-64FE-12F5-4390-A2A6C4FE3C4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102B6E7-94F9-105A-8F9F-E0CCD767391E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FECA9EA-D055-262F-D955-C8FAA7AFB5DE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3EB689E-2DA4-14BC-CBBB-61B1D86309C2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F20CCD7-ACEB-4064-1A44-1DFBFED1FD48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0BAC6E9-817A-242B-BCFB-42B238F7817A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86775A-EB10-CA1F-561F-B236C5B6914B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A212CC-CAE1-F62B-BFEA-F34FB4535921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B6D5F6-4907-71BE-84DA-B7126640E7FE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3BD346-BACF-10C2-F4AC-5D92CA6A3773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33A589-2618-9CD9-0F92-321DB9DD972F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3953552-802A-A395-948F-06F4AE65312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A7FF3EE-6685-1042-CA00-E7B6EE16288D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59A363-75DC-40C5-14F6-88B6B89D148E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88202B-DBCB-3DAC-A84D-314E4225A6B6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D86804C-0C83-CFB0-EAA6-AA4EA60E286F}"/>
              </a:ext>
            </a:extLst>
          </p:cNvPr>
          <p:cNvSpPr txBox="1"/>
          <p:nvPr/>
        </p:nvSpPr>
        <p:spPr>
          <a:xfrm>
            <a:off x="4143022" y="80032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B4D6AA9-1515-6215-AB53-370BDF1AAA93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4439518-3FFE-39B8-A589-CD9C2908EC39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90A1CE3-C2C6-41FD-D6BC-1A6FD6DA4CA9}"/>
              </a:ext>
            </a:extLst>
          </p:cNvPr>
          <p:cNvSpPr txBox="1"/>
          <p:nvPr/>
        </p:nvSpPr>
        <p:spPr>
          <a:xfrm>
            <a:off x="6654802" y="407693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9627958-66FA-F246-5110-C36366FFE316}"/>
              </a:ext>
            </a:extLst>
          </p:cNvPr>
          <p:cNvSpPr txBox="1"/>
          <p:nvPr/>
        </p:nvSpPr>
        <p:spPr>
          <a:xfrm>
            <a:off x="7157158" y="407693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C8FD82E-9448-9D7C-4CAB-E928FA13645D}"/>
              </a:ext>
            </a:extLst>
          </p:cNvPr>
          <p:cNvSpPr txBox="1"/>
          <p:nvPr/>
        </p:nvSpPr>
        <p:spPr>
          <a:xfrm>
            <a:off x="4645378" y="429000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9BB04BA-4235-0F13-91D4-5B4C16550D9A}"/>
              </a:ext>
            </a:extLst>
          </p:cNvPr>
          <p:cNvSpPr txBox="1"/>
          <p:nvPr/>
        </p:nvSpPr>
        <p:spPr>
          <a:xfrm>
            <a:off x="5147734" y="504495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4465B4F-5C0E-D11A-4784-D1180C236B4A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52DDEC2-C781-CAB9-5A5F-E854B227FC40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ADC615C-FE2D-E2B4-CF72-ABCBF6DE5841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D814C61-3576-79D5-C691-6694B35F0E2D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075F29F-6BBB-293E-7F3A-4BD0B898071C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1137320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E9B70-791D-CCFB-8E4B-ED80FFEC6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6999B66-3D9D-588A-CDB5-F41B536C927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Complete lower right block.</a:t>
            </a:r>
          </a:p>
          <a:p>
            <a:r>
              <a:rPr lang="en-US" dirty="0"/>
              <a:t>Last possible 1 in Column 3.</a:t>
            </a:r>
          </a:p>
          <a:p>
            <a:r>
              <a:rPr lang="en-US" dirty="0"/>
              <a:t>Last possible 7 in Column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C6FAFF6-24C0-9C66-A33B-2E7C98E606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0A049D1-4C98-1EDA-B662-8B7C1FFE8E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F592759-39DF-2078-F7BF-3207967036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428A426-D626-CCEF-76A3-075956364C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EF633E3-DFCC-B043-4DE7-4C0F959896A9}"/>
              </a:ext>
            </a:extLst>
          </p:cNvPr>
          <p:cNvSpPr txBox="1"/>
          <p:nvPr/>
        </p:nvSpPr>
        <p:spPr>
          <a:xfrm>
            <a:off x="7157158" y="227744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BA7999-46D8-946A-4A7C-A7CA2E7AFE41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C28CFC-2C81-3E65-C6BB-C4C658F98027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86CBC4C-75E8-774B-F290-2C3143EB6596}"/>
              </a:ext>
            </a:extLst>
          </p:cNvPr>
          <p:cNvSpPr txBox="1"/>
          <p:nvPr/>
        </p:nvSpPr>
        <p:spPr>
          <a:xfrm>
            <a:off x="6152446" y="43043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785133C-C7F2-D6A5-A504-562F9EAA6794}"/>
              </a:ext>
            </a:extLst>
          </p:cNvPr>
          <p:cNvSpPr txBox="1"/>
          <p:nvPr/>
        </p:nvSpPr>
        <p:spPr>
          <a:xfrm>
            <a:off x="6654802" y="43043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6724853-61A0-5B17-DD1C-E93BD568C898}"/>
              </a:ext>
            </a:extLst>
          </p:cNvPr>
          <p:cNvSpPr txBox="1"/>
          <p:nvPr/>
        </p:nvSpPr>
        <p:spPr>
          <a:xfrm>
            <a:off x="6152446" y="50020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FA9602A-08CA-E242-3CFC-A79DE3E08522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2D40894-2D1E-1749-6A5E-B12AE2A2E693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C7FA088-58CE-6E6D-2AFB-41E2716C84D7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A6D6F3A-C127-2728-C1DD-64246AFC5795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A6DE8F5-5994-221B-2AFB-CAC8CA4F5C1B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36FD637-31DA-F8DC-03BC-2DB6E32A55C5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4FD955F-5D80-6735-5EFC-C1738B0067E3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23FA511-40DF-F250-3CFF-2E6E30BD0C23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47B378-00A7-8274-3614-81D09EBB40CF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2ABE0C-EACC-FDE3-8CE7-28941E8AC447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4B18EA-0E3E-B142-9F1E-DD5D8F6F8EAD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C813B9-15A4-B309-FDF0-66B43CD36669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3AC91F1-E982-FDF4-6C1C-D757513BA4F1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5F1CE03-450F-6CED-E3C4-5EBD08D3CCB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3608061-C03A-DE26-2EE5-39A590DC1AC7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265FC3-0263-4E28-86A3-BF414C44A131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200C12-8950-0154-7CA0-24D0AE970276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383D68C-8220-55FC-F873-E0F8FFE49502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0EE0D78-39AB-CB02-AB41-3D26EAE463D1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B29B3D-0433-6E02-1109-8576A6AE14EE}"/>
              </a:ext>
            </a:extLst>
          </p:cNvPr>
          <p:cNvSpPr txBox="1"/>
          <p:nvPr/>
        </p:nvSpPr>
        <p:spPr>
          <a:xfrm>
            <a:off x="6654802" y="407693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EB0E866-0A86-2C69-70F8-F1A1AE1CD517}"/>
              </a:ext>
            </a:extLst>
          </p:cNvPr>
          <p:cNvSpPr txBox="1"/>
          <p:nvPr/>
        </p:nvSpPr>
        <p:spPr>
          <a:xfrm>
            <a:off x="7157158" y="407693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3471B62-5CC0-40D2-C555-D40729DB8B30}"/>
              </a:ext>
            </a:extLst>
          </p:cNvPr>
          <p:cNvSpPr txBox="1"/>
          <p:nvPr/>
        </p:nvSpPr>
        <p:spPr>
          <a:xfrm>
            <a:off x="4645378" y="429000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353B438-350C-2018-0A5C-518AACE193DB}"/>
              </a:ext>
            </a:extLst>
          </p:cNvPr>
          <p:cNvSpPr txBox="1"/>
          <p:nvPr/>
        </p:nvSpPr>
        <p:spPr>
          <a:xfrm>
            <a:off x="5147734" y="504495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EEF8619-9C24-BB65-8816-6CE8218D46C3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1046E7D-CFC2-7F17-4312-C7749A5DF667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0540E43-6F58-B5C0-651F-09D69404BF8C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45EC066-9C0A-6EEA-7DEB-434F3A8FEF49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04E393B-81A7-E765-2A4A-F49D9E0CB6CD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197585B-E4DC-27AC-277E-E6B802CA334F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05EE521-1D38-47A4-2D1E-434B94D8BFFB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D295B5D-4085-AFEC-C361-8AFC57053522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1281804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14549-57CF-38D5-ED2B-7CB58F09C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0E58686-D088-0B0D-DE6B-54EB1E1AA02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Last possible 9 in upper center block.</a:t>
            </a:r>
          </a:p>
          <a:p>
            <a:r>
              <a:rPr lang="en-US" dirty="0"/>
              <a:t>Last possible 6 in right center block.</a:t>
            </a:r>
          </a:p>
          <a:p>
            <a:r>
              <a:rPr lang="en-US" dirty="0"/>
              <a:t>Last possible 7 in lower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0A485E4-8A5E-73F3-EE42-E959081EFE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41821BC-3306-9FB2-CDF1-83D49849A2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326218A-B896-E35F-9801-A1AC627131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27EAF8B-869A-40AD-11AB-0002FDB73C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7219203-5E21-AB49-3BC6-C581D85CEADE}"/>
              </a:ext>
            </a:extLst>
          </p:cNvPr>
          <p:cNvSpPr txBox="1"/>
          <p:nvPr/>
        </p:nvSpPr>
        <p:spPr>
          <a:xfrm>
            <a:off x="7157158" y="227744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EE18C8-1AEF-E720-D009-001E6006D2E7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D0A281-0648-F8C1-E08B-B3442EE3CD0D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31371FB-9277-74E0-2D95-7B504996317E}"/>
              </a:ext>
            </a:extLst>
          </p:cNvPr>
          <p:cNvSpPr txBox="1"/>
          <p:nvPr/>
        </p:nvSpPr>
        <p:spPr>
          <a:xfrm>
            <a:off x="6152446" y="43043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153B0F1-8CC4-B3FA-6BA9-F4007ADB4B01}"/>
              </a:ext>
            </a:extLst>
          </p:cNvPr>
          <p:cNvSpPr txBox="1"/>
          <p:nvPr/>
        </p:nvSpPr>
        <p:spPr>
          <a:xfrm>
            <a:off x="6654802" y="43043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818B4F2-CC86-2B31-0BA5-D6A1DE36AA53}"/>
              </a:ext>
            </a:extLst>
          </p:cNvPr>
          <p:cNvSpPr txBox="1"/>
          <p:nvPr/>
        </p:nvSpPr>
        <p:spPr>
          <a:xfrm>
            <a:off x="6152446" y="50020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2132E09-932B-24C8-7BDD-D9073EE73817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0D1E362-BE98-CE51-567D-1720755BE13F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9FC24BA-5917-B84D-FA69-BE71458D93C8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656D8AB-4236-83EF-B9FF-DB0000D240C5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4763721-8E62-4B1A-16A1-ABA019455875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4057DDA-0567-74A7-7FC1-C97E498B56CE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CC50C63-B66B-5F2A-A7BB-A4AB7D0A94DD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03C9C3B-3C15-5FEB-A744-C2759DB55AA2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78E0E3-8CBF-8150-C321-ACB97E031C13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5CE55E-9760-BCE8-D209-A4E6FDFA3473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10D356-36BC-B2F4-85DF-715232A620C0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126A63-A993-4968-1E78-D6B7CE8147D0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B3CA59-FECE-9AD1-A851-F0ECFE329C45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FF86F78-F673-B4F7-89F8-CFC0373AEF96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7F13FCE-EC0D-3E20-9080-5F2FDA11B7C5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F87B79-6427-4CAD-2732-61FDCFE53946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68E5A1-925C-9EA1-D671-264BD8BBBFCB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C15C0F2-46C4-6BD4-EC2B-9B2AC4BDC6C1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2222854-E080-B93A-8E0D-BE23D7A50FA0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B830BA5-4D8F-D459-7322-2CD987AB61C6}"/>
              </a:ext>
            </a:extLst>
          </p:cNvPr>
          <p:cNvSpPr txBox="1"/>
          <p:nvPr/>
        </p:nvSpPr>
        <p:spPr>
          <a:xfrm>
            <a:off x="6654802" y="407693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5EB1D15-EF38-9761-D5D7-F5278427460A}"/>
              </a:ext>
            </a:extLst>
          </p:cNvPr>
          <p:cNvSpPr txBox="1"/>
          <p:nvPr/>
        </p:nvSpPr>
        <p:spPr>
          <a:xfrm>
            <a:off x="7157158" y="407693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DA1A585-C454-FF4F-D88A-7EED858F495F}"/>
              </a:ext>
            </a:extLst>
          </p:cNvPr>
          <p:cNvSpPr txBox="1"/>
          <p:nvPr/>
        </p:nvSpPr>
        <p:spPr>
          <a:xfrm>
            <a:off x="4645378" y="429000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A0D202C-5B67-0CAA-A324-AE9A2346F09A}"/>
              </a:ext>
            </a:extLst>
          </p:cNvPr>
          <p:cNvSpPr txBox="1"/>
          <p:nvPr/>
        </p:nvSpPr>
        <p:spPr>
          <a:xfrm>
            <a:off x="5147734" y="504495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8B28764-5246-3AE9-5451-AE48A586A889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68ED54D-3C1B-83A5-CA72-F0ED8D379EBC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3A4B467-F2F4-AF08-7314-91989CCC33BD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49EF016-7B66-8EF9-25F3-B8E767715791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5779583-6C0B-6B90-B520-4F4BD96AFF9B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4D13263-5863-4F76-56D8-9BF3F47863B1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BF96014-C0EC-14A9-7C05-BA0589ADC2F0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B313F76-3F32-D296-9DCE-85E39ED2F1AF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8691992-A9A6-F737-7F60-41ACD1A7F91C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7592541-AFFA-7A71-99B0-FE7826E2A826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BB26F07-E798-5EAB-8B99-FD4BA64C2C25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6241872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EAFDF-C3E6-DF66-7C5E-CA8773A48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45D7DED-7EF6-24A9-354A-36E72DB1F59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Last possible 7 in lower left block.</a:t>
            </a:r>
          </a:p>
          <a:p>
            <a:r>
              <a:rPr lang="en-US" dirty="0"/>
              <a:t>Then, last possible 7 in Row 1.</a:t>
            </a:r>
          </a:p>
          <a:p>
            <a:r>
              <a:rPr lang="en-US" dirty="0"/>
              <a:t>Last possible 2 in right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01A5CC9-C055-89A1-AE4B-38BA1E6345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0297019-0930-88C3-7302-FE8EE11D3A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80F040A-4529-5499-D4F4-02AAEA0007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6E0FD80-E2A3-A048-9EB8-BBEE57E6C3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517A0B6-FFE1-FF15-E1D4-B485F0671F08}"/>
              </a:ext>
            </a:extLst>
          </p:cNvPr>
          <p:cNvSpPr txBox="1"/>
          <p:nvPr/>
        </p:nvSpPr>
        <p:spPr>
          <a:xfrm>
            <a:off x="7157158" y="227744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9EA2C8-70DB-F4D4-B294-8DA7048F7484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509CE6C-16FA-0284-9856-DF165F33AD78}"/>
              </a:ext>
            </a:extLst>
          </p:cNvPr>
          <p:cNvSpPr txBox="1"/>
          <p:nvPr/>
        </p:nvSpPr>
        <p:spPr>
          <a:xfrm>
            <a:off x="6152446" y="43043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6E6DF63-BF6C-8438-90B4-FCC044A46497}"/>
              </a:ext>
            </a:extLst>
          </p:cNvPr>
          <p:cNvSpPr txBox="1"/>
          <p:nvPr/>
        </p:nvSpPr>
        <p:spPr>
          <a:xfrm>
            <a:off x="6654802" y="43043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D9B661A-D952-2749-046D-BF336DE755D8}"/>
              </a:ext>
            </a:extLst>
          </p:cNvPr>
          <p:cNvSpPr txBox="1"/>
          <p:nvPr/>
        </p:nvSpPr>
        <p:spPr>
          <a:xfrm>
            <a:off x="6152446" y="50020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0E8FB94-D609-E778-0AD0-5EEDF1EB2CA0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39F6EC1-25F9-8F81-F578-26538309B866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F4BE401-C190-EB30-823E-7C7F9E7CC581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EC30403-FCE6-60B6-72D1-A863933E8B8C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E4A8A8F-8604-CBA1-BCAB-AB5EAC9F70BB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24301C3-6580-6E3E-760F-B05A22FB8CFC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36754D5-D5EF-26B7-6413-663E764F0890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451606E-BE02-4E90-592D-1BD0955BE511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71DA7E-0D33-74B7-03AF-2E5D3B07083E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10BF4B-9402-AB5B-566E-E5803569DA09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9791706-0904-1F61-A0F2-E8D6EA06747A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ECD467-DB8D-52D8-C762-49C97548617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49A14B-EFAF-4033-288D-D3DCA4D466B2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594872F-A57B-EC59-8A99-884B068C8CA3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9659205-5E2D-8B22-502E-0D3024595B1B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C06EA8-364A-8090-23E4-2A0DE4884268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696AB9-522D-44D9-836D-8C8583632DFA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D3391BA-C4DC-73D5-8321-FEC25468971C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DFCA30A-D875-6710-A604-89C400258413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54CA9A7-8479-AF83-83FD-CF6E57242E84}"/>
              </a:ext>
            </a:extLst>
          </p:cNvPr>
          <p:cNvSpPr txBox="1"/>
          <p:nvPr/>
        </p:nvSpPr>
        <p:spPr>
          <a:xfrm>
            <a:off x="6654802" y="407693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E85D601-9EDD-E36A-2C47-7F643F1ECC47}"/>
              </a:ext>
            </a:extLst>
          </p:cNvPr>
          <p:cNvSpPr txBox="1"/>
          <p:nvPr/>
        </p:nvSpPr>
        <p:spPr>
          <a:xfrm>
            <a:off x="7157158" y="407693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8DF635A-DAEC-6DD4-A9C9-162CDA753E6E}"/>
              </a:ext>
            </a:extLst>
          </p:cNvPr>
          <p:cNvSpPr txBox="1"/>
          <p:nvPr/>
        </p:nvSpPr>
        <p:spPr>
          <a:xfrm>
            <a:off x="4645378" y="429000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6D548AF-4995-18B9-1BBC-4AFECB11F2A8}"/>
              </a:ext>
            </a:extLst>
          </p:cNvPr>
          <p:cNvSpPr txBox="1"/>
          <p:nvPr/>
        </p:nvSpPr>
        <p:spPr>
          <a:xfrm>
            <a:off x="5147734" y="504495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C421691-8B1E-73E9-4EF5-499E79415E57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55C24A3-8B63-B3C6-E4BE-E87E08C5BC8C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12B7CA2-F30A-8FF3-DEFD-BC098412BB9D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DBBB3A1-3DDF-FAD8-8BF3-88913224C08D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EE096DA-8FF6-C014-200E-CDB623B7B66C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43EC408-445B-9927-C2CD-32241F951C94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2ECF87E-EF3E-C582-3E39-882DFB1E92C0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A3CF7DE-D0C6-58BF-0085-F2E23BC63050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32DF94C-A57C-A569-2FE3-12601E263F4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6831103-8A64-F63C-6FAB-D1731161B017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BCCC57E-F9D8-3B89-5C60-7F087C9DFE6A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3F02A6-0D48-7D0F-4BE9-0B2BC22AB495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09D0222-06E6-1D54-D19E-3DED8C2D5C5A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ABF760A-D7CD-2F75-AA0E-735FD185163D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312587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217AC-FCC7-349B-C985-CDD2C88B5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AB78BBE-1B71-59FA-9170-AF4B97C7B9A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  The arrow is now known to be 125 (rather than 134).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322718A-B142-5078-C297-4C61C4132F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5EDBAFD-C9FC-33CE-883C-81FBCD84DD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CB5998E-E79E-48E1-6045-004C190566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741D438-3115-4C8F-3A1D-31711813FA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7C32D57-17C5-005C-FA74-2A12B8844DDA}"/>
              </a:ext>
            </a:extLst>
          </p:cNvPr>
          <p:cNvSpPr txBox="1"/>
          <p:nvPr/>
        </p:nvSpPr>
        <p:spPr>
          <a:xfrm>
            <a:off x="7157158" y="227744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469D49-01A7-E830-8689-E8631771EEBA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FDE2464-E4E9-94DE-C748-5E3292A736BA}"/>
              </a:ext>
            </a:extLst>
          </p:cNvPr>
          <p:cNvSpPr txBox="1"/>
          <p:nvPr/>
        </p:nvSpPr>
        <p:spPr>
          <a:xfrm>
            <a:off x="6152446" y="43043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080B245-3CB2-9F5B-D19D-04B7CDDE9170}"/>
              </a:ext>
            </a:extLst>
          </p:cNvPr>
          <p:cNvSpPr txBox="1"/>
          <p:nvPr/>
        </p:nvSpPr>
        <p:spPr>
          <a:xfrm>
            <a:off x="6654802" y="43043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352A84F-36B3-AD98-99C9-074B02072BE4}"/>
              </a:ext>
            </a:extLst>
          </p:cNvPr>
          <p:cNvSpPr txBox="1"/>
          <p:nvPr/>
        </p:nvSpPr>
        <p:spPr>
          <a:xfrm>
            <a:off x="6152446" y="50020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00E514E-072A-0D01-F4F1-994FAACAB30F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18E862C-9D44-16CD-ACDA-DF59F9A37572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8612BC3-5C52-F108-80E6-A116C140D56D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E0589F4-B4F3-B5CD-01D8-36FCA7133A21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A09FC5E-432D-25C1-A94D-64A990D5CBDA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A4E1D27-D515-1C67-FBD8-E07510B57A01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246C1B1-453A-F774-B60C-1B54D9D8DAA3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F14BBB4-CC9E-BDF1-ADFB-9470EA189D73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6165EE-207E-D047-2234-169FF8F48402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80869F-28AE-6693-D850-21051F0774FA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F9E91B-343C-10D5-489B-EA051DC70C6F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60142E-B018-BC9E-43E6-FDE05F51B6FE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1F79DB7-AB53-FFAA-D637-31FA6AE22EF6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1B196AB-A0DB-9DBE-0D0D-A4F31D18D289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6559878-9011-DE78-C0B2-438B4CEAE6E4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3A54EE-FB5E-29D9-98FB-C65361928ED8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A0440E-F622-379F-0498-6C274A02AA62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CFFFDD0-DEA4-4090-96A1-B24D85116C1D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8265C22-4017-967D-8AF2-98B0B698773C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C6035D0-BD54-1330-7E11-8864D6EF6654}"/>
              </a:ext>
            </a:extLst>
          </p:cNvPr>
          <p:cNvSpPr txBox="1"/>
          <p:nvPr/>
        </p:nvSpPr>
        <p:spPr>
          <a:xfrm>
            <a:off x="4645378" y="429000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05E9D48-23C5-67F4-6E82-A8686337B65F}"/>
              </a:ext>
            </a:extLst>
          </p:cNvPr>
          <p:cNvSpPr txBox="1"/>
          <p:nvPr/>
        </p:nvSpPr>
        <p:spPr>
          <a:xfrm>
            <a:off x="5147734" y="504495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D6CE922-B1C3-62AE-EE51-B0E6E5AE8879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BAFC1D7-019F-8557-18D5-1ED5CC8361D0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E93A35C-790B-33E3-DD90-15D41A307D16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5807E63-12FA-B8F2-B58F-BB75ED3028A2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60C2049-DB4A-2976-972D-A386AAF57533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7623113-9B7A-5E13-FC95-67CD97039DE7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4424864-6DA8-3A36-BC75-51374654B72C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6FF7ADD-10BA-3924-964F-93DEA9823865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509DB9F-CDB4-0E39-029B-8502172B1EC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9102B29-FEC7-B4E2-CA50-79D5359702DC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2314C5F-E0CC-29A9-2363-72D823E4F0D5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A0758C-9A3C-BA0F-D2D4-F061BE9780A2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8B91CD-9C0D-ADA2-6154-497C6C774F2F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C156817-3758-5B38-01BD-306D78019F35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B0C690-F371-5816-F6DD-113725B144E1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0FFDE03-E402-933C-F014-C6AAFD7AA4F5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9234484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20853-341D-74AD-704D-8D7250F66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804D48C-3878-E5EF-44D7-E9E5E1B22F4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right center block, the remaining digits (34) fit in only one way.</a:t>
            </a:r>
          </a:p>
          <a:p>
            <a:r>
              <a:rPr lang="en-US" dirty="0"/>
              <a:t>Then, 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82CA628-A4EE-ECF3-AAC4-BD2D07CEBA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23B3294-6336-8610-F712-FAB73095E0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58135C6-14E3-C89C-65C7-89338F2D21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4587EE3-95E5-B9FF-7F3F-C377013319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1E75D47-5A84-5B0D-717E-3827BE204A7F}"/>
              </a:ext>
            </a:extLst>
          </p:cNvPr>
          <p:cNvSpPr txBox="1"/>
          <p:nvPr/>
        </p:nvSpPr>
        <p:spPr>
          <a:xfrm>
            <a:off x="7157158" y="227744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D4776D-6EFF-C6D1-FE9A-2BD352917D25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8435A2B-077F-9669-3E66-E603F1D6DBC1}"/>
              </a:ext>
            </a:extLst>
          </p:cNvPr>
          <p:cNvSpPr txBox="1"/>
          <p:nvPr/>
        </p:nvSpPr>
        <p:spPr>
          <a:xfrm>
            <a:off x="6152446" y="43043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F00B163-1A06-93A5-EBFE-179E904BD517}"/>
              </a:ext>
            </a:extLst>
          </p:cNvPr>
          <p:cNvSpPr txBox="1"/>
          <p:nvPr/>
        </p:nvSpPr>
        <p:spPr>
          <a:xfrm>
            <a:off x="6654802" y="43043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0D0E8FF-AC84-787C-12F0-D5947478FD9A}"/>
              </a:ext>
            </a:extLst>
          </p:cNvPr>
          <p:cNvSpPr txBox="1"/>
          <p:nvPr/>
        </p:nvSpPr>
        <p:spPr>
          <a:xfrm>
            <a:off x="6152446" y="50020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0943439-D3D7-98B3-2409-757BFDA95255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ADD2462-9784-15A5-898D-CDDABB1ACD39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C3125C0-5AA3-EECE-AF47-7319E00D3277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37CD961-BA76-B5CE-8AF4-C164D3410936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0BA1B07-550B-A8E3-BFD8-164AA2447307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89D6510-D466-4F51-B941-7DCEB22B2D55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D9F9FAE-E83F-2484-0156-5E4355C227CA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4B57DC5-AC6D-C451-A4AC-702CABCB8D0A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100B61-B6F3-F9FE-B334-830AC03D4023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547268-775A-87E5-C231-FF83453D6E87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F20112-ACBF-DF52-EFCC-2A96BEB47D24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78F8CB-03E3-EC29-01DC-5FBBD375DB4D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263482A-14E7-05DC-A09C-D39AB7C1ACC1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13BEC02-4092-DA15-C687-E0E22AA16AD8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59868F7-6FE7-7B82-6716-7CDD5D8906D7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3894CB-4D66-FB23-D0F7-239B480ACD4D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F017EC-876E-17AD-D3C3-C9DA83B7F04A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7A33BD-C11E-1B2B-D597-04F385D97A6F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FDB81AF-3C7C-75E7-24AB-44ABCDE8DAB5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6B15411-7AF5-B2B0-F8D3-755EB44DEA2B}"/>
              </a:ext>
            </a:extLst>
          </p:cNvPr>
          <p:cNvSpPr txBox="1"/>
          <p:nvPr/>
        </p:nvSpPr>
        <p:spPr>
          <a:xfrm>
            <a:off x="4645378" y="429000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63206B6-AB46-BFB4-ED44-EFD41FCC55D9}"/>
              </a:ext>
            </a:extLst>
          </p:cNvPr>
          <p:cNvSpPr txBox="1"/>
          <p:nvPr/>
        </p:nvSpPr>
        <p:spPr>
          <a:xfrm>
            <a:off x="5147734" y="504495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1243DF8-0CDD-5755-C2E7-788AE895E810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5CC8DFC-148F-8AEE-B9C2-A2364C09BC95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17BD71C-8DB2-49E8-71A5-F878E4BC50EA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3A64886-1A27-D83B-91C5-2279C02AA177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E46D4B0-44E0-BF0C-1137-A131DE0508D9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575043A-D881-1547-0886-FB0963664C0F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ECB2838-D766-2F3D-5B83-E1DB76AB1DCC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8796178-80CE-3642-DE0E-A635D7BE4C37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3F344D5-E1B2-3FD9-4A5D-A84B9CC049EA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9D91D01-3083-931E-4DA6-EC6A3E097CD6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FFEECAA-683B-0B12-7F93-55CEAD598CFF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798F48-49DA-D6EB-B866-EBA8E38F1792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3D2B523-A055-2DD9-32B3-45E57DD977F8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103D894-34E7-252F-A64F-332CAD05D645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108398-4D05-15C2-0077-AFDA39F70564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00C0CB3-6B17-5AA9-B778-07399A01D533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C1DDB76-5AD7-389F-DA43-2DC3D20196C3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15C1751-1F01-3921-CCBA-C377AFBB7F8D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3528331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BDE95-A5F4-D2DD-E63B-732E7DBD0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876FE2E-E8FC-59E1-0020-39B5D5589D8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upper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05DF796-070E-3B04-E49F-4CD11030E2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D03E8BD-F938-8BC9-CEFA-C5254116BD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298595F-E4FD-C8F6-1E19-C136413BB7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1804230-74DD-A9C4-2391-7DD4AA02B3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A00CBB4-C731-44D9-D073-AFF5557569B1}"/>
              </a:ext>
            </a:extLst>
          </p:cNvPr>
          <p:cNvSpPr txBox="1"/>
          <p:nvPr/>
        </p:nvSpPr>
        <p:spPr>
          <a:xfrm>
            <a:off x="7157158" y="227744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1DC68C-89FC-466D-0FD6-42CE3A693E03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33EFB26-E93F-B5A5-059E-26DEAC6F006D}"/>
              </a:ext>
            </a:extLst>
          </p:cNvPr>
          <p:cNvSpPr txBox="1"/>
          <p:nvPr/>
        </p:nvSpPr>
        <p:spPr>
          <a:xfrm>
            <a:off x="6152446" y="43043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F4A2C17-CFE4-C77E-0666-98869DF9A660}"/>
              </a:ext>
            </a:extLst>
          </p:cNvPr>
          <p:cNvSpPr txBox="1"/>
          <p:nvPr/>
        </p:nvSpPr>
        <p:spPr>
          <a:xfrm>
            <a:off x="6654802" y="43043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D2ECC6B-FD05-AE68-7A06-B76457A859F6}"/>
              </a:ext>
            </a:extLst>
          </p:cNvPr>
          <p:cNvSpPr txBox="1"/>
          <p:nvPr/>
        </p:nvSpPr>
        <p:spPr>
          <a:xfrm>
            <a:off x="6152446" y="50020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FDB51A8-BBF9-F016-076E-4B4B1ED6C41F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EAA76BA-A019-0D3B-5425-0A9D5B1401BC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DF5867B-5DC2-AB6F-3C52-2D5271F5D51A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8ABC90A-2CBF-0DE7-F6AA-319E54ADC462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61F8382-4B8E-67C2-432C-6D6A61FD91F2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800A3C3-3F07-136C-B112-B10C39D7623A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958D188-59B7-4819-AC61-05B8401C2E3C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D1439AD-DF44-BFC3-FD80-B0AF70132F83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90FEBE-7ECF-A04F-DC7C-1740CF45E76D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AFC862-331D-0AA1-7130-723769B58D83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A9F715-7876-9235-B2A8-6F0A18D0FF98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9D4A4F-8BC2-B47C-DD05-11BADC81349A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504009C-C6B7-1926-6715-27E49CE4051C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9E33C71-DEEA-50DC-EC80-0EC9808E9071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7C9175A-66B3-E158-8A95-534422D846D5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EEEB40-5629-9649-1EE4-D44789CFCCD8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B6C9E4-4A81-74E7-BB4E-9C0AA88D2705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7E03BD3-04D0-2EA1-CF26-292D6897D104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4E0400B-B0C5-C18F-1257-C9E68FF1901E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26464B4-A87A-F2F5-79D7-4F7301A3F057}"/>
              </a:ext>
            </a:extLst>
          </p:cNvPr>
          <p:cNvSpPr txBox="1"/>
          <p:nvPr/>
        </p:nvSpPr>
        <p:spPr>
          <a:xfrm>
            <a:off x="4645378" y="429000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B321924-261F-2567-CAF4-38109B549E57}"/>
              </a:ext>
            </a:extLst>
          </p:cNvPr>
          <p:cNvSpPr txBox="1"/>
          <p:nvPr/>
        </p:nvSpPr>
        <p:spPr>
          <a:xfrm>
            <a:off x="5147734" y="504495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7A56C9F-2CC9-C79B-C03D-8B76D81BA621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CA934FE-E80A-8300-9D91-DE05CC3DE7F2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4847EE9-C169-6316-1AD1-1D88A112C36D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C4FF29E-574E-5CCD-02D9-F7D765C250FF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C76534-0815-4F21-6DBC-2CA2DD6CED85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98F92DC-1C78-AD93-0D8B-A72841A5E88D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14EA631-E3CA-EF6A-D8C5-86A8BFCA0A66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2D7D466-91D4-4C2B-97ED-D1EBDBA598DC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1134CEA-2E1E-3CFF-ABE8-2BD80B877F4E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4B1A2FC-D8F3-F8A3-30D9-5A7D64CB742A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814E9E3-20FF-9F2A-56D7-FD71F07B0953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ED0F74-02C7-9BFD-AC7D-3D7565BDEC15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94AEE25-2725-9837-A32E-D1599A547548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DE7DD2F-467F-5C61-CEC6-F338341349CB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AFF67F2-9727-7CA9-FCDF-CE2388FFD44D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63C59B9-62DD-341C-1E8C-949206D05A1F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C71CBD7-0854-4F40-21B9-609DACA2272B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C4F9929-E15D-752A-23AE-283444330C3D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7F95073-09E4-C82F-F5C0-0CE2D93554A3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7B92EBC-AFDA-8BD9-A5A9-29508E2B1AF2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26DDE30-66B2-5CF0-4D67-4018549FAAE5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4848859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34F22-461D-A836-91CB-D80160692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8D6D2E9-9909-B401-94B3-7F67FD6A9FA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Column 6.</a:t>
            </a:r>
          </a:p>
          <a:p>
            <a:r>
              <a:rPr lang="en-US" dirty="0"/>
              <a:t>Then, complete Column 5.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1530665-E1D1-876A-3D11-65482FD3E3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260BCA3-43ED-CFA3-2210-6BB589D657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C1A0FED-0B07-719D-5923-0F3A4B3ECF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5B41944-822B-95A6-596C-B1A8012070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24F7E8B-834B-506C-674C-752F7FF25A02}"/>
              </a:ext>
            </a:extLst>
          </p:cNvPr>
          <p:cNvSpPr txBox="1"/>
          <p:nvPr/>
        </p:nvSpPr>
        <p:spPr>
          <a:xfrm>
            <a:off x="7157158" y="227744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521A00-1591-3F70-3F0A-5B0D89205769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90B1F9D-CCB7-9C30-28F2-3F716D053FFA}"/>
              </a:ext>
            </a:extLst>
          </p:cNvPr>
          <p:cNvSpPr txBox="1"/>
          <p:nvPr/>
        </p:nvSpPr>
        <p:spPr>
          <a:xfrm>
            <a:off x="6152446" y="43043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63B4746-A9E6-E8F7-5523-7E3276B05E90}"/>
              </a:ext>
            </a:extLst>
          </p:cNvPr>
          <p:cNvSpPr txBox="1"/>
          <p:nvPr/>
        </p:nvSpPr>
        <p:spPr>
          <a:xfrm>
            <a:off x="6654802" y="43043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42BA89D-6EC1-7FEC-6E51-DE02D99B04EF}"/>
              </a:ext>
            </a:extLst>
          </p:cNvPr>
          <p:cNvSpPr txBox="1"/>
          <p:nvPr/>
        </p:nvSpPr>
        <p:spPr>
          <a:xfrm>
            <a:off x="6152446" y="50020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65D95D6-6A22-4298-28ED-14071832AAB1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4202AE9-EE75-2DA6-B473-5A8039667B11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67B8AC9-90A7-E397-8993-DD032FD66946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D2E41ED-E7E2-14C7-621B-EF640C1BD5CE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5EA252B-209D-5F5A-EF6C-2FBA374518C4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C195C9A-BBAD-D532-D4AB-D3C53D3BDB44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8534911-7B99-A273-D6C1-D3E25C426E10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9872B36-AE0D-9603-2C72-B4C19D70C55E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A54483-56C8-C063-7474-CA7D8AC520D1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0E2EBE-5F8C-8E31-07B8-013654BF40D6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FB8480-3BCC-CF5C-31A2-51185768EFE5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09ADAF-0FDB-9377-BE93-F7C92F84C076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A63F63-700B-06B3-2AE5-4A017C341B44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27D8DCD-C4ED-930D-9D7F-A21CBC5F16F7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81BDA80-4855-BB7D-83D1-C89A619501FB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A21D00-4B8B-90F4-EDC7-D220635D3F7C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2E04C0-2AFC-F903-1EEF-8ADC87C57B39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664A14A-E067-8776-4FB6-CE12D0623724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C33C0AE-027C-F90B-4AD0-0A3C86E5E30F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9996F86-C6B8-FABE-6AEC-7DC412A8239F}"/>
              </a:ext>
            </a:extLst>
          </p:cNvPr>
          <p:cNvSpPr txBox="1"/>
          <p:nvPr/>
        </p:nvSpPr>
        <p:spPr>
          <a:xfrm>
            <a:off x="4645378" y="429000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6DC45CF-A6BD-355B-3427-673FFF1F1AC1}"/>
              </a:ext>
            </a:extLst>
          </p:cNvPr>
          <p:cNvSpPr txBox="1"/>
          <p:nvPr/>
        </p:nvSpPr>
        <p:spPr>
          <a:xfrm>
            <a:off x="5147734" y="504495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9966997-13D3-C9F8-B034-0FFD5CFDC625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0F60CF2-187C-B9D5-12DC-8F73D595F835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CD0A132-629E-9159-7BC6-24838D20E46F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C656AA4-2612-793F-0280-8C3F2969531F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FDE32DB-C16F-38F6-8C72-0167639247A2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FD912ED-B3BA-B7F0-6935-50527CFF2E44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73905A6-B60A-52A1-C50B-2F2B4BDC3EAE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E90E33B-ADD9-9811-8D24-1D89FD054F6E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D912F67-93FE-6CDD-2910-58579A35C2A0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16AE734-2426-7325-7696-C7139A12A734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346D789-41A9-EE42-B40D-14FB2CB52875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1FE5199-EA23-D642-547D-A762DCA2191D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0B1CE04-D254-AC39-CA57-5F2061FA37BC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2F844B9-1C53-548C-5331-6D851AB765B6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4C831A0-B4EE-C316-33A4-6AE5167E4ED9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A1543AA-4660-D703-2C8C-4B1CB9332A25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2D8EE8F-55C2-6754-4CE2-59850D2DA90C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03D688D-8C39-F624-CE90-25E48E52A7B2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E9BAD1E-1203-8F7A-6ABF-C91A9C81E01F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3449F8E-436B-1277-D495-F834B202E92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A2DACA0-DB27-EF24-9D10-23C4D7825403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3264BAC-21F5-CD16-3C2B-E5F6395FC306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7AE2E1F-0505-E0FD-4F5A-3B6AD23EFD7C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2258459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DD7C9-7704-F1A9-11D4-B9FEB0865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1627395-843A-F821-FC7A-C9F62E2DC05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Row 9.</a:t>
            </a:r>
          </a:p>
          <a:p>
            <a:r>
              <a:rPr lang="en-US" dirty="0"/>
              <a:t>Then, complete bottom left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1F1B20B-C71E-A6D4-6DDF-29A7BD410F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6EDAB05-96B3-20B7-C7D1-BC2674B932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BDF59B3-3C63-9600-079B-84894D85AD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F6A253E-E97B-16F4-2801-9588A3BAD9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1671F76-C91D-214E-EFD6-554B5487F26D}"/>
              </a:ext>
            </a:extLst>
          </p:cNvPr>
          <p:cNvSpPr txBox="1"/>
          <p:nvPr/>
        </p:nvSpPr>
        <p:spPr>
          <a:xfrm>
            <a:off x="7157158" y="227744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D3B4BB-8CA9-0701-9613-501441CCE362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7670A1C-DA5E-E0A4-4F91-6723BC19AD03}"/>
              </a:ext>
            </a:extLst>
          </p:cNvPr>
          <p:cNvSpPr txBox="1"/>
          <p:nvPr/>
        </p:nvSpPr>
        <p:spPr>
          <a:xfrm>
            <a:off x="6152446" y="43043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29BD4D9-CC3A-F4B8-7699-4D56621A02B2}"/>
              </a:ext>
            </a:extLst>
          </p:cNvPr>
          <p:cNvSpPr txBox="1"/>
          <p:nvPr/>
        </p:nvSpPr>
        <p:spPr>
          <a:xfrm>
            <a:off x="6654802" y="43043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AF1E5C2-22EA-B31D-C732-B74E2CAF2546}"/>
              </a:ext>
            </a:extLst>
          </p:cNvPr>
          <p:cNvSpPr txBox="1"/>
          <p:nvPr/>
        </p:nvSpPr>
        <p:spPr>
          <a:xfrm>
            <a:off x="6152446" y="50020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A13F756-867C-9837-8322-C69C57822A0C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20E004F-3A9F-4737-2180-A9FF38A95D5E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7A2F5A6-E11B-6B22-7868-5A0C0C4CE2A8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26398F1-2A50-1503-0F62-93FA518516C6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A7196DB-A0E6-6FC0-8991-1879D16AB068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A1B3946-3222-DD5A-1F6D-8C7EF3855AB0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E80FDA7-025F-052E-5797-206957BDACB1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B118704-3186-404A-AA9B-A9FF84BF7CCC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5C6C7F-410A-BE20-5108-1E3CE492D2E2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A72F81-A293-F607-26F3-C1AEBE4A10DF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8737EA-2FAE-E031-7D23-92C287313DAE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9968AC-1CD8-0697-C38C-5A1E449747E3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CA8DD66-C8E4-5595-E633-F8EF5B9EA7E3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76DC5B7-49E0-6B15-6C98-0987C131A84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BC9F559-CD57-51E9-25B4-DFD566246923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4133E1-E0DD-2219-C516-9F5AD24F5A37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B8F10F-1D50-4E11-C124-BF4454A97BA3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2DFA518-1DF9-3DF2-69CD-B88CFA9124AF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347F5CA-E0BC-3122-E6E2-42616E234556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9CDCA53-FC47-BAAF-2271-7CB653363CFF}"/>
              </a:ext>
            </a:extLst>
          </p:cNvPr>
          <p:cNvSpPr txBox="1"/>
          <p:nvPr/>
        </p:nvSpPr>
        <p:spPr>
          <a:xfrm>
            <a:off x="4645378" y="429000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78D0F3C-5A24-AC21-6DC4-AB559524667E}"/>
              </a:ext>
            </a:extLst>
          </p:cNvPr>
          <p:cNvSpPr txBox="1"/>
          <p:nvPr/>
        </p:nvSpPr>
        <p:spPr>
          <a:xfrm>
            <a:off x="5147734" y="504495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9695F7C-68A5-86A7-A0BA-D89FB880EF5D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711CC9A-F7A3-05F7-E015-FEA9DA7309CE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E3E7E2E-FB24-C82F-8C12-298586430A4A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D82D396-CEE1-7B9E-3D93-BB60D2AEBEF1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BD61098-CFD3-AFFD-38D6-7BA15B66A230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50640FE-E24B-7DBB-82C8-EC07F602F7C4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E1B1051-4CD0-C76E-C085-0510ACF4A61B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51A2265-9069-1E7D-3342-484C69DF5BEF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4851732-9681-523E-3509-E5B80D04D12B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7A10076-23D4-5938-12A3-5A6ADDD83A50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4261079-50C1-11F7-7565-4A0491F1FE67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C77F08-3D08-0ED5-03C2-B4BD24ABE6F0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B971B33-50CA-0987-DC89-D7E38ACDD990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393948E-3591-9A8A-EE8A-FA54F7391103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0B2BA6B-0CC9-4B34-5F03-0EC96B88F7EE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AB28CC9-B06A-334F-99CE-C259A723AB42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96D588B-338C-3E3C-4168-8DBA25419CE2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59BB7CD-4E55-83EE-BE11-036A6EA2AB8B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62C7078-F642-FFB7-218E-389B5FD9FAE7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F08C0F4-D0D2-ADED-8001-724F9FC202B3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9AF3BC7-C4BB-351E-FEC2-9037C9A083E7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4D4CE13-D97D-4A75-2256-A26C6F1A5448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423CEDB-F5C4-58AC-09BD-239F5EECA9D9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E531F09-D4F6-0828-0116-AB038909CF15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A9BD4BD-A1F0-A316-866F-A3789B26D88F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C83441E-FD75-D2D8-13A3-B56A635EBDD7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E283F55-E73F-2D6D-E679-44B3732792EE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1697509-C998-575A-6F29-7D5AB6838BA2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766252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2C4E4-CE74-C479-FB40-92C5A6DD1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73EAC51-9ABB-9998-F8CF-BB5E88DC00B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Rows 3–5.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3504984-946C-0E4F-96C2-9BBB417C7C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D7F89BA-F6EA-2EA9-5DA1-C15B15BDD6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70757AF-3F53-5B71-25EB-75782D4F62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407CE38-1CC4-2094-BDD3-B0F94B44FC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C1A3611-2165-F108-B86D-8F8711C09153}"/>
              </a:ext>
            </a:extLst>
          </p:cNvPr>
          <p:cNvSpPr txBox="1"/>
          <p:nvPr/>
        </p:nvSpPr>
        <p:spPr>
          <a:xfrm>
            <a:off x="7157158" y="227744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62A42E-1A3F-A5CD-66AC-B51A84DB018C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F78B594-D224-79B6-60AC-36FF6BDC392D}"/>
              </a:ext>
            </a:extLst>
          </p:cNvPr>
          <p:cNvSpPr txBox="1"/>
          <p:nvPr/>
        </p:nvSpPr>
        <p:spPr>
          <a:xfrm>
            <a:off x="6152446" y="43043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E6A2F0B-4ADB-F0A0-071F-CA99BA484AFE}"/>
              </a:ext>
            </a:extLst>
          </p:cNvPr>
          <p:cNvSpPr txBox="1"/>
          <p:nvPr/>
        </p:nvSpPr>
        <p:spPr>
          <a:xfrm>
            <a:off x="6654802" y="43043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634C1D1-E2DF-ABC1-3332-AF0B4E1A357D}"/>
              </a:ext>
            </a:extLst>
          </p:cNvPr>
          <p:cNvSpPr txBox="1"/>
          <p:nvPr/>
        </p:nvSpPr>
        <p:spPr>
          <a:xfrm>
            <a:off x="6152446" y="50020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B3E0DDD-F85A-CF41-D609-E6EEE0F41ED2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020EA51-F5CC-41FF-9D0D-57BCA8ACB585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AA92B0A-2479-0344-4FED-3BB61259A03C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26DB2BC-ED31-92D3-41D4-C4D9C94D2D72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0AAE705-B0D2-F271-C454-B447F060707E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1898815-9FDD-56D2-D1D7-C8C2682CBD42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AD403CE-4DAC-A94F-091C-229B75B291D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C188E07-84BD-97EA-BF3B-BDFA10426435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383401-FA96-1DB4-8DD4-1DD9E0432CAC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7096E9-EE83-3D5D-EAB1-86636F270363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39F277-60D8-DC8B-3B4A-6ACB4F788175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8D8695-751B-4F17-8CDB-F5A5BDC0F84A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AB72662-2A60-D342-0457-D2BE0C6E2711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8E980C-914E-7BD1-3EEC-107B591210BD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094D477-404B-C876-4812-E90ED4419015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A17E91-D2B9-3D0B-3512-2FC52AE42AD8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54D534-F622-5B63-CE57-96DD088668CE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CD37723-7383-0BEE-10C2-755A72C9B84B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25B2CA8-6035-1BD5-0377-E4E2247C28D1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54B3629-7B74-1ABE-4537-F1C8593B24EC}"/>
              </a:ext>
            </a:extLst>
          </p:cNvPr>
          <p:cNvSpPr txBox="1"/>
          <p:nvPr/>
        </p:nvSpPr>
        <p:spPr>
          <a:xfrm>
            <a:off x="4645378" y="429000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4B5990C-30BA-00AF-D418-BA11C98F6F28}"/>
              </a:ext>
            </a:extLst>
          </p:cNvPr>
          <p:cNvSpPr txBox="1"/>
          <p:nvPr/>
        </p:nvSpPr>
        <p:spPr>
          <a:xfrm>
            <a:off x="5147734" y="504495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618DB85-C839-F44A-1AAB-82498EAE97F2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2F179EF-59BC-2FA3-1E7A-A2C4C8D0E8DA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F10462D-D4D1-DBA4-7CE2-52283C9A0D0A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4B68A82-57C0-8A70-173D-A0B8A0EB9A84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F4BF6E1-5E90-ED7C-BFD6-EDD35AD3C10C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F0F9BAD-6352-C2FC-CD6D-A1D76DD2B456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9B0FA93-635D-341B-DBC2-49EB4ADA74CC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8F3205E-FCF8-6391-DC37-6A468DA6F2E0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EEFFF25-9C9C-800F-F7CB-3F267054A477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0FD6D90-EA63-EEC2-5254-A64C2F0628FB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D44B0F6-C12E-22CE-4E66-F23327B3930C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7C6DB93-4B04-CECD-01FA-CD34610098B4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5A9136-1572-1AEC-AE54-FDF4AE4155AF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1F36195-5AF4-1417-AB61-B8D874C912D0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4553B9D-DBA5-3D9F-4A7A-3A1E21FFE713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2A269B7-B51D-5D01-F1C5-A20A9FC7872B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2CBC720-724B-CFE1-6CD8-750851AF9B19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91092E4-ED4B-9647-5AFE-A78AECD8EF0A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D24D89C-193C-B558-DAB9-938F584E7229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CA0A516-85BA-0FCB-C186-08CA0185C803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21904F2-BDBA-0BD2-E243-8005A17DFC88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A9A9A1B-2421-FD4F-4CF1-44EB4639F051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41CEDA8-8E9D-B804-56B6-BCEBEB735E4E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221D798-C468-378B-D9BB-6965103D5E0C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C0E93D1-0C89-733B-0F77-FC0BC914CA6D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FCDEE53-0941-7501-9995-DD5A5832B032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D9FB0EA-24CB-B2E2-67E2-7EC2D59655A8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A7DDB73-DF77-C324-A39D-6A311722C0C8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579804-E138-E285-404C-8CECC08C456F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42EB8B3-AB56-5113-27D5-1B71F1507E0D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F1FC3B1-5748-222F-13FC-E716AC8719CA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D4EC3E3-FA1D-794D-CF57-933D69E5B34C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4A0426A-76F5-D7DE-B370-1F76149591C8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FF1FFBD-1BEE-EAF0-EEF2-1E7357AEEEDC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23B91F0-75A1-DD3E-307C-F66152F7C3D0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</p:spTree>
    <p:extLst>
      <p:ext uri="{BB962C8B-B14F-4D97-AF65-F5344CB8AC3E}">
        <p14:creationId xmlns:p14="http://schemas.microsoft.com/office/powerpoint/2010/main" val="32860516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2FEDD-3E89-66DD-B0CB-48E1B2195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707DEE3-ECE9-4FE6-C62C-CF212ACF02A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Column 3, the arrow will contain a 5 or an 8. Together with the 58 cell, no other 5’s or 8’s can appear in Column 3.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DEDEA29-C905-3E26-1788-15D2C335DE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33CD99E-E861-4B52-4AD4-0CD4523C1B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751E170-02E2-4482-ACA1-AA16CDFB0E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6482141-8483-5781-FBDC-B6BBE96181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9D86FD5-C61E-EDCE-94AA-3E1DBF6FE315}"/>
              </a:ext>
            </a:extLst>
          </p:cNvPr>
          <p:cNvSpPr txBox="1"/>
          <p:nvPr/>
        </p:nvSpPr>
        <p:spPr>
          <a:xfrm>
            <a:off x="7157158" y="227744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5050C2-42A2-16A5-6EFD-1613FC2629EA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6C7266E-5E94-B26C-4287-4AD2A04FFB42}"/>
              </a:ext>
            </a:extLst>
          </p:cNvPr>
          <p:cNvSpPr txBox="1"/>
          <p:nvPr/>
        </p:nvSpPr>
        <p:spPr>
          <a:xfrm>
            <a:off x="6152446" y="43043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3C15ED9-3666-268F-7EFC-490E62810AF4}"/>
              </a:ext>
            </a:extLst>
          </p:cNvPr>
          <p:cNvSpPr txBox="1"/>
          <p:nvPr/>
        </p:nvSpPr>
        <p:spPr>
          <a:xfrm>
            <a:off x="6654802" y="43043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6313658-ED57-F0F3-BEA4-F038101A4A4E}"/>
              </a:ext>
            </a:extLst>
          </p:cNvPr>
          <p:cNvSpPr txBox="1"/>
          <p:nvPr/>
        </p:nvSpPr>
        <p:spPr>
          <a:xfrm>
            <a:off x="6152446" y="50020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7DBEA2A-D74B-EBE0-0535-B928D887F5F2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6769C45-B301-3B0F-AEDA-03CD78D344E7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B6BCF1E-35DA-3FDE-2F35-7298E6195A2E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1254CA1-FAE6-B62E-E4EA-DB7A7E3585C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0EC2344-EEAE-D0EA-F030-DF3B31CBE9D0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0A08296-98AF-8FCD-38D4-B6205892D466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1FBC563-3FA7-90A1-FB1A-DE2557AE753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F101BB0-F660-DA59-7DF8-6048933872A6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44E335-56CC-3307-037A-F474E5143E7B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359288C-7DF6-7022-1805-537D023215CF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6DD459-6ACE-D4C4-5C6A-C6257A81B2EE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16BEA4-7C6B-7A58-4D01-85889A356A71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4F4CED-3EEF-E6E2-494F-0C7E0E4214B8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FD37DC-D1E1-2E16-E3DA-32AC2943808C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D3A7551-FBF9-30BA-5CC0-3E1D470C6464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9C8115-C257-4AC9-CB5B-52F59752C8A1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BB0209-7DE6-4866-86DB-9B8144EA5F21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F69D9C0-5E3C-32EB-4A40-60B7AEC945F0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7CC9452-CB63-C243-58FD-9A2F33B4760B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F962999-8205-D985-B8FC-E476C7A9F5D3}"/>
              </a:ext>
            </a:extLst>
          </p:cNvPr>
          <p:cNvSpPr txBox="1"/>
          <p:nvPr/>
        </p:nvSpPr>
        <p:spPr>
          <a:xfrm>
            <a:off x="4645378" y="429000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D0ABD5A-2C75-4ABF-6BB5-94ED60617E4F}"/>
              </a:ext>
            </a:extLst>
          </p:cNvPr>
          <p:cNvSpPr txBox="1"/>
          <p:nvPr/>
        </p:nvSpPr>
        <p:spPr>
          <a:xfrm>
            <a:off x="5147734" y="504495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ED5AC89-BC51-7E6E-8037-B1E6CE2440C0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D86B6C9-71D4-1189-C6E2-514D1A006C3A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051039D-B705-A558-B4BE-3FF00EC4EF82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033DA18-7039-4F9B-8BF1-4B4ECB9F92EA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4252E72-DCF4-1925-23D5-3E3ECD70FB8B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3E5A71F-F038-D01E-183E-F819BBCB9D27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F6CB47C-2758-21D2-5010-7AE387C24005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F535927-F9F8-9235-271C-A069950D39EC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F3246B4-C039-E449-3ECE-52B41C589F2F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84EF124-F5E6-4B0B-3C01-6117FAF9ECB7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C1E113F-09F0-D681-023B-C909A0FACB6D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92FF6B-E20F-7555-151E-DC777009D672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B436B4-91BD-B8FA-80FE-6C8EB7813B3B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7C123AA-11EA-E1ED-C8D5-8FFE1F39ABEC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237BAF5-C796-565E-1741-3BDA45813FD6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D167529-9265-CAEE-124D-55C2E85592D4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139A8A4-BF43-28E4-DA40-B137423AEC7B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9783F29-BAC9-9815-E93F-95E936357716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7FDD2F4-AA9A-34E1-2DA8-537DE9B26BA1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7FADA5A-63F0-4849-8E55-6E6EE80A6048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FEC716D-7234-65EB-A7D1-95A2602A385C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D71AF28-CEA1-11D8-162E-AE0B2AE9A2AE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2B44FCA-4998-02A5-1C0E-0FAC1E773FE7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2B1007E-B038-49D5-4652-B63265BA38DD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5EA98C0-C66B-AFF7-2A50-CB376697A451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1BD3B7D-3A48-982F-A2FA-2CBDC281AEEE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FA25F06-1BFE-FB3F-EAF5-16B72D006E55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77C89B7-FE66-336D-B574-83EBE58EE6C6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653A58-32F1-A0AF-9CBE-9CF303C26074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888279-D09A-605B-29D4-6D42594BADBA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0588BE-0730-F688-7A3E-FB04EBDE2999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909FDD4-1A7E-E480-428D-18DCD0D8BA23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CC9D355-81E0-FBC9-9D02-C2FA262C1C55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458FA34-36D4-4AED-8138-F0DEF32A61E3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09A011C-ABB9-3146-6767-B3FA32429D71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</p:spTree>
    <p:extLst>
      <p:ext uri="{BB962C8B-B14F-4D97-AF65-F5344CB8AC3E}">
        <p14:creationId xmlns:p14="http://schemas.microsoft.com/office/powerpoint/2010/main" val="5124868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48E6E-3B7E-7328-FD9A-6D5603F7D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668E8F7-86E5-9F89-6B6F-F29F31776B2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Row 1.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C067237-BD7B-419C-6982-733BE6719D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4ED686C-134C-BEC2-DEFC-30B79DCE54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4D47D77-4EDC-CB3E-AE9A-1B3B02CE4F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2BE5C4F-2D5D-6A6E-5268-E34BDD05B2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8EB5A2E-C749-FABE-9E25-4FB88522E6FA}"/>
              </a:ext>
            </a:extLst>
          </p:cNvPr>
          <p:cNvSpPr txBox="1"/>
          <p:nvPr/>
        </p:nvSpPr>
        <p:spPr>
          <a:xfrm>
            <a:off x="7157158" y="227744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E1BA60-CBDE-10A3-7D99-182DD2339670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8B89C46-4D5B-0C39-DC47-706AFE2C40A3}"/>
              </a:ext>
            </a:extLst>
          </p:cNvPr>
          <p:cNvSpPr txBox="1"/>
          <p:nvPr/>
        </p:nvSpPr>
        <p:spPr>
          <a:xfrm>
            <a:off x="6152446" y="43043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A11CA84-524A-3AFA-6A74-7FEA78137CE9}"/>
              </a:ext>
            </a:extLst>
          </p:cNvPr>
          <p:cNvSpPr txBox="1"/>
          <p:nvPr/>
        </p:nvSpPr>
        <p:spPr>
          <a:xfrm>
            <a:off x="6654802" y="43043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6397626-A128-15F4-D546-741BE5A58E79}"/>
              </a:ext>
            </a:extLst>
          </p:cNvPr>
          <p:cNvSpPr txBox="1"/>
          <p:nvPr/>
        </p:nvSpPr>
        <p:spPr>
          <a:xfrm>
            <a:off x="6152446" y="50020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ED2CBCF-4586-2D06-75AA-6F27802836F7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C8ED67D-BDB4-4982-6EA5-4895E6515D1F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9168DF3-EF48-6D6A-2B6B-4CC1CDB7F392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5CE9904-AB2A-B0D2-A9C8-087505534485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BD591E8-B580-04F5-946E-73F9A7CA0FC0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13434B2-B4F4-31C8-6348-4BE98D24A29B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0BCF9A7-8408-C1E2-1F69-A5405F2D182A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037F687-6F50-A45E-BD5B-79E3A5EA4630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98523B-6197-01C6-8326-069D66C9CF8A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B35178-CA1C-969C-74F5-7B549154E327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BD673BB-848F-801F-DE6F-C4A1BA3167EE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35B8B9-8087-2430-9D35-03294D30388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5EB7618-3569-8AA9-C66F-456C7E55F4CA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B15673-62AF-0858-2D42-9B241AF696A8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B6AAC51-B144-F521-FADD-701D7C30C70F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F6FBEF-DAD8-7996-7C76-CEB9A9320609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B799CC-568C-C2D9-56BA-7FFBE2ECD419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8F4281B-7688-69DC-8509-346EB6344E69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92E027F-4A1E-DF46-D265-BE547DE99B32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85B2405-C12A-2FF9-955D-1C3458C102FC}"/>
              </a:ext>
            </a:extLst>
          </p:cNvPr>
          <p:cNvSpPr txBox="1"/>
          <p:nvPr/>
        </p:nvSpPr>
        <p:spPr>
          <a:xfrm>
            <a:off x="4645378" y="429000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5EC4DE4-3439-5593-A207-FB6B929DC746}"/>
              </a:ext>
            </a:extLst>
          </p:cNvPr>
          <p:cNvSpPr txBox="1"/>
          <p:nvPr/>
        </p:nvSpPr>
        <p:spPr>
          <a:xfrm>
            <a:off x="5147734" y="504495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33C4F62-5026-BDA1-A0B5-B88461EDDBC7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F2F8D76-A539-1B77-219D-EE37CD9B1D9B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31B394C-5FD5-25D7-A4BE-AFE97DF5BF11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3019E63-C5F2-602D-6BAC-BD68D9137B62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4A0DB9E-8229-90ED-43B8-39D82E576142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80B6547-3D47-3F7F-41EB-1EB6E26FD769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B4889F3-EA0F-AB5F-4CF1-2D6BEF5BBE74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32C05DE-60EA-BC15-36FB-6A02A87A05B8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B75E6A1-8802-2DEE-8BA5-C2092067AE5D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EF7874A-827E-78E1-1634-108145B518E0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4F76868-5777-EA79-A417-5721C852B571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287411D-E05A-5DB1-1BB9-9AD3095F881B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00D7DE-5A7D-2574-494C-C35E17DC9FE6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C971C5B-7A50-0CA9-16EB-2D9FD0BA4243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949F7D0-DB8E-1AA7-43A9-41C384C33326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D1082BE-D07E-D7F7-5B28-0A1CDF3E71C4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3404F64-9E4B-C1E3-D25F-1DFAFE6B9CFB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A97F9BA-7AFF-50B2-C934-ADDEC233935B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360C770-8CEE-9F6D-E365-CDCAEA98AEF4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4868FCE-A4A1-2383-65DF-8004F49B3640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1E2B72D-0E7B-8A39-6AA0-AB3A704EFC34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AD2563-7365-8B03-DC4B-8D0E898A462D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57DEEE8-576A-FF4C-E5B6-CB1D57382C07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8172C5B-FA6F-91A0-9235-88EB6DDD7D57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59B5FF1-3F82-2495-2F95-1CC32C23820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FF7B681-A916-8434-0882-B61F08D0A2AD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7BA1221-1552-0D0B-1757-F822CDD35BF7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05FA107-E6E2-9A45-DAC1-913D79B359FC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68DA7F-55B0-8D6D-8A97-499FA15A9DBA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5162559-56ED-4CC6-DA7D-BE383DA644EB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DA88FD9-A3C6-20C9-5B09-6CF5750543B0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B879395-CF17-ABC7-791F-C4D288C80DCB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81A1F09-6405-55E2-34E8-1B66C8A67237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DD95E10-5265-973F-9DBE-C93BE6D8A4C5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1626B4E-7912-5274-9559-B94498876EDD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3BBCE76-E222-1CF6-0D10-419D4DB28EAA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17A8670-6A1D-9DE8-F562-59198D1D52BA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62199B9-3C2F-D6F9-3A20-6C4EBD628BC1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</p:spTree>
    <p:extLst>
      <p:ext uri="{BB962C8B-B14F-4D97-AF65-F5344CB8AC3E}">
        <p14:creationId xmlns:p14="http://schemas.microsoft.com/office/powerpoint/2010/main" val="22203711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66250-E41F-9F83-1192-3CC8D906A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E96DA39-1332-CBEE-DCBA-169DD58344E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Columns 7–9.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64431A8-735D-5BFA-DE27-0CE1C00E96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3A8874F-1651-3658-D366-4800AD2580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851D4C0-5E04-5065-0FFC-D867B91CF1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D72D697-3FC7-81A1-5D3E-4343901439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33C6D3C-B356-8B31-7FB6-AAE4C0D8E2B0}"/>
              </a:ext>
            </a:extLst>
          </p:cNvPr>
          <p:cNvSpPr txBox="1"/>
          <p:nvPr/>
        </p:nvSpPr>
        <p:spPr>
          <a:xfrm>
            <a:off x="7157158" y="227744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B55961-7BE4-1C65-ED65-F781508D51AF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CCE1FAC-8332-CDB9-F8D7-28F348307E92}"/>
              </a:ext>
            </a:extLst>
          </p:cNvPr>
          <p:cNvSpPr txBox="1"/>
          <p:nvPr/>
        </p:nvSpPr>
        <p:spPr>
          <a:xfrm>
            <a:off x="6152446" y="43043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07DFEA4-B056-FC5E-6EFA-DB9FDEDDF585}"/>
              </a:ext>
            </a:extLst>
          </p:cNvPr>
          <p:cNvSpPr txBox="1"/>
          <p:nvPr/>
        </p:nvSpPr>
        <p:spPr>
          <a:xfrm>
            <a:off x="6654802" y="43043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CCF9B3D-DC67-5ADB-1B56-B1AC73A515DD}"/>
              </a:ext>
            </a:extLst>
          </p:cNvPr>
          <p:cNvSpPr txBox="1"/>
          <p:nvPr/>
        </p:nvSpPr>
        <p:spPr>
          <a:xfrm>
            <a:off x="6152446" y="50020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5570002-6269-B740-117B-D044CAE226E7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0779BFA-F6C1-19C4-0633-9BDEF996AABE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BE8D3BB-4502-0C21-3A6D-99CF177B3CB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CB97EC5-3FB3-3213-C4B2-ADBADBAA8D38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3E922FB-F73D-3987-3B17-C2312E055C9F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2155E02-6633-614C-664A-99C8D588A9AB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07D83F5-C25D-2F03-61FD-8B857CFC430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4F8B4F4-D3EB-0397-DE6E-6F5343A8E106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896A6C-6552-E440-0612-DE2608209F9F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9F3A6B-C2C4-4E80-8949-9CEDFD828814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0ED7D09-E92E-A697-4BE9-8866BFDF9C9F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125A82-36F0-BB3E-88DE-AE91C40C6648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F1EE204-12B8-D685-F693-B8852DE61E51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4B6745-8A38-31D3-FC27-EC1E3ED773D0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2CE94CE-DF5B-096A-1E36-757774303731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1EF6E1-F3D1-E734-A7F5-BEA8A6817C8C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6BF429-C71F-C682-5929-0CF4A56A3942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310E922-E9A2-9CDA-1A41-8F67A6825438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F625A82-AC85-0153-BE83-7F2E4BC69FD7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E5B167B-7A48-DD3E-0D69-5E312DD40B02}"/>
              </a:ext>
            </a:extLst>
          </p:cNvPr>
          <p:cNvSpPr txBox="1"/>
          <p:nvPr/>
        </p:nvSpPr>
        <p:spPr>
          <a:xfrm>
            <a:off x="4645378" y="429000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554D9A1-2079-4D7D-0A5B-E419BAC30997}"/>
              </a:ext>
            </a:extLst>
          </p:cNvPr>
          <p:cNvSpPr txBox="1"/>
          <p:nvPr/>
        </p:nvSpPr>
        <p:spPr>
          <a:xfrm>
            <a:off x="5147734" y="504495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8906C14-6883-19FA-EB25-A98F869D2AD3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EFB8D0A-0927-1DCA-83C8-D5024204C265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519CE7C-5FAD-8FAF-EAA1-33930744F0AA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DA7BB9A-0E73-CC0E-07A9-9030F883299D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B28EF4D-ADEF-8373-128F-CD6FF2856670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8EF2412-6FF3-1708-3EC0-5A1F45DFA928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5495A4A-2294-41A9-7CE9-CAD12853E725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CDA36C5-3087-A57E-B9FD-0EA9EFF55097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17C9E8B-C7C3-039D-08D3-E4D25167AFF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ACC639A-3B43-CD21-23B0-C64E4B10532A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9B2ED50-47F6-F842-0604-80B538372FFB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479113-7F8F-EBCF-E64C-DB0D91D3E23B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CEE38F9-8064-969B-84DC-850BE181D255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785870B-1D93-0001-0FE5-5751E06E4531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71FD7D2-439E-60EC-5EB0-1DECB0B04D24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CBA7181-EE0A-9E6E-39B3-876A132E0CE3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80FEF17-0D8E-EB10-726E-26323C78D718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BB28FFC-ECB1-F0CE-A2F4-E62A5597A191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85AC0BC-7E58-7B29-334D-40D53CC8AB4F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BAAD797-0E1E-84AF-450F-31014420D90A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3B697EF-B294-CABC-C921-714449EC787A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8E794C7-22A2-2832-70A2-2FC5FCBCD876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52964E4-DCB9-C23E-E337-372EBA6919F6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F65C59E-3054-4167-94D7-5601E6EF1187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03DA421-1746-E0DB-3AC0-3E451854726F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2D847D0-28B5-367C-BB22-9296C429B1D2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C5ECCD8-D460-A189-EDED-B5222A818AD6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76BD44D-8482-3F69-1479-9CCCDA073448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9A8B3B-6539-83A3-7298-A527AE62A827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3FBACC0-147D-7F22-E0CF-CDA024109064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99593EE-8909-CB08-6D98-558C3F1D737C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F4D80CD-FDEC-7293-1657-BB90038D7FD4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8EC8D14-A078-E08D-B04D-E79148FA387F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900E06B-008F-5ADF-6C17-86FD900317A5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9FB73E1-F543-53FE-737D-4771D60028E5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2EE8C37-287D-6747-D3F3-3D5EA2FD2C42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E519835-635B-80D8-3F7D-7A92F12E3E39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6A3A536-7A92-FDC0-3E62-1C72548C49CE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1FEFC5D-4654-76A5-6608-28FF553B5FDE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BA5CBED-82F2-F0C8-088C-A243CC6FA648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64D1A18-D30D-034B-FED6-D3C8007AF1E6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608F979-CE17-A4EA-609F-66250F434893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</p:spTree>
    <p:extLst>
      <p:ext uri="{BB962C8B-B14F-4D97-AF65-F5344CB8AC3E}">
        <p14:creationId xmlns:p14="http://schemas.microsoft.com/office/powerpoint/2010/main" val="42308980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F6229-1056-6C3D-36D1-A2B00226F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545B845-086B-BF75-4052-6228CE73092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remaining cells.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66A40D7-A278-1B15-AB26-410E6054A8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A8338D4-C328-37B2-E8CD-DCA451AC3D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2360CD1-9E76-4FD1-D2EB-5B30CD1A13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FB043F2-D0D6-329D-D198-FB0F7B3463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FB4A882-DB29-BDC9-1C8B-7AA0C5110ABA}"/>
              </a:ext>
            </a:extLst>
          </p:cNvPr>
          <p:cNvSpPr txBox="1"/>
          <p:nvPr/>
        </p:nvSpPr>
        <p:spPr>
          <a:xfrm>
            <a:off x="7157158" y="227744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90B48E-2116-BE56-25A6-2361DF487704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1063E64-6A55-A426-87A2-8755B1D2EF4E}"/>
              </a:ext>
            </a:extLst>
          </p:cNvPr>
          <p:cNvSpPr txBox="1"/>
          <p:nvPr/>
        </p:nvSpPr>
        <p:spPr>
          <a:xfrm>
            <a:off x="6152446" y="43043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1E43657-BCEB-C54E-7D72-CA85D4DE8325}"/>
              </a:ext>
            </a:extLst>
          </p:cNvPr>
          <p:cNvSpPr txBox="1"/>
          <p:nvPr/>
        </p:nvSpPr>
        <p:spPr>
          <a:xfrm>
            <a:off x="6654802" y="43043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77D022D-7054-28D0-7494-94EEFA5380FA}"/>
              </a:ext>
            </a:extLst>
          </p:cNvPr>
          <p:cNvSpPr txBox="1"/>
          <p:nvPr/>
        </p:nvSpPr>
        <p:spPr>
          <a:xfrm>
            <a:off x="6152446" y="50020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FFE9C12-86B9-942E-99E0-154E7A6EB634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F619E2C-B0AC-FD98-74BC-6EC15956C4C7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6753C98-5AC2-4BCC-FDCA-09F55ECF3582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2E4FEFF-72C5-0532-E344-892B2816DCCE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8F591A8-B653-5216-E93F-9AAF2AC6C1AE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7C40FA6-7696-E4CA-0818-0FCB20FFFF24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3CCC7AA-9767-88A2-432D-2AA654566073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DC99671-5A0D-13BC-CF1F-EF718A842349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322BA1-B248-B117-7562-32115F2A9728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7967AA-4A60-0DDE-9A5E-44DDF6AE315C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D3CC39-EA73-1A09-1C2C-8796AD7A0424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165A06-0CF0-C260-CB1A-6A1C4AC406F9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235B962-D613-E55A-E1E0-1F344D449792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16DFC3B-3329-3E1A-BEDB-591F5A142285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F1B3756-4BB3-A5F1-3975-866E1C5878B2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D07204-F198-5059-D552-E790004A5729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BB0086-9C1D-DEB3-207F-15B47872DF6E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5A94270-78D8-94BE-A3E4-52960EB6753E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A82DD78-26C4-CC28-849C-F44BFA3EFBFF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BD965E3-092B-D536-DEA9-A37BB19F87BB}"/>
              </a:ext>
            </a:extLst>
          </p:cNvPr>
          <p:cNvSpPr txBox="1"/>
          <p:nvPr/>
        </p:nvSpPr>
        <p:spPr>
          <a:xfrm>
            <a:off x="4645378" y="429000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C96D608-A7D7-2053-F14F-9B86E131C0D4}"/>
              </a:ext>
            </a:extLst>
          </p:cNvPr>
          <p:cNvSpPr txBox="1"/>
          <p:nvPr/>
        </p:nvSpPr>
        <p:spPr>
          <a:xfrm>
            <a:off x="5147734" y="504495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7D171AA-AB36-A31F-9803-35DF4CFE67C1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C82F3DC-156D-8E3D-7DD4-F3B82A40D605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3D70FB6-8FEA-7508-F0F2-5BFD656335F6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742643F-E5D8-4C99-F38C-DD9AE30EC58F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1271430-A20E-C566-33E2-963F0CCCB269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BC471A8-AA47-6D39-506B-40F4376F42BB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917A746-F27B-3761-6B59-2AA0C41FD6EA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2879BFA-DD67-4F64-1B86-952626BE333A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017E28B-CA93-67CC-9335-58C28945A3E3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62C3F71-1FE4-8D4E-7958-D042BB3DEAFF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D4691B1-EF90-5527-E4EE-ABF43D77BAD3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8E49BB-C970-237C-3CBE-2C7EFCF1DFC1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3366961-E88A-FF80-5EB0-B47C74B787E5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8907113-FA8A-38DB-147E-4DDB06EB3F81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AC17C25-BD94-90F8-7460-6FDED2AD3ACC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DFD719E-C342-49A6-E6BA-A3A6AB090951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2E821D3-496D-B0DE-C511-BA51D61C9680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916A164-A3B6-7CF4-3DDF-63D0DEDEE422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E22E3A7-2190-755B-97BD-E2820EB5BC5A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F5D0400-073F-A344-4065-7FB83061EE5F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BEB04AD-EE80-2726-4EE1-A3C360674FD5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5D4EFA0-8413-3AB9-A4BE-EB1CDD989831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98EED40-1E58-ED34-2B93-240A138A86E6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EADF85C-049F-5B36-C477-D760C1D32CDC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63D5441-0F04-3D5C-22CA-E954D1987B6C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9E45978-30AA-1AA7-40A5-73EFE62126F1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FF3120E-DBF9-7762-351C-17B7B4E447CD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CAEA4D1-19C5-F742-CCAF-DAEB086A5DFE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061100-9B70-B921-73A4-D7077E635F61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0EB7911-0E23-CD46-AA03-22117E13FE56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AA2C178-4EBE-4151-B4D8-CD77D2111C5C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76C67C1-96DF-E0A0-6F40-6FD89AC88F82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1B7AD42-C29D-A303-31C4-4E0ECBD6F388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A5B9C5F-019C-C06E-B3D0-85CF74341C2E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31857B6-9EC7-FEF7-1C60-70DFC363DDBB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AF38878-AA57-E856-747C-3FDC5631D2AB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3560622-1CFB-C2D7-8F5B-520F25350D71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B2AF89-62CC-56BD-FD66-EB57B7DD4472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88E045E-4E9B-1870-80BB-46B391F66B27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7D0517B-43EB-6AD6-C994-ECB44BC19806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5C08C27-0F0E-B336-0819-B382F7F87E3C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5D87838-9CD9-1D5E-6E91-96E9B401F5CC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CC8A3B3-6F27-B46F-7DEF-2237BE48E6FC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FFBF83B-2C80-F64A-BB77-1E6B2CCEC3B5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D505588-9621-18F5-2E4A-79CE5739BC54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D20860C-D973-4A8B-06DF-B490418381FE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34569</a:t>
            </a:r>
          </a:p>
        </p:txBody>
      </p:sp>
    </p:spTree>
    <p:extLst>
      <p:ext uri="{BB962C8B-B14F-4D97-AF65-F5344CB8AC3E}">
        <p14:creationId xmlns:p14="http://schemas.microsoft.com/office/powerpoint/2010/main" val="42316470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4F4D7-A61F-8746-CBD8-8E17B16A3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083ECBB-D7C1-E442-EC88-60E8774765D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upper right block, 4 is in Column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579336B-D858-46CA-9F9D-792470AB66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C07085D-B063-D3B0-7D4E-C9A99DED84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2961619-A09D-6F92-A0C3-9D34421B11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53920EC-A138-7FE4-A3AE-CFAF4673DC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3B7FF1B-AE91-AC16-A5BC-7FD6FF13C71A}"/>
              </a:ext>
            </a:extLst>
          </p:cNvPr>
          <p:cNvSpPr txBox="1"/>
          <p:nvPr/>
        </p:nvSpPr>
        <p:spPr>
          <a:xfrm>
            <a:off x="7157158" y="227744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643A11-22C7-1A32-4738-5EC0DCDCC83E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FBB9BE9-74EF-F689-DBAF-F484DF1D6ED5}"/>
              </a:ext>
            </a:extLst>
          </p:cNvPr>
          <p:cNvSpPr txBox="1"/>
          <p:nvPr/>
        </p:nvSpPr>
        <p:spPr>
          <a:xfrm>
            <a:off x="6152446" y="43043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CF6D452-B1DB-A2FE-3862-9DEC1951838D}"/>
              </a:ext>
            </a:extLst>
          </p:cNvPr>
          <p:cNvSpPr txBox="1"/>
          <p:nvPr/>
        </p:nvSpPr>
        <p:spPr>
          <a:xfrm>
            <a:off x="6654802" y="43043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3FA03A7-45B9-A026-F170-9E2BDCC5FEED}"/>
              </a:ext>
            </a:extLst>
          </p:cNvPr>
          <p:cNvSpPr txBox="1"/>
          <p:nvPr/>
        </p:nvSpPr>
        <p:spPr>
          <a:xfrm>
            <a:off x="6152446" y="50020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392973A-C92E-5A60-D7D1-C19A614D45F1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7076C04-4656-D6FB-4AFD-B84418E66B97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3491586-2299-2003-EED8-F90F0C3C4A77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0855DDA-575A-4B07-002F-83B2FFBEDEFE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0D06547-07E4-25E5-4FEC-2C485F7E881F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2DACB33-B0C0-643D-BF2F-A7F921235581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8F88EF3-7693-2927-F780-5669F9A812E5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9364F38-BCB1-EC22-E6A0-592211ADE410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23DC4F-13FE-09E9-E88F-DDBDD367BAD7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ABA390-8A79-487A-BFBE-7769DB8A98D8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6FECB15-5CEA-00BD-1CE3-28C237FB96EC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FA2857-4562-144E-7630-8F9698C660F0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B97AEC-8AFC-49FB-26A6-8F7BB29CCC57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AA07CA9-916A-DD2B-22BD-C830D228E2F7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7BA7517-4971-4042-942A-10C13D4A7CCB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3888F0-5FD5-FC2E-C329-901CAE6C3714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552F45-ED36-408A-5FE2-AC0E26CB8711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C86554-D0A8-2465-9EB7-7E8C6A093C1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F8D419A-F3C5-1F4F-DEAD-DF9CC9B59586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74A7687-614D-78E5-7A73-AC40B1773425}"/>
              </a:ext>
            </a:extLst>
          </p:cNvPr>
          <p:cNvSpPr txBox="1"/>
          <p:nvPr/>
        </p:nvSpPr>
        <p:spPr>
          <a:xfrm>
            <a:off x="4645378" y="429000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4EFC70F-1A2B-3BC6-0CE5-42613CE65A15}"/>
              </a:ext>
            </a:extLst>
          </p:cNvPr>
          <p:cNvSpPr txBox="1"/>
          <p:nvPr/>
        </p:nvSpPr>
        <p:spPr>
          <a:xfrm>
            <a:off x="5147734" y="504495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77893FF-863E-D81E-C300-2DF53940D055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34374E8-0214-25B9-E078-07CAAEE68787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C36DE1D-CAEF-6AE0-EF38-BFABE2F26ACA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BCBBA69-A451-CB51-A5A7-7EF82667E85A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41A79DF-E2CF-077C-22F3-C15D6EAB0309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C3E7451-8AC4-B921-00B0-EFC72C6A1B47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2740E62-666B-5918-2558-7E8119F861D2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6EE1E91-A94B-5073-228B-241A825C9C67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55A81F7-BCE2-B02F-49C0-FC3D6800B54F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EC3DAB9-FF5B-62F0-C8F6-71DE14D72CEE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3F1C11D-627F-061B-B9DA-783F5A7789DE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D1EFC6-0671-5248-DC13-B0D5450703DA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08C0D3C-5B28-2078-3F8C-A0E209C8F317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1FDD781-A865-DAF1-F74A-7E606CC04C01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C1921DA-96E4-FCB5-F3B5-1776BFF41456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050AB56-F801-7768-B6F7-BFC7A45955EE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AC38D10-EFBB-C5DD-F907-794D8F77E704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B30F74B-4ED0-38D4-8989-CD86839D8D18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CC05017-5C7A-D74C-BCA3-996CD45DF4F5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80CA1A6-FE94-475C-4680-3BACC852DC2B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FCF9A3D-8924-AC4A-B97D-D163F197F200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ABC62F0-CF6B-7B21-B37E-CD83777435EC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F5A34CC-4F3F-4129-D7A1-5C0E7B02781C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A1AF1DA-324B-581D-2FC8-66527951BE06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C1D655C-3981-26F1-9C4F-070FFCF70D6C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3C647AA-E3CE-4C62-D620-764509899BC6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3831B16-7198-1F23-B17F-86D84F229F57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7D57799-4692-642A-DF4C-E73B13C9FE3F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B8DCA0-F2CA-56F7-70DD-CDE8104D8FEA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BDD339D-2A79-EB9C-1004-38A43CE26F33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565E768-2DEC-9717-32E0-45B3CD4A69B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D11D4B4-49EF-4BB8-2527-88CC5F2E7E43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50473C6-CD7B-6A28-0C86-A61864F9D62A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3062135-9F7B-D2C4-9DB5-922110FDC587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CD04750-90F0-0C7B-8553-C1D9AA00A7EF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B8C91A7-B9CB-83F4-341C-1F22A30693B3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0994FEA-5D97-C332-FD25-099374360E57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F31A7B7-C23B-73E0-0A4D-001FBBCA97CF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E5FDCE0-D01D-5E7F-AD6D-0B12EC898E9C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6F72ACF-013E-572B-247C-8B61993816EF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3655C32-01D5-5B1E-7653-0C5F2D5706B7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B6C8C2C-5062-5CE7-1E84-526864F78115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EF79E4A-BAA3-AED0-3F67-3368D5FD5CB2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AE1DC11-F1B6-4690-CB35-B2A8CC283142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ED78160-7251-FBC3-1419-DEB99207E5BA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BDBED70-F0F1-BA79-557A-3B1C8ECD8BF6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34569</a:t>
            </a:r>
          </a:p>
        </p:txBody>
      </p:sp>
    </p:spTree>
    <p:extLst>
      <p:ext uri="{BB962C8B-B14F-4D97-AF65-F5344CB8AC3E}">
        <p14:creationId xmlns:p14="http://schemas.microsoft.com/office/powerpoint/2010/main" val="7827815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A19C8-00B5-0AB9-4012-D1B61C301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ABFBCE-5025-4303-8F8E-F84BCD2F965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upper left block, 6 is in Row 2.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B0FAF66-842E-9A4D-A934-5980717658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D45F019-0498-F9D4-9CE4-FD31C8F0E5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B9101AE-0262-C2B6-E68F-BA0F0BBD63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3AC5AA9-5445-68B5-24EF-1DA0E8A58D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217AA66-1AFF-2185-CA47-EB98A8F212A6}"/>
              </a:ext>
            </a:extLst>
          </p:cNvPr>
          <p:cNvSpPr txBox="1"/>
          <p:nvPr/>
        </p:nvSpPr>
        <p:spPr>
          <a:xfrm>
            <a:off x="7157158" y="227744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04B997-D900-9E5A-4EDE-5FEBB954DD92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799A953-4FB0-197C-F903-5D5F6B266A7D}"/>
              </a:ext>
            </a:extLst>
          </p:cNvPr>
          <p:cNvSpPr txBox="1"/>
          <p:nvPr/>
        </p:nvSpPr>
        <p:spPr>
          <a:xfrm>
            <a:off x="6152446" y="43043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E70A849-9DD2-9F6C-121A-1C5193CF3587}"/>
              </a:ext>
            </a:extLst>
          </p:cNvPr>
          <p:cNvSpPr txBox="1"/>
          <p:nvPr/>
        </p:nvSpPr>
        <p:spPr>
          <a:xfrm>
            <a:off x="6654802" y="43043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E691436-94C3-94DE-DEC2-5711803932CA}"/>
              </a:ext>
            </a:extLst>
          </p:cNvPr>
          <p:cNvSpPr txBox="1"/>
          <p:nvPr/>
        </p:nvSpPr>
        <p:spPr>
          <a:xfrm>
            <a:off x="6152446" y="50020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82BA5B5-2CD0-850D-8721-F5423C3FC41C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015A4C7-FB56-D763-A725-4905E967EFAC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654996D-383B-6669-B6EE-593579960816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731045D-6681-19F0-A3A3-7B41985C35BC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6D4BDE1-D3B0-83CF-A5BC-453C340B0BAF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A6FEF35-CDA1-033C-1515-020D9D10F2B4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A4379ED-ED61-AB5A-DB59-2089067E6247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6691F05-91E9-6C50-DA7C-212589F75D0E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9B3065-94C3-91CD-3443-3E704410BA77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37A345-76D8-EA45-285B-ECE6F3698622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00C3BF-868B-F3FA-141E-1AD2B2DFFB01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F41C91-D216-B405-30EE-48AF8F3ADBE4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2752BC5-61FD-E072-658B-9466D3CCE35D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1DD5D60-8B61-8D29-8F84-06732E74332B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4DEFFF9-A079-424B-7880-A0865F4DBC08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B59DC2-27EE-C5BD-72B1-7F7F3679DDD6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4462A7-5BC2-B2AC-BA50-E5913AFEF979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DD34DD-664B-D536-CB31-6405BE0985BF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247DA41-4189-FF76-B448-E81D79A2ABD4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7A098DA-59C3-0196-DB63-4D01EC0F69F5}"/>
              </a:ext>
            </a:extLst>
          </p:cNvPr>
          <p:cNvSpPr txBox="1"/>
          <p:nvPr/>
        </p:nvSpPr>
        <p:spPr>
          <a:xfrm>
            <a:off x="4645378" y="429000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89DB9E8-5D80-466D-934E-710E3BBF2518}"/>
              </a:ext>
            </a:extLst>
          </p:cNvPr>
          <p:cNvSpPr txBox="1"/>
          <p:nvPr/>
        </p:nvSpPr>
        <p:spPr>
          <a:xfrm>
            <a:off x="5147734" y="504495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47CC34D-5E0C-87EA-4F4D-9C1153C2DD76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04D6B63-323A-BEEA-C5DB-22BB1AB213D7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BEECAD7-B82C-DB48-1691-5D73FEABF415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8B167AB-710E-8A5D-51D8-8C953C52691B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5968A01-887D-03EE-7524-42E9090EA609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94D1852-B339-5D33-77E6-BC4763AA8222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4C9F7A9-B2B3-B3E9-52F7-9EB51E5830F8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2C70E8A-E204-3059-3530-583AA8F55C38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9970B54-4F50-76F4-872E-06202B20A08C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1212373-5CBF-24A5-8F5B-ADE80E54A8A1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EB001DE-5C94-7FB9-F074-F83479E22F1B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3AF2B0-DA9D-96CA-2008-67F7528EFAEA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0784F7B-D99C-948A-AE3F-BE96A8BF0AA1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447F9C1-5AEC-A842-C561-361760D9F8EC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3C51ED5-BD52-8B31-0098-F981E83731B6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6E6B80E-976C-48F1-5102-97B3082C4C4A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CF616BE-7C34-68B4-B880-90F1F5C37A83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D9C5EA3-138E-7979-1393-F18371A12B7E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A3D8C6F-7077-0AAD-3482-7A0593B36AAC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A1E82BC-0225-30F1-4707-A267A62BD674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E11D112-69D8-C656-CA38-7F1C729C98B2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24CF0FA-3554-F92D-3872-3CDA6EAA04FF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EB83B9E-97D1-A7FB-F7B9-5A659F55C1E1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07214FE-E6EA-1063-1C36-123A6C58F4CB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30A2D2E-3CDD-5549-E4D2-3E0E6C2E9D6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99540EA-6143-CDC7-02DC-4956A49F94B6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674443F-7AB8-1DC8-2522-CCBFFB7938F0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B383FD6-4E6F-B17F-3071-3A4E7EAA6C63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17103F-476F-D8CC-CC63-BC00673E113D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9F86662-0889-AD31-4FC8-010B5A0BE393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E582B0A-EF0D-6396-264D-4F5D7F9D432B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D6F5660-6451-82AB-5A7D-A89E280DA98A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A9E5C2D-2328-012B-2DD4-560A3F13493D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E09CD43-C918-5140-E2CC-E074EB149CFE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44F2428-FC23-0D5F-348F-4B99F029B299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FE7782B-0F10-3170-112A-87A2F8346891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D68B8BD-1AD0-5854-070E-1D887D1145E0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EB4B5A0-3986-1E8B-6193-976F95B5E7E0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1E9C50E-4E59-C028-CDBE-367B6B77F25D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6718239-CB3A-03D5-2276-70450E68EEEC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AB0AD69-9F27-D1D1-416F-58F115B51E3E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E4D6253-08EC-6A91-CD7E-87192F191285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3533945-B406-6AAD-ABA4-726171D8F18F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26A2811-63FC-68D1-BD98-C453D13713C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BC35E0D-8451-3479-79BB-E5586A8D4B21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E8C6D77-4B17-9B90-3BCD-D95EF78DDA30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3459</a:t>
            </a:r>
          </a:p>
        </p:txBody>
      </p:sp>
    </p:spTree>
    <p:extLst>
      <p:ext uri="{BB962C8B-B14F-4D97-AF65-F5344CB8AC3E}">
        <p14:creationId xmlns:p14="http://schemas.microsoft.com/office/powerpoint/2010/main" val="31910962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3CFCC-A277-C570-EA7E-4E95213B5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CCCB4F-AE1F-45B1-810C-69403D803A0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blue cells are a related set.  This cell can’t be 3 because that would veto both the left and right digits in the blue cells.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E3D9942-7967-3EFD-2EC0-C4B7C39840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416D234-FFDF-6B89-726E-E1502EB0C9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73F23CF-AD94-A47B-1763-B081B6A75B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619ADD7-6111-A27E-B0DE-46F1C70042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469B02F-A8E8-9641-D132-A7B109AE434F}"/>
              </a:ext>
            </a:extLst>
          </p:cNvPr>
          <p:cNvSpPr txBox="1"/>
          <p:nvPr/>
        </p:nvSpPr>
        <p:spPr>
          <a:xfrm>
            <a:off x="7157158" y="227744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0ECB39-6F8F-4EEB-6F38-6057F2AB2D3C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AD377D6-85E5-EA05-6763-AE48B99E9C81}"/>
              </a:ext>
            </a:extLst>
          </p:cNvPr>
          <p:cNvSpPr txBox="1"/>
          <p:nvPr/>
        </p:nvSpPr>
        <p:spPr>
          <a:xfrm>
            <a:off x="6152446" y="43043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EE14BB5-A58A-AEC9-739A-32CC5F6D9150}"/>
              </a:ext>
            </a:extLst>
          </p:cNvPr>
          <p:cNvSpPr txBox="1"/>
          <p:nvPr/>
        </p:nvSpPr>
        <p:spPr>
          <a:xfrm>
            <a:off x="6654802" y="43043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EAE6DD7-CDE2-2285-A480-11AAECE2AC4C}"/>
              </a:ext>
            </a:extLst>
          </p:cNvPr>
          <p:cNvSpPr txBox="1"/>
          <p:nvPr/>
        </p:nvSpPr>
        <p:spPr>
          <a:xfrm>
            <a:off x="6152446" y="5002084"/>
            <a:ext cx="570089" cy="230832"/>
          </a:xfrm>
          <a:prstGeom prst="rect">
            <a:avLst/>
          </a:prstGeom>
          <a:solidFill>
            <a:srgbClr val="00FFFF">
              <a:alpha val="3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F733608-415F-DB27-2620-7DE3989EA8AD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975B08A-AB2C-53C3-5F79-F9D0AB67A7AB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F56329A-5AC0-315A-9D49-FC0E44D90571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48EA00B-6D58-FE78-A842-12D3BCF83385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38D38F4-BFA3-5306-2CFB-9F4140DC2DD6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4C9B93E-45A3-D4B1-DA68-82FA743F400C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C54672E-5EE8-D5DA-78DE-CB506334661E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0D156AE-6131-A536-6EBA-35D166E308D6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B9CE03-E878-D9F9-1984-9D808DAB7722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C876F0-F207-4B76-B565-852973196309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BA311F-6906-2751-D793-6DB5E85D9EA9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85A3EB-AE49-4FF7-F352-537E61D76A4A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FB261AE-D28A-E05D-391B-31593A112EF5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596E6DF-CB70-DCE8-61DB-628419BE2481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1C8DDF9-CF64-D3CF-DAAD-56995FE096DC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34E003-DD5F-926C-8415-A46BCE8EE1CB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FC9ED5-3EF1-0C11-E1CC-4C99F28BCF64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31AE313-9463-989E-EEEA-9E0A2BFCF9E7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083AFE5-D14C-7036-B5F8-39A51706A7BA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E78699D-858D-750D-3DE2-3A87F173E872}"/>
              </a:ext>
            </a:extLst>
          </p:cNvPr>
          <p:cNvSpPr txBox="1"/>
          <p:nvPr/>
        </p:nvSpPr>
        <p:spPr>
          <a:xfrm>
            <a:off x="4645378" y="4290006"/>
            <a:ext cx="570089" cy="230832"/>
          </a:xfrm>
          <a:prstGeom prst="rect">
            <a:avLst/>
          </a:prstGeom>
          <a:solidFill>
            <a:srgbClr val="00FFFF">
              <a:alpha val="3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A256787-7E9A-9CFC-9D85-3D6F85A54C39}"/>
              </a:ext>
            </a:extLst>
          </p:cNvPr>
          <p:cNvSpPr txBox="1"/>
          <p:nvPr/>
        </p:nvSpPr>
        <p:spPr>
          <a:xfrm>
            <a:off x="5147734" y="5044956"/>
            <a:ext cx="570089" cy="230832"/>
          </a:xfrm>
          <a:prstGeom prst="rect">
            <a:avLst/>
          </a:prstGeom>
          <a:solidFill>
            <a:srgbClr val="00FFFF">
              <a:alpha val="3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890F6A9-9E37-6A25-5162-91B8A3E0CADC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0A8033D-C4B3-3B3F-0737-9E734270205A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3AAF92B-F4E8-29E6-CF8F-5A74E27F85C2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3C41DA8-6994-48DD-543C-F794F7DA3A25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AF10FDD-EF98-9D20-5490-32510CED8586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8DBDB99-7BAC-16D0-799A-059522DE2658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72E1B0A-020E-269A-8669-CC8AA1932EB5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2D16DAE-87CB-57A4-E76A-E4FF1F3B524B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5275B37-3389-4362-A2DF-4BCC7B836A57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99FA1EA-3E4B-95F0-61F1-81358141AEA6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9D8D451-5594-182E-5B2F-B11D4259F025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C23BC17-B225-1934-03FD-6B59DF01F325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4C10F8C-E968-AB37-1F90-9037E05CFC71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6259746-F910-4CD1-A63F-7C5BBF372EA2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solidFill>
            <a:srgbClr val="00FFFF">
              <a:alpha val="3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8B9F256-E546-88AB-AEAF-E839CF397806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solidFill>
            <a:srgbClr val="00FFFF">
              <a:alpha val="3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CB8F2ED-1802-93CF-AC18-C77BA3AAFCBE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solidFill>
            <a:srgbClr val="00FFFF">
              <a:alpha val="3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72B33EC-7564-474F-9FE1-0159EC01EB2A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solidFill>
            <a:srgbClr val="00FFFF">
              <a:alpha val="3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0D273F6-4AAB-0597-2DC2-AAACEEE74A85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solidFill>
            <a:srgbClr val="00FFFF">
              <a:alpha val="3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A416735-6613-11F2-4110-A1A2EFD20A8E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2386FE3-5BCD-7AEA-6A45-DF73DD131F78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DA78034-E4B7-68CE-9695-C57F05C56EDB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solidFill>
            <a:srgbClr val="00FFFF">
              <a:alpha val="3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4FB0BA1-39F9-3C77-DC0E-4A620DF56679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910A3F7-6E01-29BD-3D69-CDA67D7EC3C2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CACE5F9-7BED-191F-1011-B07160D72131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D843A4E-8DD6-448F-92FC-1167133A8E25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679C439-936D-0EC3-81BC-9F9C725602E7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38C2297-AB49-2F9F-EB6C-2A7543A5411C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854F73C-20B1-D6BA-2CFB-887B29F0B7C9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81E05E-81D8-31DE-8A43-847AC56BCAF9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28133F4-93A9-26DF-D5C7-C644BB600790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EA1F7F2-8E89-861F-8441-E3F49F7B55C4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252F904-8C42-6991-7870-5041E18DD7BD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B9DC69C-130C-04B3-B077-14581C9D852D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C6C14C7-6D99-0F01-B31B-0FB16BBBE0D6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F027463-5589-BCA7-03D7-B2D7A5FEECEB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2FBADF9-0EF5-3B4B-3A81-12A66938298F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76C1DE8-BCF9-2874-03CB-573690DCAE51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52C771B-9047-0263-29EA-6F6FF4884CC6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321738C-7164-E562-ABE3-FFBE91DB4488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7338DC7-981F-45F7-5DB0-A61C9C47E8F5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C54C9D5-DD2B-AE68-27F8-34073FA37C1D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918DA98-5618-7A28-E0C1-C6F46C8CF8C1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B9A0126-913D-097E-E60C-5D8E91920EFD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3C44C72-354B-D365-2B98-099524B1C6BD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62F7FFE-FA12-8899-875F-44D0F19C851F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7B319A1-9D3E-A697-7273-9E48CB47F963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3459</a:t>
            </a:r>
          </a:p>
        </p:txBody>
      </p:sp>
    </p:spTree>
    <p:extLst>
      <p:ext uri="{BB962C8B-B14F-4D97-AF65-F5344CB8AC3E}">
        <p14:creationId xmlns:p14="http://schemas.microsoft.com/office/powerpoint/2010/main" val="22658062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12740-1259-F71E-5E24-88E3EA3C6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FBA3E58-C1F1-D2EF-1C7B-0AD2C23BF21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Column 3, there must be either a 4 or a 9 on the arrow.  Together with the 49 cell, no other 4’s or 9’s can appear in the column.  So, only the RIGHT branch of the blue cells is possible.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A82113F-94B4-5B49-1CAC-DEB2E7B9C2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BF7B976-77B1-FF35-88FB-FE769B4993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3742036-9203-4876-CF74-46C3CC6B5D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89D9EE3-1A4A-5F19-0C7F-673751B532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94F0AC5-F332-62D3-1DDF-65F81A388685}"/>
              </a:ext>
            </a:extLst>
          </p:cNvPr>
          <p:cNvSpPr txBox="1"/>
          <p:nvPr/>
        </p:nvSpPr>
        <p:spPr>
          <a:xfrm>
            <a:off x="7157158" y="227744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B342D5-452C-20EC-7477-2F04CD3DCF1F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5724711-DFF8-37C0-930D-745A02A54BF3}"/>
              </a:ext>
            </a:extLst>
          </p:cNvPr>
          <p:cNvSpPr txBox="1"/>
          <p:nvPr/>
        </p:nvSpPr>
        <p:spPr>
          <a:xfrm>
            <a:off x="6152446" y="43043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7CA9684-843F-2F90-43D1-2219C3F0422A}"/>
              </a:ext>
            </a:extLst>
          </p:cNvPr>
          <p:cNvSpPr txBox="1"/>
          <p:nvPr/>
        </p:nvSpPr>
        <p:spPr>
          <a:xfrm>
            <a:off x="6654802" y="43043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692117F-1451-69E7-FF73-13D5D2658288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A9A96AF-EFF9-64D3-37FB-1D1DD12E8DEB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8608CDA-DE13-3F78-93C6-38108201214D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5B65DBB-A9C1-4116-0F12-83810DF420AE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94D0336-BC6A-9352-307E-9BB5E2C8BF52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EA44084-4341-DA34-CED0-9FD60DDF5663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D157FFF-AF7E-1D02-38E8-DB3A5B63C241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3238DFC-89F7-EC08-34F3-BC1395A3E6DD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AF6125-9D26-55EC-C8BA-2A2FAA8642C4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57F3DAA-C216-7A58-C775-A0A7DE286D35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AE8260-BAB9-A7F9-5A5B-539415D74AB2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7661DF-A869-5F9F-5258-4915D224EE3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CD6CCCE-32F3-863E-1106-1B8DBA44D51F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694AC48-213E-27F1-1364-6ED920CA84DA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9EC3D37-C18D-D970-E65D-313A0DFB19E6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D7FA2D-C7DC-0D81-3024-D24011BA39E3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1E57E4-B703-97A3-927A-2745BB57F26F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AE7A74D-33F7-A41F-B038-38DF890EC981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CC61372-0812-DBDE-8BC5-642C69875E19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218F174-601A-AEA7-EDE8-804B9AEE1419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0A9F8B9-0346-67D2-0C6E-26866CA83609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B6232B6-113F-F7D6-BB87-47424132C83F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26968F0-C6EB-13DC-8707-9F323D684162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11205CB-9C57-E54B-476F-41D55A9B6B7F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2966132-AF7C-83D2-8548-F6633D90A6C3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362A94A-418D-4BFF-3089-2684F09CE776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81BBFE8-0BE0-63F1-4BAD-3A1B2C4273E0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1C7612C-C55B-8CA3-98CA-735450ABA2BB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643A84D-9EB9-C3C3-F918-4A4B517DC56A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8B8D294-B1B5-9AF0-A691-29B1A3433368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C2A203-01E1-B9C4-5294-2497812F1E27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0474E75-0151-9AE3-FCC2-7690EB07C318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A87C996-F85E-740F-870F-87C65E148CE2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BC332D5-D355-5434-3575-3684D64FE65D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CB08D9D-20AB-5D3C-C5F1-01827C2ABAE5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1EC5EDB-3A44-F637-373D-263F088D9A4A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571A820-DFD2-796E-8794-6A7D70F2C558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777304C-21D0-D77E-AE85-7E14FDBEB9F1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5AA710B-637C-9367-C3BE-A8B98D1CE8D0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A567B12-AB0F-1970-CFC0-9BF0A286F3DF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16C974D-66BA-7D49-048C-684DF2D02153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FA2D4F-89AC-F998-37C7-56926806CC92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ACE8571-3432-D78F-648E-0FEFEBBEEAA0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F6A8B87-3DB4-94D3-E0BB-6BC55C1B929E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9A0C24A-65EA-11C7-1286-E69233C1F4C6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BE18837-6DB3-895C-84DA-7322C17A9382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E9B597E-2DE6-1146-B03D-754DE56D8F4D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E338E33-559E-46FA-EE3A-8AA4453CA791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832D227-F723-36CD-1AC7-00DFB79010DA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EB454FF-F6F0-76B3-89F6-0BC1274DBF6E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0FA182E-316B-2188-CF78-10F4AA2B99C0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E0BD2E0-1D40-6F54-7D1E-5E85AC4AA0E0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09D63A3-3739-932B-5677-8E12051BFD36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0982834-CD23-2B20-2B61-5FB3332A01F6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17F5485-2B9F-E290-F022-683378876D9B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06AFDB0-1BA6-4314-7C88-A28008641AFC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C8C70A7-E133-A0E8-05C2-7B56FEBDEA10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253C5B3-B2A9-FBE3-8F58-D603D7D491AF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F1B69A8-FA8B-ADB3-8EB3-11F58FB905BF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640D502-1042-A183-EFF7-BA97765A7DE3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68C7373-3FBE-49F4-30EC-55956E51EE06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F280C5B-1CDE-D2CC-A136-D0462FDFA5F8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CBE7DA7-D771-9793-A3B4-0CB22153EC0F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359DEA1-104E-24E0-23E4-32BC7DF0AF72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89B8DD7-8F3C-433B-043F-263865E1A6C9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D97CBE1-87D3-BE39-7848-649483A8CFC8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9D0A8F6-CF63-22B2-8157-65E865556667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D6D4FA6-1695-B59E-A166-8AFB2E45DD37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692024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9E1D6-5F87-CD24-4E8B-44545F43F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E3197CB-71C8-3010-AA1D-C3848C24F71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FB33030-0A84-2F04-139A-FAB54BBF53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CED52D7-6CD8-DA90-AF56-F217DF650F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230EDDB-10F9-6BDF-0616-EEC12BFF47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0E5BD1D-C670-9B42-DF4E-C1E10A39C8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68952F2-1BD6-1A5C-5F62-4FE0CEB3FB83}"/>
              </a:ext>
            </a:extLst>
          </p:cNvPr>
          <p:cNvSpPr txBox="1"/>
          <p:nvPr/>
        </p:nvSpPr>
        <p:spPr>
          <a:xfrm>
            <a:off x="7157158" y="227744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E14ADA-A306-8618-D16F-2FFB3618885B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7EA447D-212F-9481-A5B9-6FBCBA816F81}"/>
              </a:ext>
            </a:extLst>
          </p:cNvPr>
          <p:cNvSpPr txBox="1"/>
          <p:nvPr/>
        </p:nvSpPr>
        <p:spPr>
          <a:xfrm>
            <a:off x="6152446" y="43043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2871F36-BD0D-BA37-5746-578DE33C8ABD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41C2FDC-F98F-0AC7-D764-2A4F4FD2E4F1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25D71E0-0CC1-FD80-0EF3-D359AFC9DE0D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C01CA14-A805-CAEA-5743-3537641D94D9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BFCC8DA-F067-643F-B00C-719D4E0D4714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2DB22A9-B39A-5206-46A7-05AB83795C66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7DD4783-CD12-A770-1CF7-A827795E7AA0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89901CC-278B-5AB4-AC2E-59F08093551B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662992-FF57-84FA-8857-875BCA1185CC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D4A5D74-7FC9-2BDF-22AF-24369E1D1EE4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DC6D72-9C01-5B7E-F23E-A0F8531CCF1A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A2A042-07E2-EE70-A421-7EC7EBAA346C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CE70D74-78F4-183A-B48A-769BE314C8BE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578328B-5457-4340-8DD9-E8B5784C45DB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071401B-C7D8-8069-F860-C3F0807F09EA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DC9B50-E456-3A55-4E6F-241C7B06A171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F5D4B1-D28A-9943-3B7F-13E8B09E5D40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356066D-41F1-2DDF-4888-3C73EC4E346E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E4636DC-FF48-A111-B248-868A6173F1CE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C01EB49-E7A6-4690-3EB8-4E31A4C899B7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1AFE2F-53DA-1675-36B5-CB86EB12AB54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0B2B977-F12D-16E6-3217-BC32F562FFA9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191E696-9ABC-15B7-099A-F2435011146F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4BB56EA-A3DE-979E-27FF-92CE51E57BCF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027B7CC-2C7C-3D32-22E9-11A4E584D880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EBC800F-73EC-3BCE-B2D1-4D5CFABA9298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BAC927F-8D26-5C12-04D0-AC05B066B1F3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0FF338A-F7B0-AC2B-FFA6-FE25E104FA46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DB32BEB-68F0-DB1B-E383-5A71615FA26D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DC20386-CC04-F5E3-7AC1-4F80086A31AE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957452-B6C6-81E9-C916-589EFFC902AD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76339F-53DF-BA76-BA3D-433704410B1C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8ED4F43-7282-BCA8-2DDF-4CB17AD20DD3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593E56B-1550-A83F-7B22-419EA0208E4B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8D432C0-6AD0-E246-BE7A-56B73815BDE6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9036633-5692-C5AD-EE8F-F2AA1E3AACCE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CB2B491-DBD5-0752-E4C0-9807171D4110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9939C4E-308F-CD48-FC24-19E2ACECB1B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3208A70-CEF8-5085-248A-1729E4EEA1C1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7BE6F08-4E7D-AF56-7356-8940FC03FEC6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EEA5C50-FDCF-C06B-9189-628F3709594B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6093C1-D721-8AB8-9BEB-4CD510592326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FB9D967-F914-F086-4350-8F4CA8E0A55F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581AAA1-2D7F-227D-F681-C3594821A4C1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0F0B142-8D8B-9FCA-978E-825E840DAAE3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793D513-7A3F-DC8B-04B3-23AFA32ACBB9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C6A79E9-3BBB-EA5A-CF1A-09C7D9B39B39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D40292F-0B0A-19BD-0D5E-49C9A680A298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67C3E26-4563-7F76-1242-D7FD826B3D7B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9164320-5CB3-BAAB-8C75-5B7FFFF6F432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83AF530-C85D-53C0-6EF5-CD6EF29F644C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35F60B9-13D1-458A-303E-8651102C4796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E74195E-6E76-C46D-F676-FE3F9A79F012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DB3ED10-15A5-431C-C42C-0A6719325C3A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DE3D710-0D5D-55CC-46E6-9937CB244126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35C4E32-4EAF-104A-5674-A93DA8A8D8AD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7CCA08F-E9FB-D362-B4C9-1CBB1685B3A3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B92E068-1B5D-03F8-217E-64446F3D4B66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5F219C6-AE6D-8A2B-3814-E0644F5115B8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23696AF-3818-70BD-AFF8-8122C5B9C297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76E8E3C-BEC5-9A93-485B-540EA5321E78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ACB35D0-6B02-DD7D-80F5-B2F5A34B6261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0252456-BB62-430C-DEBB-7A5B457F1893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81AF0B2-A411-BB33-7A1C-01251029D637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E73DB8F-F9EC-EC16-CF2A-B7B6FE1D088C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2C83099-F563-DAB3-E1A5-512A3DC3FD92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30BE149-98DF-2701-588A-BFAB34B04E7D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6D6C0F7-19EC-D420-7DB3-439F182FE82A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83A72CC-0560-AB3A-0236-1EB7A29C57D2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170835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9BCF6-5DFD-6DFD-D6B9-74BB3C587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B016340-1BCE-B49E-E8E0-6E4CB069443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5290241-7CDB-5DD8-EDDA-AFA054B324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127D4F2-7934-3091-F902-0F63909DC4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4D7F4DE-2E79-DE6C-F104-3C68DBB6D3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ADD7914-7810-8ACD-0FCD-01498CFB75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447DD90-E275-0D7B-63C2-AD1C051F51A8}"/>
              </a:ext>
            </a:extLst>
          </p:cNvPr>
          <p:cNvSpPr txBox="1"/>
          <p:nvPr/>
        </p:nvSpPr>
        <p:spPr>
          <a:xfrm>
            <a:off x="7157158" y="227744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632E69-3E92-F74A-66F3-634027FE6265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FC24599-3CEB-C254-C56A-09F2110545DC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0A93388-F3A4-9333-2107-E78A167E0B14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880D8A8-078D-011A-6813-D07838F3DDFD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FAD2962-0D6E-75F2-22DE-459924336543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CA5677A-DAF9-831D-9E50-4C1D9799A558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9851F49-592F-0FD7-D990-5DBEED9C0407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CB87EB9-D42F-5309-E04D-49D29252BF87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A4C732B-3C70-3205-CA7C-A42C2B71A677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788494-904D-A740-9200-3164B0546A3E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FDEEA2-B2B3-D5F3-F2C9-F8D248A6FFB2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89A6D6-19B2-E66E-0B9C-AD18B792E5EA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EDACE5-1A99-FF05-A8CF-408EB0967115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BDF8CD-ED10-6B83-A9AE-05D0A9EE95DF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FBFE971-84DD-BB94-F95D-33F5099BDBC5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62C0E66-AD33-6CA0-EE29-DE611BB0F66C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67B4F7-2F1D-6443-E80A-53FA45E40BC7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475479-58C1-32DA-A273-6D39F9B4D1C8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0513156-780B-0DB2-BEC2-B78B38382DD8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505DFF0-1E34-92D6-9228-4B37587AB360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E406EC5-CE19-FDFB-17E2-1AFAE4882EE0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B3BF42A-4AA5-1334-F5A7-E8510460A35D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ECCC721-25D1-3036-13EF-2D54432258D3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1CEFD57-4782-09AD-5BE6-099117E18318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7BEFEE6-5958-58EC-FA60-2592A02184C4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2F5CDDD-0F19-9470-70BD-15D4BB40D01A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95D34F8-956D-0937-51BA-24C83017BAE8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6C57D08-632C-009A-B172-AC06F6E80C53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68FB939-5BD2-7DA5-01EB-D2DC53669317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59EE4DA-5272-9058-2BC7-0936B4016983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F5F7CA4-90F9-88F3-C112-DCB7770AC977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641E940-7B57-35B3-1F03-B13304206598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93B7676-35D4-ACBB-07BA-B95BF5D5A2A2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0790813-8A6F-113D-ABF9-62A627C5F827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3D597AE-6E5B-76BC-4F78-741DA5BE9BEE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CF2CE94-6842-DE03-F8D8-32D1A0277A85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CE4AA1D-BF2C-B68F-D010-E372E7471F21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93FEF97-E11C-1940-6D28-0C7C51AEA67A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4241427-D479-3F1B-D58F-DC68ECA7299F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FFA75DB-D86C-9E27-CC32-DBEA8952C78E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A23618-37D5-F584-AB51-B54A69E28FED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35D9C2A-B477-FEA5-33A0-680C904F4ADC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C87BE88-A3C7-1A22-BBF4-EB8EAAC320D1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ACFC84F-B32C-2AED-3B76-11478015DAC9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0133239-DE23-13BE-A2E8-5A1EDA54CA51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26BC64E-BFB4-16FB-4B7D-0BE6DDCC755E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411F8DC-948E-907E-1E45-A9175C57F91D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961105F-1DAC-CD5D-04DC-5D332CA919D5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408100D-CD10-EF9E-D270-2FB76407B543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04B3450-7E38-EE73-E80F-83BC57B34B66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62380A9-181E-6097-95AE-6A4DC2293901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DC3AD6D-6747-02CD-6421-B4181DA997AE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5E80C0B-7A73-6C8F-3D2E-77DA865FCDD0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A74B29E-B2CA-6A57-9886-A095952C1617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93CAAD3-C043-7563-0FFB-C43ECD019C02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76AE594-6B9B-BFFE-CB6D-FF1F7E66A4F3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F6E4C7B-3B09-D6BF-F38E-64997D891456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BE6D77A-7C79-8D33-0D1C-0E5C64B240AA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CEF02B5-19C8-D64B-B296-813A98920733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A136639-C51D-D298-4374-4D30F822EC09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75F7DDF-10D8-1A57-1A02-494EA698C64B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1E42F35C-FC94-2BFD-BD73-2E2C2BFEE6D4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BC5FC64-0F04-A449-7506-58A51CE0EE56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DCA9B83-161F-FD58-848F-4C4A63A41DB0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32C8C96-C9BD-F9EC-4CB1-676CF95D9BD2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241C24F-D06A-6DB4-84C1-306E638BD1B4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A99FDDF-B2E1-C895-2405-1D237D860DED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98D65FE-9EEF-4A24-8F4C-683AD05CB4D4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7FFDD91-6E3C-E4EE-97D3-BC52B9CE12B8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0299F6E-1B1F-3AE6-C651-EDA1678A560D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870A358-1C99-F02E-9BBF-3C9A8690574E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8943497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AC00B-C941-081B-47D2-B06C35B54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9786C3D-B1EE-BB9A-68B1-D03F39353D3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D7A0FFA-6C05-E216-2E72-B44D0C8592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8446CC6-09CE-B3AC-77DB-1AA3E16B25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CFE5818-F672-26B9-474F-103B3416FC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DFFA163-4E97-8108-62CB-8D32ED6BF6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FD952EAC-FD1D-A749-1ACD-FEC9C4C7C327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07E7A55-42A4-DA22-F8DB-BF073D7DB009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7BAFDB9-A8EF-82B3-5D7D-2A81FD18F280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60D52E8-0260-E46A-D37B-C58FA6268F9C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368A233-FA4E-A695-6A9C-CD2C20C7B8D8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72A1DF4-403E-CFB4-8852-C00F1149FAC4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2A309E5-ADAD-F711-4D12-B9140042299D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2F32870-5686-7CCA-2D34-AFA859BE1CDF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FAD391-B966-01F8-EE8F-B2F0C9C919AA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468F64-1573-AB9E-FE90-3D041B8BFAD6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608AD9-5E2D-2749-BDE1-24B8A8947786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CBE3CD-3D17-7B49-FDEB-B47F4A915550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CB70979-0D92-9CAF-EBA5-400825440DE1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3A0C6E3-18BF-8A6A-F521-603C0D0B480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BEF3B7E-9BEE-0520-0D2E-CDF0E01043C1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266F9E-6F3D-19C7-F2ED-11C0DCF75F21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6B8B2B-32CA-909F-3820-79AC246ED0C7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A1E662A-C5D4-FBF5-B624-390E1A55BD9B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8E1C664-A8E1-F255-8676-76C191DBD784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B1436A0-2BAE-EE82-DC14-39453B8C89C9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CC4A74A-CAEB-F134-86E4-951FE71D298A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959F8DB-0E2C-75CE-F9D8-EDE4F2475840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08C5066-DF26-6AE4-B03D-6D6A831E9879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262E658-1989-C7A4-6E7C-95F928E69387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3F3E18A-5BAD-01A6-3CA8-1CE85CEDD6AE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D0D2409-2658-3B19-3924-7834E7BA95A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2217267-4EC7-8AB8-0C7F-4294F4C91E0A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17548A6-579A-54B1-E74A-095A72761BB2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FC2FDF6-9D39-C29D-40DE-02C276FD32BA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A4F9D6D-BBDA-EC85-E867-2BEE4D1478A9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0FDF7CA-A1CF-BBF7-587D-D43063CA4EED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187F8FB-72DC-3D3D-00FE-7B7AD279EB69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A51AEF8-8300-2383-7468-B5BE4F24B89D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10369B3-F888-71C3-D971-2A8C5CDBD071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A68E6BA-1ED3-6505-9645-669DE5B501A0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8121E1D-AE0A-6616-54CB-B0BE4B89BD3B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02FC3C3-1EBD-F863-12DB-135BEEA2D96B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52F6EC-12B5-5C75-CE16-F6CE054DAFA2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925132-0874-BDF8-15DD-C2AA642C2093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9D3FF8E-8D4C-410C-450F-94543631D344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D20F95B-D880-5C56-81D6-C559D2504B4C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995E462-A0F2-B09D-0B5D-EA3199AE42E4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4A3F1C0-8F15-E4B1-9D72-605D38504142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E31CEB3-D0D9-FA95-407E-24145A915BD0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ADD4A16-DC74-C112-E805-63F9DB4CB9B2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E875AFD-4030-F38B-4BDB-C2DFDE2C96E6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0500DBB-35D9-A639-8E9B-BAC3609B6E62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B26B62A-1E93-095E-297C-008E88A4A200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36B0F55-3AEE-1817-7988-5E20AB8C6899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09634D2-D9E3-8A54-4288-AFA1B153611C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A293436-A8C4-F0F4-373D-BD5B7577123F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9E16F49-B354-CBC3-08B4-CD515BE60FCC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13B8137-ACFC-ED47-3E07-869AB2217FF9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33965D2-5940-9D4D-239B-96915ECB8816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7BE1A07-7EDC-F3F8-B571-FE3330F85A5A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2EA7509-A4F5-829C-ED1E-2C934468CAA5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F29BF76-96E5-9D64-D33D-535E4F821514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6290682-8390-E60B-901E-44378248D73E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3C10B00-CEB7-D2D2-6381-2312B75EE943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630781C-162E-3835-F370-9BEACF93B69D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B1B0414-7312-4933-1959-9B559BEE8928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77ECC1E-3051-E2C4-2ABA-EA759EBDE2F2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C815B24-DFCD-59C3-FC74-CDFBF5E64ADD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9D6AA9F-691F-13D1-778A-0FC57D3130B1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70151CE-304F-6CE7-528C-956685A873F3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47AA5E8-013F-8DD8-1B15-CE7C0056713E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B5E5F60-EB83-37FD-D829-337E2EE8DD4A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EEF48CF-7E99-45D6-4B72-474A9BF5F5FA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5F9BF24-97A3-A2AA-A2E9-1FB71E5E0226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74C4E21-0B7C-C998-8FEC-7B1C0F397C7A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F89B2A4-B077-E2B4-CCDC-FF10982D917B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32D284E-FC24-09C4-BE42-2BC7618E5F6D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30099655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2F5EE-4807-1516-7BE7-09BAF1343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94049E0-7A1A-8956-0729-8275C2CDA4D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CFDCF6B-AF4B-C615-C50C-F2E7C34648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8F75DE8-3113-A757-B9E2-EB398EFA7A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E95B1B1-DBE9-1E38-EBDC-472946D45F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B1E75AE-ABC2-FB47-BEF7-E7081CE8A7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635D5F93-C097-17BF-314A-769148569DB6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4E226B2-E834-9BC5-78F2-15FDDF669444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57B53AF-850C-8F84-EFE7-4C1FB682C294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4E085F6-2896-B3CD-A033-727C21B1167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55DB61F-FF44-0E39-6015-835AF4112D10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8151E10-76A1-DD9C-6554-9AF586D8F73C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76C19A7-BC68-14B1-E187-5E4FE330435D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106ED81-B8BA-CAAB-804B-FC5CB6356D42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799E14-3CC5-E62F-2705-A05967FF9757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3D46F2-B789-EC46-1FA4-F172510EE4CC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614F60-40DB-BA53-07FC-7D727071E3CF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81F195-B1F9-E74C-5099-9F899236E9C1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5B43AF5-D8E6-1A94-4416-F8418BA8FB17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EEEE18C-685B-7C0B-1BAA-AC5F53A014DF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C758DDC-9A4B-07F2-6637-E4F802356767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6019EB-D7A0-F1AB-69DA-CE89253B67A5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933A17-A51A-B862-E445-54556DFA49A8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5D5A3D4-D8A7-D013-3B1A-C76CFA08E8A6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E6F4CCE-1112-8EFF-70BB-372D2CCE7B19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390D935-01A2-9418-5B13-D3876BA3EB1C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02E0526-3EA2-916C-D605-65ACFC6F8F42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8125225-FAC1-1449-2797-49B622C4F284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ECBC63F-AC68-94F2-A632-DBADF2CE8F0C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AC8F3B5-6E6C-997B-BE57-274D08368720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3C7B11C-372C-64E6-20E2-241F56A5B4C6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DDC531E-6AB7-8B59-1DCA-43F020A95C5D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833328E-604F-4538-336F-676772C57FCA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9BE72EE-46EA-41F2-158F-48C7926776BD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214E3F8-754E-FD61-E9ED-C777549FF4A6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738B8D7-98FF-EE74-ECF8-128569BB5193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E34755E-0E84-EAE7-E8BA-572AB4406FDB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F9C872D-8D2A-2284-348E-D6A9588C4D5C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DB8C54A-B43A-4854-7B3F-C05424441A8E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5123B2F-BC60-AAD2-231C-B8EDDE3C29FA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9961478-C50C-F67B-D450-0C692895E2DC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D724158-955A-5BE6-0827-EF7BDC71FC31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BC9195E-9AE1-A726-F149-EE086ACEE3A2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0F8C3A-7A50-9044-5651-6EDE3AF1BF57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B5C210D-296B-7027-6602-5F85ECFEBFA1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65C59B6-586B-3CA3-1E2B-845B77BE2744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25CB91B-FC07-90BD-403B-A9528970370A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85F16CB-B14B-FA00-463C-A15A61FCF9A8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24DEAC2-1D11-52F3-3FF7-540C1CF636B3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6C2458B-4940-C0B5-5450-51307F00CB64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FE37CDC-EDEB-2B6F-CB09-56FC5AD27AC1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D8F70AE-0C3A-EAA5-A50F-34E0DF790F4D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2A6B730-C8C3-34E0-C325-F26BBE4D61F5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9A8305D-BEEF-B28E-8793-06761D55229B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3422291-B954-F275-0713-0A21FF83321F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1C35484-8F4E-8427-4703-4BD0D40B883B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8BA3A8A-9A74-4117-BB6B-C8E488D5E0F4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49876C6-4FD0-113F-E3E4-ED6D10E3D0C4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164AA3F-D140-A09E-F861-7D5D5922555D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A5A0BEC-1B15-DBE3-E124-128A00143953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5B32052-D3C0-C772-BBE7-8F1348F02BE2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C84AF44-CFFC-3B86-5AED-240A148B4124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C842241-49A9-D064-71D1-B8B7845F2C0D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92538FD-1D8B-9BBC-CBE3-84863267CC1D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DD92846-6FC1-5542-1D12-B826475603FB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4D73122-DA8D-24C4-A0C0-F6630F2358FA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1B88F01-790A-92AF-034B-BB232708F70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0B1677E-6DD2-F470-E0F6-2A147BE9E1CF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190A430-EC93-FADD-E5E6-C7F98EDE01B7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F58E935-BCFC-8EAD-E82F-A5D43327C907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DB9472-CB15-C2DA-5755-FE29F307674E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D636E2-16B2-471E-767C-3277B12C8DB7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85D26F2-BD0B-4A4D-A366-B4F699277DAF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4096199-E048-9679-6250-8BD657B1EFED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0B306C9-0117-54EE-773A-657546684244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CDC3A0D-CB26-C5DF-BE0D-695398F02CED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9A762E6-A71C-AA97-5315-11F16285AC8B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5E4EF2F-DA3E-6261-F38E-8AEC87DAEAE9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35251840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24DA5-5DEF-DDEF-1708-8E82ACB0F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22112E6-24BB-1E55-238C-6491D0B24D9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46A2BA1-6F99-B690-899D-DB862CE01A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2B2B8D1-9888-0912-9AA6-69141DF9CD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F9FC42E-0C3D-5DB6-F650-45564BF2D0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2C901CB-82C1-5DD1-7BF0-28388AE45E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12C5FA42-0486-6131-268E-78173207F661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E13FF20-977B-8891-098E-74DC9087102D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66AC257-F45D-89BF-37E6-F8E47D9B60F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4F5742E-DE80-EE39-41A4-43A6ECD8E81A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0464B4F-38EF-3D85-5B45-7A7C16233AB9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A5D70BF-ECDF-4AA5-9069-C8DD1366A76C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2C30BCC-7E06-E44E-8D54-2C3752BF52B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551A1A7-DF48-7E46-A69D-F879CC418F97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07DDE5-B64E-FC9B-A1AC-C6CFAA8AD56C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EB54D83-C556-4C26-A315-2C471A688882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E010477-812E-2034-79FE-F3E9AE831FF5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5835D5-7673-D17B-1F84-09A693B2D28D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B90C0C-24CC-208B-C786-5449D303F154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F38532-56CC-7898-191E-1D2DEEA0404E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275EAE8-23FB-FDF5-C2C9-0AC95D25E512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B4F579-FE45-057C-20A1-527A97B4ACCA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671247-AD14-F60D-C2AC-F8B18BED9DDD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C873099-A252-995C-BFAD-CC0567341F85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3B72A51-62D1-B9DC-4608-82CF4997F879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005A807-BDA8-E79B-8F6B-8CE0C31570FE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912A7E1-09DA-6477-83C3-3790C515317A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4CD39C9-1CE4-D5F9-5BAE-DD34B3C586F5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66C8904-A410-9E07-8635-938E3DCAFF9A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8E165EA-9E50-4E6D-B699-51E105AD7D88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761FF28-8237-CB9C-CB98-D1466BFA0B9C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052DB7B-B7B6-B96B-D856-3571F4B41AC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C66C1D-3B8C-16D3-FA33-61A5577845E3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BBA770B-89B9-F5C9-D7C3-AE3439582DB0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3470C6-F18B-3684-C042-A571B6ABD261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0A52775-E830-C15D-E9B2-5EA9771BECB8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F5525DF-2F20-7FB0-58A8-69A83EE5EB6D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2A5F4E7-3550-AB08-E8BB-75979E18F0B3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1F34D9B-9EAA-EC5C-6386-C8DAB1F2B5DE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BD9D4D5-7FDB-D222-E304-AFA77345C75F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B832452-386A-93A3-8FA0-559DE7298D95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7BA0A9C-C20D-DEF7-6428-2D3FAFA4DAC7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4891E62-38A1-A61E-2955-D39FF9182256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568512D-5B4E-84C8-C5E3-13ECF81F2887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8F5D8E8-03FF-861D-50CD-44AC61193ED2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12B3A44-FDA6-AF0E-D99F-67F0C16782A5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157B222-E2E0-916D-A1D0-FE8083736E84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4D5C040-6FE1-C285-F111-946270AE7BF0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2FBEF7F-66C1-10A9-DFE0-8BC6C511E7D2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200335D-8736-A7DE-056F-C66224FF8FD6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61C0790-464C-9324-077A-C8BA3AFA763A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5754647-0781-4470-C78C-A9DC9D463153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DF88629-726B-0E86-599A-4956112451E2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A83C1D5-1C7B-FE76-F146-F0EFEACF39B6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9884803-A6EB-F00A-A080-5151020A825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A16C644-5C06-BF89-F51F-860B315F5B0A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648BCEB-C505-DB7B-5369-21A2D81CE933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4CDA8DF-9136-3482-96FF-C3FF367E1629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CAB242F-4667-9ED4-E329-FE6AE3BD1066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713E263-4C29-E624-51E7-83FEA965EF14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0737BCE-4A60-DF6A-C8C3-2E506E1F502D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6CB034C-6BC6-2A0B-E51B-FECDBD35A5C6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D290E2C-6EC1-FEFF-08F8-12B99C74BA52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5895F5C-FEA0-C0A2-9D8E-B3B5ED207C31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9D9BDE-0D49-8489-9E37-938352A2B261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65C9B2-FA88-849D-D9B7-77B916E10ED8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BB2C621-4704-D6DB-85D5-7FB6D3A7020C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49331BD-B3EC-9D38-2DF8-66E754752F6E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9755D8A-78A4-7EF6-9910-54A025F83010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A9D8549-B202-5356-80F5-CC8F61CB11B1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FD6FBA6-8508-408D-3964-7CA84BFC6841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C2E4C0D-A410-15B8-4566-48009C37636C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5BA3F3F-64F8-5BA7-5B62-F9883126DF5E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BF2225F-E327-02D3-9252-472E668AB163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C610145F-DB6B-CC70-B892-35B6A10B20DA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48398EC-E702-8EFA-9FA6-69F54339BA4A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8ECF2DE-2D00-AA74-DBB1-B7DB47EF0E6D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BC7DCE3-8C24-2936-88DE-C19ED1183C6E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79465008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E07B3-DD22-2D7C-0231-2D653CA04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C28B940-1806-19F4-9801-BC89D1ACE39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27AF3FE-F773-9C27-8135-98EDFA4FFE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DF170DB-6220-5D4F-1A60-68EE4193E1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00C0651-6585-B247-4B0D-A9855211FB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1C24AAA-34D4-B180-C64A-D5116C3226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A9A1E9F7-43AB-8B94-86B3-0F66D42DA125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6B693DE-21B3-C99E-EF99-CF302AE93707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1EDE89A-E968-A653-CB29-9CE01B2DA11E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37050D8-26DE-0613-D974-223815E8D179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264B14D-48B7-F94B-8A84-2541FCD88295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197C7A9-407E-D5B6-1E70-F28FC7E67DFF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FB29B86-DC6E-F8A8-FA4A-A38258DF7EAC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471BA92-600F-729B-A6A9-46959717A80F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68A6DF-923F-84A4-C1E1-B5B7676A5E03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52C9630-D0A1-7C15-898F-594E503D790A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1F348FC-BEC6-4A7D-F002-F3705EC62F38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A74A46-CE6C-7974-AAAC-68BDE70C23EC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FDE773A-8E98-D613-EF0C-EA4E816F6C39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321C3B6-21D7-1C49-F94F-01512BE1661F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9A355E6-2736-3833-D260-5A3138B72C58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7E3D06-799F-AF6D-B355-F9828547EF85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EDFE2E-22EC-186A-3E3A-B68DD3C19CF2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DB0EDA1-EE2A-D1C3-E409-5974884A9E29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0579988-8AA7-E020-8AAF-54CC08F3EEE6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13151E0-260F-8CC3-B569-6C2401CE63E2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9EBDA9C-B953-6824-0235-937E590C4AC2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36155F2-64B2-7C25-F54E-6474865F1975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0FFFEFB-62BC-E0FF-A841-99BD76B9B8BF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D990946-EF9F-5607-CB94-EC776D494964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ACA3BEE-0827-9E65-DBDE-EAA83A9CAE8F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0141D51-B798-3B83-AD1B-EA0C8501959A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2DDD0D5-0A0D-9630-2025-4538013D0386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CA0710A-3BFF-A53D-7A99-8F8AD712B68B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11E3A15-F718-F136-90E3-1D06D6B2FC80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BFF7C37-A935-B0F9-7465-7E710C6D35D2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2C08734-FB8F-93F9-2828-F22FCC36DEFB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06B6E9E-4D75-88A2-900E-977888ADDE7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290A806-6830-1137-8327-2DEAA11C0190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F2EA665-A09F-58D5-EEA8-F5B51E1CB782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0AFDBBF-76BB-D8DF-B7BE-76A19655285E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AFBE4C8-CF5B-BCE1-3926-0BC85017DF82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EE48E6B-F1F7-2840-BF8D-78F0238FADCE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B335A40-D6E8-A8B7-383F-74099B60100F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35F1221-17D6-89AA-6ECA-925298DA81F6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03EA805-545B-0575-60E2-A0C9750DDF05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517188E-8AFA-1620-475A-FA5DFCB049B5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00E3FC1-0D3A-2E4B-885E-1DFB0FB5ACA4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579A7A0-A050-0852-296F-29DBFF3A9863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4D7436B-AF15-CAF8-0941-2A5DA0947BF3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F40BCE3-AF21-D651-D222-2F373CFEEF84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822ED5B-3B9B-D128-02B5-750C13813A40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A8FB1E4-F490-AA59-14A1-DE719E3E88BB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4CA8CC5-4974-64C0-FE91-823C08820CD8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0FA6440-3310-53A9-E178-11096B58098C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041E24F-DD5C-088E-6276-C872712C30FE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AF3F273-24FB-E9F5-E8A1-88B6B867A27B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1F99972-056D-295B-2E39-D4CC2C16A465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38C08F1-5B57-7C96-C2D5-DDB70AC91EBA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041EB1C-1D02-8D41-094B-60E3F2B86F91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5CE007-299F-FFDD-1B67-57DB6A3A8777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C8BE31-59B8-2729-1F15-9F9781F020F7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B11C01B-D6E9-6473-5BA7-11EB6E45A3FC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E0A34CD-0FCA-768A-2AF9-F9B254D2A410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63BBFEB-A07B-2139-57A7-5126E75223DB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D2C00C0-A325-FEBD-7B88-8AC609A8B2D8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077CA72-7BD3-4EBA-334E-D2CCB176DADA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F4C8DC3-91E3-2433-F47C-16082CB885B4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D57DEB4-E6BC-E301-1F80-7468B7D25023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C423C25-FBB4-E642-38F5-7C16E7AFA8F4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E5DD2D5-5F95-D320-D060-9DCB078E8F9B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4A74331-9B30-B12E-DA48-E5E37FA77661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8E20642-9E6E-B748-3AA7-10C41345F80F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96E8A4D-76C9-DF2D-AFF7-736AF9560B68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FBC35F-4DDA-D8C2-2308-220F98D53FFF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54A66B-CAC4-8947-3C22-EB99B198C290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3261447-54E8-D39E-23BA-E3F1160DAB45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6D7C3DC-9959-AC09-5344-79FBF54B3BF8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0915733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11256</TotalTime>
  <Words>2564</Words>
  <Application>Microsoft Macintosh PowerPoint</Application>
  <PresentationFormat>Widescreen</PresentationFormat>
  <Paragraphs>1864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Jonathan Hardis</dc:creator>
  <cp:lastModifiedBy>Jonathan Hardis</cp:lastModifiedBy>
  <cp:revision>427</cp:revision>
  <cp:lastPrinted>2025-12-02T00:08:17Z</cp:lastPrinted>
  <dcterms:created xsi:type="dcterms:W3CDTF">2024-03-19T02:13:08Z</dcterms:created>
  <dcterms:modified xsi:type="dcterms:W3CDTF">2026-10-24T05:30:36Z</dcterms:modified>
</cp:coreProperties>
</file>