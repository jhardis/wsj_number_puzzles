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457" r:id="rId2"/>
    <p:sldId id="531" r:id="rId3"/>
    <p:sldId id="532" r:id="rId4"/>
    <p:sldId id="533" r:id="rId5"/>
    <p:sldId id="534" r:id="rId6"/>
    <p:sldId id="535" r:id="rId7"/>
    <p:sldId id="537" r:id="rId8"/>
    <p:sldId id="538" r:id="rId9"/>
    <p:sldId id="539" r:id="rId10"/>
    <p:sldId id="540" r:id="rId11"/>
    <p:sldId id="541" r:id="rId12"/>
    <p:sldId id="542" r:id="rId13"/>
    <p:sldId id="543" r:id="rId14"/>
    <p:sldId id="544" r:id="rId15"/>
    <p:sldId id="545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3" r:id="rId24"/>
    <p:sldId id="554" r:id="rId25"/>
    <p:sldId id="555" r:id="rId26"/>
    <p:sldId id="556" r:id="rId27"/>
    <p:sldId id="557" r:id="rId28"/>
    <p:sldId id="558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273"/>
    <p:restoredTop sz="94568"/>
  </p:normalViewPr>
  <p:slideViewPr>
    <p:cSldViewPr snapToGrid="0">
      <p:cViewPr varScale="1">
        <p:scale>
          <a:sx n="113" d="100"/>
          <a:sy n="113" d="100"/>
        </p:scale>
        <p:origin x="149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34D5D1-ECC7-DF1D-635E-51ED9F195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D5B1BF-E071-006A-05BA-25B35104A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3D015D-538E-696F-A473-4748179683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CED34-DF15-C640-75C7-7E4255CFAE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234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DC349-6CD8-CD00-AF04-D66D67742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E29321-9970-4ACC-EB31-4FD2C6ED2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E79574-053E-95A8-8B3C-B400153F42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EB02F8-AE0D-E99A-6133-0FBBB14E9B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097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3B093-721D-5FA6-BC76-E8C5A694A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3FA2F3-C1B8-4025-1FB2-AC21A5932D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ABEC3-F3FF-4398-48B3-BFECED1866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8CAD9D-9C06-9704-CA61-AD8D16645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81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2154E-7510-C4C9-8EC8-BD6215BC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8AE260-5EEF-8023-ECF2-D3D8127BD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6014E-9B06-2969-1660-920BFAB4F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7E2E17-3E42-09B6-21C5-D92295814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8649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E0493-35ED-8874-F496-E9D657D24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FB84B7-36D0-B69E-23AE-50BAB76247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9B1DCE-4218-11D1-59F2-25A498E496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1AF881-CC72-4B94-C485-6D562B205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9919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7790-EEE7-0360-41FC-F4E0AD190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2EB6CD-8A51-6BB4-F8B3-5315C5A8B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8D92A6-7C7C-18E8-B1E3-337267BA6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31CAA-B473-C78E-73C0-21AC7FA5DB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752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3C017-B5E2-2F08-CFE0-933169660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DB0012-AF2E-70A2-3F46-944BBECB3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C161C-653A-B66C-A1A1-5E541F426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304CA-B0CB-545E-A0AC-854B67E31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330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4AFFB-3197-3CFF-B478-1B69D2666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50E06-2CAB-028A-67DF-B7C3CBB0E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8136FB-EAA3-D330-6320-0C411B3D8A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27ED0B-C101-32D2-6DB0-20C83780E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449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6E975-8427-5DAD-5F27-86BDCE1E0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7660A9-671D-0770-ED3E-93729F4E6B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92425-6755-46F0-2F93-0D123D19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CB6163-9B32-7472-668F-5204AC402C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7456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D905-5E4B-B912-77C0-351C64B4E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2182C9-A6A4-C00F-21F8-01F810B2C4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F48B5D-35A6-1A1C-E6FC-E2099AFD2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9CF685-7F5E-6316-1EE2-452F903C65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8641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8DF6-4214-DCE4-C902-799C2AC2F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7919FF-05E3-CF46-5FE2-5A410E8335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22C3B8-D928-9B6C-2C99-E7BD19EDBD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A7E41F-6483-2A3C-6456-9E15DD5887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4266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9C11E-8A30-BE22-40CC-C5478136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708C5C-2A57-67E6-7186-4A8F014FE2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8294D1-E265-72C8-A4FE-0CD1D735B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89FDFC-92F9-7F11-ADBA-93BFB48D4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49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FCE14-A3EC-DC11-2C32-D07933790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D9BC2C-6049-A499-0D4A-2D305B69A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D1E2F3-35D3-C46D-C9D1-D1324367EB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770A10-057C-EB4F-51F6-0E3E5D9A56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685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48C9D6-9971-17D6-F685-2ACDD212E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DE6935-B1AF-25C8-CF1B-C7CBDA4950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60700E-705A-D872-166D-EE166F5811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8CF025-5D1E-3C95-B7FC-3E30F26766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975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E280B-A5E4-F67E-80E8-EBA595980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02D5D-45F8-6B49-A90B-F2ACC0CB7C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545EF1-F4F0-6F3C-1F70-469B0CF15B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A356F-6C6A-AEFC-2D76-4841A4C7F1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453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5D89F-6282-CBF0-C3ED-7EB63F28E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19167A-EA94-82FB-4C41-B18333179C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463B69-F89B-2968-3D7A-661D6BF25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C7ADE3-90DC-FC1B-AD83-074A4C2817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27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7EF58-C707-1B7B-450F-E41640729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FFB9C-AC14-AC43-8064-91FEB11B98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AA2E36-47DC-455D-9310-1DE891744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07D7B4-D38C-03A8-CEA3-C8D23BD243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012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62205-00EE-C5D7-ED56-75B545F85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3D2F5A-20B3-88CC-810C-2A6A39BAC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4F110-93CD-20DB-F730-5FBC13144A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13C0E0-7C38-0053-00F5-9D61952D8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1525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2965-E15F-B716-3029-304D63DC4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872BC7-41A8-FECF-89EB-C8568A8D0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61158-A803-38FE-E914-913AC6C5DB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3CAAA-5BE6-160F-4FA8-9E0644AAD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3384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E774-4F29-B0DF-61C5-CEDDEFF1F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7C253A-11E2-DF32-CCE2-DDA0B93781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2DCA6-CC6D-9ABE-61B1-70B44F9E32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FAE71-ADB8-57A3-7508-78B86FDAF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566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F0EBC-2C34-6308-06D2-AF95138CA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EC128-A9D4-C1E5-DD02-FD7AF09E0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FD61A-B780-58F0-FE29-31E53415DC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4EE0D7-5A4B-3733-EE85-67502CF9BF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85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BB6A0-B601-79EE-D6E4-0DF3917A0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B0F96C-A281-D1AC-FBF4-DF19DFF7DA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A57C75-3B8C-A610-26A9-54F940D42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0B8879-E779-CB1A-A92F-3D4EDE54A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0581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F3E311-6630-B942-A1AC-DD7381368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B546E7-FD81-C2B9-0FAF-42FC736A60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A16CC8-63EC-A167-7B1D-E162F9DFC7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90669-B4CA-F17E-37B0-CC34FA189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0100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CD2A8-04D8-0E87-6472-9204D209E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0C20D4-922A-121D-88FC-6B4EF7FD8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22D355-EA94-AAB9-3F0B-18AD34765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7331D-B8CD-6C6D-8C4D-4BAE932350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9745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FA664-5F9C-071C-EDBA-BD8C17306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72C45C-CAE9-D468-EC82-2EE673995E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7DD648-6C42-C291-18BB-67A19E8EB6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975E3-32DD-611F-145D-DC374EEB76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80229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6C39E-2021-6E13-0804-ABC9A56C4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2D2156-583B-EC5E-8775-BF4579AD8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6BB5E-34E6-9C6A-CE0A-8E8ADE3A7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811ED-2A59-DFD0-6B73-3F1814E733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79845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A3CFA-0CCB-3B13-844C-27A2DA6DA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E57E1B-FBA0-1132-9CCE-156B62FBCC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5F2105-153E-1164-8F71-4070A4FBF6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4E28C5-469C-F4CA-D730-AAD02EDE15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822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id of sudoku puzzle&#10;&#10;AI-generated content may be incorrect.">
            <a:extLst>
              <a:ext uri="{FF2B5EF4-FFF2-40B4-BE49-F238E27FC236}">
                <a16:creationId xmlns:a16="http://schemas.microsoft.com/office/drawing/2014/main" id="{8FBFAC0F-458A-7195-40A8-E1E448B6B76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11146"/>
            <a:ext cx="4543224" cy="508685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841CD0-77FB-CC95-2ABD-F790213EB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7267B1-4868-54C0-0748-A79DB404A0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Fill the donut holes.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85DA572-F4D6-D61C-E49C-DB6E5BED5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84122E9-5FAF-9635-C1A8-D0160758A8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16D6FB4-1BF0-0260-0758-78951E6595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B185E47-5160-C704-05C1-BA1B71D5DAB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275CE1C-FC58-E323-26F4-92FF55B0E11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D93BF5-4C96-1EDA-A933-B3262FD3300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5DB391-8B29-8B10-8BC2-098A59985EA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D251D6-B7F7-09B5-F0EC-401D5AA6EB4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FCBBF-F761-D5D2-1BBF-1DA71C88233C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3A78C6-99B0-0495-CF96-760621E7199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43295A-7F0A-553E-BC2F-CDEA748FE7D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03EB0C-B120-CE52-1987-540B780EB6A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F43394D-7368-5BFE-EAF4-192C474777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148555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59559-A2E8-4C4C-CBBC-75EA886C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234DF55-3E86-53C1-7EE7-86A64891E9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where possible.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686420-2BEA-60C7-652F-9C90F70F90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E412529-6FFE-90B6-5632-63D505425A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5125E4A-9E7F-F9FE-122C-A9C043767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1DE7A4D-1C59-6524-4124-A666113903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94C46CA-B5D0-C651-560F-C850F89781F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1AC67B-A83A-D8BF-B4D7-3A2EAA2ECE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871484-2CC6-BB0C-6E4A-345A37A2C67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248A2-1663-C4A1-ED1F-F42000459D9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485496-E551-635F-F029-044C64E772F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DB0D4E-CB8E-7AA8-BF79-2A2BA5767FFB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448D91-A817-58A0-91F2-71D48066089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F65D44-2C79-6BFD-068A-103EE3479913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2EF853-E2BF-8F09-E59C-CA7DB7B8ED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34BA1C-045C-37B3-E005-EF7AB3D70AD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26398D-5028-D5C7-EEB8-619F26B36651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942739E-01BC-9DCB-0C32-329144FAD82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87810D-933E-F4CE-D0B7-3D7015164D5A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D306941-6A1C-3D05-4B74-4468FF65CE15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1309D-6F87-2768-B34B-40D3293CEDE5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AC29E6-6AB6-54EC-1A2A-5B6EB199C14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96A9EE5-B7D9-8252-75C2-B2D88749A14B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2421B1-378E-4EA5-1747-BA90FCC4DA5A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457DCB4-3F00-A67B-5BC1-BDAD66660187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4D1A4A-6C7D-209F-9596-48D7331C109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576869-F486-1719-2695-2F6829CCE33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50A03C-9B5D-849F-0DEA-E49EB551BA4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D3433E-F023-2FD7-EE92-7B13076DB708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0B89FD6-4077-F5C8-148E-FA02ED3B8F76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3813403-1948-163E-7372-69621727786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C0A83C-DBB0-C853-52B5-F9597FE0600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78E46C2-80C4-CF89-0DC3-62DB4756014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660F52A-F071-F356-779E-C8230B1ACEB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65068A0-A820-18DD-CA73-DEE4F38D8AA6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E70A6DF-7913-F951-B392-DA990C18B3A8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CB5EC1F-A504-6DA8-B562-9E7A6627D1C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E6439A-8FA8-6634-9C59-5E76FC5EB10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8AC8EBF-FBDB-135D-BDB0-7DD62BAC181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FC72A5F-4B81-879A-E3CC-428FED5CCFFE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B4AE833-172A-7D85-DDE1-1808649DB1FC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F22A486-BF75-E380-BFD9-2F417F08043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8D3234-7DA3-AB41-2A38-86AD2D3CB478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4DF051-239B-976D-6F6F-94D9B97F7059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1D0CA4D-A903-F74E-E7E9-AE709878D827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DD4D6A2-D777-1C24-24C7-CAA0F4CF32A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802AE3D-BA11-6A28-9483-377C19EA2D4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3D1A93E-E099-72CC-43D9-9357A2AE0994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89CD5DF-FDDB-B026-F1E5-F439E77F9361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8DA8A14-A44E-C108-B395-B976E765580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423C12-B541-F99E-7E0A-08A806D2FCD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A006F63-1D5B-CF27-E381-9EB8C033F1B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CE0DFDE-EBEF-4563-7112-19555CC1AB1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E4EEDBB-3382-3C43-2A18-DC771F76D88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45B2C20-F965-3345-A06F-E246AD820C2F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</p:spTree>
    <p:extLst>
      <p:ext uri="{BB962C8B-B14F-4D97-AF65-F5344CB8AC3E}">
        <p14:creationId xmlns:p14="http://schemas.microsoft.com/office/powerpoint/2010/main" val="5886037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D90DD-84AD-DBA1-16A3-8C670DF4B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D2EDA47-3C36-48E5-A136-93E65BF34B6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Initialize Rows 1–6 and 8, and Columns 1–3 and 8.</a:t>
            </a:r>
          </a:p>
          <a:p>
            <a:r>
              <a:rPr lang="en-US" dirty="0"/>
              <a:t>Then, initialize bottom right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EB7EE14-D12C-8204-FF6F-7BF40C71A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FED4A73-34A4-DDCF-07D4-18378F496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4BB19C1-A4BE-7A0D-0D95-55E1C9D19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80D1AC9-8E0E-09C6-5704-ED4C8A367C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DD3F31A-F70F-79B5-76F5-C3780747752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9D49A7-3030-E47A-9F47-E049737A29ED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06213A-51A5-8C51-26B9-A93BF272FF9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AC3D0E-B823-196A-78A0-D9E8B1B58CF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EE64FE-064B-F4A7-1F7E-9C61EAD2AAA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486768E-0714-785B-2A1A-BD02F216BF9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EA4DE7-14C3-E9EE-DD04-72296DB67E6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30EE60-EFB3-635C-D68C-6CB6E86BC2B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F495F7-E42F-E9C5-C670-94BDC8D661C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921729-7049-46B6-E5B0-63A79264DB80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1DF859-BAC2-8F05-B13A-2171AD38BF0A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2E2932-4C7F-5C18-AD0D-69F19127D28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1DF71A-D835-BC48-9D2A-5DA3D52AB0B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AEF381-0CF9-F7DF-7BE9-7481C9F3345E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62C50E-02D1-0F55-C2DE-74804C5313A8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651B660-921F-4D61-B6B3-2A18EF4AD1F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360EF0-EAE6-A90C-4071-B75A01BF11F4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1414A6-BA84-9D74-D6E5-AAC74BAA9D64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849D582-0A87-D1BD-FE11-13EC76C5CB3B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04A440-8519-D3BA-E158-E40D7AB8D48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40B2CB-91DF-F561-94F7-24B97FE12EB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8F2DA7-C863-8DD3-7B7C-C95C2228242D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67B46C6-B826-2F16-FDEB-FCDCFC822D9C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C173D2-6E6A-A5FA-79AD-D109DF87DBC2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0986FB1-B2E2-1D1D-5385-FFE6263FD1E5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385885F-FE3C-9D06-6A13-F880493E72B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EE8340A-D97F-5EB4-CDD2-8E16184ACED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6DA421-A5A0-1D98-7D87-6B2B341B2B2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6A56B1-D2D5-AFE9-2D92-C452066A4EA4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22EE148-A446-FEEA-6802-B08E4020317E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3391B9-B678-56B1-4764-F8B1F0F1C2D4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4C9C4D-198C-BA9B-CB25-9899BE3666F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2D0B222-E5A1-EE10-095A-32B75F46581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298B794-E68C-48BD-97C3-5BB6B5151C31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4A4FD1-61CB-EF60-FC1B-4E0D222356F7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85E7862-05F6-370E-49CE-75993B714C4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68F67A-A7B2-C7EE-0DA0-E6B0E9CB69D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54944EF-7CAB-10FB-C06E-31EC0E148F63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981C1E7-232C-D6D1-BFD4-757056A23A26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58A0F72-524A-64FB-998A-201131F3C27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4F424E7-4E73-5A3C-D8E2-D8127DCF4F60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AFC2A8-C709-F01F-56A5-11A5FCABE04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B1B224F-5FC2-0A65-62F0-6222633A92B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300F525-9469-9D7A-5838-D3931594E0D0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F6004B-BD68-4B2C-9E76-02DDD82F683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52A2762-7F58-15AF-5D6B-60FDE91F5FA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5689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BE7D154-0E15-15EE-C178-6F55FBB7618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EB98962-740C-FD67-3A1A-D33A29830AD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11EACED-A582-1865-B30C-B15EEAFCA65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5204EC-7CE9-4D67-E02E-CC87FC7295D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8EE8255-76B3-21B1-617E-2355109DDA0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67C22A-25E1-AE53-38C4-E514F94E0FE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54D471-1F9C-13C4-F632-611EFAF7876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79FD5F3-1834-03C9-500F-489935334CCD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24A56B-29E2-5AD5-EA19-E816FBA6406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77F5830-8187-1FA5-0DC8-D0EE5617BAB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04B003E-41EB-9923-5C10-E54BB619E317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D5D65D1-D734-A773-69C3-1BC8B1B264F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1CA159-26AC-E28E-E3B5-4E40655469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99FFB2-B5D8-7ACA-76D9-4B1B7916B5F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5056CE4-1FE2-FFB5-35CE-0122DA78CF4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8F91B16-6CB0-20E3-F2CC-843E40C08930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E4E0EC1-C682-8A6A-8166-FA10470EB62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69E80E-7B2B-6103-512A-07939311077F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74B63AE-20F8-0340-31B5-C1A99D49EA1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1D1CF77-757F-CBBD-1A17-2DD0A5464B1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1CD43B-3A5F-041A-69CE-505FECA87FB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F41C792-67AB-3EFA-42DB-F0E81A1D51AC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FC89F13-BC55-1CEB-A5BC-094C3B436D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6560D19-35C5-D086-F0C2-08DB7AFBD26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963A43AD-A58A-498E-9F8A-F1F1FF1932BD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177133-662B-A21A-287F-602C84BFB0C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AD6C33-9A3A-1BF1-FB5D-8078E42D88B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E17134B-8F45-17C5-ADF1-AB8E9477D9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ED0BE7B-9984-9789-7204-3251C79B201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EEE0E5A-54EE-4235-3A90-9CA5258CC4B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8510FE0-2AF1-13EE-4AD4-F9ACED8E645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60435CD-0376-2D90-7E45-7FB31AF0715F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DC976D-A430-1336-B280-0FE818690297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8FF140B-93A4-D91B-A378-728DACADF4BB}"/>
              </a:ext>
            </a:extLst>
          </p:cNvPr>
          <p:cNvSpPr txBox="1"/>
          <p:nvPr/>
        </p:nvSpPr>
        <p:spPr>
          <a:xfrm>
            <a:off x="6152446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AF7D353-73F2-7B0D-E353-8AD544E9C781}"/>
              </a:ext>
            </a:extLst>
          </p:cNvPr>
          <p:cNvSpPr txBox="1"/>
          <p:nvPr/>
        </p:nvSpPr>
        <p:spPr>
          <a:xfrm>
            <a:off x="715715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</p:spTree>
    <p:extLst>
      <p:ext uri="{BB962C8B-B14F-4D97-AF65-F5344CB8AC3E}">
        <p14:creationId xmlns:p14="http://schemas.microsoft.com/office/powerpoint/2010/main" val="1889682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178558-BE9C-264C-D335-E2CE36398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57BD4CB-AE03-B186-B9D1-44812DC79FE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0F587BB5-83EE-FAD1-5AF7-7388EFFE7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F3E2C0A-8D01-DCDD-BE12-1C58DBB76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25A5EAD-FAE1-0462-A6BD-A7BABCE85C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810493C-07F5-9CA3-E7E2-75AB9AD3E3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89E8927-0BC8-A353-F5DE-A44F7EA5831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081B64-D6D1-2AB7-57DD-D71CF316A8F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896D1F2-AC59-8607-EB49-0E9D128D41F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380470-AB12-645C-71CA-B069973C1F2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DA938-0D7B-244C-29B5-F05DF3FF783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434FC6-B303-78EC-5636-9F50C6B4F0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52E9AF-D69E-7CF2-7001-738D4948B1E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FC7E5B-9139-DAA1-34D4-76B5184F2BF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294BE2-F63C-7C83-E74F-D98C7E55962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6C79BC-5643-7E22-3080-15E403A9AA08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4C491-23A6-F785-44C1-F6F0F727F954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F713C6-0221-6405-6EE4-C6D702DB38A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ED04ED-D0DA-E1D1-0E4B-633D1F40A695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696DED-3484-012F-9A8B-E94E135B4790}"/>
              </a:ext>
            </a:extLst>
          </p:cNvPr>
          <p:cNvSpPr txBox="1"/>
          <p:nvPr/>
        </p:nvSpPr>
        <p:spPr>
          <a:xfrm>
            <a:off x="565009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C23A1E7-AB4B-D092-1FEC-3A5203EA2896}"/>
              </a:ext>
            </a:extLst>
          </p:cNvPr>
          <p:cNvSpPr txBox="1"/>
          <p:nvPr/>
        </p:nvSpPr>
        <p:spPr>
          <a:xfrm>
            <a:off x="3138310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EE4BB5-6101-28BB-ABE0-2ED52C4BD61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087EC-5367-9D42-D6A4-97E455E1CC2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72B91E5-D2A0-E5E8-4642-5C09425BA981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32E65BA-9FC9-F8CD-B8A0-822C5352988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A21F8E-3CEE-7B11-4DC1-2B54B81A825A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75D15D3-BC53-EAF3-B450-B393A004DFA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C91889-9DB9-DD0D-C743-28FE573569CF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4679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10EDF0-C2AA-B2C0-04B8-88A03A827A3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FB6C6C-0886-1AF9-9AD2-D582428FE22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7B61BB-8C76-5084-2856-64119B143C16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1E3527-2DDC-9704-C073-CC8FA624B15C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26FA3FD-B27F-189D-D390-29FC33E4CD93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4300BF-CC6C-A337-5C81-40E3EF0C5E2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E86B4C2-1B29-66AF-DE11-A61F29116BF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3516B0A-63FE-5783-BA87-4B1F1ADF6669}"/>
              </a:ext>
            </a:extLst>
          </p:cNvPr>
          <p:cNvSpPr txBox="1"/>
          <p:nvPr/>
        </p:nvSpPr>
        <p:spPr>
          <a:xfrm>
            <a:off x="565009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0017FCC-E21E-3100-58D0-DCDA8E1F45B0}"/>
              </a:ext>
            </a:extLst>
          </p:cNvPr>
          <p:cNvSpPr txBox="1"/>
          <p:nvPr/>
        </p:nvSpPr>
        <p:spPr>
          <a:xfrm>
            <a:off x="3138310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6432AB4-5A45-88BF-E6DC-EE15F139C404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1D7FCB7-1B5C-95C4-1C39-D27FB044398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FCAC0F-9593-905B-88C5-E9811B9F0C2F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1917088-9CCA-BF89-20FE-AA431E2138E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FFE394-6884-9E9C-70A6-4842B037BF3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B8E4F57-4547-DD4E-E63E-7D71F6E9975E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8100B19-F23C-F5DF-BAC1-6EE1E901337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3410D19-7A0A-9A8E-5215-23424C8F4C7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8707E7D-7654-A4DC-DAC1-5134332AFED6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30DE7CE-9194-1853-6667-7BCE48FDEB14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8F18825-79A0-0794-8FD9-788424E9F743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29786FF-1C1A-EEE3-9061-2BBD943AB89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BABB7B9-767E-0902-0A94-BAB0B22B88F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7221F4E-0C12-8D17-A36E-1939A70ACCC9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A456002-26CB-B3DD-521F-ED4BCB14B92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EFD906-343D-2A61-4AF2-69A18ECC95C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FEC4212-F667-A686-DA36-3F62E947F28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08062B-B0F3-BC82-3F4C-F59290BFD4A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96205E-9FF7-B6A8-A0A8-B6DAB38B33C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CC0EF9-5805-529C-60D4-2DC506C45560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863736-6EB0-8C8D-FEA7-62B8FE5D191A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0FD02FA-30E2-9504-FE00-C3492D7AEB4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7A88DED-2C75-E051-4B17-238180FCF71D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068A011-E1A5-4F24-D06A-0ED45DAA3BFE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8CC2E5-B238-50EE-2000-5A8687D135E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86FBE2B-A8D8-1711-E11F-CF0C8F99777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363FEDC-DB87-BB4B-D0D5-9F49CD09A39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C1FC38-4F8B-E037-513C-04481402D8B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FD418C-9650-E376-1909-999ABA7BAF2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9330E1B-82E8-65D4-05B1-9A10604D707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8CBBBDD-491B-4E2C-E3E6-614960F42A1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FF2D68A-47E6-DD96-12E2-989760D69A7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D8F1840-913A-1281-581F-F4710CE07F9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72E69A6-BF1E-DFDC-6E24-0DFC9D87D1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49F85A3-A5A3-7F10-053A-1D3FCF3199A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C8A5D4C5-69D5-102F-E127-71FCB2AF18A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5A22AC8-C769-D580-8EFD-99F75F1C286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A7FE136-92E6-3181-1F1B-9B6BF7D6152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F72A49F-D0D8-344C-C8B0-837FCE87B03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BC92118-960E-EF08-1B9F-7CD2C848D41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0FA5697-89F6-C1A6-AC5A-EA74D37B0A0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25BFCF5-C860-8BCF-DE46-B47BB5FCD5B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124789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437FF5-4F69-B6AD-C6ED-F3189FA515D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55A9605-3717-F06F-F1C6-C3C6B48668F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CAE4F56-7A72-F54B-5102-1EEAEE5FAD6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7EF0CFE-FFF6-7BFC-A83B-58172E8B660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41E5207-4788-89C6-4949-8884D7B2CFCF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40AC2F6-A7E8-AA29-DA9A-99C5DAB8C888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23C168-41E2-FBA1-ED9E-0CD0BD941CC7}"/>
              </a:ext>
            </a:extLst>
          </p:cNvPr>
          <p:cNvSpPr txBox="1"/>
          <p:nvPr/>
        </p:nvSpPr>
        <p:spPr>
          <a:xfrm>
            <a:off x="6152446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E9F7EE7-6489-64C8-D7CD-7161570C84F4}"/>
              </a:ext>
            </a:extLst>
          </p:cNvPr>
          <p:cNvSpPr txBox="1"/>
          <p:nvPr/>
        </p:nvSpPr>
        <p:spPr>
          <a:xfrm>
            <a:off x="7157158" y="4909484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12345789</a:t>
            </a:r>
          </a:p>
        </p:txBody>
      </p:sp>
    </p:spTree>
    <p:extLst>
      <p:ext uri="{BB962C8B-B14F-4D97-AF65-F5344CB8AC3E}">
        <p14:creationId xmlns:p14="http://schemas.microsoft.com/office/powerpoint/2010/main" val="26166064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0EA47-AD8E-47EC-8F87-630E74CD4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AD97B7-240B-38AE-00A6-F2AFC6124C0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5642CA6-58DC-1080-C391-F7D068C7F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AA1581D-AC2E-559B-970E-9E293B5822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55D925D-840F-F977-D6F0-17F4DFEE1E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186C15A-A7D1-E82A-E3B4-AF73DD5AF5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3E60A2-E254-B001-50CD-303C2A319D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8873A0-C79A-8E7C-EBAA-848D866BB37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83F18B-3107-6B0C-3CC2-41FC61A679AD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2F8899-EE59-2A92-1A02-5E5EC546C9A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7244-5BD5-08E1-BEE7-940A96D6ABE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69597A-B0D0-B35D-9713-FEAFE40C791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2A05C1F-FA73-9E52-82BE-70400632674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B800D7-531D-AF48-6E51-E2E9D618736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C7587C-96D1-AE55-3427-B5EA9BBD8B9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3B5DB0-9B0F-955D-0382-C17F176A3C56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6FE170-C204-293D-0BBE-9AC3696A9718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E6DA1F-2C4A-1BAC-0C99-9BEFFD2BB9E3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C2FD549-1020-BECC-9DEB-1B54EE432DB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502CD29-CA36-505A-BB92-A0BBD99DE2F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9626C1A-0FC9-DAFA-D5AB-CBE2289450BA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853009F-2276-AED4-20E4-ED5581726BFE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1EB000E-BE69-3239-FE3E-73CBF11B65B8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04626A4-7533-B448-A58F-1B5F74BA6325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16B1A7-290C-B5DB-0401-A43577E122C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639913-1C53-4423-13EF-E329B21668D2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F7F4B9D-45A7-C8C3-8A3A-F2CA700583A4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2DDE0EA-FF1F-FA9A-3010-25FB2E85AA9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D81805-D289-48A5-AC52-BC752EC5AC9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F1063DA-197B-A9D6-ED85-E313596A234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1A3A3F6-B000-42EC-C748-651C63790C5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83633F-1809-6D19-8179-776D3444E6A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2E44FC6-001F-E67B-76BB-BA203519287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91EB8AF-7F15-5AD2-C676-651BE233AF5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CBC5815-0160-7310-CB05-DAD8B320F57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D32745A-7AE9-B856-0EDF-7D1BA52578A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0FD2707-A97E-A0C4-8ECB-B0BB7C78AEEB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53056D8-3FAF-70BC-06FE-0954E25E89AD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ED103AD-6281-6697-3FA9-8356B40F90A9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29E2E49-5A98-B420-156B-FCE34F239EC6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7C87E34-AA63-6C45-A172-BAC9EFE4757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1F4B69A-5D1A-E2C1-9846-90492D8D551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9869A9CE-FF42-00A1-7AF5-3DFCA9265B98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8AB1F42-A7BD-C75F-4E40-40F976116BA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BE4B5D3-5C35-16C6-842C-F78198984CDC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4B3B7ED-13AD-D9D1-7ACF-3B6968BE720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72D314-8A5E-057F-88E8-4A1BDF35D4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8AB954-297D-E0A6-BA8B-E3B65CB9C2C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69304F-562C-9660-D203-A305CFB3385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03062F-5E01-6B82-0B65-7DD10FBC66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1070BAB-FBB5-3BF5-E245-016D7F8BACC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2FEDA3-79B0-38FD-2EB9-CC0D4CCDC3B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715993-E237-D28C-192A-BB77C964FB9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9A9C189-1449-A17E-25FF-30E978A7E1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BADF074-B770-BB9C-B94A-A3672FE906C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F216141-0D5A-E0AB-B3C9-A94720AED3D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3E8163A-1FFB-BF06-71CA-83AB20D0718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F4E8BE-7DBF-B355-CE1A-00B40C34D783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5286C48-D99E-A355-ACCB-9E8C68016BC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B95B859-CEC9-9D2F-8202-5AAB5BC1841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2D0B785-BE4D-84A3-40B8-5ADE6310E70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CADE86-B614-0BF9-4538-442A67E564D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14E8099-39A7-ECF2-7A3B-75658B0C13E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22A4B09-28F5-5272-F1B8-45898E3D3486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8DEE14C-7BC4-DCE6-C337-79D46F5B0DB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9B8CAF-231C-4A6E-99BB-F186D7C61FC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E479976-E29C-0DE5-CEB5-55073E409823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EC8AF33-6FB1-7CB7-8BAA-5CA32C07A32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CDD9345-3427-DE9F-4347-731F5467ABE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B1FC52F-B9CA-134D-C9F6-D210B3F8961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E01B160-9A02-ADD0-6C0D-34221ED83AB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CA21D1C-AC9D-5591-00EC-372AB72EA37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2EC4CFE-C151-90B2-56B5-F9F91B52025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2DC8B4-E60E-B2B0-745D-A4368A2D2B3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8B56DE-B6CD-C78E-7339-3EB06B839F2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62DCA41-B624-519A-036B-2E8B5040183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B486749-A9B1-F3D0-08AA-C7224848283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13F0D2E-5B95-408F-79AC-022E2FA4F07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981FD62-ACB9-E98C-EC7E-84729CD3E4B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111BB03-0AF0-AE6C-459E-8F4D289F11B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816539C-42CB-A69A-E3DE-25A66108C23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CA3BF1-EE8A-8ED3-77FC-3B4C8328B86F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3540635-A4A6-5E4C-5CF8-7CFE65144056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C74DFC8-2606-31C9-4409-CE6E9E38E247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FE12E8D-AD42-C109-E37D-9FC918155D4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14975C-715A-ABAD-6D4E-CC46B36E1C99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8DF6EB9D-2C3A-CF0C-0628-8F5139D1D9F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83670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60338-915F-B5DB-10AC-177CAE375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52D9AF-B182-729D-B442-7D2F077717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EA9B4ED-F5C3-704C-3F13-3EA36EA69C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E7A511B-D939-7270-AE8B-66E311A8DC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49D4F13-D918-8679-3B67-9FE98E69C9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9370AF9-EEB3-0F09-A3DF-16FC185944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7B9DE0-5881-0C68-B4FF-87CF6E51DA5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FA3784-0390-810A-FBC9-FB9BF20E329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6A4E62-813E-4E09-38A7-C61FB6DD28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1F8372-713F-DFE2-CC1F-6A496FC28AE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E9424D-51AB-4F77-683F-CDF52422709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D91BFD-9A71-6CF2-DFD8-271FA9A55D6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ED2A7E-486B-FDDA-21AB-DB0D823F64D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2794C7-6FF7-47F3-BB0D-3497D1AA328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18BBE6-076E-85C7-2E7F-D603EB76165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F5D5B2-6A09-5EF5-AC88-97F011E49172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8A18FE-8EED-29A2-DCB7-0F8429E242FC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2C4D280-01DE-10FF-5AE8-05A1337F12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4E8B1-E0F5-D3AB-EA78-8A338E9B28AC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EDDF0A-9C23-0FC3-B8EC-DE6A74358B1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B63887-D241-EC19-0CD5-293BFBF6F3F8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6DEC32E-15F4-76B6-CF79-09C269F66E50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43C626-086A-6B78-9800-28AFAC77FC91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C0796E-79EE-D30D-DFB5-C5C47AF5840B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3D42E7-9953-9036-A79E-74EE23227BC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21FF11-39EC-3876-C7A8-76F89D4C1E1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34B08E-C482-E487-E548-6D8C2796B3E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E42748-99BB-211A-6A95-0BCB5778AD1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A61BA8F-8857-E74B-821B-54D5ACBAD28D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19871C4-CB97-C3C6-7A5E-4D1A276FC1B7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AA7F72A-E4C9-F761-5273-136996B95510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AD5B69-E099-9ABD-42D9-FE77BB6CA6C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B4E66E2-C759-A4BF-B25E-E0A733A5C82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F8AEC98-5FF7-0C9D-1932-FCCE7F307C67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89A62D-4BE2-7DC2-37DE-A0B4CC7340CB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969CB6B-A8FA-52EA-63FA-2E7FB301000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4983C88-A884-6690-F55C-AEA36401AB67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98CA8A-1FFD-280B-F96B-EC84D4F8544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A539404-6155-D536-9590-5F5C9539B3BD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DED16CB-C940-C4D7-93C3-DEF47F48E129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0D210B7-2F53-CC50-0700-F0CA44F717E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09479BB-FB1B-E9F4-B726-30BD74BFCE3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45119F8-E42C-1409-4007-F9ADA4FBF42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69F9DB3-846B-CDCE-D379-E9ADB0E94525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FA57ED0-F184-1F68-34ED-E79C3F1112D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4208AE0-BA92-31B4-0B26-8589E6E508F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34EA8AE-E8B6-05C4-EBA6-C8B5006CF24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A765AA-690D-92C7-3C63-C0B74E1EF34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88B70E-3A14-7F7A-1E67-A1EEEE72833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F7F9E45-6964-F6C6-4AB1-0C2D73F2DE59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408D1F4-2A84-6AAA-47A6-F91759124D1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5AFE985-3F53-7287-5501-842E7EDCEF2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87EE0B4-E958-4FA3-DDBD-3EDF2066B0A0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7D7A0F-ADDF-BFAA-414D-EB1B4D9890E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20847B-EE27-930F-B04E-A9CE08ABB9B7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D063B56-0755-2A59-63A8-D101F014A55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0C93FC3-D42F-AC31-904A-6C38AE81385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E5FC3B5-81EC-7148-F94D-B6F155DF9AA8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F0C9913-0862-9F86-0EFD-2A7A36BF42A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FFC1181-606D-1F65-803A-41BA91AE12D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30B59CF-54FE-31D3-6796-32525B00FE2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74CD21-5701-7B66-7BE0-691C6FD9090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EDCAAE2-2DA9-A77F-DB10-4DE92A6BA04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E9CEA9-95EB-D2B6-F8E1-530CE5A2E1F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F8334C-4269-34D2-D136-BCBBB58DD6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387E3B1-96D2-264C-7460-0183F2ABA2B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46BEC27-6CB0-1CA6-503B-2162969646EF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4E9916-21AE-2974-9CFF-320F8C88145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DDD0810-F5D3-7F45-2154-036778151BE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9DEE6AF-8189-2DC4-296A-20EE8424859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1D50854-B9D2-0E8F-C475-E2C7BB73949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D742E96-DF6A-4E2E-D830-75D6E9D897C0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34AAA99-6B9E-62CB-9645-BA0C5940CB9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0204915-7ABE-5F9E-FDCA-BFECDCE3AF1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5BE64B6-8A53-4997-C3AB-98677CFEB1B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ADFA07-4CC5-C9C8-907E-7B54720DA1B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9E5F5E-4A1A-52C5-4F4A-A307744FC5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E60935A-C04F-D9DC-7A70-B605F5D9D4C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D2BF48B-3CBF-0E7D-358B-B6248E1F748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32C1163-79A2-AFEB-E78B-A14485AB197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4FEC60-649F-4BAE-2ACC-0CD30DA2547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BC57298-72A6-C6AD-88E6-99357DCE6CB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26AA1FE-CD91-A698-CCE4-1B9E8481C032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BA26CEC-27C0-EFEB-6111-5A838DB7BE08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B02E07F-C85E-3289-8113-236D574C73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C691F70-C015-55DF-4A1F-849341A4B3F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F30B7CCE-4FC9-1A14-CED9-4FE92D2F27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81444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51385-902F-71C4-93CE-E6F2B555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A8F1D-3627-0542-CF1C-64D98AC006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upper right block, [19 in 4] is three of 1235, plus one other. Omitting each digit in order, the possibilities are 9, 10, 11, and 13. So, it has to be 235+9.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5B25240-77BC-C909-0CC6-7B1430EDE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AB29478-D09A-FEDD-AE77-CA502447D4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8ACB51C-EBF5-8D03-341D-BC0DC14679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B831C9-3993-2D2F-F854-AAF3DE5472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803794-14CD-DC22-51A8-C03B8D9632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414CB-52A9-3734-DC4E-26CDEFCBC2D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FEB591-4B81-9AF3-11C1-071905BA7BC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DB23D4-76DD-740E-FF1C-B399A242B7A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A6DBA9-2783-FD34-69DE-56826BBC291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26BE154-C4C9-DFD6-79A2-1AFE1A9658E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DD97DC-D3A6-7AE2-9FDC-10F79617E0C1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39C0AF-9F5C-1416-17A3-593E2272766A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959BAAC-1A26-14AE-782A-FAE432B382B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756868-A9CD-5145-3610-F72EF1A03E3B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508B501-F2A9-92BE-CCDE-CB7C56B6F342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EE2829-3DBD-4555-EDF4-C73BA4D0A3A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D5C243-3F91-2917-093B-8D9028BB849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F614786-149A-D951-DDBD-8EE7DA8D04E3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C4BEBA-36CC-FC1A-B1D6-114BAB66CA3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1DFD37D-4117-014F-87B1-230E438A110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3579849-CEB6-5C77-5A6B-79E74DE5FCE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4884F9-4F0A-3681-26EF-9BF82FB7237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825A443-2051-7AB3-64C4-6F012598AD7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0218704-22D2-6723-6A69-B60ECDD0A265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B105D70-BC88-B325-E9DF-E7B824A697B8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9946199-7799-8C2A-1056-2B186812EA9C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5FC114C-1ADB-12FA-CB96-647E1858EA23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6D1862A-557A-7003-310B-6594A08CA94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496E9B9-1B5D-9D8F-63F3-A9A4241B7C47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12BB96-EDA5-AC85-BE9C-C2FCA473230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33A8C3D-16CA-780A-4F4E-AF7E107FBC7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1313233-A61D-F812-30F1-81B78B60C954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2C99CE7-A8F1-44AC-8892-E0E805D0814E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29B5E98-7ED8-867F-BD94-C1BC41810D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DD3BF09-9F69-A7ED-4B1A-E33773A0010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F8C8BF8-E3C7-CCE3-3E31-A4D8AB86500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6FA7A17-843C-FD51-A200-3225A89B3F38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7C9F7C0-F91D-8ED3-410E-99D628C6F787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D61F24-AB98-9755-4355-B14D2B086511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733039F-DFEC-8D97-CEAF-A48F6C86389F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10B46B-1C81-4426-C28B-CEE8C6DE7EC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D72790A-A053-9AD9-1D30-99D89B07610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7D35084-12E1-1FDD-9E06-09EBA35D97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58F8D3-7AED-B1EC-79AC-4F2C674883C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77C2A83-A1E4-B173-5735-916B104284D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499A5B-6A17-E272-8B4C-036CAD63A39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58CB53-62B5-ACB9-B0D8-EA222A49672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3AB5B41-FA48-43EF-6E84-3314C552739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A25244-6526-7D57-C4A7-D7E5089B5BD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C18928F-7D9A-81FD-6C6C-B1710F5B6965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83F4A1-49B1-BC1B-2947-81913708F4B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F476F4E-5944-183E-66B0-A5AB71F1A41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753A86-F4C1-7F91-CE8A-A6B8DE7F031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4175610-BC6E-0208-2ADD-58E524CB044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3AE5302-D8FF-9321-7D3F-A74343214E3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D79802B-31B2-8360-CECC-440DDFB98C91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123679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D714723-4891-5246-527E-85834F6C0D97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3146C09-577A-F842-DAB8-977C41895AB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C08DA36-73C0-7C07-47E4-0E917AB3F7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DBC64AC-D377-8412-7EA9-C2359A5A338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1C849DA-4F30-8B64-06FB-1E01A87C718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63E1AEE-9CB8-DF43-6F76-5AAE6E3A794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5070C75-2546-8F66-C403-24EEE42EA9D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040622-8560-0932-2872-F3E1CDDB4B86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E52B11E-D51A-6ADB-32CA-33A076D1A3E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AD2EB48-50AB-9401-545C-1177F4ED8D4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A959202-9C6F-B170-8838-6717832055B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FC03977-C49E-8A6F-6071-C6F86025BFF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6589B22-7BE2-032F-D374-E01A494EE23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3BB692-5ACC-3EE8-B06C-0A0E03D5C12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80180A4-D90C-4FDA-DCAE-BA62779FBA6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B1D9AC0-3746-1255-6FC8-2D74A1B6836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F83912-364C-4E7E-E90F-3A4292FE683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A492EB3-0AFB-5712-4105-587BE1F45BD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7ECB181-F838-E667-D760-C2EDBB0E7EE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FF4E93D-88AA-6B25-5205-0B0ECA17895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EBFD9A0-7B86-056C-0C0E-2FEF4D7CB5E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A285F1AC-C77A-10B3-8829-FC681AB7293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1B17A26-A5ED-E108-50F8-C616819E33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B68BB7D-435E-3E23-C308-719E2C71F24F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222518-2A4B-E6F3-2F96-1C5292184499}"/>
              </a:ext>
            </a:extLst>
          </p:cNvPr>
          <p:cNvSpPr txBox="1"/>
          <p:nvPr/>
        </p:nvSpPr>
        <p:spPr>
          <a:xfrm>
            <a:off x="7157158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E7D36E7-CCF8-187E-9D6C-4F58CC6906F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3B0633B-6EA1-A52E-DE8D-D1BADDD85FB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872835C-EA51-14DB-6E54-0E2681C8A9E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FC7D5B5-8AAE-0661-FEEF-38F7A316BF0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1423583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6864D-1A43-29C9-72FE-E396EA801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BC1C0EF-F58F-AC14-F659-5BE02FB169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DF5F91-A91E-3FE8-A857-51F986A59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1E5A74-27B4-D6B2-BA92-93B913DA2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EF3A512-E39A-DF3B-1CFB-8D265CA4A8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404E56A-9318-A502-8113-0D2CDDECC9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02A56-68DD-14B7-F780-BAC9A58A7AE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18C2A-CB7D-E199-DD88-76D68E83AB1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C2E7E9-8DDA-4FAF-CE23-C1112D6A95A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A410C-5F80-014D-D843-0116B7DC161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CA5A6F-5295-326F-75BB-E57D66CD0A8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EA9E2-A727-3FD6-DD40-928DA0667A8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8DA218-D7AC-9EBB-F606-BB307C62573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86FF60-A662-1182-DEBD-FB82F7B5C72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506BEE8-F78D-9E75-2CB8-ABDE4317D60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C28A3A-EBFC-6F11-95D1-60BB6B8CB334}"/>
              </a:ext>
            </a:extLst>
          </p:cNvPr>
          <p:cNvSpPr txBox="1"/>
          <p:nvPr/>
        </p:nvSpPr>
        <p:spPr>
          <a:xfrm>
            <a:off x="364066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25CFAEE-6FD1-52BA-0ECC-44231FEC0AA5}"/>
              </a:ext>
            </a:extLst>
          </p:cNvPr>
          <p:cNvSpPr txBox="1"/>
          <p:nvPr/>
        </p:nvSpPr>
        <p:spPr>
          <a:xfrm>
            <a:off x="414302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B677C8E-14E5-16B7-746C-AC5234002664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229CD8-524B-4C8A-B877-E7079BA1CE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06451A0-3EB8-73F5-97FD-4BF844FDA502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E74B41-36E0-84A1-78B7-30AB1022F8FE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2A1C22-D556-30FA-D6B1-2D9F77685DDF}"/>
              </a:ext>
            </a:extLst>
          </p:cNvPr>
          <p:cNvSpPr txBox="1"/>
          <p:nvPr/>
        </p:nvSpPr>
        <p:spPr>
          <a:xfrm>
            <a:off x="5650090" y="1402877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553F93-C7B8-336F-AE3A-52FEFE2CE83A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8F4E3D2-C1CE-DBBB-F92C-1FBEBFD469B9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8ECE326-8D72-D7F1-8944-BAA43E61892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3A3237-39EA-4ABB-EAD1-5BABF179F383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36176B8-4C6E-7293-33D7-8903A2F355AF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51FBF56-F833-DDF2-AA13-F50BE2063AE1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1146F7-0AD2-1FC5-9158-5F345E4E39F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6A8C0F7-2DEC-C7C8-E6FE-40B8A9A4E0C9}"/>
              </a:ext>
            </a:extLst>
          </p:cNvPr>
          <p:cNvSpPr txBox="1"/>
          <p:nvPr/>
        </p:nvSpPr>
        <p:spPr>
          <a:xfrm>
            <a:off x="5147734" y="2404765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9519E39-0715-476A-53C1-E33DA5578537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0CA63DA-E672-E286-F36D-3C8F14D58C85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1A0831F-482C-B7ED-1C40-B689222E311D}"/>
              </a:ext>
            </a:extLst>
          </p:cNvPr>
          <p:cNvSpPr txBox="1"/>
          <p:nvPr/>
        </p:nvSpPr>
        <p:spPr>
          <a:xfrm>
            <a:off x="565009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F0B175-91DA-5378-4203-D3CFBE5A22D6}"/>
              </a:ext>
            </a:extLst>
          </p:cNvPr>
          <p:cNvSpPr txBox="1"/>
          <p:nvPr/>
        </p:nvSpPr>
        <p:spPr>
          <a:xfrm>
            <a:off x="3138310" y="2905709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08CF1E2-EF29-36A3-8595-DA0F619B9931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4A14FE4-5BDA-44BF-96B5-1C538F9B989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3505D2-B72E-B16D-3237-C9590ECE4433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CEB7CC5-9CFC-4A7D-4645-2B0352ED9666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7E437F-91B8-8503-A333-CA5A9B78B008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6F9C42F-9A39-9F87-BDC1-1EA2416D141C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92BDA07-FBC7-F273-E918-E80DE4ADA13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D72B66A-D269-D02A-6F29-AF39FC1F086B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6F83E03-D484-2D4B-0560-C992E15DA17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69D903D-EF6D-EE0C-D855-F22EFE87483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CD1DB3-AB12-7127-A701-4B3D32A198A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E5BC41-DD45-3879-4962-BB4A8D5EC3E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C09405-BC69-0032-F613-363B0B95C6E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6CD9C6-3AE8-6251-ABD5-F965386F545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B3934FB-D8E9-0B63-8217-173C4179424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EE107F8-F734-CB8B-B14B-55F0FBEBA0D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B48355-D84C-3632-3721-B3CF952F0A34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CEC7FE6-D7C7-7D5B-C8CE-45DE4210009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FC61A48-FBC6-BE05-ADF2-8F09DC472F2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AD4DC4-C291-FBD6-CEB5-7793469605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8B03B94-7471-4916-87B2-644F5F3DC1B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301813E-C54D-C5BE-CEAB-4BC7CB5D96D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13F9C9-3985-985B-F77B-FF2F48921F85}"/>
              </a:ext>
            </a:extLst>
          </p:cNvPr>
          <p:cNvSpPr txBox="1"/>
          <p:nvPr/>
        </p:nvSpPr>
        <p:spPr>
          <a:xfrm>
            <a:off x="6152446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02F0D74-0527-2306-E84C-37138FFF8241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811268A-F37C-5695-6BE1-ED14B55F23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050B860-5649-EC58-5B42-01399746B3A8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669570-D64A-2744-21AB-F305F5CD4DC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19E1839-1C4A-7A5F-40E7-5F33EC53702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ED88760-9180-35C1-3CF7-5D3CD8F41AE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F48E83-5487-CF96-9312-87D1687ABF8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1BEA3DB-72E5-387A-1199-9EDB0C13F60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4CBA54-A187-EED1-53F3-849609AABE8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0A9E62C-C2E7-8D9A-6AB9-4345F40A4F9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6864C39-F608-696B-F6FE-039D6FE5039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3596339-EE7A-B4B3-F43A-1D69493710A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9D92715-0782-2378-DE3F-4D2D8BCE105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6A8FD55-AE5D-8D52-787C-95887729DDB4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A857AAE-798F-2E33-1CC5-5C9510299D1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988D05-B2A9-EE10-B01D-FA6DF04E000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89D05C-C80B-B68A-50F8-4F20BBB94D3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987E0BF-8539-D57A-5446-928CBF356FB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8D8143-8ECC-7A37-E02E-D9C398A8BB4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BFEE07-11D0-2E5E-20F0-9E34BA83F5F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34FB55D-B92F-D37B-B73A-8E726C42D7D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4A640FB-D477-B6B5-EFA7-19C6E83DAB37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32CE4C6-0B4F-7070-7D1D-80F58C0BC51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C134B51-C294-7EA1-99B4-90374DCA1FF1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56AF39E-4326-0020-BEE0-73C05568C13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350127F5-45E3-AE08-D222-57A19474FE1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464A860-287D-6523-5B82-1B59A4B1CCC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2D27CC8-5B77-988F-5B26-2DDDA314E85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60FFEB0-E80D-3BED-5BD5-4AC7DDA9396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BC3485-331D-7A02-D450-099C7966982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8700579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57858-9267-0179-FF01-0774A7C80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7E75A8-6CAF-E51D-C5B4-F19B898CFC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30DEA81-5AFA-303B-3E4E-F14828E76C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3F13A14-FF4A-5F10-1D82-54FA00338E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B322180-723F-1596-6271-3FAA6E01111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D0829AE-CC87-C721-EB29-32BF7D3B95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7EE16B-77C8-D5A4-4FD9-89DE6EF2D16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7E947-45A3-6FF9-18D2-232F47F0884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AFC834-3EF1-8CF9-8D27-B11EEBFCAD6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6F184BF-2E14-D403-1D10-53127A434CA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5CFD07-CF5A-5FC9-6722-11A247E8F25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E5B30-91CF-85B2-778D-6FEB120C612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A65F0D-C4EB-4C1F-D201-E618CE5EFC6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994382-1F1B-A32E-21B3-3B6314D2AA2C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1F338D-6B54-ECAE-F4EB-13027E6AE9E0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910133-6262-836F-8602-B6E47CB6330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88D145-9C1D-0E11-2E12-DF3FA42168F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7E7D4C8-C64D-95C4-6986-BCECA821A67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884B1E-1021-2F12-D252-75DB5D4AB497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C1DF25-5608-C004-A002-59D2D8AAE4CD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71A3440-25B7-3261-26F5-D8E3B1EF2F9D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E8F0EEA-38A1-EE18-3259-C6459263ADB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479EE09-9388-6D46-4BC0-286B7FAACDD9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86E08D-34FF-E996-8A78-1D37572B438C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153134B-C17B-9DDF-1C0E-BB051D79053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0FA3AF0-F2F5-BC6C-7501-107ADD0FAA2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75D35EB-15E6-E7AC-C4F0-C8D0AF83D78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4A4D46D-D6EF-2167-7DC3-08F7D57A599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F18B78C-F705-84DA-4C92-9ECA1CF17DC5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090233F-2B00-D3F8-52EE-3F14FDBB1C34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E5FC65-6182-92B7-FEC8-1D2677D79161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CF34B7A-F18B-9F8C-09F1-F2A8FB76F31B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58D05D4-2E77-7CDE-9D64-501BE7FC56F3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B805B59-22C7-6B47-EC9D-44CFF5AAA4A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83EC9CE-BFC5-6018-319B-C1773B2AFA33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884A477-7D1F-F5E4-ED7B-484532525BE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2076F13-DB12-BCEA-86DE-E6BA19FE288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3717A0-9A64-6705-5128-3FB19333FF00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4F4515-CB4F-38AD-C9D0-C377FB95A87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136C52-6849-C723-F4AA-CB8D086CDBB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028439-1508-2B76-A83A-B46C88EEFF12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0B5CB43-0891-79C8-9FFA-1C891BFBED8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C86316D-7D6B-630B-CD5F-A9463EB71B1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3F77075-CC09-05F4-58EE-D642A6D3966E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9D81D2-F54A-70EA-1E39-293A083FDB39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67AE628-8280-B6BA-7614-CE392DC4A5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E7001EA-B323-8A54-D58C-2B9EF4B38C8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2153A8A-2324-8310-6270-38B03E88652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E20B17A-1C2B-66A1-7C67-9A558FDBDAC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F90FDB1-90B5-A362-B3C7-6281D736695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729394B-6191-78E5-8F83-5F16A431994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B137E25-0FBD-D1A3-0185-F72C49190A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293E435-735D-500B-3472-049E3FE0896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4CFED3B-C82C-A28D-A75D-66A2B30EE65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EC7530-DA2B-7B79-7D01-34DE2680660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2D6E466-230C-6B01-84D2-C447413D46E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AD8E3C7-D96C-025B-AD85-DFAFA324E09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A044B38-E95A-2DE7-2198-96A9C072755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C849451-5C2E-43C3-14D4-D06DEF3728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79834E4-E4C3-0F36-416B-EAF8543F993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E53BE-6305-AD59-765F-753A6EE1399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450A1D7-77DA-D765-C06E-D6E293B4E882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145115A-4399-4DD3-41F0-68580B0A850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C5EC8F2-0E26-94C8-F26F-390518BFE8B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D1C989C-B3D3-2BC3-0F0E-7CD2437A212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0E7590-DDC8-16CB-B86C-D2A89D54BCC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FD952D7-0AA8-3E54-57C2-CAA014AAD18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EAF4F57-26CD-40BC-0904-9BDC0365500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A6575C-97C5-E771-3993-2D3FC4B4B1F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67B9FA2-4AA5-BF50-662F-BB3EA912836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1209D8-CF90-6566-CF82-4D191F3BA79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68B38F2-34EA-3A4C-ABA5-7C923D3284C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84CCD30-4B2C-36ED-72FB-856A6495CF48}"/>
              </a:ext>
            </a:extLst>
          </p:cNvPr>
          <p:cNvSpPr txBox="1"/>
          <p:nvPr/>
        </p:nvSpPr>
        <p:spPr>
          <a:xfrm>
            <a:off x="6152446" y="3907597"/>
            <a:ext cx="570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F7CB8E-42E7-4318-2DB3-2545DAD5BED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5C8A60-0A15-CDEC-F595-88D5B6F9BA9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55E62ED2-7C3D-8FE4-7459-2482A8DB8D2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5A7F82E-5FFB-2C24-049D-961E7C7143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72A90AC-AAB0-9B80-9172-0B243D2FCDF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A0C256D-5C42-1267-B957-D1662DE8AA2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D3D0FD-2720-80ED-DDA4-DD3EEF6E3E9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37DD647-38A2-D7EE-599A-F5C5173B4A0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E50C6A7-294B-EA5F-6C32-18FFB83DF0A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56D1984-8B96-2CDB-73FC-D83094DD642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EAF798E-E12F-6B0E-BD6F-D5D988C3E7B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8D19B51-E36C-D0F5-E8C1-8F71F33BEBD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F46B18A-E13F-BE02-A515-85DB4AE92E2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0330373-2CF5-362C-FCE4-078E5559AA3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95987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AE2C-2621-193F-39B2-E1D27FBDE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80D9CC-8844-4EDE-4366-F977B33DE6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5496982-84A6-35E8-6C19-4574DF834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E893BB-1EB8-F166-295D-075D517D9D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0A247C1-7A52-08CF-F587-9827EABB2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0941FB9-D552-8911-73D2-EB3B8F499A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041672-C4E7-35A7-0E79-5E4890E3707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52F1C-7E9C-4A96-98A6-D1A9E0CBCC6C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1913BC-0BFB-A134-F659-FA406EE547A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B80E62-6E0C-3819-4AB3-025CF3AA16A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595AA-4529-BCD5-121F-30584D238CE7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868275-D18A-2E9C-F036-FA128124BC8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95F5C-21A6-66BE-16FC-5EF2B2EF8B27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0FC8EE-D6C3-55E5-78AE-4159D99C89D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69267B-6064-FA13-9BCE-0A4A17853C8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89DE5DD-D88F-B509-51BC-8A2450F4B10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7C2661-FAE8-BF13-AB46-173F080DD334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A14BD0-3BC2-EDB0-6395-6BCFA491077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B946229-072E-2E7E-D4D3-E896CFE7120C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699FEA-EBB8-0208-4517-B10FC837FA1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CCB39D-7990-C34D-1919-67EC7439853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C3A78D7-78B3-3799-4E5B-AFB2E07A7DE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829F15-3EE0-2594-7836-580BEB33D010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6686DD7-B875-E37F-66F1-C860513ADC09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436DC2-B92B-9C7C-CCFA-FF48A1FCB4AF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BD02F23-FFF6-A2D3-AACD-C3002DFE50C8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6A2FF78-E221-A11D-E19B-E0CFFAE0DE49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E867979-D6F4-4E4C-8023-59DE4CEBFA44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9BA1D16-B788-7085-A029-CD9B8C1226DF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88F9563-4BC4-D4C7-63D7-46DD142780EA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5CBBFB-CBE9-55AE-FC74-CA1CE7CC645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2828858-F6A0-2F5D-5CEF-D33E98B512F5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A06DD7-0F2A-42C4-8B45-70828BCAEF1C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2281F49-67A5-35DF-B8C7-A9B652858117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3AC4CA2-FCDA-FDBE-6F1B-CE50C72DE02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B6E8B43-8886-157A-6B7B-2BE2882F1F0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CCC2E-FEDE-634C-9EF7-1AFCF312CAE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36BC97-2C7C-107D-49BF-83125333615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C6276E-A9F9-784E-4E97-90083EB4BA2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AE2957-DB87-1685-B6E1-0C661502300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C0DEC1B-C67C-7B47-8178-4A16067D360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053DAD-6B6F-F459-A41B-C726844779B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34E21A-67C3-51BC-AC71-621DC49E0E7C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CAA31A-200D-049D-220D-BF3E6026BE3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F1EC5C-9932-941C-E9DF-93717BBAE6C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5AD07F8-2BD4-FB4E-9FFE-EEE8495818F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A73A87F-FEE3-0EA6-C5B5-ADFEEF4918A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E4669D4-51F0-13F1-2589-2163FB927C3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3AE3624-75B9-8353-F6B6-9FFA02B8EB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FE98722-8E0F-55E7-FB37-0A155F44113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F7E1154-1654-2F3A-DEC1-2150EF232BD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EC999C-8C39-8EEC-9AFE-96EBB138506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CADB864-63F4-5160-6EAA-8D3E2548969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96480FD-A382-1D91-502E-08709408745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4EA57D17-21D4-7CE7-94EA-8B7B601FB0D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01DF1D-A38C-EB72-7F8B-FE717667744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A21D7C-31FF-0EE3-BB61-B3B54D2EAFF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7709C2B-A890-0EFD-17A8-E3D7DE514A9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CB4CB3-47CB-B21D-59C4-DF435592A4ED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2F289629-5A77-C7A2-5D32-0B568C17290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8DF6137-CD3F-F729-7DD1-A64D4A2533CD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8DA23CB-C3E9-1280-6F4D-4ADD97A9E2F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E4902CD7-D594-7E46-0237-C63DD1C84AD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7B3F19E-D176-7E9F-B73D-22781212C45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03A2E1-D28B-804A-B479-D75D9C5903D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6120E0C-7DBC-CBE4-7A7A-DD674F035CC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03DB1F2-D73C-5DD3-9F0D-C6712612DD5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B2441A1-23DC-7824-9397-AF463EFAB22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54EEB02-7531-4767-EE7F-22BBCB996503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E751067-1CBA-E19C-D051-33EEF5C8D00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6D6D397-488D-7C8F-C050-C61C42502D4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3F98EB7-5B1E-B372-24ED-1DD515BE9C62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564A689-804B-9C85-0E2B-9A54510B34B4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783D75E-4C48-7869-FF69-13EFB0FBFF1E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2419AD0-048E-87EF-2E6D-908DB00A720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54214A-0BBC-0EAD-2E80-F1C9FEE3568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67E0011-A789-3E2E-A961-06B4D9EC3FD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EF519B-56AF-F735-0EEF-0E9BCB3883B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BEE4FF-B8E1-C4BB-0A92-CE9F676927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C5C4B77-BD6F-66B2-B45F-9965D457C9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D5BD19B-209F-66C0-B07F-EEFAA6D9DC3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9BF5AED-59CF-1868-4FD8-B8B3F97D2E55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9D1A94-42C1-63C7-FB9A-34A28D5413D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0B52BBF-E5CE-F8E8-CDE2-B200A2A10DB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AE9D4A37-6311-8EE3-AC5A-259F88A0BE0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FAD3C4E-B52D-54D6-7F96-5F553B8E9B7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4150A5-B1C7-782C-40AF-4E7A23F92E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19370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79CD1-0234-57A2-FF0E-E483845F8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A6622C2-2247-EDDC-5504-01EE9F5D41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4EA910C-5444-7F6A-1F3D-6AC5AA0386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DE9E308-DBC2-4B2B-440B-ED18F3A864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22832D1-15E8-30E6-B1CD-C1D0A8082A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9D629E2-BCE2-7C49-18CD-9D257AE4DC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A30C3E-2D2A-ABA7-1090-F0B95646A53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17924F-ACD6-B220-05AB-489A3D17396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CC499C-1653-EBE2-2F05-A58FF3C5116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9F5EB-55BC-6A0B-89F7-BA1351C65CF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4679EF-FB1C-8356-5A8D-092833EEAC64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A1E054-9F66-31BD-804F-9498AD1D0BF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ED04C-B6D6-7145-81EE-0492A599B3B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78D119-D332-E628-BECF-A5AC023B99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22AA2A-D7D2-CCCE-5F3F-0DA6451A1ED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89673B-1D86-E963-50CF-D62E48F7BE62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A49D233-02E7-166E-0EBE-BD859EE3DAE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ACA57E-1FBE-9FEF-EF88-1CC8F374C10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92263E2-2F61-114C-A650-9074E19D53FF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494A21-3720-806F-18F4-5F4DF9B83F72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A9117-C1F0-BD03-D305-CFCDD75A9E3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51A78CC-1DA2-D0A5-7296-A63162552B80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3C17CE-3DF0-D4E3-78FE-9FEB7738E17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9E024B-99CE-405E-40F0-CFB62681D33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ED17BE-8013-C6C3-9D6F-CDC1565E9B39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4C6EF87-9FE4-AB24-F6E2-F8E49C7E30C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9897B9-84AE-2E72-21B3-AA7D68944A9A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BE895F7-3376-9130-D7C3-0BCA242F043F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E2E3A23-D349-BB3A-30A3-6BD142D22841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8A3ABB3-624E-7F6E-21CD-A3C1AF9E52CF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857CA21-D9BD-7497-0D66-56B85C7C388E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BF5C06F-C214-0305-9686-0AFF0B48C2F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D3709D-0CF6-1406-D4EA-9507637DF77D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43D247-952C-1A2B-BB34-072C1A71FE8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E2707E0-7A67-F0C1-BCEA-D09A00A582E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E8B43D5-7B63-8F5E-F2A2-49CA8F0E176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0AEBE6-E816-47A3-0859-A213CC14BF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31F38A-7C58-40C0-7BC0-24508065843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92DC8B-1837-4B3B-8E59-5E37295EAD6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47BC9A-B503-1B31-7CF8-3F2E27838318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AAD49F-844D-BBBB-9400-9BEAFEB892A4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F4966CE-1349-37A0-979D-688654A70A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1D90393-048C-50F9-32D2-D69FA43A165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8D1D9FE-490D-FED2-C7AA-B878D91C603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A9DC9D6-C8C7-00FF-B56B-59B7DDBF408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BC7AD53-D12F-27CC-4042-5CA142FEA4A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BD4BFF-585F-FC36-C6C1-360654B465E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0E2DB52-A91E-7EF6-F847-922C08D06AE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1F74196-0189-D82D-92F2-D9C3D0257F1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3F973DE-400A-A035-1061-8F17921F3C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8B1149E-7F8E-907A-4F5C-2588FCB4C76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971B18-0468-9663-234C-E68C39212FF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ED235C-C261-A982-92D6-0AF7C63843D5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A76323-4A5D-F3CA-D2F3-023F5A44933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BB17746-01F8-7391-0ED3-A2880DF0834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529C965-8984-AB51-42B8-ED2FAC0D4C79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F8CE1C2-EA8D-6108-3206-0EC1F4A390E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68F0E84-1F8F-9BBA-9B0E-2568B84C9D2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C9D740B-1922-231E-E1EB-4BCB9B4308E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C601F90-A741-C938-920F-340F7BA761A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4706510-313F-5868-8865-C64932EC40BC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D429F8B-D69F-9D45-A531-7870916C739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303331-936B-E057-ADBC-14C6B64DBD1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A9A544-58AE-62AF-8EA1-94DB660E1F1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9F3AEC-E204-0923-A21F-1E41B9A3B3A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3874889-A48C-041D-11C6-036659EC6E3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A5113E-7566-34C1-C21B-90541FE0ABD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0AC1C4E-3331-E5BD-20B2-053435F08E6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FBF2F5B-B617-BEF5-C848-678DE656C3EE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C3AFE65-AE00-C4C1-E722-B380E35C5E3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8D202C02-4EAA-C5FB-E7D1-7A9C58013CD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4BD2DD4-7B9E-85AD-74DF-8CB6395E618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01D1F5C-9405-B9C4-6FFB-9ABF132039F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9A223BC-8A4D-C93B-2014-92462E26EB6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869A0C0F-9E76-E28C-1CAA-91345169A90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E0A765F-73CB-47C5-F9E6-57340CEEE84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669F14AF-F15A-68D1-63A1-2828EDF2AA5E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2120039-995E-C79E-2750-8F3281A9C60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E6F69BB-EF37-8689-3E7A-06B4E0A9C11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D170866-35AC-433B-D3B6-9B94FD37CAE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E395D7F-2C55-088C-0084-6F78971AFC3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F1EE2C2-012F-56B2-D145-1C60BDC5500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579A6F2-551D-69B8-5421-2CED19DD9FC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6A99E44-AE7A-4BDE-6C07-221039C389A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E2024B-1B93-A2A5-D15B-A8382275C4E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649E6463-134A-4F7D-B7D1-65493F930C1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C3AE58-965C-9918-46C2-59AB068B368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711220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F23A3-920F-D620-C493-5C5883221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331F559-9252-E412-DF73-15933F320D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In the bottom left block, [16 in 4, no 3, 6] can either be 1249 or 1258. Only 1249 fits.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6B5DE93-7E99-11AC-6A06-6AA496558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E1D25E-6EA0-0A9C-E74D-54B989559C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9C5421-0077-5C43-6304-752EC619CF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13E3336-CEC9-0106-FD8F-B766DA799D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2DE642-B99F-CB54-4834-B13A2E8414B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A195E-7856-0CF0-845B-A7272FE57FB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414961-6915-9FFF-C548-5A7A5D9B69D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7A236B-DE2E-891F-327B-77C942DC78A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7058F9-E7FE-3CCB-27D6-317EEE901EA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9AD7E-3890-65F9-D834-293D6FE23D1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CEE899-4056-997E-6C29-1536E372BBE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40CDDD-59A6-11A7-3252-3E65FE286968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32FBCD-A9D6-A203-8936-E3ED5F6CAA7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FD35141-6278-1F0A-E4D5-ED3E1C77F8E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690AE92-61F1-C35C-CBAF-D14386BAE07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DAA0140-B134-1222-8814-C09EECA9EEC9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629256-EE93-616F-A6E7-381530756802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5D531F5-281F-0148-C714-EDDF9424F780}"/>
              </a:ext>
            </a:extLst>
          </p:cNvPr>
          <p:cNvSpPr txBox="1"/>
          <p:nvPr/>
        </p:nvSpPr>
        <p:spPr>
          <a:xfrm>
            <a:off x="364066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AAC5EE5-362D-9924-759F-9A229B2792C3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26111AA-79E5-5557-9027-A4E72E960B07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6DB7B89-8AA9-E3A9-1C96-2217542F87D5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04BD845-5051-A95E-2EF4-3F9FBB91E6CB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7F440F6-F127-4217-8409-36AD980B847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05F044-D6E0-1016-A8FF-EB09A062378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F00233-3096-4AC6-220C-6E35090656DF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04B7E36-A56A-1D8B-3D78-74AD831E022A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3FEC917-5E9A-36CB-69D8-4CDEA01B1DF8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58624E-8743-6339-3C94-74E516CF5363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55EDA7F-A2E9-D3CF-C0B3-0EE9DE0AF2C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2CCF899-41D8-9801-5FCD-ED0C25D2EA29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689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321EB9A-49EF-25DB-6C69-C691ADE1500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307007-2FAA-2204-7F44-2EF59183391D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D250EF-C89D-C774-498A-1939CF3AFC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49F24AB-52BF-47C2-DA7C-97EA7D2781F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20AC3D6-FC28-6318-E51F-27613A41F58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0D1501-C23C-D6ED-403A-CCB7C4DE1C5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12079D-CDF0-919F-98E9-E525E1E1D6F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F85092C-59BE-F6AF-50CD-3D22C1CBD95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D8780BB-4525-B40C-6733-EBD64017B535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63B03FB-3437-F1D7-76CA-4CC0210F37B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57EC732-876E-94B2-A81C-01683C2F696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4D9E76E-D204-21AD-8AEC-6461F4C9DE7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65214A4-2B7B-7A98-4EA9-A20D3978B74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DDE67B6-43D0-3AEC-E493-BF6F88B2F2C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9B5EA2D-36FA-87E8-E020-5725D9A93D8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3EFA28C-DF24-E4DA-9BBD-C8906604030B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4BF6EB-3802-744C-5E0D-CDE5DC167955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D99DC1-54B9-9D3D-0111-3514AD4CE6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FF78C8A7-2A60-B490-06DD-E1A331346CA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20FEB56-6AAE-6FAB-17D4-7D10BE5481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25789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AADCAA-D8C5-D9EA-1396-2787CBBBE5C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12578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C77522-402C-B4BF-9A8F-FA990AE85B0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12789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7471F0C-FAE3-07F7-F4F7-8896E54E5C30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12589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48EE90D-5DF8-E6BA-755B-0EE9C3C7C1F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202EDF3-98A9-77A2-12FF-B0D39991F4B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B67EB753-0E42-AF81-4B73-7FA19A39D0F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BF071FEC-20BE-671A-8E7E-83914EC61E4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26A70B-0058-5E13-291D-030CC97547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5CD9768-2227-B4F9-0461-DECD191E183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FBA1E21-89E8-46F5-79A1-82DF4DED410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C5A7AD5-C8B7-7EB5-4C3A-693A03D6C70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087A72F-3FF8-124F-E907-D6CA937C4F1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D8DCD5A-29ED-AAAB-BC2E-A733FECCE162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52E5192-BBC2-B09E-2645-7F6DB92971B2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1C5E305-50F2-BDB7-3116-C504E643AC3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234789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3A4C4CF-D734-B185-3DA6-3F474525DE4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A48DFD7-F6CF-722F-2CFE-BFD59A3E758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24589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2F33A79C-7153-E09D-7F5A-470D9CB6FE76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12458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B510C6-593E-A510-B001-4B00A0F5DC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6339DC-C072-E7B3-683E-7777069080A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3503E98-A6CB-18EB-EFCC-49251EE8223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8A2BDBC-9B11-A68A-7770-B5CAED1C519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6723743-953A-2700-47B2-1208A616BE8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E50A7AF-C076-184F-FDD2-00D97F540CB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6E4C16C-E836-C06B-D352-ED4DAADFB0A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FD0DCCE-5F0B-058E-B836-C632E9631F4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B506DAC-A15E-7EA4-FFE0-424C0E6EA83A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4BCCE5ED-D511-FF15-497F-5E47FFB9C6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03880C2A-79CE-6E03-04CD-DFD2A76A995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8E6473-FE87-76BA-39D6-255DBAA976E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5A839E-1B31-5166-A213-9BAA55C8012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7A05863-3121-6A82-5543-5E93207DB0A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F057F77-93ED-5720-7FE9-C9203DF97A8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AF0BAD-F07C-627A-FCA6-ACEF329ECA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203A47E-F1EA-6081-B1F5-62AE73B9721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364338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2292-5CC9-D84F-82D4-927B6906B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F185393-AD92-5E78-DE1E-756BEE8D71A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B600EB-9D34-6A26-3B2F-74B67BC38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44C5B00-00D1-0712-7CBB-B856152836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134034-ADAD-1BC8-E676-2F414640E8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555DE6C-18C2-BF32-B414-FD15435EAB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6E11A2-CD60-7152-811C-E2D3EE17B5C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356B5-4A77-F42D-63BB-DC8D72EDA9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F34A0D-324B-E2BE-577B-701B7B6E941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D6FA7C-F1E1-7512-B6D2-8246DF00C25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536AAF-0F7E-395B-B209-195286F8777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E86A10-2BA1-8220-D73A-2F2071CDEC3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BE5AB0-07AE-F072-F887-5D538F2D31DD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26864A-4AEC-B9FA-AC51-2C26C7951C0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7EF34-E0A4-9FEC-1F1F-C2D4D2823294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7B740F8-8C75-1268-2C49-0BE6BAB04455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276C39-CFB8-728A-F426-689D3D57EB5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497755-B3BF-7D33-A938-20FA5408B6B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E25CD-8E5A-1CDD-E14B-571EBB3EA0A5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F7DE0CA-8162-590A-AD88-AF81C030C12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ACF19C-9C18-91F3-19BC-8CF51770B564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FE1727B-CB32-4F2B-58E9-2B037F4A7BA1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7BBAF5-1F7D-42CD-0649-6B72B23CC148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36B137F-7386-098D-7E9C-ACFDD4B85F9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3B2600-0206-A7B3-2413-5E5F773D87C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1AECD1B-26FB-913C-F80E-48DFD1BA160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A96740E-1C2C-0926-9E99-AC44A3B61281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F3B5B6-1D1A-C468-B17B-7674C33A64F5}"/>
              </a:ext>
            </a:extLst>
          </p:cNvPr>
          <p:cNvSpPr txBox="1"/>
          <p:nvPr/>
        </p:nvSpPr>
        <p:spPr>
          <a:xfrm>
            <a:off x="5147734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DE11EB-9D87-1284-706F-C627BFC556CB}"/>
              </a:ext>
            </a:extLst>
          </p:cNvPr>
          <p:cNvSpPr txBox="1"/>
          <p:nvPr/>
        </p:nvSpPr>
        <p:spPr>
          <a:xfrm>
            <a:off x="565009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D8CB93C-6FC5-E50C-2006-289360387579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6EE0430-95EF-C75F-671C-5C4227C0EBE6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87FDF0-61EF-C9D2-EB69-CF3065386BC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69737F-5722-F5C2-EC0D-DC1A2D05873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359F22-AA1E-A2BD-18F4-036223F82D9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D23D6D6-757B-06A5-91CD-99BF967BCDD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76E729-F15C-E0A8-AAF1-939C63F491F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6EC05A1-E866-7F25-3184-52C6E31501E6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FA26B0-015C-116A-73B1-E6464FD1680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9F1CDF-E0FC-BE6D-CEA5-5F34DEF8325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9E6BD1C-A9D9-1486-1D1A-F1F11E0C9E9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28AD770-58DD-D33A-5215-6984F4C05C3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E25577-AEB8-98CC-77AE-574E52CA826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EA93FAE-9B90-6960-C37F-AA1B37E3BDE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4D77B3F-89B6-E22A-7313-C3F5C355483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124338-FA01-EBF4-923B-5FC7542269F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FA429FB-84C3-3601-6D75-60FA5730219E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ED5186A-DC66-B3FF-495A-32FCADF9C1B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000C920-08C0-3999-9AD8-950C1118DAE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7985904-C5D3-1A05-B7F1-45D83035E61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1B31653-F396-8F58-7DFC-E65D3BB5A17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6899490-93B9-745B-76D9-E4300306CEB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F4F50A-C661-209E-4EE5-D471A31F9CF2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06D1098-AA51-C56F-DCA3-FC8040EDBB3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103AC5B-A318-7562-3607-C0A06A01C04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D6ADA92-DD63-4272-7B1A-C2DE2C16C190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4ED7EB9-FAC8-16B4-85F8-DA2951FDAAC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92A191-9418-5AC9-B1DC-FC6A2B766D0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A53AE9-911A-C44F-9992-932C20F2B4E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D3BAEE3-AC46-6E88-2905-D02BA6CB42B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233C593-8B15-0C06-691B-60CF63A5F85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04CFE6-DE65-B2EA-9F93-FD6CBF61DE6A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1C3A9F3-CBA1-ED9E-F5BF-1595B39D9B5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E85B28B-976A-F9A0-B9CD-811B03C8DFF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BA2045-B3F2-45E3-7EFA-2DAA2884E78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F0F458E-8147-99B9-302D-E613ACDD155D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B4FE8D7-AD5F-0463-715E-465EB9CCF82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AF00873-DD23-4F5D-91C4-634F494C38B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406CCF1-D09F-6345-CBE6-37E879AE064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3CE22E7-F1E9-9309-AAFD-9477DEBA9965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4119D-3830-A48B-61CD-048DE001C3E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EF2890-8051-80BC-47A8-2D49DCEC96D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67F886-D4AD-BA53-8773-4975889657B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B7A9679-F05F-749C-D6BB-D8FCBB991316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9ACDBAB-1AEA-91A3-B336-6BC1B71AF95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2524C2-ED6E-5E51-D550-70C05FD6745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7DDE3F-CB69-8443-E18D-6E206AE5CCC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628D54-BD09-E87C-70C4-895071E4B60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B7FCE55-C13A-E023-48D5-03FDAFE0A1A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B9D182-213B-1370-D897-8E2BA72ED23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FDF4D3-B726-ACC1-9546-98F03C6998E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9F5AA8-3805-096D-DE5B-12F2C3AA33E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E5C839-D939-B29F-1A9A-47CA5EA285B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FF34B9A-3DEE-59DA-22F7-C30A5B63973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3228CA4-32EB-3AEF-2252-AEB1FA0B9D9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7076F8B-AE9A-BC0B-A2B7-93CC381E3A8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3EEB05B-0F93-B2E1-E16B-F874E69CF7A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4E0F58C-B0B6-AD5A-5130-CB94E0D8912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523042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26373-F853-0110-D232-16BD1EBE8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C6AEB2-9ABA-265C-514E-71FAF8F38C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C87E9E-B252-988D-BF9B-07AF48242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DDBD409-FB3C-47FE-86E8-A1E70FA39F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402E0A4-B7C2-9871-0E6B-5EB56D0412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EB0FD54-A678-8CFE-50C5-38AB8296E1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C6C4EC-E6CD-69ED-0DF0-3AFDF787D96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58DF43-05F9-E5A2-391D-384B6636D56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214533-656B-85C7-464C-074DC44A5F2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1E656A-CDB1-0E7A-1ED8-92A7C817D6E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A54754-291E-4926-767C-B1CBB6868C6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784B5C-61EB-378D-A546-31F1CFA54DA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9208858-3CD1-22AB-B815-1D5C50F4DF8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D4CA04-8999-BF66-AF6C-14763FAC7E8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2A3AAC-E5F9-2792-84BC-960F3B80F2AA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D05801-ADDC-20E7-AE7A-902176885E1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0EBE25-3F14-F951-EF32-890C65EB086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D09B80B-9645-F375-180D-2D2062A1F7DA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D4F3734-33F6-4719-46F4-25D1144707C9}"/>
              </a:ext>
            </a:extLst>
          </p:cNvPr>
          <p:cNvSpPr txBox="1"/>
          <p:nvPr/>
        </p:nvSpPr>
        <p:spPr>
          <a:xfrm>
            <a:off x="565009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486DEC-A376-6817-90CB-14DC8A63B4D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EFD4FCC-A663-7C1D-8D2B-43F7D78A561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28C8B39-599C-AD46-11D1-FAD16A62836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33C717C-2BDC-3491-2F6F-6C29861E14DD}"/>
              </a:ext>
            </a:extLst>
          </p:cNvPr>
          <p:cNvSpPr txBox="1"/>
          <p:nvPr/>
        </p:nvSpPr>
        <p:spPr>
          <a:xfrm>
            <a:off x="464537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DCB0D97-3F95-50BE-1E51-9D97F2CAF23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E21FF52-1C6B-BC2F-4C9F-930875A7D0EC}"/>
              </a:ext>
            </a:extLst>
          </p:cNvPr>
          <p:cNvSpPr txBox="1"/>
          <p:nvPr/>
        </p:nvSpPr>
        <p:spPr>
          <a:xfrm>
            <a:off x="565009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BFB9E2-CC63-CD5A-8464-A6998179A2F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A87C1D7-E3EF-FA90-5FA2-C7EAA5B9758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79209B-5D28-8B36-062D-0831CCA8B6D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AF6814-2DC2-BD73-6B07-6F658C469D1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16D9B4-B7E2-BA55-A762-368A946F836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71E5B16-603D-04B3-76DC-CECE39982F7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9138496-2DB2-3C33-EA1C-4E53B4D1F80F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660E87-5C85-8C4F-ACAF-52BC640D4CC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B486601-1F15-A244-96EA-8CC8726E1BA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A0AC25-7F09-68DF-D1A5-164308D8FC0F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F4501C-C51B-C699-CA58-C73700B231C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D34E90-3B9B-C24F-0777-B3DF487BA0E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3EB683E-96B3-7173-4961-044E71730AB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F98E2CA-B822-3657-8F3D-5C07A7A98F6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AC14F65-4936-B074-3FC3-215E9700167A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65DB983-4AB3-E314-C632-F07DFE6EE7E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70D6193-CCA1-DED9-EAB2-50D7AFE21F5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12017DA-92C0-31F0-75DC-C51DE5E70E1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BB47C57-B132-F747-2EB6-32F528A47208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8BCE261-4634-9CD4-E139-A5D199D867F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1278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6E3321A-A47F-407A-E8CA-4635D818D38B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5EFEC6B-7670-0A37-67E7-C90A4C46C3E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E38AB6D-4F50-F423-5155-6615662F9AB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6E4C3D1-BF8D-4A9D-F656-743A46320A9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E5F3A95-2CFE-276A-46E8-7BDB80F24F0D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4B0B0D3-E5DA-3E5F-7450-2754055DDF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3DA73AC-7487-8644-2FE4-1027A44F88C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8D74679-85A8-6A8E-D45E-16FC9EC8A0D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3C075F-0CAD-5782-CFDD-3BA0CDD8A48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6C5127-6808-E718-35D1-1DFB996FE2A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B0A056F-312D-C1F7-CFAD-E01C3D28EB2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3E78610-5F17-AC54-12B3-7A48348CD95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ADF86C13-0194-62CD-77C6-BAFCF2C7F8B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2378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8FBEAAC-82FA-AF52-2789-CB6EADDFE8B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12378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101E96B-8A05-20F2-A7A1-A10BEB1DD5C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1737CFE-9DD2-3433-A2A1-093D1ABD176B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D3A10A0-0F90-0598-8848-C5A1C6C4771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2DC4FCF-6327-2D57-9F8F-F6BC0199CE3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A46F50-1001-8AA1-9E69-57863BD08E74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7BBAD2-3E79-8C07-6C05-02192882D6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E8F9E55-1179-B4E1-CDBE-8E4B21CFDB7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618B11-49FF-781E-0D04-371980ACECA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3ACB6F4-8D20-82D9-1A8E-866348B212E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32DA050-C2AA-9E9C-0D76-FA56578306C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88B27D-E5E2-ECD8-97E5-BC3EA4F52EE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DB57381-E347-15D2-11C5-69A11D5D4F9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C86EDED8-AB87-C02C-A037-46A6926A45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B80218-6088-E645-87D3-8DDBD3195FA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98692F-9536-4B63-140B-F1B8F4DE3E4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B9DBF4-6635-0DE4-F91E-EAF31CFB8C9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607415-2C1B-A493-0519-EDD5F88DA81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9AEFA8-85DC-82BB-DFDA-8A09940CB9D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05860F-898C-B5B2-A70B-454FAE831A3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667CDA1-737E-A967-578A-944E6B5CE3B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78B6B32-9A10-EC0C-8D72-AD874AFF114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1B9E5B2-DC47-50AC-1FE1-7599CF71B7B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18FD2C-C5A2-EB90-E77B-66727B7B983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ABB18E2-4CD6-2074-61E0-A55862281E9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45585F7-EAD3-FF66-1D7F-CB2C5009004D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17B0C61-2473-6A56-A76F-9723C0A07CC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7B9245F-8E4A-47DC-2EC3-D6EE93BF396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2B8722F-6202-A006-06B3-35791ACACDA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300397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D6AB4-2564-52E6-5372-73BAB6EBF9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859615-6F37-BB7F-8130-2C2477310D9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132E98-0F64-8631-86D0-7C66B4E28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5CAF196-D1AC-3659-8E8B-B4C3D3062E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7DAFD6C-EA9E-CEAC-BB18-1C0D09464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807EEB-A693-9203-A545-891C343EF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3E0A0D0-3D54-6202-F65C-A40B9F9E90E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D87E09-7F04-371E-36E7-FD0060903FEA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1F1305-D77E-733D-4415-4B9006EFACE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44C6C1-BAA0-E300-1B4B-1B7026606DB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9A8263A-D761-35AA-9D55-8E2BB43D8D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E72BCB-17DE-B34A-1AAC-1FAC01AA4C2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EA4599-9B37-6A1C-2EE6-6A910078AF2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5230F12-33A3-6CCC-2DAA-C840C7B660F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4AA8CB-6031-709E-EDB2-BA7EB513709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F7B4AA-FB2B-3161-0D54-B9BEE7B29BC7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B11F0E-435F-8D36-39FA-15AD63C51F5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0E16D07-C9F8-0C22-75DA-260159CFD312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48B389-92AF-92BF-BB98-F58A6F4948BE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D319A8E-18D2-E16D-5B82-8C11DADBF623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C6E51B6-59AD-913E-E305-1E72016B4893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37AFE7C-493E-E24B-6C55-1E583B4A44A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56D3EF-C4FA-4E0D-F9C6-C96A2D520EF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4422D3D-4291-4854-1359-99EEABF54E7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D63079F-9FF2-8AB3-AC18-51EBBF77C1E6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3E5DA5-29FB-99D4-E1CA-34E2BF2B5A94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315391-BB1D-9A50-CCAF-DBB40372AC47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40F3B5-0D19-BE2F-3B82-B17DB81A6A1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9D7D40-161A-E91E-0839-C195DE083C22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0B46AB-4070-8562-91F5-1CDEFFAB55D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1EBDF2-6C4E-954E-E05A-70C717434C6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C554F40-9673-62AF-4017-0108E8BE83F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5D609E5-EEFC-F9F3-BF22-D1F62555CA0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2D19AA9-D72E-6EC1-5A5C-373F6C4B2E0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619437-7B75-1113-F3F7-DC8566CC9F9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0134C8-63E7-97E7-83D9-5CF205F73F1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48CED81-F46B-D76B-37CD-8587A9EF71F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0D9380B-5089-1F32-401C-E9A88A64D57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589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A2FDC5C-2641-3F1E-E464-86B8FA455F7A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3559457-8373-1B18-75C1-D4360DAEC9E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642E8CE-193A-858C-4B59-5DE2761DEFB8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C5DA34E-65DB-A48E-5BDF-02CF3DC3FB2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97F12B2-E889-681D-C08A-0D6CA453693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103C477-9DA0-259B-61EA-1105AA19E8F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8D830A-7B92-FC92-3776-2099FD444AA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5140F-2687-E657-8DE8-CFE83218BE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EDE6848-BDBF-7EDE-04E5-EA813050632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C90120-C737-3C44-FEF1-EA3A672C23E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7E6451C-E576-61B2-82FC-00679A7224C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4B6EBB4-B393-FB90-8AD6-7652781AF4D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8136AE7-E1C7-3AEA-BD7F-C7C93654B94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8D36FAB-73EB-F19D-A8FB-4BFEC0A038D4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77FF6DA-3879-306D-D509-BE965CC085E1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7AFB801-5677-5916-9F14-BBD5AA121C76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8DEC0A9-7CE5-5335-A37B-677E1CA7B5F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41923A7-7092-83EE-9D02-29D667867221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94E119A-8D84-F3DB-BA79-5EF8EEF290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DADB1EC-0EE7-4B27-9732-61AE8639B29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9C80857-6BC0-173C-A06D-BC2E7E9AC3E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7ED550-4259-8C13-BF5B-777703260A4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33AE2A8-ED8C-C779-37BE-128B60E1E73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7C200A3-FEBB-C6D6-7C45-1B56DD14A31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BAAE64A-9BBE-558D-FB42-E2D45770CF3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BF2AEEF-2D99-36B4-DCA2-0EDE7944A696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4EE950D-A066-7BF4-664D-D0A419A5C2E8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E1890AD5-FEDC-AA9A-AA8C-AF8888934234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B7E5FBF-3FCE-9405-EA1F-32CBCAF84F4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910816-77F5-FC42-3C25-18E4E2E9ECB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A787BA-E553-ADBA-4934-B49E1E2AEE8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667F7A-5F55-FA4B-ADFF-ECA1E946A14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8E64A2C-2703-584E-646B-460EC150484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0F9EC03-4341-1E28-D27B-48F56AD8A36E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0F79DD2-D6B5-B639-3E5A-E1061C7D880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5F8D010-DCC5-8981-331E-AE1E4C38524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20F46E8-FC49-D74A-91E5-48AA366E86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D00695-D02E-74F6-4F08-50755B3E46F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D42EF1-3B50-825B-C714-4205F4DCD0C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59FE4D-DC94-C01E-15CA-E70A9B5DA9E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70BD31B-EBEF-B2E3-7206-FFA78B6AC8D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19496C9-72AA-745A-92BC-45C311C748B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D679AF-9488-AEE2-2B7A-A3527A31361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EB644A2-A7CA-5D65-377F-FC596B6B79C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CD2C304-AFF6-2299-F26C-A2132674C42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6E91FFB-4383-839A-540A-310AFA7EEDCD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F3EA735-1807-D48E-149D-2D399E3C986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68F7DEA-5F9E-DEC0-7D69-4AA80FC3D59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9312914A-9194-2A79-A8EA-1C02DFF8AEA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547601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2B65F5-1230-9EFC-2F9D-0876A9A3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2DC1D8-774A-565E-CE62-C57A6C880A1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AA3C803-DEDA-7146-AA78-A2A5B13D6A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44D8452-04D6-705F-47E1-8D87031FF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0156666-9784-88EB-D3D2-D597F73C8F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BB317BE-73AE-5970-4AE5-71431B0F2F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6619F6E-68D6-EB32-9BB9-15D6B16E079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64BD55-D36B-D7A2-2035-C83ACB98E87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C8C865-6445-5988-5E28-64FD88A6556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7D55A0-EA0D-1BCB-ACF4-B3B0C8B432E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AFB228-95A8-B704-79F4-6332B428B9C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5ADAB-55BF-124B-58F3-80B97FDF4BB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2EE788-3965-4C4A-9B75-43E52DD64A30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F00183-A415-EE15-2C41-DAC45BAACD1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91A1BA9-3D3B-15E8-CFF6-BAFFD016BE6E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0D612A2-5E9F-08B4-174E-92831947914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821EF7-87C3-03AA-A637-F384B097A8C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A5A2D9-47D4-4720-EC89-FA1DBA543F2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8A12A2-634B-02E5-636B-0180ACE8DC26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CA0ED36-1D71-7786-E36C-9E192E932776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F0D723-0891-11BB-E080-CE32F6B27A80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015A800-5AB7-80CB-3301-E1BA013FF55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76693EF-79F1-2C5F-E875-968082493B2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C77BDA-0658-31A8-114C-6B6155D1D81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BF23AE-F609-DEF2-8E67-484651EC013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C397F8-1BD0-392F-EC4E-F9E23094CB6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74B955D-6919-90B2-CB2E-47DA88A0219C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3C3205B-FE06-DFA5-B4F1-4F88BF1A297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8944FB1-BD9D-6FA4-2876-A4E3C096E683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92B50F-BD2A-6B7D-AAE2-7066B3CB30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BD3886-50C0-4D4A-98C5-A8217B4AE4E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3889C65-429E-7199-5994-A5E8A5374A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46A9F82-1958-9A76-1CC2-CB2A0398166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6E9323-870F-6769-BDF5-36C3AB78343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41C86D-9C41-9CF7-01D3-931127A0332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4D3018C-C6B4-3927-B7BC-0AD39BAA2C4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3730546-0A11-297B-A041-4ACC22B88A1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A2EFBF-86A7-48BC-EA02-222CCE86428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66E7DD6-66BA-6F7C-4862-CDD2B4AE9B7B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84F1051-69D3-7106-9453-5D6E3B3749A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8B24EDF-A1D8-DF1B-68A7-C7013A402B3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129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D93DB6F-1EF4-AF95-62EC-C0EFA578ED0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5079CB5-6B9F-0075-0617-E83185EF0646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73B3C44-8D1A-4DC0-0895-DB3D903AE502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C8D2921-4E84-7206-70B5-7A90032DB5A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3A0D42-F23C-E21A-5736-97735525D4B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32C2887-2F3E-C601-2128-0A879E04C65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740F13-A991-A426-4A2D-E06063DCDBB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6836CF4-F340-1557-37D3-D1A9F7CC584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7E71082-ABA1-4883-E438-C790933082A6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7129CAF-58C2-CF63-7BC8-928EFD0CEA3D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9772A3-9641-2457-D40D-DACA4CEDF2D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951C24C-5D16-6164-3EC8-B1912A163A8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DAB3E91-B795-D87B-137A-EF284BBA892A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941F93A5-03E0-74F8-439A-4E0FBCE62265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249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C3CDA90-0C5C-068E-2AB3-E7B6F4CE07FC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CD5E9CF-2A0E-C470-D295-7CA4518317D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C54E7F6-BF7F-E296-8B20-E54CDB0CFA8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3752A2-835E-72F8-1950-FACE579F966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5138533-577A-107D-8732-11252233544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F666F4-821E-BE1D-D974-9F9A4254514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D1429DB-D392-96A1-6946-560C36ADE579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727C37-B92D-2560-9120-D1B1AEC7F4A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8911E8B-1F10-9AC3-0453-D286A99D21C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83F4635-5E2B-17E7-219B-BA067FB8EF5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F696B5E-7DBA-D222-7A35-D1B94E9E8F3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D8AB556-1B56-B2C0-6194-9616DBF7AFF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DCD833-D394-93CD-7228-ABCAF8C2868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E22786-148F-98B0-B1F8-E2FCF6EDC67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E34A109-C4C8-21D3-C549-13D45B25111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8EAC72-AD30-C672-289B-F44AA04028BE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0275140-9E2E-C13D-01B8-5503CCFFFC7B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F259B7A-3E47-1AE9-1483-D402C378E4C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9FD6B55-7939-30A9-479F-9A90D1959FA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93A85C5-B1F0-09A3-CC12-DCD08B8262D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458DB03-91E0-6C99-F02C-2D2F2DB92EE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761D59-0EB5-DEFA-3C8D-B3DB33239FEF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6C631F7-F544-CE8E-3622-2345730C885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25134D1-4D31-804C-2374-DE06DE280D0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46BDB93-E31B-2D11-4E2C-339DF3436830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969F25-BCE7-1D01-0E9E-271490B534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345301-6E0E-B637-1816-FF727A0D076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3180748-4059-ABCA-252E-74CF919F600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CFAA3AA-9051-1BA2-7A76-A0D0C38E5C5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62D7484-F27A-EF87-11F2-D146099801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2259E854-4D23-13FF-9B76-95EDB8DEA99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0AE0FF-1F7C-8457-6953-D4EC5A8CF0E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739968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BE2DCD-1FFA-1705-880B-19D791DD9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150E3D-7581-8B20-BBBC-83824CBA3E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the bottom right block, the split between [17 in 4, no 6] and [22 in 4, no 6] are: 1259/3478 [not possible, 129 cell], 1349/2578 [not possible, 58 split], 1358/2479 [not possible, 58 split], 1457/2389, 2348/1579, and 2357/1489. So, the 9 must be in the [22 in 4].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12F6E4-EBBC-650A-F09C-1FC3FC110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B83AA09-5782-BE41-9803-22203DCAE1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CDF920-8E18-4871-C24B-ED7487BAE4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1BA9C62-E3EF-62DF-B462-F8CB6E2B7F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7400A54-9F21-C002-0A60-93175C2582D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9BC0F-DD71-86C1-A66C-486899881AF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B1FD353-9A03-9BE6-E081-6CA3EA436D9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8880CC6-D64A-5CA4-F363-8ED5754C856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60D407-3D27-D041-1617-BF0D831D60B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7E95031-BF04-5600-7736-18FDDCF6235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67217A-1F25-21DF-8907-077DE3A271C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7F14DC-4A6B-EA28-6CB5-61784AD391B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CFA0B4-C228-FC5D-26BD-DB6866E1CB4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F162B9-5608-8D78-45EC-1138D86CDA5E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A7B287E-77B2-F620-7801-98D6B8EFA0DB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0255D48-396A-E5AE-F07C-B8445223CD8A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7FF835A-5B78-E4AB-6E1B-EA4A15E2A70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C8F65D2-0FD7-FBEF-A2FD-0D7A3BBFFA5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479A7F6-715E-B2CA-D245-A95F678FA59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255F10D-2293-6E83-AFEF-83E21540731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82BEFFD-F4B3-10C8-C97A-E48EFC93B73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C1E83-D34A-F19C-0E5A-E58EAD9446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71937B2-B228-72A2-1D0D-D19EEB373F1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B03A8A-23EB-6DB5-F7D8-0AFD231B025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654518-83B1-01E9-B7E8-BBF089B0AE7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E05F82-D05A-B708-3FE2-DF4944CFAE3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493A2E-0ACB-5339-D7EC-29E620881DC6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366718-ACD4-1CF7-540F-06E900807A1B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1FC8071-C6FE-AD44-985D-0F27C3D305D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1EEDA9D-14BC-44D3-53CC-A9C5CB963BF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8B9A56A-0ED8-9032-36BE-6CDE5E604DC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0597379-08F0-EE78-AD0F-0CC8040AE53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AD4110D-F860-AFED-18AF-A2785A12B17C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89ACFE4-EECA-B0D9-7A77-9203888932B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5643561-E3A0-830B-9D4D-83C3206C12D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DC84DAE-E732-7317-DE12-336A4A197E0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80B1AE3-CDB3-189E-694F-01B277856AF1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45ACBF7-520D-D261-273C-6E9B81F4BF4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83EB84C-EEC3-278F-333E-3E7837E4D6C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FACE2F5-A043-8F95-CCF2-8D8C45F01CE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48F183E-06A4-8291-E350-33045DE295D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8EB4CC9-04E3-1B0F-F9D9-2C2069DD859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9A5404-EBA4-B740-7BF4-06416F37694E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F749DAC-E13D-6F14-022A-8E4AD4D19C8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EF4D17-9242-61B7-5AC4-1DD2340B365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809220A-36E2-1085-0A4B-EBAAD054F07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444B4F-7332-064B-01EA-3FAEAA71EA7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DF0D3E8-E5D0-CC29-2F04-C5A4ADF6BE6B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C2B49A2-83B0-78C9-56BE-407A9395F5D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3C0E4FB-04A3-DE6D-D12B-DA920E3583F7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EB1F36C-FFFC-7049-11C1-C18671079993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19ED66A-C0B4-FB00-9138-9714C523FA5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740A06F-6F4E-3E7E-E7CB-D2AF9DFAA7D8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3AD97FF-7514-7FC9-964E-775EE43A70D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3CAE2083-0DCA-22F1-B8A7-5E6B20EF067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9858601-D2B4-DA06-E645-F4E4E6EE4CD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583913-4A2F-00E2-6C65-536F0C5B894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A0EDFAE-D9F6-7461-8158-B3716474935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F3FA02A-06CF-7CDF-9D5B-DD409C91D9D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0AED066-41FE-FD5C-3D1A-3E96EBBAF7E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489B730-F4D7-A976-D475-CBFF3347D3C2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36BF81-FD95-5B3D-EFD4-BA95438B0CBE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A08A507-8861-74FE-D752-92733EB8CE8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B5EE1B7-1FBC-CB93-A949-B1D6D180697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57560FF-9BA9-2F34-45C5-181FDCE13F6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058BD2-8D43-8CA8-A389-04765EB8D95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F582F4-B0E5-90EE-F19B-66077129C74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F9078CF-18D6-169E-70CB-65756B79F27C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DEEFF00-43B6-D74A-221F-144E5C54571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048B160-9BB5-6706-B245-6FC3D30B42D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B7FD82A-5524-25E9-8A70-F37AD31DFA1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D51CE86-B68F-2B5A-B74E-A77F4B70C6B9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C8A38F8-25A3-C62A-1E9D-1DE4098B7AF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AA6EDC3-046C-B62D-E3DE-3C1863DBF7F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3DD5F80-A6DA-FBEF-7612-9BAB2DCBDD2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D3F0FED-9BCE-471A-1B00-EE29211CBBF4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8D8352C-A237-7244-7F9E-D9F0E7333FC8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4CF70A-322B-0571-48FD-46B4060B06F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840F474-031A-BED7-F836-73F9B102AD4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F0B9ECA-18D7-DDE8-6628-6126A7AEB59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001703E-EA4F-5B50-98C8-682F4AE40F86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1AF484E-4B04-BA68-ABFB-0D456969E7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8CCCA22-E310-8627-CF30-ADA43B6937C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1D84D2-47EC-8945-F3AA-B4C837E1146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4EB9518-5D5A-0304-296C-32CED945E09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74138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E0685-EDFA-33FB-166F-610C7676B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51C705-9B5A-6F84-270D-BE5E96A65E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CDC9E06-C93F-63C4-650F-865C35E740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0523E2B-7603-2A4D-0888-1D7C722A3B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23C8DEA-C535-D271-8647-1C15E2A46F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5018EC1-0601-2D9E-F5D6-7DACB8BF97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1D6BEC-D7A5-8FFC-981C-2CA9BD7EAF4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5BE2A0-2BF4-5DE9-4722-45C4FBE4CE0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FA8517-B702-74CC-B767-0499D1F37F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F9ACFE-1AAE-620E-897D-E95F5B3C20A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4FD2BF-7A26-5B0B-4D34-92B0314BFAA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BCD7BC-3257-5972-E71F-735ECD3627B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1D2AD6-6FF1-2B4B-33A1-B0343B3FC80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C82E24-75BA-1051-C34E-B4D141E0123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122388-D2B2-DAFC-4FB1-85E0E3F3BCA3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80C66A-31DA-B692-6254-24D9967510BC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EFFA96-2A69-2A00-8B93-95DBCE90FAF2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1CDE019-200C-88DA-468B-7D17D256DCEF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2EEAD7D-926B-DF44-4F1A-AD83134D6B0A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E177A58-14E2-25B7-D823-38C4926FEA4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F4CD32A-D7A7-BDAB-A542-25C8D795FEE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8A2CB3-42AB-1F6E-7BFB-4798AA7A92B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41897-FB18-5B4E-96F7-9E07392797E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2536934-A7DC-F47D-E90F-A334FDFAD4D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DDF899-9624-F034-9FD9-14394E3B5EC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861D694-E9DC-4DE7-5529-C7668D1257B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191BE96-8D6C-216C-3655-A7A8FA099FC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02BD4FC-AD61-80C0-2C1A-46D1B7127A6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570B667-AA41-1496-AC4A-8F4D4164DDE9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F7B27E-D3FE-095A-5339-997419A766B5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5BC02CA-88DF-F3E7-EE19-45BCE69E820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FBA788-C3FB-046B-6FA8-F3CF2636D5B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9878978-9846-9264-C8CC-A89EB94F767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B1C8329-BF3B-1A78-7A0E-96A5384B422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4135F0E-E6ED-95CD-80A7-3F6D96B4D38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A3F9AD9-88BA-04CB-3933-C1279D986D3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F3B4CA2-3AC1-AF5D-7EFB-39ADB27036A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63424D-8536-2A83-D4AE-FF9AFFC3BE5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F6ED8AF-31B1-A61A-495C-D896FCE358C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B5CFF67-143F-D597-5FF3-B148E2652C0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127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42C734E-4831-8B01-1BE8-BAAF29A088E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72B21B3-8333-9ED2-22D2-CC0CB73E7F6C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92BDD1D-CF7D-AAF4-7FC1-D342E13CA4B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25D0405-F50F-2753-998F-D6169BC1449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EB40A3-09FF-7DDC-FE0B-91EDBC58755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15DA928-CB18-35C7-01C3-762C2767421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0525CDB-C2AB-93D3-2462-54D06EEEBE9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F96129A-D593-9AAA-BB4F-4ED8B6D9F6B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10C017-7310-0B69-3255-696C7879AEF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2B307A66-3CE5-755F-1D49-9B514635D9E0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7545FD-68A1-59CA-0E4F-B2890E8C7B2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BEE5B5E1-26B5-5F86-BE68-8153556B934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D5A9E81-B3CE-106E-21B2-93E3A5E53F4E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51231FE1-4BEE-3C50-5C89-A98AEA47392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A22FB5A-B102-5E57-D145-7C91F658C07F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A0B712D-95F4-75AB-4C2D-CED76D91BD3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4A8B96A-564F-ED9D-0126-832FA9E2956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81C1342-7DD9-40DE-BE33-1BD271ED16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94C9AF-74C8-AB1D-3C6E-F5DF02C039B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BE09C99-490B-FE15-C43D-F612FDC2735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3BCACB1-2A4D-CEE3-4368-D33C88E2223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12A621-3EB2-257B-2221-EF5D92615F8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F518A92-153E-CD20-6BAA-2BF1243B3A9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B0435F3-EC5B-3685-1CD0-6581ED6AE8E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05C1619-E941-6613-6672-A6396A32B1A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50DF4B95-6D11-0CCE-09F9-63897369C9B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35023F-D5DB-B06F-76D2-AE28A13FC4E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082037-FB13-62BA-5EEC-6A3327B706C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AE728E-DD5B-AE81-C6A6-D6646B8D1D2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B9A9A4A-9614-F24C-12BB-5E0B8674C17A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D734BA8-6500-F4A4-8479-06092DAC7A49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6B578F-3C83-F22F-B595-B42C448B4A5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C391A8-4B65-D8AE-FED0-3A187FE45C2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DE0AD50-8A12-3725-BB83-8EF8F54B8F6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BB62DBF-ECC5-D35D-FB1B-FA10748E7F1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D971D9-FB8F-8851-0A09-B78BE01E2FD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F1F7C0-DA02-3BBD-D070-CB92AE8FEC2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C855D17-2331-A441-FD9D-CDF1D57F3ED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A647486-1A85-5E1B-C1FC-7FF3C566100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551C3E7-9D7A-2F23-119B-D6F43AC3E99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D15E417-A440-C8E6-82F4-513D082546B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0F23855-BA0D-C050-1F11-AC29E4E6D09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D39A26A-1367-821F-C933-DAE4CDC8F3F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C94C1E6-98E7-219F-5DD2-D39A510F4AE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1444C9B-9BA6-2C56-FBE9-82547F4427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F9DA6CD-B3C5-5B36-5C7A-EEA4555E256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2A7E495-7085-14E1-A477-88D342D18DA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548834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30D48-069F-C806-E8A0-5479A3290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3F892E-A84E-5F4B-3AA9-72EC4FF6463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95E832C-EF34-09EE-DD61-30C42F6F6A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3252E4-D560-0E2A-BF3A-5811D895DD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0680C6-42CA-0633-B2F7-77EFD9E028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5C2C933-CE47-7575-49B5-CEAE8889B2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BF2779-647C-1A84-38C9-9B9EBF66014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E6C41-22BE-3F62-434F-224FC28D889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FE0CEC-ABB5-6C8E-4527-41868C17A40F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5446D3-6A81-91E8-23CF-A520A67FBC9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80374-8CA0-7808-E7A6-9D8FA298B61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3A6447E-B2FE-1A67-0084-CC89981FD1B6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E039C5-8531-4EDC-692B-36C11753432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77D0F-A9E4-29B2-91F9-9EB197073D47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E32F4C-002C-DD42-8F4C-110CE7FF103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886B2C-5849-9D1A-B2F4-DA7C9D7CDB41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88ABDE7-EEA4-DAF2-0AEB-1418D3AFD26F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98270A8-914A-A23C-BE15-6EA9AFC8E034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6ABBEF3-1F04-D6E8-7D53-0DFC733F3AFC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0915742-FF8A-457B-3F63-453C86C17DE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5F4947F-BE21-9B4F-4E92-168CA281E01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437115B-DB4C-D900-B376-C61D81E27DB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6F9FEC-9978-0B28-926E-F0A9C94A90A1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F74E006-46CB-FC42-6D8F-C7EADA1035E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D8FFE05-1FB0-2AB6-9C0C-461C7F60E73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964F4F-9C2A-B1B9-B9F2-EEDFB29DADA3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41DAB85-B2C3-E8B8-CCC3-41C8F00B0880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E45AAB6-3C41-0401-28E8-6058A93F533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D701ECD-06D2-B29A-D4C6-E4F2526D7BC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EE6551E-2CF0-EA8D-7F3C-B76B9F67ABF1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87B162A-8C5B-59E9-9F90-6BF29268273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A2D4BDA-F2DF-376F-2296-60FD47C145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8EA5D43-1C9B-9A02-3976-982B229AD1C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9700CFB-8DA4-EA16-8A0B-C607BFC3CBC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9FB201-F337-5CCF-31F6-AE64435CF090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C6A4A4-15D4-F5A8-D5C8-7DC7EE2B3B8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4A7978-9628-D6D9-C61D-331AE5EA2C7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FEFDB3-BF22-7393-34E8-8808F76B0AE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81DCEC0-CD89-C137-6092-B43ABF4A3F72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F829C40-BFF4-A074-67E0-5403CDD156D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9E669732-FAB2-F4D6-8790-CF026E820D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DC89817-95D8-9334-F629-CA9A97AE38B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703BFA1-A100-FBE2-C7A0-1A470079291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32FAEE1-AA78-A3E9-CE18-CCBD6E91BB3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851F75-A904-758D-4D5C-57C8EB433D7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2B5AE83-C75A-3214-2384-89C8AF65F13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10173C8-693C-614E-F9C5-E39E86832A8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D43B71B-2FE7-04D3-067B-5D225A28846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0907B6-F52D-C121-DFF7-B202ACEB824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0119E1A-A4D4-ADDC-B952-160B7BAE619E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4BA3A17-AEF5-A7B7-EA31-76750A24E50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7D1C1EF-0809-0F90-B346-B29DCAB96BA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9C021BA-B303-1E70-20AD-749403AD9020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D7BB4C53-7676-82AB-E6E5-9A63EE027B5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796DACE-F89F-829A-DB0D-5EA6E17C168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1AA4187-C8B9-3B21-3C2E-20640A76278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52C53A-D58E-F1E3-256D-EAAA9DA9971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8ECE76-0BBB-0CDD-7F17-9DA748DD51A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141CE6-9EA6-01F9-F1EE-031D5F5D52B5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9EFB92-62A5-A27A-EBD8-6686C5A1DCA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DBA1506-19E3-96A7-4BC6-62D62D00064D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DADB953-D9F2-132B-3FE9-2AB0239D64E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83453ED-3F09-530B-F8DA-0D1AA69131E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EA78C7C-FA9B-BB82-A44D-AD0EA486A7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8F7EC98E-1513-1300-AC82-6DDE39C52F3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3EF4156-D58B-C645-6582-558AC8F3D6C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0C327-62D3-F314-6B4D-39FD4105586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D37A01B-49F1-12E2-7536-D9A114FF832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65C0436-9DEA-0969-5EE2-1198E1D6F91E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8B674B-ADBB-FF0A-9570-68185344C9F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DD6CB87-75B9-9F23-793C-5B0F6FFC967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04A9EE7-6D5D-5F68-55C3-D6BAECD6A68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BF4CFEB-7A36-59D2-AAA7-5D0347FA417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52C526-2C31-4D91-364B-288D5B8C3CFA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7E396FD-2428-7346-9167-46727370DAB5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F75459-8414-C009-CE5B-327F48F5C69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4B36BC-6B1B-7D11-4762-E4F530673E6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E269DC-53B7-1CF0-51EC-FEEA387A395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D1024E-19FB-2FCA-D9F7-C15EEA3994C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027E67-D7F6-0073-3020-05C5734215D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3BAA81D-8A17-4FD8-C995-CB7A3E19B4F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C49B5BA-5D44-B1DE-9766-F3ED21AEEBDB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9ADC4D9-05DE-5BEC-F281-013C4C2594F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E59E3BE3-4E5C-C72F-CB4A-5A5B8CCCFA1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BC4BA3D-C19B-2D0A-3C58-C212E9A369E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DD89A4-B7A1-E900-4ACD-A9C01A461C6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41B256-6751-152D-8C14-1870A04C743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01038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E45D10-687C-0C47-B5F4-D8E609770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6A5409F-4EDD-8693-C762-492DA2DF205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5054293-07D6-34B6-6FAF-E17367373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DB12E89-BAD9-A07D-ED8F-584EB728B7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4FE148-95A6-BBB6-94AF-D0065DEB66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883963D-F5FC-4632-19C3-8EC029DCEA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996905C-E70F-2C4F-F211-7FC47403505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60EC87-EF9E-E4BC-54F1-27B4780C008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08AD65-0AFC-A193-9E3B-FB6FF02C3C08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3C90BF-6D6D-DB03-06BC-93134508C22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D87CF8-FDB3-A906-60DF-36C21F22C3D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BAE6E73-BA15-93C8-1127-87F78472318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ED1F43-DE91-6B1D-3FE0-169F5E0DC65E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4D4644-A31E-86E7-D088-3CA703194325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CD7690-BBD0-157D-C910-9BC60885E217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B2EDE61-18D4-E7F5-75D8-F03CCE5559BB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14E60A-1173-349F-F959-6C5FD23F6FB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3F81EE-F6E1-151B-73BC-3F673FAA725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F13666-BA1F-84E6-39D2-9D3AE6F0C182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A43D0D7-8526-2939-DA2E-D25275F4C4AE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B085D7-F995-5F02-9D68-FB0E6A51BB2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86FC768-242C-79B8-B9D6-9990703F460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55933D-92D7-0B7D-84F0-88B39EEFD5D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C6A53E-6464-C36C-CAD0-9A2F2639E7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F22FF29-3822-0B6D-9067-D748DEC962A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B260FF-8F6A-7033-A244-B641C1CC200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538C68-C6DD-02DA-0A59-C9265CB028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8A4CBD-2D40-0FB4-F7CB-F889E3407F4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00F8777-8433-1173-89AC-7BC9501BF6CF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008894-002B-2248-E791-C5B92AEB3A6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5C5D7E8-7321-A775-77F3-CD7A666B018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61688B3-939D-F329-D233-9D35E0F6F69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C409B7-4CAE-6FC1-49D4-3710C2C28C8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124A18-D871-330C-CB3D-27D281740F3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1D14E67-AD63-4FD8-F56C-CE4D395311FD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20AE58A-EA08-A50B-3405-A73FCDA2A73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106CC5A-66E8-E75A-BC42-4EE9B22E5E0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3BB9FD6-CE95-20ED-0CA6-24CA15817D3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AB52721-ADD6-7037-7AE9-268EDA34B27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F780BB4-C658-C8F4-5DE1-CA9B1342DB71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F2DB59B-A87C-7D2F-CD2B-D1037DA0FBA7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AE524F5-3B98-032F-600C-33A2B398167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1A42CDA5-5CA5-A0EF-9C04-23728589819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05701A2-A1C8-43AD-B18E-EF40004EA62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72BE22-4657-C199-C893-BD029537BDE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55C034-99DC-B4E9-8833-08384FF45B97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F5B930A-816B-3A74-B1C8-0595C9F5DFB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C553030-A18B-421E-CB68-42CE51E1F01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FEA2B32-824F-5DC3-42E3-A4C3E11C1BA7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DB77C83-0BBB-2179-C81F-F33ACDA83056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A614000-3473-2212-7317-54A8EEFD059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2A24539-4D74-D6F0-F655-98DCD0913A2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D106F57-1432-F3EB-9DDC-CD9EE487398C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AC9529B-1901-DAE5-A2B8-ED85EEFDEE5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F0B41D20-AA92-BF74-7C1C-E15283DE47EA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5A53546-36F0-8EED-CCA0-A773AF6082BD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C5C7E51-75BB-B5C4-1C43-750C0843292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F3DD51C-292C-4979-4471-20AEF5D81C4A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5F6D9A0-A7CF-17B5-90DE-B9FDC86B097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AF22666-ED55-C7C1-FD45-CE6D6A26262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D8CBC5B-5084-4A89-6917-B10766A380A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798A3B2-91DE-6894-3145-CD1B4DA1802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02D90E4E-C62C-7F82-A4C5-2EA9AC85714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6FE49AE-F727-9E33-D9F0-C2164C16A94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91520357-80D3-302C-B1F3-3304B81720B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18325037-A164-88BB-D108-1820D0991DE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D906A2-33BC-8C6F-D0BE-F341B4AD43B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05B90B2-DE18-990F-F420-9CBA1E1AE51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9DA7EF-0AB1-7DCA-1B80-CEC2315F5E8D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9739C5-C3A5-CC1B-3190-805E3E50BB05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FCFB797-1F33-8D02-7629-C9A07247653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1664F42-E36D-ED68-C7D5-19381A9DD04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F012673-B974-5B4E-C6FB-5EC90024B53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8CCF5FA-97A8-7E93-4E10-B8F42673A9B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5FA72B-788B-B340-8406-AEA8790186B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ECA4E15-27CE-BC1C-00EF-C62A662B359D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2127F8F-EA9A-247E-27BF-718F9DB5DCE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A568B1-C0E0-C1E2-EF29-9AC33A39CBB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AA11CD-A0B9-5CA8-36CF-1DBC0ECC38C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FD738F-698F-606E-026E-6D9ADA74F40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7140C60-3A70-8142-A049-33F30F49F10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719B6DA-0525-61F5-1291-15D6C19F889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F1D9E3F-F069-ACA8-14C7-F498AEAC7DC3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E76E788-BDE2-1798-938A-7FE87ADDE55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163A9DE-AB60-F535-E7AB-5D72E6CA489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E8FD56-F771-F777-1630-0FF8D4F4AB0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3856C2D-609A-C911-FB4E-1137ECB316DF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858457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345546-010C-0896-3D73-5D095119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5455141-EE18-4004-54FB-6734A81953E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Returning to the [17 in 4]/[22 in 4] split, 2357/1489 is disallowed by the 37 split. The two remaining possibilities are: 1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</a:t>
            </a:r>
            <a:r>
              <a:rPr lang="en-US" b="1" dirty="0"/>
              <a:t>57/</a:t>
            </a:r>
            <a:r>
              <a:rPr lang="en-US" dirty="0"/>
              <a:t>2</a:t>
            </a:r>
            <a:r>
              <a:rPr lang="en-US" b="1" dirty="0"/>
              <a:t>38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9</a:t>
            </a:r>
            <a:r>
              <a:rPr lang="en-US" dirty="0"/>
              <a:t> and 2</a:t>
            </a:r>
            <a:r>
              <a:rPr lang="en-US" b="1" dirty="0"/>
              <a:t>3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</a:t>
            </a:r>
            <a:r>
              <a:rPr lang="en-US" b="1" dirty="0"/>
              <a:t>8</a:t>
            </a:r>
            <a:r>
              <a:rPr lang="en-US" dirty="0"/>
              <a:t>/1</a:t>
            </a:r>
            <a:r>
              <a:rPr lang="en-US" b="1" dirty="0"/>
              <a:t>57</a:t>
            </a:r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9</a:t>
            </a:r>
            <a:r>
              <a:rPr lang="en-US" dirty="0"/>
              <a:t>. So, the 4 must be in the [17 in 2].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EF92ABA-9CA7-0648-6BAE-ED14261EB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2FA21A1-630D-63B2-FBBD-83EDB2AE1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ACC985A-8E89-AE88-6F29-4AA0532DEB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76900A2-D916-85DE-18E0-5A49A35218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6717B0-3C3C-13D4-4575-CB9C353B412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E6BAB4-8D49-A40C-95F9-A04C8B04911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24E6E2-DAA1-2927-A556-24630598BBD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7CB9EE-6C18-BAA7-8A7C-CC2242CFCBC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6221FEF-28BD-9F63-C4CD-11FE76106AB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566A8C9-1C2D-F08B-AA88-631EA1EF4D7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56ECEB-0B77-392E-385A-259CF19F798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249A3A-AF8A-4228-705F-25CDC8EF4CA2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8CE2E3-D830-6C9E-194B-6F5A353FBF3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51A30E-E06F-C46D-762E-6B82BCEB7A8F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0DE098-2C13-C990-DA7E-F8F89AD9D5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373894C-7D2D-AA9D-373B-A161A20CB3AC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BC31F74-8810-17C7-2152-B3005D94E023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937860-5EBC-5C4A-BD19-5144485E46B2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70013C13-CD5F-3C1F-E522-B088FDB53A1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355F0B2-C649-BB64-CC18-F82C6D2D295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9CBFC8-8247-493C-15D1-45ABE6F9DB6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3F6E867-CCE0-D25C-E820-19EE1B8BD52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4CCC1F2-679F-0ED0-027B-8159C1727A2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241E9C-D749-8E52-531D-CEC8D63F4385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A95ED2-C8D2-1826-0CAB-FF14DE0429B3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4682E9-1054-486B-6D1E-CEE226432FF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3DF8505-E839-D8AA-9D1B-30F49139DE5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1DE5EC-497A-3D83-3128-3813B19E54FA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A0275A-6150-C4FF-7827-AE691EE11F9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E4499FB-75FF-6E78-209B-B90A9265658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5069186-08F0-1994-9DEB-26C5980D124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42F57B8-D225-B75B-9833-BF2A088A60A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37ECC2-5A72-22C6-48F8-AD49C6C44B89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DCD8DB-C339-E6D2-5AEC-3438C12E50F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73DEBF5-4256-FD47-AE56-9B6F23295547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43D862E-EFEA-614E-8407-33FDAAA728D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3DA03E4-534C-B9E3-0FCF-7F23CB732219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58FDE9A-92C6-A98C-1A17-5FAB65306A4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0E763DC-9B42-C3B9-CF34-2DB4444DB02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BED0B46D-9F87-DDCD-8EF4-6047671E8A7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58A2B49-9B16-15AD-3114-EB2FE5AB08C6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1B41B2D-C599-7AB2-4AD3-3F8C6BEA44C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5F1FB5-1AAB-34B1-71DF-1C4FA3215FC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6C092C9-87F4-35A1-CEAA-D9833A474C8A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C9BAE7-D6E1-D5A2-964F-C40A3814F8E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81569B-62B7-B82C-B77D-80EA86CD82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FBDD83D-295B-05C3-77B2-BF01A6DE58B2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B292E81-7490-51FF-5938-37AD708C691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3762E98-0C05-52FB-029B-2CC1163E491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DFF2C87-1AE4-7B03-1051-4109D0157BD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C43520C-E8BE-F02D-D0E1-67CACA358E08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A048017-57DE-3B33-4CAB-12CB6763BBDD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DC1AD0B-452B-68EE-E5CF-FC8F2A634A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41039E1D-4911-E911-3BA1-82F1B789EF1B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BA040DD-464B-CB5D-7E68-3771505C428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22E8E8D-57FC-CC0F-A0A2-9E0423B84EC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AFE68FC-22C3-0408-96A7-389CD9CE8F9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F49C5AA-769D-97FA-3886-6001DA66A36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7E847E8-895C-9309-9B1A-3E96D328B01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A379D79-2445-022D-9AB8-8BB4F508B8AF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6498AC3-0938-C0EC-3FFB-6158174DBCD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6FD4DB7-DA98-4E28-51EF-B8E61BFCB9A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9B9624FC-34E9-09B2-29D3-232CE550F09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B1AEDCD-6462-AE9F-D11A-E99F68C731D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0E74741-E20C-A6A7-2D81-8A942BCECBA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4A48A8-C244-07CE-1F85-DACA07EED1D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BA7A24-D0B5-6410-2B13-4404C0DB41B7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C2BA65-BBBC-2181-6F22-3863C6E7089D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B02101-B9DF-74E2-FEE7-79B7E63926C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A90ECBE-D7D5-80C3-1B74-674E5B61A4B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18C9145-CD4B-6FFC-67D7-EE9DBE7AECA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CCBA72C-00E6-FD67-9000-0EA9E684D85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4D4FE4-962B-1E26-D993-9E04A729D2A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C3EBECA-804D-4866-020D-C87E9C4B0A1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72F69920-6138-0BE3-0BD4-2D859D30BF3F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72EFCC2-1480-8D22-9466-C50CF976287B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BA939E-F4E5-F8A8-7177-58E6ED00B8C0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C615EBE-F9CB-DA27-2446-E542EFEFECD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381E9F9-5AB6-60A6-BD54-545633DA337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64587C8-C709-977E-1049-2FEE06172BA4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373B9C4-EA01-1DE4-1A0F-A07979D7B5E1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86345CB-1470-631E-A58C-86DD5F5B45A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980531-923B-BF4A-E48A-01000C591FB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5468370-EF29-2788-3DCC-E62158DE7B6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5EB955-3948-EFEB-88C2-B4E25442FC2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032655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4E8C0-378B-74CE-5505-21788CBAF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2D2E95E-A2F5-888C-892B-C78F16B5A93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53EAC10-7812-504E-5B38-1ACB68BCA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450DC11-2E11-530B-F6CD-B531D7741F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2B8ED7D-3F5D-9CE2-6BD8-FC784E568A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D485FAF-2360-698A-CD25-436B642AE6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C300524-A844-52F0-2A8A-597BA829B37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EDF6F8-7F5F-C699-60AD-65C08F1CA8C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90D7B6-33FB-F99B-3C1C-820715E14AF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CB25C8-A480-409C-075F-1A5B8048A38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F1CCB6-5DFB-B82F-F31C-33CCC116B12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9449A7-1651-FFAC-9C8B-9E13929EA3B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E50B6-1421-2398-BF72-3046D2B4C17A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BDA49F-5E88-F260-DCD8-EACF8C4FF4C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C3048FF-475E-A6B8-D6A8-5CAAA9B4434F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0A8D4A-ECE7-E9CA-F99C-F9159C662B50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71A3396-8FF7-1014-EFD6-B365EB72971E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9C13821-5237-217C-82EA-DAAF583846B1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C6862C4-468D-1305-ADBE-D08B1B94D09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1755C45-C37F-4558-51A8-BADB2F1A7F9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4CE1F0-9A65-00A0-92B0-2121A1AF1F9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D54A4C9-EBB9-2224-54E5-A9BA05F78E36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E7EA25D-B334-AA63-4855-012AEC4D1E8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B14BBD-A1D8-72C1-B9C1-0894AC18A9C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18C74D1-6052-3865-CD53-25E4C00D74C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5B2BEA-45CD-0BBE-7A55-79DB01A33FAE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BB5600-FDC1-F7B5-079B-28197E962F3B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A303A43-1EA4-2DA1-5221-AF2A1B8596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8BF2CF8-6D97-C43B-09E7-EFA9461C42AA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E0F099-DEF4-C12C-9A41-BD55C56A816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B6D5682-F1DE-300E-11F1-DE7C15B73EB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F43B2DF-6B03-6B32-A0C0-1C9E12BD8FBB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8AAD30-4EE3-180D-F4BF-2696D4C0DB4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4715745-010F-4026-1A1A-743C493E4D9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EA595B9-5141-B24D-9FBA-70C9090A8372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2D20501-B4C5-9404-D981-B00F681C1E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E9AFF6-6AC2-049D-2AE4-D5C38B3357C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2025B15-26FE-32B7-7529-046D2105011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83C08F8-B420-56B5-BEFA-232356A15CAD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0C71236-2A52-5E80-C114-AA7F5DDA4235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98DBCC0-47CC-9DBF-5F2C-4F0589C4E48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84D0A41-CBF7-0E4C-23B4-856E12D7311D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DB635CE9-8637-5287-3579-C9A4345D675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CA19E3A-2BEC-F539-D295-30EA8C31101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DBBAF0-C9EB-7A67-21F4-CBB5EF37FE2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44817B6-0ECE-4EBA-BE32-726634C570F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F0A951-69E3-37F6-E323-371DF48D37E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5038FA9-C7CA-0756-57AB-A38553A2A39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5BA562B-612F-F521-4A0B-180F07952D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A3013B8-6540-3974-67DE-FA9BCF6DD8D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55E48B7-DBA9-F948-D5A5-B874AA0F8F1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EB62C201-D75E-E7CA-5706-5682CD29891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3A70644-89DE-5F73-CD11-53689C2D0F72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0451831-9163-E452-5E0F-023C3802E990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483C017-D986-CA61-180D-A37A805EF89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FCA4F4A-D2AA-DD4D-A246-90BF1EE1A7B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73702B-2BF0-CA2E-D0F6-6CA45C4C6AB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A914795-BE85-0683-C522-12FFF1A801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40FEE24-ACC7-A2E1-1B78-01A110075E2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03303D3-A9AC-29F1-B103-B8FF9B4FC3B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BBE9846-EC9D-EA1E-0E6D-BEB19B064F0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83461B-CFFC-2879-A98C-849516C930D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143C88-BD51-723B-E0FA-7C350C59EA30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DB983A7-5252-A719-E4CF-81076627D11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E155913F-EF83-0CD5-E769-C1071C315FB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85BF48-9D47-10D4-93EF-27508C289761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BCE45A-3320-4F92-9E1B-422D6DB2C65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9AC06E-35CF-EDB6-58F0-FC67C12F3CA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9153AE-C98D-0598-BC30-BD0F6C61B5D1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4B8DD9-93B9-F499-B85A-1C016303BCB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12B895A-A254-7361-681A-3839C17CF54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707F20B-593B-937D-959F-33DC2838944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35AB808-5F3A-D271-0A2E-A98F7D91B5A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53F8B6D-B58D-149C-C51D-1145A8FDB7D3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ED58F73-367E-532C-04FC-C20ED2D5763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724A0F3-A87C-22DF-8B9F-9C65F17431C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D57BFB-BCAE-F6E1-FE0F-5218E1BFF78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EE1DDC-74FC-3019-EFEB-A8764443A8E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FF7AD81-2794-E095-3F47-A16AE9BC589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CDDCA49-020B-6377-58C8-B59FBDA45D8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57BE632-04CF-E306-0B1F-F8F751B3422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80B1CFE-DAC4-407F-4F92-0B887BA80345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3C14C1F-EA50-670C-0C98-21B89F00EB2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4043469E-E49D-3E73-7DD7-2277BE2E0F8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E8AA34A-8774-14CC-0782-6E595123F0D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7C9EE77-A755-2E3B-21B2-98CABC97CDBD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C1D12C-BEB8-8EB1-DD02-AB351CC29A8A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28560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7016E-EF30-2EF8-B16C-605C5808DD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318E9A2-BD07-6208-0597-8B24E711CA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E11A48D-7465-920F-B3E7-91B42CBEFF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83D70F5-89AA-509C-2219-72B4C3DC5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CC0A84-F064-65A0-F675-76833A3AC3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F5BDFF6-2A18-B949-D5E3-454B66CEAF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04053-D8CB-D4DA-BF2D-C2F4B07FDFA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8F88A2-3552-C803-F6D9-380E88CA2312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EBA2E8-7C20-68C0-50DB-9C61D899B802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5EC84C-35AF-2878-30FB-28121F5B0F0E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312E1C-BA66-2CB3-BF9E-ECE9AC2256D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C3B3A1-FDBB-748F-C599-3D56FC4F015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47A65D-EC39-4EAE-9A0A-2403B38489A3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A45189-F4A3-0BA1-6497-249B2206E8E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55978B-1485-70E8-CB56-88536766BB59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4403D1A-2591-E147-6942-5BEAB37AF65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B90A800-9EE5-ABBF-24BE-6B44012266C3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2FB58AA-80E6-07D1-8B92-46619175A83D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6A2A48-0A64-3032-05DA-DB21C6933920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09E6042-DB43-345A-5BA5-E9AB0B33985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E277134-7526-7FA5-A336-CC9F54B0D0C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66568AA-AF70-AA22-FDDD-063A60CFBC5D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4B90B5-BCF9-2F4D-5F86-3C22B6ACE2A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FA9FA8-C617-E5B5-777F-495C2DF6571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551A9C-C4F3-352B-8F4E-E6D36AB8103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CA89A6B-2164-3F79-9AF0-A0B85CB5321F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A4E779-62CF-3FFB-5DE1-4501C205A941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93D90DD-138C-6FEE-3BB1-39D04CB2591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2838769-E6BA-2D65-3021-90C63038D7A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60D86A8-8BC8-81C1-C115-9F51C9D2D012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12929E-6D0B-C8C1-CE90-4F581D76FCD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FB23FDA-C444-53BD-A243-696677B9BCB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314A16D-9F9C-0764-660A-3B3F2595B9E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1E5E85-4B46-FE01-103D-B6CAF01FF1B1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DF13197-5C90-CEA8-877C-283FD7301FC8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68A951D-D3AE-235F-41ED-361F0F6AC8F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3E3232A-26D3-6615-9C5F-6D28B6F52B9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637BE00-D46D-A681-AAF9-3A16CC240A97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498007-D7BE-BE88-3A8B-71397CE34F0A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7A24B78-956D-B2F4-18D4-10160DB50524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A512FFB-6C4E-F620-356E-966BE7477F9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5AFD0E23-1EA6-2C7C-74AE-EE7E9F8A24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B0665E-12FF-D55D-4D6F-1F8319D34D3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A94AA4E-CAB3-D920-6B65-9415603B0C0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61B9880-CE48-9154-C692-55E7D5EF448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34B136C-453B-5810-BC17-817EE4E855D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140E5A-0393-B131-7C06-CFF56E50D11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D74C2D7-4D39-7BD3-642E-E9C3068802AF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A26515A-9CA9-3BBC-4019-72341D95C661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0F5A01C-1425-D8FB-7A7C-F086914F55B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774D825-26C9-FEB9-FAC3-296671DDAF7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79D505B-7D7A-1FA7-0FCE-781C8C0294D9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9B0C21E-7682-808C-8A74-B8282F082D12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45B0C1CF-86A2-8082-7602-57CFE434C3B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AF38FB1-BF6A-93A6-6726-84776C11A191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D2A6948-64E2-5250-A81B-1DF4D29608E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046DDF-7480-F51C-8EA3-D8C0BF6216D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7EA9381-CC3F-7FE9-BB79-C5B6CADC6FC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119A7D0-5DAA-EC06-CFBD-69564304EAD7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A402508-AEEE-5DF7-3B0E-1D3EECCC789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24AB7677-A864-A95E-0016-41F9689F247E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713D9E0-3F6E-0D2C-26C6-48B5374337C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1FD4AFD7-1A59-298E-B8AF-B6B49196811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75906BD-AD51-AB2F-6FB7-582BFA09875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135613-8522-2960-6F4C-5276CD0341D3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348867-772B-8057-A951-C0C1C4CFCE9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2F3853-8F65-18BF-E97D-8F8C3D6097C1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A1E79EE-9B54-52F5-749E-FA211A13B586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00B519-C14A-0B7E-3C23-07536D6DB6C3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072241-23A9-867F-3AA7-4602CFD1E4C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7C5F59B-A302-2FB2-5180-368470724B9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EC4034E-86B0-9E8B-913F-E9C6B94903A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42C5910-4C3D-3CCC-F6E4-0498811B40B8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310C554-FE31-7A1C-EC2D-6F47D5FD99F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82E7E93-4356-6BFE-9F2C-39F03B5498F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780EE12-E797-E6BC-5799-4BF82ADC2A8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90B11FA-0BA8-CE02-045D-B6DD69B5CC6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5B514D-133D-C79A-F37A-85E488014D9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89F2B28-E4CB-9A90-8E79-338D6DD6C6A7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7C66A01-B161-D08C-3714-CE522FB6661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1EF3CDB-671E-645A-0F6C-C36F9748EB7B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B69D31B-FB8B-C6DE-DD3E-26C91DD23D5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0CAB2261-2BD3-78CF-C4B5-FECDB46F75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5ED369-5A1D-CD68-80F1-DF4A7290C53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8758AC3-DF24-A761-F84C-35EDD305556A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DF83A0F-4237-6716-8967-80E476240CCD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8C214B6-DD11-2887-5892-424392DB4D8C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814289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41624-A237-7CFA-0023-0A809AD5D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F1E704-1107-AAA2-F23D-995A3306A24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right center block, [21 in 4] -&gt; [17 in 3, no 3, 4, 9] is three of 125678, which sums to 29. We need to drop three that sum to 12, of which 156 is the only possibility.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32C1192-C5E0-3FD3-667B-1903928B5B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5A7A442-4B56-1AE1-C5C4-CC78BFE3BB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A8FD59B-112B-D55C-BFCF-693A318A06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2116CFD-557C-96E2-CBE9-CC634E04D1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9A252B5-BD09-4BB0-AA4C-9EB8AF76A06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E986F-0B50-3A6D-A424-E4DF8C979CA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49D54-EA27-64E9-D86D-4FB7559A3CC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B66692-EC1A-76A0-0122-43664A67043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1BA793-A1ED-9D18-79F8-2294E0ADA996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C7E7E0-B01E-7B98-ABF3-A76B39050E8A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1BE85D-94B0-BDB6-21A5-8564066912A6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3F8329-1998-382D-37CE-27208361E1F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0DBED7-25FA-B764-8A53-EBD18A8CA9A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8213E4-E6A6-A4FE-B612-EAD59104B2E8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E9CC33-626F-A51C-46D0-A086876E4269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A598601-B6D7-956A-6D3E-647B4BB645B6}"/>
              </a:ext>
            </a:extLst>
          </p:cNvPr>
          <p:cNvSpPr txBox="1"/>
          <p:nvPr/>
        </p:nvSpPr>
        <p:spPr>
          <a:xfrm>
            <a:off x="464537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B93B411-4B1E-18C9-7DB3-810E901A7431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4B64662-4361-E172-CA4B-22A9B2B57C8B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951405DF-18A8-2B31-0507-4EA6DF44F35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31C12485-0EF1-124C-4AD0-911EB00279B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BFC0CB-D721-FD96-2421-DB5F84D8D4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17B0D25-C0FB-DA6E-B5A3-C5BC468489D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E0510F-A47C-61BE-560E-695ADA15A3C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B6860D-5B29-702E-1113-06D105F0B7C7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DDB2E47-44DF-336B-1349-5D8668C48028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5B2B8B5-5C77-652A-668B-789027E50BE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A0C8B2-0E7F-96C6-0AF4-4AF2303A4DB1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038128-C4A2-75C5-AF75-8EFE46946CE3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59E63E-7170-8885-CB02-BC8C4CE88B5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9321D97-67A8-F747-FBEF-C3E61672B6C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C1C0902-D6F5-AAC4-EAEA-160C7758AA5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0067A00-CD57-ED97-55DA-78BF175AF30B}"/>
              </a:ext>
            </a:extLst>
          </p:cNvPr>
          <p:cNvSpPr txBox="1"/>
          <p:nvPr/>
        </p:nvSpPr>
        <p:spPr>
          <a:xfrm>
            <a:off x="615244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959FAE-F62D-4746-B88F-FB66FFB1826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241C168-C3AC-FA50-BB35-961151576298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AF4D258-DDEF-A3C6-1932-3B11E19A62BF}"/>
              </a:ext>
            </a:extLst>
          </p:cNvPr>
          <p:cNvSpPr txBox="1"/>
          <p:nvPr/>
        </p:nvSpPr>
        <p:spPr>
          <a:xfrm>
            <a:off x="715715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58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ADB4F58-5D1E-7EF2-2A4C-CD056C80D587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27E499C-43DD-2E13-6643-79582F729BC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FB463BC-53A7-A7E6-02F8-E00E6BD539D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69F7C42-13DC-DBB1-3B45-B285898CDF6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DC6647-A4BE-1337-E211-A1781ABD28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5EFAE2-2012-22E2-126B-46C880B1F70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0FF614-DB19-C738-6839-9C9228BA544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49672D3-45AF-25A3-4388-886044E06D2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873DEDF-8CCD-EC74-27E4-56587B1EC8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EA5E4FF-2DB7-1BFC-68DA-0A3D2F621901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985A816-A40C-F8F9-D72D-BA9336D91A23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D2C6C2CC-AE30-A63F-C468-EB843D3230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B467F8A-ACBE-902D-80D6-BE42B907DD6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21EA17F1-197D-08CA-5B03-BDD076B61987}"/>
              </a:ext>
            </a:extLst>
          </p:cNvPr>
          <p:cNvSpPr txBox="1"/>
          <p:nvPr/>
        </p:nvSpPr>
        <p:spPr>
          <a:xfrm>
            <a:off x="7157158" y="3907597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73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30ECD75-74E0-8D12-DE94-411701B0D014}"/>
              </a:ext>
            </a:extLst>
          </p:cNvPr>
          <p:cNvSpPr txBox="1"/>
          <p:nvPr/>
        </p:nvSpPr>
        <p:spPr>
          <a:xfrm>
            <a:off x="7157158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74167068-E9B4-D46A-3040-2016970F688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5AE6CDE-DDCE-CBFD-DDBE-C66D37FAD43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A7EFE8-A6BC-BF65-80EE-D4A35C9304ED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52B8D0A-FD17-C44C-297A-118E890E040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5C822E7-1B6E-796C-567F-AF40AD9EE0C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86D233A-6AB5-F5D4-6421-BDC6230C6F4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5257BAA-7889-7340-0086-47CE13AA1F33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2A0252-EF9B-A490-D506-A328A4C17AA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D03DCBB6-C6A3-BD28-2B3F-70BB507B7B7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CDB5F8FE-7921-C321-27A3-1E5A465AFBB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3AEAE2D8-160E-DF6C-66C0-902E26EC3D9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4F87B5-D32B-9D92-472F-E4C9A35C03B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F59F48-0E55-2E68-7EC3-DED8C93A4B67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6FCEA2-0FC4-1051-1A7A-A56020DC3BAF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3E0A8B1-FFA4-8532-4BA4-8809D61B125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BBC99B-2D3E-0CF3-E102-F6354063859C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8E2D93-B30A-412D-498E-220444C52FFB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8B37493-163A-AE94-AB9C-AF9F5381571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C27BCD-11E4-E1A0-CBF1-AD941845BC7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41441EF-D3B4-CAF6-8DB6-E348688C2C2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C5C859-D7B4-EF3B-5A32-25A5F1A38E3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ADE4197-E076-7588-6E8D-18FF15781D9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D43AC13-9F43-E241-D401-5F9283C5076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64F3DB9-3E32-84C5-B4B9-1F521921192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746033A-2D12-EC85-79C3-4626A593646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73F9EB-DC11-D61B-913D-31153A1B2F8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85AE05-7584-704E-2101-4249E74696A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77B865C-7882-BFFE-A90D-163672C461A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E8B621E-E9F9-0281-1538-B93CD76A8F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FE96513-0892-9216-FA80-EC435C2D45A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E080276-32FB-CFFF-F1C0-7BF9585FBDC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61EB42-832A-D057-643F-0B1D78C15EB5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5596BE5-49A6-2046-25A9-5DCEE22AE8A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1305772-69FE-F3D8-EB05-4CB85E43D45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85BFF49-52EA-FD2B-B0EA-A4550C45B5B5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810841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A9F4F-1647-D0B5-7514-A3239AD8C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784B6A9-17FB-7CF3-2411-B3BFB832CBD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94AD102-E594-D820-B895-ABD7DE681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CBC8B9-36F5-816A-6C4B-49F8AA7DF4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2462A57-35FD-5760-F1CD-5F327A80FE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5235DC1-0818-FF09-BC9C-F4A55FDFEC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D2341D-BF23-E7A3-7868-6CDC82533F2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730CF-3706-5446-267C-33F2C5B9526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92FE68-727D-591A-0607-6E5C7E77B4D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1A463E-DB14-6350-133A-F964B63FE93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BBE2F0-ADF6-8C62-5827-6512291B43A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EDBFC4F-B12D-57E7-ABED-C3DA1422E5F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1D1DC1-DE8A-EC4E-9400-45A04F7FCE6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BA00DD-0458-0C45-3DFE-A100A3CDE64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78E37B-3800-2F0E-3E06-CC5C1E1BAAC5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C93692D-5377-0053-355D-06A7626477DA}"/>
              </a:ext>
            </a:extLst>
          </p:cNvPr>
          <p:cNvSpPr txBox="1"/>
          <p:nvPr/>
        </p:nvSpPr>
        <p:spPr>
          <a:xfrm>
            <a:off x="464537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0E6834-483F-173C-DAC6-A9B3D8E1B078}"/>
              </a:ext>
            </a:extLst>
          </p:cNvPr>
          <p:cNvSpPr txBox="1"/>
          <p:nvPr/>
        </p:nvSpPr>
        <p:spPr>
          <a:xfrm>
            <a:off x="5147734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BDBCF8-793F-4E30-01F3-52792817A05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AD0CE9A-2A8C-F3A6-9B88-67F0A971C6F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821D79-3A98-AF54-F55D-25C23809C8F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F4C1397-7133-9B97-33C5-CD8221536B4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6CE103-5054-60FA-FAA7-50CD31118D7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678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3CDED1C-4034-8F14-A5B0-D199112C361D}"/>
              </a:ext>
            </a:extLst>
          </p:cNvPr>
          <p:cNvSpPr txBox="1"/>
          <p:nvPr/>
        </p:nvSpPr>
        <p:spPr>
          <a:xfrm>
            <a:off x="6152446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453500-049D-48FC-3DAE-9BC76C4872A6}"/>
              </a:ext>
            </a:extLst>
          </p:cNvPr>
          <p:cNvSpPr txBox="1"/>
          <p:nvPr/>
        </p:nvSpPr>
        <p:spPr>
          <a:xfrm>
            <a:off x="665480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028E49-D0EE-D107-6E42-F831191AD89C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35E56B1-AA78-5D97-4DD3-AC74EC04E737}"/>
              </a:ext>
            </a:extLst>
          </p:cNvPr>
          <p:cNvSpPr txBox="1"/>
          <p:nvPr/>
        </p:nvSpPr>
        <p:spPr>
          <a:xfrm>
            <a:off x="615244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C0C59C-DCEE-FB9E-6520-4E5777209C0D}"/>
              </a:ext>
            </a:extLst>
          </p:cNvPr>
          <p:cNvSpPr txBox="1"/>
          <p:nvPr/>
        </p:nvSpPr>
        <p:spPr>
          <a:xfrm>
            <a:off x="665480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417230A-A400-8269-0A13-9AFE40B3D6B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850F2D-8FB9-23DC-F120-D3D16BB17CA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15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7EC6D49-7989-8937-DD76-D7EB2DCB209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F39580E-BB40-3F6C-995E-670CB39C27F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45F25E0-8E87-ED81-272A-B90E645BB39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4F30017-82B9-8C61-52D2-9FB2B387A0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357912-3CAE-67EE-096E-BFD53BAFA34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C5429C-7204-3D97-4623-5EE3D6713BC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DF437E-B89C-5EBB-8984-A7A27B04CD3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DDAD4FE-29B1-4A43-B72F-9C997B84EB9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D540981-7B71-8793-9454-B59956C3837A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D2E221-BA93-E68E-D9FE-9046F5F0FF2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EDA8582-3C45-7577-8021-8E84EF292FB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F43EEFA-6385-FB42-CD71-1349FA1AAAB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479509-995D-FCB7-D855-4CF7E2C00A9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D0F8AB-AB36-0819-FD62-FA1AB29429E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153CA1D-D47C-3142-40D6-95A672766D0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28325DE-ACF6-2A32-CBE1-A18E6616D9D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3F28D-AC1B-8BB7-B378-85D126CF287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D3C856A-ED2B-D79F-A0D1-D032E0594369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9F0F11-5A0D-7ACA-3D06-A3C92631DA0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8187A70-8A54-0402-E959-9A56EA7AE09B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697DCC6-8C65-E35B-89DD-3A8285332456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57710-2B08-1867-A953-B9FAF75D941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DCB3A1-F4F6-6019-1011-2F55BDA47B8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63BF87-FA80-2875-41AF-E696DEC5AD56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6CAC4A-EFB1-612A-8C3B-7BCE2E3C67FB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0AD5D6-DF89-A253-DF38-0F49B1A8E12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AD4AC29-7FAF-6436-FF08-75E145CD6FE0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DB5311-F100-A2FB-1795-A02E100A36A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6D2186A-61DA-11AE-2862-0A2855CADB0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04A7310-DDB7-178B-DC20-615A6753340E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8E5EDCA-3952-C752-4F42-506A084861A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49CED4C-CF76-088F-F398-38C35FE5027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8090B69-718E-326B-FF14-17A8ABB0F6F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783683-5FFE-6654-A3AE-88354D72DA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C5650FD-6EEB-1321-27B2-43166AAF410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F8D1271-479B-AF04-A692-5FB761C84CF8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840D96E-DE53-0F19-5594-6DBCE6A0844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F6A06DB-A8B4-7367-BC8E-9E3C35D2845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929135-0882-80D4-AB33-A2D3F46FCA3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B60C755-6086-DB44-AFA1-4B4F8A661ED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507E29A-0EA3-9435-77BB-6879C50965E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BF68FC-3379-6FDE-EEC2-FF51C034B9D7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02099E0-A871-6058-E95D-D3F5EB523A35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48159D1-18E5-CE97-C0E3-8BA6BCECDC84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18B9A8-E5FC-3D42-25D4-4713DF0C757D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717C450-8C7D-6EA4-6F93-2186C7C642A8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4650195-0B1F-03C0-36B3-6F0BC63F2088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043AAA1-67B3-F684-20C8-37865F58576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BD6519A-8768-8096-58A6-50B61825EE9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6E7F7AC-EE96-E571-AC32-8CF59D8102B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746A460-47D9-A497-895C-0071EC50353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DBE654E-E53A-F891-AD81-ED1A6667664E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E08E3F2-E1C3-6537-C8D2-13C7C3A01BC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01CA020-02B4-86E5-3A01-85782F7C16B4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931AED0-C11B-7B8D-C3FB-18C3EDEC0DF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CD1BFFC-8D0C-702F-6072-F0F6EDB71C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91E9727D-4CD6-C9B1-17B9-7538F37B14F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91FE3BD6-4048-14DE-2948-D010D39A32AE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428347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8DE5-5DF8-EF8B-5C49-50F5C88F3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07BFFFD-A279-275C-AAB1-B1DB8DBEDA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607B3AE-4F3D-22EC-7172-C74FED4D60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CC134F-497A-5C02-7518-A993D4A1A1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4088101-EC89-632F-72BC-E671E56CCF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123D5E0-4B90-6B95-4073-5E69980C41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B6F4694-16D1-7BC4-45DF-2B9A3224F0D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9F373E-89C5-6CB4-A784-F628C10AA04B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A8FE0-7D92-4A90-AE1B-88A79228168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915683-AD0B-1C59-10F6-ECEFB134C3B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5F899-DAA8-728D-B773-5D73D13154BD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CFE27-DC90-7723-AF02-DA4456CCEDA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D0DA09-C6F6-49C6-CDBD-142EBC1CB97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43195C-E318-22CE-9AC4-6A87D787DFCB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2FF0754-AE3A-5225-8088-16422B979E46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C30B17-28D5-5E3A-DD22-BD39F8DF3F0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1E65AB5-0DB6-AC57-94DA-57055333719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179B8B-16F5-C4E9-0792-3EE4CB22EE4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D14ED6-7B8C-B283-754E-A9F5A06AB78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68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0BF3AC28-F083-03E9-DC27-CD90CF3C728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A3828A8-0464-7785-956B-4E7B17A0771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88C178D-9DDC-C046-9FBB-60FBE449C4C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B48D5C-9D24-2B77-B698-0CC5CF66FCA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659109-12E1-7599-4669-4A1269CF163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776DA35-7990-F061-0AF7-1813CCFEFC5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9799242-B042-654A-99D2-7B29B767B15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A793BEE-6A16-84F8-7874-C8AE8A3C2AA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29F159F-2307-E5A8-EE80-4ECDDF61211F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6F61B37-A72B-6C68-9CAD-202231DB986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E218CA4D-178B-F993-A528-CC98320C275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BFE6EF3D-1B88-5951-87E6-74242583197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365764-28A8-ED90-F8A4-6B01A610439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B305FD5-70F3-9EAC-ED52-D389F34B04D4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B693139-129C-C3FF-F57B-BDF18E40A830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966B31-657C-7606-B097-91341C462D3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653A6D2-D65B-B4B8-704D-E93B37EEA49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DBD406C-B268-E494-F2D8-28EC04CF11F4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99370D8-17BD-558A-E4C0-F2A6B5CB5771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E9E3B93-DE3D-0470-893E-B59B58704C3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5D655D6-060E-0DBD-952B-956F01E9499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BC8FA0-8D77-5DBA-8877-90E4FD96366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7F2CAE-0486-B37A-CD65-F4B5E50A884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EE4437-5D0C-97B3-38F2-D7594CF46B40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3A58B59-60A9-C5DA-0049-27FECF38D039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D687A25-EC5D-B187-5FE9-888F9FD2BA85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85C0DA2-AC9C-6862-6B9E-134B7BA5E342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ECC0202-A679-E5F8-437F-91A0AA21392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5AEB7B-E722-F603-4FD9-56B851C71561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B3B8B01-830E-BEC4-6078-38D4A42EE90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D02A8-B5F6-8B03-C90A-915A1BC1344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F7535FA-FFAA-8FDA-8542-BCD0A59ECE4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76A225E-1FB4-B4B4-3C33-78B8C7916F5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E51A3D1-CC5D-6358-EC7E-A696A597E26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9109F8A-B8B7-BE1A-AE69-0CE043F16F9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F04E93-3359-341B-69BD-133357A0FB8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336AC292-742A-C4A4-958D-E2882C5B692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1F3A23B-CA3A-CC99-6903-5DD3C919EA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5016E429-69EB-2705-BB31-D5B9407C281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FD597DBB-E078-5D74-E98F-3D96C662E67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4A9C6D4-E3A8-DC72-CDC7-18213849E306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50E70C1-FECA-8CFE-FDD0-35F6E1D76A63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5DF7FAA-449C-885B-D046-C5B9D86D9E6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E3F59AF-D4A2-ED76-5912-9D32570A4E3B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0B9A0E8-0E68-5070-DE2B-A526C46FD02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986A88C-0BA2-4CFE-742D-0909D25F7D6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D7D367F-5CAD-2FA5-DD73-0A43965A856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6ED3012-9EC3-4848-47FC-55940B0D087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FC4A78A-7109-7C34-0A09-550D04871E9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D70885-C81E-D7BD-2430-26A37235EFF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626DFE4-D174-2F84-8830-122798FEA7D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B95B725-48F6-4277-91DB-0D526CD8E54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CF91AC7-FAE6-7F28-E3C3-D2009D18D35F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030BF93-6854-3808-021C-001A57D27DE7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ABD98B3C-F9DC-055B-6ED4-5ACA85F2E0C5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AE0B680-9825-5CB2-0458-7A5EB5C5DCEA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4372DA68-37A2-734A-0D6E-9FCFAF1611B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0FE9332E-7DA9-B5FC-30EF-EADDF4E987D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231DC6-D5F0-6930-B7C6-1AF2CB8E0CC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085F97-4B2F-E589-E4A0-721248816A97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0EC20D9-A5A2-2448-D681-4DBA8AA8CCAB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2A188CE-2F38-9FE5-BADE-852CD2253C5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FBF62C6-4A4F-785C-70E2-369203DB80A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DB5739-20AD-D263-8FE2-B1F2AA70941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8F34543-A102-C1EF-7978-4344FF74DE6A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7C3D58E-A695-3420-5FAE-340B794E236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741F9D-A7A5-0808-72F6-9B8F4829603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2A3338C-218C-94BF-BC89-376F8DE4383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849085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E3FEE-4D2C-8AD6-C194-AF6CA0E6E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B1AAC40-484D-EE8F-0184-462CA94346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084DCB-9795-CE1E-42B4-33230F6C8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7A105F-8597-A308-B227-FD6493D529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394FF43-F113-8752-82BF-AA2CD5DE03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BD397D-5F6C-BDDA-7635-CBD6DA096B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7BE57C-6226-353A-B2D4-CFB61C1C040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59948B-2EBA-7F0B-4C58-C74C83F1CC7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7F3503-8435-D326-533C-A3EE54E7D56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1D7D62-91F2-86E1-7894-5B903151C47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2A48C5-FE5E-2B1A-0C33-5F2820A8428E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B36C6-3D47-D03D-DF2A-5C0879FACDD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F449D4-99FA-EF70-CFCF-723EEDCFDAFF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56890B5-41D2-E4D1-AA5A-986EDCF80081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D19795-98D2-B9EE-AF5F-B68C98FE0661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BE16B0C-3E7E-4AF6-9CB5-28D98F6A603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0535ACC-E34C-EA1D-0E73-F826BB20E811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F6EF9F8-EAD5-FC54-865F-B466E5B7066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4ED398-0E6B-638C-BD53-0B8A918FD5D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B486F3-1DB7-B450-538A-A111EE42967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C8784C-A0F6-E0F3-1DFB-17040D9CFF5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E9B8B15-EF75-DDC4-6E50-0C03648D8C3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2474021-BEB8-436A-060E-FE16CD45C20B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1579F5A-888A-9A8A-56ED-D2C64C3DE729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8E2155F-E477-669E-381E-D198E97326E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0E3C88BE-B272-354E-C2C2-928482008717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C784586-3689-C04A-4413-C1FC359C06D2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C6DBFD3-6F55-3D83-300F-FB886CBEC39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31C5559-369F-B83A-E1D8-1531BDC299A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36AF47-398F-5900-043D-F9883C302F6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C72A751-B68B-76EF-89E3-54FEFED9384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406F3DD-FE65-261D-7BED-AA006CA36D9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1392120-ABED-8FDB-065D-0878D6F1A89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821AAE06-1D54-5AB2-143E-97F737AF582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90FED5C-A933-2B2E-2C8D-C05F1185069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0FE1D51-EADE-40C8-FD07-0A46F6745C2E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7439B4-A4C4-1C0C-7A64-270AD1F64A9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9B528AE-E2EF-66CC-6199-380F93C4126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FEB204-F98E-8D74-E257-E33F359A948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B39C80-3E1A-6707-3085-BFC702EBC000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0F5D460-D8D9-0828-E315-9A4E6D94BC12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ABEC51-6831-F5C5-C3D3-7E0464574469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1334993-6C96-9FA7-7DD8-E666A9DFC3F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4D6F664-AAB3-DDF1-3FB8-6CE9D5776AA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D033A0-C4DC-49D3-7B1C-7C01ABF0D37D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94B755E-2B37-44A9-208F-B239D41364C0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4793CA8-9EC2-4C2A-03C7-58D51C42E24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93FF40B-6FD9-8543-BEFD-81A794ECFEA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2351F5-5600-C45D-EA1E-D54F18351DD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847459-FB9E-147C-E127-698245A9310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4B16BB4-6C1B-DB0F-8643-BC9AC7B40DE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68B1EE3-8DA8-E71B-E134-A530ACCFC99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85F46D-347A-B4A2-AD8F-0F3B2FE8162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80E10E51-59B3-D381-C1EC-3C203321B4C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351F3DB7-568E-F041-ABB0-FD82A882CDD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281F3D-002D-9747-E365-CA14C972CAD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AB094A9-5920-8D44-90D9-47C12D6F56FB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983CFFC-3239-D297-DC6E-44F1F20E51D0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7C02642-F962-DFBD-5303-B6F502EE108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B42AD18-76AD-5514-4F07-0CB748F01F02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C7E9EA-7196-64AC-4E78-84F311E019F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A8F3D2D-C8A9-E9FE-3E55-8FE27E353BE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4D10B97-A0BE-6FD1-8F09-5273975BA27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0AB93AD-3BE4-A988-2FC7-7E2BB6981B23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E8A1923-0B08-3F99-C997-973F2CDFC28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17B93E9D-B6F5-4438-9CBA-8B1E98F2825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B7B095D-AE9E-FD9A-981D-8B70D572D01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0467CFE-3FC6-FE0F-F026-D77E40E16D88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E0AF4C1C-6681-F27B-7B5B-812C556F987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E20214-823E-198B-0E24-49218BB24D0D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4B77A2AC-CCD7-B536-CFF8-32D91A139106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B7D169E-44E7-B6F5-E8FC-96F9C42FB5F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FC5107E8-ED7C-A1B4-7ADC-48BE908BFA89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0EB5F3E-82E1-8E6D-F9BA-DDE57D3B463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D92F7C3-1AE3-0B3D-7716-490CA447A230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747B61E-577B-D2FB-D639-D7CD3656618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B0641E0-7D9A-3C77-1F67-FC1AEFEAB1C9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AEEA9C6B-7EDA-3C36-B87F-758697C74E8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27F4FF4-9C65-0DB5-BF94-035FA4D9E091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B4301FAA-2A8A-C93E-C851-04B617DA17CB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4CC5A3-14D1-A192-42F2-6B2CFC17225F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2DB67F-A077-E4B5-5258-4E8AC2F1772C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6AA9CA6-6FCE-1FB9-F50C-FAA4A41CB14B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0407745-756A-945B-658C-0B50F0F96DF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9103424-07D8-0663-E109-B5F42F12291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8416CBD-C199-F4A8-69C7-1A313FD3791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145EA04-FB2E-F358-CC4F-D2D102184A1A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521929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10333</TotalTime>
  <Words>2419</Words>
  <Application>Microsoft Macintosh PowerPoint</Application>
  <PresentationFormat>Widescreen</PresentationFormat>
  <Paragraphs>2140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404</cp:revision>
  <cp:lastPrinted>2025-12-02T00:08:17Z</cp:lastPrinted>
  <dcterms:created xsi:type="dcterms:W3CDTF">2024-03-19T02:13:08Z</dcterms:created>
  <dcterms:modified xsi:type="dcterms:W3CDTF">2026-03-09T22:41:58Z</dcterms:modified>
</cp:coreProperties>
</file>