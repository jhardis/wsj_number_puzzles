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457" r:id="rId2"/>
    <p:sldId id="531" r:id="rId3"/>
    <p:sldId id="532" r:id="rId4"/>
    <p:sldId id="533" r:id="rId5"/>
    <p:sldId id="535" r:id="rId6"/>
    <p:sldId id="536" r:id="rId7"/>
    <p:sldId id="537" r:id="rId8"/>
    <p:sldId id="538" r:id="rId9"/>
    <p:sldId id="539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0" r:id="rId31"/>
    <p:sldId id="56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BE61E-F7E9-5222-FC51-4AC65149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1E323-5E88-5538-FFB6-1E3B312F3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AA7AE-7232-4848-9DA3-41ACAB43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98236-8541-2FAE-240B-312E97041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97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83AD-E6D7-D4EC-D11D-9A512A0E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FE7CE-E1C3-CB96-85FA-FEEFE37C6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12938-F1FE-99D0-A60A-179AFDEF5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E0E58-F13F-28FF-62E5-3BEA146F2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12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6919-B2D5-46B6-7070-19A916B9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E8448-833C-C08F-317D-F942DB2F1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A2F64-D8A4-AE27-2B9B-BB786F9E9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D2030-21C9-9586-0516-BF8FC662B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59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A4BC2-A35D-73D4-0F06-29F71AF6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BCBC9-ACE1-FDBB-6A7E-78DD77A33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87F34-5380-B01E-8DAD-1567132E6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4401E-4314-89CB-81A2-62DAC8ACA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05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8944-2D65-15F0-5B85-4B0BA354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28F4E-A669-4D7C-BFFB-297112AB3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063BA-6278-C33C-0694-EAC37F15C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51496-66F1-8B95-441C-890B7B615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41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2964D-8BED-4C65-DC81-8605F822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9FC32-5D0C-323A-9016-72EFA1879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9A0EC-40E1-9C4F-328F-98EAFD962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9464-F8F5-5A8F-BFB7-2736C428D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43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0477-1ACF-0495-6972-BCC82F9CB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D34B7-AFA8-69A8-82B8-36B7D7774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4D3E0-C8F5-0974-42D2-D506D4E6B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5F6AD-97D4-F305-98CA-71BB424A4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60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15061-E6A7-1045-CC19-B124EF5C0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6C728-4756-9636-3088-1E0D402AD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01116-47B4-7A3E-93AB-147D30ACC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98577-06F9-F592-9322-BC743E9A9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02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906E-EFCA-E6ED-B4CA-70874A98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C4D36-791A-DC50-0D3A-1277C39C0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CCE4D-12DE-5AB6-4E95-509EAADB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3767A-4B69-6C24-0A7C-5B232CF48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56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269F-2B36-74C6-6824-DA975300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267B9-3DDD-E7A8-5183-5F2B6604D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67408-247D-4740-39C7-BFC495693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1EF6E-C613-7604-7824-8E44D88BF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783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3A62-9380-5DFD-71FC-8525D811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FCB49-734C-07AA-37D0-B2E98EC45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A3B59-8AE3-4E05-039A-46654F5AC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DDCCF-9AA5-CBFD-EE19-CEB4DD0AF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582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EB380-D16D-9435-ACE4-126489F39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24E51-CD3E-D3A1-D14E-95EB19102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BD11-D519-4E0A-562D-3DA0D8908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5B299-84FD-E183-B48C-743D86666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47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518C-8FA8-1E46-AF12-2C8FA9BF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E2766-1355-1B33-4AE6-E2C3E9080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F306C-A63A-65EB-5878-C2E351BA0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9A1EE-B95A-CFA6-879A-DAD266640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10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8DC3-84F4-9F0B-25B9-556A4678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89A7B-0D05-53A9-A165-BA16006CB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48CE5-67A6-DC20-EA7B-644C1FA38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2EB01-2D94-1C0C-B2BE-5B53A4432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57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CCCF6-8D37-D9FA-9503-2E88D8CE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E56A0-24BC-4ADB-F5A1-1D44F9B70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5D9B7-FF25-CB18-11D1-409459E3D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3703F-8342-7C74-927E-1ACD723B2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23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AE20B-14C6-A959-6C22-CF19FD43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F6D46-1B7E-22EC-BE03-0933F31B4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E7F77-76C8-2875-447F-1A4BB5739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59BB-89E7-7F97-3910-B08A77302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69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E195-038A-ADA4-EE85-5201F5BC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58C2B-DDB9-F620-F330-F8E5DBDA4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7B2A2-B18A-7AE5-AA35-CC66DC5C8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A1FC-3DF0-A186-61A8-B288B3753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01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07BF-B0FC-087E-F617-04B14D04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39A45-2051-47DB-4DAD-DB382E7C3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794B-94EB-914D-DE3B-AD8D88208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8EDA4-57FA-B4D5-5FF8-F0DF0A674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6C30-3EE5-C941-66F6-515EFFBB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F115D-E6D6-863C-8125-B3880CFA3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9976C-81A0-5B24-050E-D670F24D7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B2655-9969-D981-5276-E5D3C289A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45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F23E-BCD3-EBFD-C282-A023C348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3D8C4-13B8-A12C-5D4B-AD08423AE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86E89-B75C-37C5-06C1-D65C7BE25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98309-B22D-E051-338E-548FB5B89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48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A209-A858-DB6F-E2B2-1C7335A1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E3584-EA57-D45C-359C-5C09FABF1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CBF3C-BD98-CB43-11C8-4249D369C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A7205-D3FB-251A-BB9F-326D2D2A5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842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09362-9D9D-96E4-D5C8-FC479BA6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785D0-C1D8-3B1A-93DF-3AF9FF9AE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D4013-BDB9-B7D1-8D8C-DF50BD379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B143B-2996-BCC9-60C4-317610C86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87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C76DA-2371-A1A5-6A4E-D199013E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B7D2C-8AB1-7AF4-14B4-D320B1CBD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FA971-3EA9-03A0-071A-E226DF61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39F72-820F-42E2-A293-B7C145F7C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298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E410-CD82-7E2F-6F57-B0170956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EFE58-12ED-A22A-2A84-3787DCAC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2CEFC-BAC9-4946-AB3A-5D6183D31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2CB0-44B4-5B07-FE8B-1F151B2D5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20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44E7-7F87-98C3-260F-E9F7399D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980BE-3475-CDD2-FEB5-64473466E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B6BCD-33B3-21BD-BAC1-E0F62B448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7077F-3379-4FD2-5C61-01B9C4E23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033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D794-A7EA-5403-ED6B-B2955A23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1984F-281E-C1B7-3A12-0DAF7F4A8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FBE36-9C39-9C45-7067-B3ABE5D60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1DC79-B537-3838-22C0-6F592C10E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2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94F5-796D-BBBD-DA6B-6CE164F2D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9693D-0770-B712-6E8D-6D5FEDE17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FB6F1-9867-8D35-6A1A-FE7CD3AA3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D6359-35EA-00E5-27B7-E7B3449F5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991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F2EB-92A5-6B68-A6FB-E65991AD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14014-89B4-769B-5AAD-F06F0D70D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46FE8-F89C-47C6-CE0A-6A51D0D2A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F5836-4EC2-D50B-80A7-F200C4C04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7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CC2B-3A7C-8903-1CB9-558FAAFC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D678E-CCFC-1917-9863-B2622B951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6CF4D-91F8-C3A3-49D9-442524B6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72527-2037-5381-D193-CA04281DB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977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C036-0780-5EFA-2F9C-4DF91289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DCE6A-663B-591C-6420-A79F6394B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813D4-5057-6780-51F3-0444B7129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EE34F-1119-9BE6-DD64-A1A715CDA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4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1977C-6DC8-13CF-5B88-4AFF25FD76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90791"/>
            <a:ext cx="4543224" cy="500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DC38-515B-0FF0-9482-086AE28C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D8129-9B73-6BE5-A13D-889B1BB917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all 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685F08-1966-9B3E-2076-76E51497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F21E19-0D68-0A70-F394-723542194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EF2AF9-6C7A-E4B9-7390-2CF381ABC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EB4155-0DC7-2175-083B-B087E2C81B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EA9F9C-3856-459A-CD2B-A090D6F5D4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669F0-204D-B05C-7B26-A43B48011D7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FFE2C7-51C3-5BC4-C167-E53AE57BED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ED75A-C105-3071-1767-5C178EA254A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4E36A-EDC4-92A2-9BA7-9D920AB67C7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D3E5E-065E-73EF-F195-C826F9E613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42529-31AE-A8F4-28F9-4EB3016FD5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7681C-4B14-FE3D-7C43-D7B48DEF2D6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19D549-71AA-3E02-C812-9EE5E3B744A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24F850-EA49-D87D-B3FD-CD85A3E8FB0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E14DA6-9AF4-1873-71A0-D89AA95EAA9B}"/>
              </a:ext>
            </a:extLst>
          </p:cNvPr>
          <p:cNvSpPr txBox="1"/>
          <p:nvPr/>
        </p:nvSpPr>
        <p:spPr>
          <a:xfrm>
            <a:off x="565009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B4B2B-41E2-57B8-FF96-E3CDF07BF64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1F4CC2-5F17-1A5A-F9EF-E11CC1C3606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3DFBB-AFBD-9B67-A008-58416A4C328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2FBC73-57A6-0D8B-417F-FDE7DB526DA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3065F-D473-D0B9-41FE-0E3CA84D953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988740-4C3B-EB7C-AB21-69BEC9B5BF22}"/>
              </a:ext>
            </a:extLst>
          </p:cNvPr>
          <p:cNvSpPr txBox="1"/>
          <p:nvPr/>
        </p:nvSpPr>
        <p:spPr>
          <a:xfrm>
            <a:off x="5650090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D2C417-7A27-9571-1095-C72DBE30C02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5230FB-CC1E-F104-AF79-EBFC1F381F6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D3A77C-C90F-5104-ADD7-580E73C9D1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BF9697-2016-5635-C985-46F5602767DE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2434D-3814-89ED-D2C0-F1AA7EBF918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DE5A3C-5F8F-1435-13D2-8D38C9CD872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A4D3AC-97E5-4601-CC4A-0935A9E7E6C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BF9A59-D8BF-7607-F450-5C8359426796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62BBF6-A6D2-16FB-15B4-3A1E464A14EA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40680C-13CB-B3FA-FB6B-9EAE4475E94E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CB3622-090B-A08C-92C3-D52C0A0EA4D4}"/>
              </a:ext>
            </a:extLst>
          </p:cNvPr>
          <p:cNvSpPr txBox="1"/>
          <p:nvPr/>
        </p:nvSpPr>
        <p:spPr>
          <a:xfrm>
            <a:off x="5147734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3C7188-E5E8-D8DE-1556-B511DAB60F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DB338D-58B4-9F25-CE82-AE58802A4CC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5836D3-ECE3-CACD-E314-F5AC8270F0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2CAA28-5206-AAA1-80BD-6F76FD6930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8A7F02-DAF1-E5C5-4CD0-23A1F7A7AC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C1328A-ACA7-9DCE-5A9F-719645505E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D5280A-0626-5552-A07D-095B979DF261}"/>
              </a:ext>
            </a:extLst>
          </p:cNvPr>
          <p:cNvSpPr txBox="1"/>
          <p:nvPr/>
        </p:nvSpPr>
        <p:spPr>
          <a:xfrm>
            <a:off x="5147734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127ADB-149D-7B18-3B9A-9F48CC40F5AA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BB5F49-4CA2-A716-AA3A-05236C0306C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3799A4-AB21-E2F5-095C-4484CD09E0F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650FB4-D2F5-3585-0A3C-8FCB461525A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65FBB8-DAD3-AC74-3610-492DBC585B72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8D0520-63E5-BFA6-DEFE-2E9ABEB177E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1675BC-8AB4-E00E-7012-9ECD094CE25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AC4B97-7230-7C16-9C15-C21DDAD4767C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AF8250-ADD2-057F-6A05-317DA93966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</p:spTree>
    <p:extLst>
      <p:ext uri="{BB962C8B-B14F-4D97-AF65-F5344CB8AC3E}">
        <p14:creationId xmlns:p14="http://schemas.microsoft.com/office/powerpoint/2010/main" val="207329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C8FE-8C7A-46F4-0C1A-FC81CDB2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0572E2-69DC-534C-0252-62F2FB1214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F76FC6-9165-EFCB-F8F7-CB618C224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AA1CBF-59D6-3D43-1D3E-A3FAB42E9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D9CE74-C3FA-CFFE-A97C-C7A370B4F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8A902F-16BF-5136-F940-CC8A7E112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7C1D7F-1F25-2210-19B0-3979FBF367A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83466-1FFC-6284-CD9C-5922949B48A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46F82-B17F-5AEA-1D1F-910869335C5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AD2EBC-D789-8B1A-5DA7-6B33A2226BA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CCA42-A605-8A82-C697-BDBE7248999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B0719B-A2ED-683F-65B4-B063FF4158E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6CB68-CCEF-B4B3-5DE6-CF615E687C7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44953-E52D-6E70-AB04-2F34ACE44A4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A5E186-B499-BB57-DE8D-130D22707865}"/>
              </a:ext>
            </a:extLst>
          </p:cNvPr>
          <p:cNvSpPr txBox="1"/>
          <p:nvPr/>
        </p:nvSpPr>
        <p:spPr>
          <a:xfrm>
            <a:off x="565009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7FA070-0196-AA3E-31AD-7496242BF3A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D2117-5687-6818-DE18-8C8BFC70BA2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35DB4-26C7-46C7-7260-8D868791EBE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90477-24F1-62D9-199B-DD0EC9C9501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215F4C-97C2-87C9-7CE6-47238D43722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230A53-5B7B-701D-3E57-A14287EBE96D}"/>
              </a:ext>
            </a:extLst>
          </p:cNvPr>
          <p:cNvSpPr txBox="1"/>
          <p:nvPr/>
        </p:nvSpPr>
        <p:spPr>
          <a:xfrm>
            <a:off x="5650090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A0564B-A493-4B78-6954-951CC7A7D46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6BB0B-EC35-7F28-8FE0-707111DDF47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B74C34-D578-2AF0-F2B1-35EAFD517A1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CAA7AF-A7B1-AFC0-E8BE-D9DAE8D3E593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6A352B-EFBF-178E-EFB8-40657B2B7AE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743B4C-EF3F-3BB1-EAB5-F8204A5719C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AAA67C-CEFA-0E73-425A-9BE8EDEEA6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2CB8DE-94F4-370E-8A59-CF7DB6F0ED48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7CA295-168F-1045-6CC0-7B9582B28207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DBDC1-20D8-7ADE-AE25-68749453F2CF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BEF855-5384-A22A-AF6C-1F528977DB8C}"/>
              </a:ext>
            </a:extLst>
          </p:cNvPr>
          <p:cNvSpPr txBox="1"/>
          <p:nvPr/>
        </p:nvSpPr>
        <p:spPr>
          <a:xfrm>
            <a:off x="5147734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F3D251-5D33-5204-D4D9-78752F8096A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F70EA5-12F2-E931-F0E9-B7F4092F9E4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4A579A-5241-6011-4349-ECED19BACB6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C63570-EFC6-D21C-0C6F-CF9D715682F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4C3368-BB8F-DD46-A61F-BE09668A23B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71833C-5271-E2F8-A879-1FCE70972CD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19113C-A34A-3336-A875-C505ABA5216F}"/>
              </a:ext>
            </a:extLst>
          </p:cNvPr>
          <p:cNvSpPr txBox="1"/>
          <p:nvPr/>
        </p:nvSpPr>
        <p:spPr>
          <a:xfrm>
            <a:off x="5147734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9AB2D1-047E-E5D5-3E05-DF90DF1FE996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9B05B8-D668-C087-930F-E22F94DCF47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2A7E76-A121-44F9-3BD8-37F33626AF3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EAB40E-DC1E-3EE6-9AF2-B079142AEAC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15541B-99E2-9F53-B3DC-D3E10DC44A03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62969F-5CC3-786D-0A1A-86D320D8997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45CFE8-7212-13AE-2EEE-5848F6D6E410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E90A1E-4DCB-17B1-C291-F2EA928C05C8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8C84A5-1F26-9588-A0BD-27B64B05BDE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3B9666-2EB1-6895-E099-A8B5284D1C5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6DE57B-2D60-DB21-467A-96AED94713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7862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62C0-BCA4-72C6-E7DC-E6E634710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F8EEB4-898B-F997-9112-DAFADDC3FE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FA44F5-66D2-1B7E-211C-9C38AB38A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4A01EA-A90C-9666-F074-E5D3E81E1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2FCA48-7D81-11CE-A6BE-F386B57A1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772073-3341-7358-AD48-F23F6E1A6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62EFAE-406C-E1DE-F139-42C2F99F760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A080B-43EB-C621-6A84-4E0C8890967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1139B-802B-D851-FE8A-305319363F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3240C-FE7E-E059-3555-12BE1FE4D88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2D853-CA9E-FC34-6EB0-8ACDB65A289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135E6-ABE0-EE3F-7BE5-A31965C7B8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80342-E870-78FB-D439-29AE0592AF3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3DDF0-DBEF-6C2A-AD8B-09148E2B408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EAC1A-3324-4390-270F-1F8785BD512F}"/>
              </a:ext>
            </a:extLst>
          </p:cNvPr>
          <p:cNvSpPr txBox="1"/>
          <p:nvPr/>
        </p:nvSpPr>
        <p:spPr>
          <a:xfrm>
            <a:off x="565009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623CFD-8BE6-8931-68E7-774C6E1659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8124D2-DF79-1BEA-8EDC-762BECFD1EA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0E4E8A-5EAF-2603-2A1F-493B486A9B2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EC889-120B-2A0F-EB95-9F6D4B98BB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E89027-EC1E-AE4E-D0BF-0ADEA2DD526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B03B6-45F5-5F30-CA60-34C1BF19BA4D}"/>
              </a:ext>
            </a:extLst>
          </p:cNvPr>
          <p:cNvSpPr txBox="1"/>
          <p:nvPr/>
        </p:nvSpPr>
        <p:spPr>
          <a:xfrm>
            <a:off x="5650090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1DB2E3-EED2-79F2-9916-6718666EB19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C3D042-FC61-02B4-6FDB-CCCC11F948F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52B56F-F568-69AA-9D42-0DAA9EBDA5A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FE294-F934-1EA1-C92F-952514A53E3D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78482-0C05-5D4D-6CAC-24D9D78D1CD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18F33-CAF9-CA01-DCBE-4242A485175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718F23-3886-F1EC-7827-79690C55BE0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9D91DC-31FD-992F-1BFA-385EF99B190F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D7C4A8-5691-53E8-BF7E-9E3A8A0F08EE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F8CC91-6B8D-BA6C-4F3F-15C9949FBC65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892F4-C372-8DB0-7F32-FF29602DE33D}"/>
              </a:ext>
            </a:extLst>
          </p:cNvPr>
          <p:cNvSpPr txBox="1"/>
          <p:nvPr/>
        </p:nvSpPr>
        <p:spPr>
          <a:xfrm>
            <a:off x="5147734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ACB0F7-EDBB-B191-79F4-D96DB984A1B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1143EA-3230-A558-D13E-7004074E11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6810AF-9AE9-4D79-2756-2CF9DE186B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55DAF1-734C-1C9F-D6F2-A2331930B4C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9100DF-7F51-CC3B-B69F-38AC3B90ED4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F25A50-F405-41A2-DC07-FC22B8F1A2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6AC12B-7716-C506-55ED-F6CFD607CF8D}"/>
              </a:ext>
            </a:extLst>
          </p:cNvPr>
          <p:cNvSpPr txBox="1"/>
          <p:nvPr/>
        </p:nvSpPr>
        <p:spPr>
          <a:xfrm>
            <a:off x="5147734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601444-A5E1-79FD-7100-8F22A96C7E1D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575DEB-8350-DB98-FBEE-8529B1E56B4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16F0A5-5851-C0C7-55D8-77C7E03D427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0B0FD2-3486-2D9B-55E7-8C4B49B1E8A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BE464B-4A9F-84EB-44DE-24A1B4F0BFB2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54739-BB8F-8536-F974-3FF648B32F4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B5D329-2AE7-6E80-4B38-AE119B9B5DEE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57044F-10DA-B540-982F-018A4C1CCD24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6AD897-E560-8C95-050C-6B9B6A9A3B7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53E4DD-51A0-F5B9-DA96-5D58972C5B3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C29771-A97E-98C2-5458-0989132AAD3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6354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1617-FBE3-40FB-88DE-B94B0664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A9DBA2-C218-BA8E-9890-FFDD3D8276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center block, [15 in 2] can’t be 69, as that would preclude all possibilities</a:t>
            </a:r>
            <a:br>
              <a:rPr lang="en-US" dirty="0"/>
            </a:br>
            <a:r>
              <a:rPr lang="en-US" dirty="0"/>
              <a:t>for [14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6FEAF9-04BF-5FCD-EB48-2F8F161CD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12989A-EF87-826B-9FDB-6DC1E7974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874D17-3E59-A2A4-D931-D07C303D1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91ACF5-CCFC-07C8-3343-1C343B46F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CB086D-1BD3-AEB9-29DA-F4F803C6166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FEDF3-D5AA-12C1-038B-B1219ED335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E585D-EE6C-6C9B-E58E-5832F7DC1B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7470C-386A-B449-12FE-E67486CA3CC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1EE6E-8915-8461-A3E8-15ED65449D5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266800-75EB-CF59-EF9B-E5B23D935CB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CBCEE-DE24-763E-E8DC-84EE823FF1A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F9558-C3D1-FDA0-51DC-01074EA8B0A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DFF049-BDA2-7D78-5D93-71B627061059}"/>
              </a:ext>
            </a:extLst>
          </p:cNvPr>
          <p:cNvSpPr txBox="1"/>
          <p:nvPr/>
        </p:nvSpPr>
        <p:spPr>
          <a:xfrm>
            <a:off x="565009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631BFB-A9EA-B6E3-439D-532D5BACBC7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27A429-040C-2DEC-A2CB-78EEDE91131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94937D-0A10-58FA-8941-2A38E713B8F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E7DAD7-AA2A-E3A1-AC96-37121CBD887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D86E54-F4C3-B281-E29F-0A62F00FCE7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68DE2-25B2-B3FA-46C9-AF4D906BFE5F}"/>
              </a:ext>
            </a:extLst>
          </p:cNvPr>
          <p:cNvSpPr txBox="1"/>
          <p:nvPr/>
        </p:nvSpPr>
        <p:spPr>
          <a:xfrm>
            <a:off x="5650090" y="2404765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B6F1EA-9F5A-F20E-4A30-BF6168262DA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A7ED87-3215-0A49-2B3E-6371439B518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D468A-0019-BE5A-1D7C-983A1AED5A4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C544A8-00D8-B0A6-708B-340E95A1A140}"/>
              </a:ext>
            </a:extLst>
          </p:cNvPr>
          <p:cNvSpPr txBox="1"/>
          <p:nvPr/>
        </p:nvSpPr>
        <p:spPr>
          <a:xfrm>
            <a:off x="4645378" y="2905709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58621F-4531-984D-049F-0FCFDDDDDF6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6C458F-A853-519F-3670-A7449E911CE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F21E5D-D702-DCB0-422C-6EB4C5FEC6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9EB340-8CBF-507B-B6FA-DF6AA51FAA41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F50CFD-EAB7-366F-4C87-7D32F60A4661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75F1D-EBCE-156F-52CF-AF5CCF1E596F}"/>
              </a:ext>
            </a:extLst>
          </p:cNvPr>
          <p:cNvSpPr txBox="1"/>
          <p:nvPr/>
        </p:nvSpPr>
        <p:spPr>
          <a:xfrm>
            <a:off x="4645378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1128E7-0D6E-1EC0-7D30-607E23F67DF5}"/>
              </a:ext>
            </a:extLst>
          </p:cNvPr>
          <p:cNvSpPr txBox="1"/>
          <p:nvPr/>
        </p:nvSpPr>
        <p:spPr>
          <a:xfrm>
            <a:off x="5147734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387EC7-73B1-A903-1F8B-7C80FD05E4B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4D4C83-B0DE-2C81-A282-0A4AEC655F3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7721DE-3130-80FC-C3DE-3B89809D80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2DFE77-D295-EA57-256B-EFBDA0F9584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21EB83-26B5-EB05-2F96-6BF947241F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CA0C6B-2370-3B5D-D5EE-15E6F8E7DFB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37FCB8-E097-305C-8C6A-789E7AE671A7}"/>
              </a:ext>
            </a:extLst>
          </p:cNvPr>
          <p:cNvSpPr txBox="1"/>
          <p:nvPr/>
        </p:nvSpPr>
        <p:spPr>
          <a:xfrm>
            <a:off x="5147734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F8710-0F2F-7F80-D813-4F1380278EF8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D35D31-F63A-61DA-8187-89859DE038E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DFC2CD-6348-6DA6-1DAD-BF32EE9258F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CA19EA-DA69-A3F8-7C69-79E7646884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3036CD-0C4F-5852-5970-C79B92EB0B24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19CFCB-6297-5121-EF76-4C53CADE89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4591AF-EAA1-B4A6-F497-A78E1CED3262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6EFFD1-60DC-0857-DF87-0912CAF4BEC4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F8E5BB-8841-D96B-4765-1A7BE22F9F8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920F96-44C2-61FE-9A22-FDAD819D85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54AAF1-11CC-4128-572C-E55CFF0D149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0536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B1C5-0356-42AE-FE9C-583337B7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132CC0-2FC5-12B0-D4EF-3F1B9F842B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F27A83-D0E9-CFE3-1EA6-3574E031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543FF7-E8FE-D8ED-7947-313123F34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6BBAE1-0743-2150-1CC3-250DCA942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18CA3A-19C0-50A4-A824-F6CB854D8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025E84-95F4-8DA1-791A-A02F9899BE9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44241-CD1B-5C28-CFB8-75A38DDBB7B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492F1-CA73-A4C2-FBE2-B7C3B32F06D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E9114-CCAD-5F74-7FF9-CAAA8B4A517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3C072-A628-7AA0-5662-6E3F2F41CA1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66AF97-6D80-FD91-CACF-BFAF9B80538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D3170-7A9B-A0DE-30C9-0D93712A04B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B60677-7FD3-7603-606F-8A5F3CC579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CFEA08-6D80-3744-A483-88B34BEFF25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E5CC05-6695-364F-31F6-E7804D5C7AB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31C7B2-91A9-1087-6A49-C64BAFA9311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6CF31-A0DD-868C-457D-1D28FED604F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453736-1762-401F-BB92-17DAB8EA6F0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8EA94-BBDA-2D71-EF90-1F7CC9615CF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C7E3B-F5F3-F342-2A98-C6A9F2734E6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43E852-EED3-3926-A7E5-52E88B2D20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F06987-CEC8-70C7-BD38-8727B3F491F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BDAFA6-5BF8-B657-AB3E-91DE726E3D2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1A396B-BFC9-421C-8C78-8CF729974CC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87713E-9128-EDA9-FEBC-402FB5FFDCE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5941A1-7149-576E-516F-7B4786DEFAC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D14AE5-E4AA-6F5F-FDB8-739C7E7868B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5173D-EA80-988F-F959-E94198236318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88081D-4E0D-070D-7B5B-B5E91C959862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5FF08E-1230-3318-8D9D-A513470CD36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A88788-E8CC-8A41-176C-AAB41090CAC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B48C8A-8DB6-A89E-1B0E-4453C113CC7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9C6A93-96A7-D62B-696F-7F6A6F52844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3A3FAE-155E-5261-BFDE-AB1FC14D2D8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AE36D5-FB12-03EA-CA91-492E236C8D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376CFE-9893-B89E-BEE7-53D6CB7B399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E47127-AB4E-9F02-F127-CDAA033027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0AA50E-B4DD-E190-2ED6-F350453C8F2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89365E-ADAB-EC7A-41C2-C755EFD47DB4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126D84-8DAB-3C8A-D507-D450F3CCCFC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EEAC62-F967-885A-6660-4D743989931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9E08BE5-028C-1B60-29BF-29B843474EE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C8A15A-B31D-39EE-1ABC-959AAA174E12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EFC0D9-9148-BEA2-3E8B-0E3F0825057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4A854-3E09-7F6C-4157-BF5A7949E48B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E08751-732B-6B20-30B4-E432B521DC79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03B324-0E75-8CAF-F7AC-2E2283FDF83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231EB1-6849-7D64-F807-69CBE2F298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1D5BA6-1BA4-4761-C658-67ABEB65B2B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6460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3DD3-0FBA-1A10-DBF0-BB3957EA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F188F2-AF8D-82D5-27AE-AACD99F4E8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1DF88E-D30B-5CC6-A3A7-184244A9B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980564-C15A-C2F0-249D-BF001D303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3BDD60-8022-D066-D7D9-811BC91AB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91C220-CECF-AEBA-44BA-D9D1F36E3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92A216-4BD9-157A-9419-C5BB4B4B4A4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11524-F119-848F-C58E-2F7CE6AE7BB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63A75-61BB-8633-3B53-179BE0F6CBC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5F6A23-FC6B-530A-811E-779D473D83F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3A70A-E2F7-C6AB-60FA-2934F35459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44ECF-C3F7-47B1-259D-DF32985CC77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B28F1-8F20-26A9-0A6C-CCD6788D4F5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5AA66-B4F0-1FD4-DCB8-255E0CDF602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7E8C6A-D408-C5FB-2AAF-815CFB43D22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6C7CBC-5764-105A-1714-7FDFBC3C858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BA5632-58CE-716A-88F8-1436A362B8C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1E1773-F840-EBB1-C3B3-3FA621FB690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4D54D8-DF53-57B9-D69E-AD156F71CEA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3B8AF6-8F93-5F74-490A-CAE33EF00D3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D04C82-E983-606E-C7E3-3F49E2ABB15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6E507C-8AA4-673A-E8F9-9DA9CDB04E1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F8566F-34EE-2F67-8CFC-E7B2E6A27DB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DB3DDB-0533-1329-690F-30F6DFC2583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67F0B2-D770-210A-9748-5A2C3302572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02BC2A-B78B-841D-3AA7-5AAFB232C5B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25C6D9-FA2C-9BE4-7E0E-4DC16C0F557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FDE8CE-A231-AD88-6968-669CF74F29A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FCFF6C-FA09-5570-E3F3-223D022267AB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590A7-47DD-7A02-BF49-E7D51D874056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3E15FE-76DF-177D-FB24-D67E1BBEBA4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1EFC42-2D91-FDA6-024B-BBE79B30AD4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934802-5DA8-735C-8482-18177EF91AB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82CE60-E46A-1C72-46FA-82061202908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8A764-0090-CBD1-D2BC-BBE00C6564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5C044F-988B-34DE-64E2-2DBE59FAA39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CB5D9-A5EF-FDEA-A3CD-FF88C01FCC0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A722A2-B420-C9D1-5E25-BF1BC09E830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21B484-9681-E5E6-10B5-61BEF15B49D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2D45E6-9F90-B781-3404-E8E6D77F746C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C61BBE-173C-69F0-B19A-3EC3FA122BA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087384-3B47-038F-81F6-861400D18AD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DE3161-8F4D-D875-9C51-206EF103D88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E61626-BA16-1EC8-D4B1-2F92E74470F4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F046D-30E5-E6BF-D595-7688F7A2395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E34A1E-B871-DA66-AA25-057DE34FBD47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2AD312-F31A-5D16-2F35-A7A3E1356E33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D90FC6-BD23-4E2C-FAA3-D8D3305DF29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85E90B-3202-B427-7F46-C879C87616E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945048-359D-F5E0-974E-358E00E598C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94458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A99C-AB3B-3F29-E285-D3904D35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A685FA-738C-B4AE-B162-1AF4711A4A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CC870B-DF7E-4FEA-22A9-605A08D75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0D9E46-9330-6198-B566-89E2727D4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18205D-E101-DED8-1045-2329AE182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58237C-B646-77CE-7A65-361C60A18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0693B7-40E4-A7E6-CEC8-27CD82BEF51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67DB9-C610-D982-9503-275D6B55BCF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23334-3237-3024-F429-21754FD782D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4CBEF-E6B3-D9C8-F7E9-BF94E110FD6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ECD1F-C4C3-45D6-388C-15E42FE81F5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447CF-34E3-FCE3-97C7-0B22F5EF2FF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3F676-1AA5-64E0-D9A4-442E319A7DF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6103A-D00A-BEF6-5C03-10E7AD4849F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A91B9A-69CF-AB6D-FBB9-7437E8EDB20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74B149-3358-ED2B-830C-2D47943C52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3C84EE-03D4-5D2B-306D-6A2376D6826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94A5E9-BBEE-4BE7-0F43-CADB4AE32BD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38F6AA-4216-43C5-0157-DFC21D35214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83A44E-8BFF-4E0B-5B61-7C2A0AF6B4A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30024-8A5F-AF44-8BCE-A7E29A83786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B681BE-976F-5D20-3857-24D69112E6B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0D0AC9-5BD9-C37A-0DF7-5C7FE9A71EE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3BB2C0-481E-3B11-7F60-70C8FEA4189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589FF4-0BCC-DE98-57F8-14E19022A25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0903B7-3353-109D-B34A-8C718DDB661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CD910F-0C00-48AA-42E0-5DA848C34AE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5E02BD-6B56-95F4-87D0-8FF2C08502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26F671-FACA-8A14-5E4F-F1A893C96BF1}"/>
              </a:ext>
            </a:extLst>
          </p:cNvPr>
          <p:cNvSpPr txBox="1"/>
          <p:nvPr/>
        </p:nvSpPr>
        <p:spPr>
          <a:xfrm>
            <a:off x="3640666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819F3D-48CD-EBC8-4FE3-96ED65F2852B}"/>
              </a:ext>
            </a:extLst>
          </p:cNvPr>
          <p:cNvSpPr txBox="1"/>
          <p:nvPr/>
        </p:nvSpPr>
        <p:spPr>
          <a:xfrm>
            <a:off x="4143022" y="340665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9865432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504941-B61D-7DCC-3B10-93B0D1CCDE0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2CF6FF-7E5B-4D52-4B61-625928212DB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8F2E47-775A-76B7-1733-E2FE6C18C7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AF5206-B5AC-E0F6-A1AB-05C2FE71635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7AD230-3CE2-E40F-F16D-6C8D1A3B99E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AE8407-C02D-ACD7-40C5-A5A0CAB541D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E6E523-0157-E292-19FE-6D620D77985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0FF28A-D2DE-C89A-E93E-434157C3004F}"/>
              </a:ext>
            </a:extLst>
          </p:cNvPr>
          <p:cNvSpPr txBox="1"/>
          <p:nvPr/>
        </p:nvSpPr>
        <p:spPr>
          <a:xfrm>
            <a:off x="5650090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3C92A3-DDDE-BEC7-F8E0-2E7EE8E43B4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2FB01B-41E7-1403-959B-030B7AADA8B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5485F3-C989-7553-053E-28F810C11A3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A269FC-242E-EE62-1F74-68B13A782C06}"/>
              </a:ext>
            </a:extLst>
          </p:cNvPr>
          <p:cNvSpPr txBox="1"/>
          <p:nvPr/>
        </p:nvSpPr>
        <p:spPr>
          <a:xfrm>
            <a:off x="5650090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AC7BAC-83B0-C148-9C78-FC02249134C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D9A81A-4FD8-B02F-9F2C-F600620BD32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6B71E7-63E8-BD37-125B-1B548B5067AF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008978-6D7D-C124-56FF-4E8FBBFF58C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83C8D9-B9D1-6437-F904-65BB15FCC38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101B33-5FC7-31B2-EE7B-BBB3C6EA250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971B69-7467-8E7B-8B2B-8DC807B9EC8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46B4DF-FFCE-D5C7-8820-E971383E07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165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B745-B743-09E2-D5A8-C51DA95A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6385A4-0FFB-52D6-FC6A-54EC3CC135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ECE4898-656C-D2F2-4235-3E8ED7DDE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A0D797-1EC1-C29D-4580-12586194B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0D312E-A310-1B5A-8B64-95FC4277D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A79017-CEA6-F735-DFE4-A804E57C3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506BEB-93F9-A4C9-E51E-734610D7A7E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249C4-F797-A0C7-5556-03294DE029D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FAE5D7-DDEF-AE71-A9FA-F10C487BB8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71E27C-5E88-055E-C93E-BA6ABD5A4E7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C18F5E-5DB4-1577-0488-05077119021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9E5B8-A0B2-D5B2-2EA7-37235C51EC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949D8-111F-C253-6E2D-5816C1BEF42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97CD-8F6D-B73F-EC43-584432B5DB1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3D77B-85B7-98A4-EACC-D4F0A9C66B8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7453A-54AD-6336-666D-DA9F3E1F8A1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4D8FEC-9BD9-C3B4-4F93-F4A6EDB197A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568214-4005-A3B0-9553-B209737B24F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7F8F51-D8A6-772C-B05B-8ACD33F4389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87AE99-AC13-716B-7769-9D13D6E97F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3A4E96-2B8F-BA03-54C1-A1C61EE1C9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2B4B4F-20C9-5F17-4D9C-B159BB240AF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E65DE5-E647-9ACA-1740-A1393A0A5DF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DDADE1-2E62-61CB-A462-56F992FAB295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F5D894-14A8-2295-3CFC-6DF7F0B1DBD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DF1C6-C8F1-3513-B728-03050DF699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74323D-68D4-A47A-7346-3F9E5E16E65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39C8AB-E81D-217B-3F70-723574AD104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376F7E-F650-F7F1-8518-EE8984E5A51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FED2786-F349-CEF6-0058-3C6ECB07D0D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D401F9-6039-9AA9-5D1F-BE93A40DDD3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FFCC30-FB56-167C-30B0-E60A8BB23D3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74BB9A-7995-3CE3-448D-52BA1BFA26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ADF5F3-F039-93D3-CCCB-006635C6CCF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33E854-DFC6-F57F-F892-B05B5A46320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11D651-1773-5455-25CE-C7D81F7FD9B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2B3855-E3D1-8828-996A-4FE91205D8B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1C4675-CD9D-423E-3CBF-04F815C7536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30835F-C501-A064-7D96-04F326896AC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BD7124-DB2F-23B8-3F14-D60E59753E9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4BFBDD-FD42-5BFF-F22C-69075B98B27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96AA5-3C23-0D00-9A10-268818C0353A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4EDE9B-B63A-E511-5836-9F70DDBFF8D5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517E7D-47A9-FF7D-01B8-BCBE4179F4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6AD178-7C1C-326C-0DC4-2987A6FAF22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A2CB4E-16F4-B816-4CE7-175F37F1FA5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7187C7-8451-E5FB-9661-44698D21AA6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AAB811-2D8D-0A73-3B68-D3AB1BCF8E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77FB8-DD44-8CA4-4653-9A6607F2694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DBF75-1B35-3A96-E5FA-1F5CB97A205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471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17CC-7CE5-AB9F-8094-DCB860FB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5758C7-7B69-824E-009A-D0ECF05886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23A27F-B437-F9C6-A730-5E260C63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7B334E-441E-24C5-C190-6D364AEF2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773D19-F534-BF69-7F5C-0B2F503D9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9C25D8-BA8C-7363-3722-6BEC62F9CF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4337F-AD86-5ECE-0BB2-FBCEA445A84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1CACAF-C57B-D094-E203-5A136DEC358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8FAA8-05F8-9182-42EE-7771158006B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CDF7E3-6737-B13A-DE62-6E511C46CEA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7271B-C2DD-40FA-6115-DD323490465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09648-ABDB-602F-9620-5CE2C940136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34FFD-4581-AD5E-432B-195AA3B556E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95762-FFB1-9EF3-9DEC-279238B45AE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B91F4-998A-B50C-4137-D00E71607A8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6C455F-8E57-9901-B7A6-D4985632F12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2C9C0C-8742-779A-76B4-98333D6447E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221937-686C-D59A-B240-B054ABA2B92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75A3F-B299-8423-DBA8-515A2AA1184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DD627-7B82-B662-F55D-281FEDCC719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6B0B4-4EEF-09B6-729E-8D97FE8783E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E28570-516F-13BB-58B4-87EA590B67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86737-D9C0-AE46-2AC2-8688DAD7C28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6E0897-B31D-3E52-F7F0-4D22B6A17B9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9057E-29BC-E6EB-34D7-3ED7CA8546C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0C17E5-8DED-CE4B-D54D-1EF57E5922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0FF1B2-A5E6-87BD-CA79-E16424BA107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366A2E-5E00-EE8A-ACE5-46A47284A24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B74F16-EDBD-7F6F-A9FC-0DD992C3453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3FCA7-6339-3B21-A305-8DE4EDD2180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6F960A-5E4F-3F4C-2BC4-59C16973EF2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B7E64D-7462-52A1-B628-6B3AA35C823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0E8A5B-ADC3-B21C-F92C-A8EB43B5A17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7BED50-7CB8-DB5B-DA08-4AFF25AC283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D564FF-F35D-6B97-AEF1-B2C017FF980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87A249-7430-A67D-447C-3C0522610FA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0EF5B7-2CF0-1ACE-6C45-09B8BCD1130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C94708-5394-B1B0-91A3-30C074484F8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7C3158-B1DF-9334-882C-17B886314A4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A9CF71-49AD-3B91-3C31-EDCE03E85EDC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C74F5E-9DB7-4F08-036F-674B1B03176C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C8E014-81EC-3DE1-3694-5BA6E658B78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0285A4-59AA-EE5B-99BD-52BF5CFB2D6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75780D-555F-1240-DABA-8CB32885D91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0FEED7-D6F2-98B1-7D56-ACC14184909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634560-E1F5-346C-0D8A-D254A58EE07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128C5-C101-AAC2-4BBE-0542517465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F8C86-FB7F-85AB-222C-503A75AF04E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9F041E-C7D0-2025-2EF9-9529015F687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EA8786-B9A9-E8EB-BCE0-BDDC90DE083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62098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8BC4-79F6-B7E2-5265-7DAB1CDF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C75AAF-6FA7-7CCF-DEE0-2E0F077E96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966318-6D36-191F-D74D-470F51E7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EB05BD-6F2C-6114-3488-A82E3EFEA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153713-5C5A-EF6D-643B-E501270B7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4B1076-FAAA-893A-475E-A1F37F119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3F57E0-E12F-F799-9E1C-7F228B50B3B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A33BF-C0AB-B256-4EF6-57F856D487E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EF468-16EF-0176-34A7-4365DD90508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42382-FE48-C046-DC0E-8FB059FFF7D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139CC6-5E9E-1C75-03C1-AC416C96A19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CD1A7-34ED-01EC-E9A0-81ABDB1B791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2E3A2-E127-C230-C9F0-0390CBA9122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C8A8F-7DBC-0F2D-A80C-53CB7DA038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DD11C-CB6D-319F-191F-1781B896BA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542221-C8E3-5940-344A-BF7FFC8A357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E805E3-FA8D-0FE6-4F37-B982D828266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278A3D-1813-5697-38E1-952ECEFBD6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9B2A22-D88B-CC6A-67B2-CD392D6BCDA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D1709C-B37A-29AF-4346-16C7638F8EE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EDC633-CE8B-0586-9D08-E0E31D759F4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288A8A-54A0-4DC6-36D6-5DFF14C5E1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54DE15-6E66-1624-D83F-CE8DF6B79C9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C3768E-DC1F-89B2-A7B9-08AEDC79C11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B5575A-5630-AB25-A5A5-689807C2F21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8A769A-25B1-9B0F-42A2-3EC440B0AC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869D09-ED78-F189-96A0-8D30D56D99E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6BBD47-C66D-3D98-C106-CA98C273685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0A7A99-7B8E-37E2-0741-737E3F5FCB7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5D2B6A-9CC3-85EA-4D4D-4DDD7A9DD9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486CF6-D30C-96F8-81BD-A77759C9D7D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201D06-F325-E1D0-B1C5-6759F02821F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CC50B9-8E5B-466B-6F4D-983032CAAB6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3E2CDB-2B79-2928-7EED-31B60BC7B42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94C895-284E-B290-9F35-D8F9209BB94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1E6FFC-22B2-E58F-FE7C-C249E184AEB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14344E-CEA1-71ED-04AD-4314E89F04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0E7A7F-E291-ADEF-A353-2B38585E856A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4A3CEE-AC6E-B716-BD16-F3060FCC3CDD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1AB880-9F89-ED3E-649C-BB537709FD3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42B582-5709-2709-67B2-6A8F41FE93B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F01BAF-7822-E03D-1D38-D69897C76D0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56CD1A-2F74-F664-BE1E-EDB46812225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6071CA-013C-CFDB-888B-B99EEB9C5D7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52FF5-3D40-43C4-C758-E35B973312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3D60C-6705-C733-9248-F5C7A8D6391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618830-EDCE-E1A2-793C-39C4036BE3D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C6B74-09EE-894E-D6C7-7EBBFA72689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E00038-446E-DD61-5113-4B377422D5D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E209E4-79DB-9C4A-8050-ED8D58ED6A6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6873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856D-52F1-2EEF-7E4D-775A6C28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39F64B-B412-0ACD-4B57-B5CC3BD407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FDEAE6-EAA3-31A9-0757-ADB39DD36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B0FA0A-6ECC-90E1-3E22-6B6F8FA65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59D3FB-1300-429C-2F8C-B4705057A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3A891A-01E6-09AF-F94E-24B7EBE1A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A6FD4C-5EE5-5D18-271A-058C3095B31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33D2B-AB71-3426-ABE5-1C36AC03687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CF10E-8023-DBD3-9421-1DB0A7E818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41076-C5BD-19D2-6923-9BD75B190E4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CB6895-8245-F906-1078-DB43B31A70D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21ACA9-15B7-077A-6A06-74CB55F3D83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595262-F1BB-6F68-6BA7-98E68C47654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6CFA0-E37A-597F-4D81-DB1CC4E413E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F6D6B-7D6C-F555-56C7-1AB93B79BDC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4DB2E5-F424-217C-6587-5CFF7FBA476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1CC420-5215-E0FF-E9AA-AC1593E8F94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43073F-8435-B3F7-D3F0-11B5D33EFE8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F53D8-454D-F77B-CFA1-8FEE609E54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CBD9F-2CA4-37B3-CD21-1829AC527D1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E5E025-BF21-F0DF-C53E-7AFE43CEEE0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B5B7FA-A057-4ECF-AAF3-9971B436AB8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35D3FA-BBD4-B6BF-7000-2050162450B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5392E2-0BAB-D322-9376-720AF5877D8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B2BB22-E08E-8601-5C2F-0F4AFBDA7D9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B95D52-0064-FEAC-8803-013AB8F65BF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4DDA28-7D66-3DE9-A5A9-029799776D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ECDAA6-4D05-6BD0-43D6-83E75E1C48F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3DA83F-4479-412E-99DD-496B05C765F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7B4686-F478-7BA8-D115-A452E54AF48B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5D99AD-0499-E2FD-2766-6FB0F8508C6A}"/>
              </a:ext>
            </a:extLst>
          </p:cNvPr>
          <p:cNvSpPr txBox="1"/>
          <p:nvPr/>
        </p:nvSpPr>
        <p:spPr>
          <a:xfrm>
            <a:off x="7157158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9876432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4B3B1B-1E94-47EF-1149-BEE2FAEE001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92159-4D59-5BAC-BBDA-74C54D7DAED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40D2FF-D7B4-8C8B-DA6B-FB36ED39D1D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14AC5B-7DE4-D94A-3759-0FB2362154B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CC7ADA-C6A4-BF63-47D1-A98DD675D02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C4645E-708D-8E2A-B683-A05E5911FD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85A75B-9344-DD24-8D5A-C8422A76CE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B1F49A-2858-E4C4-5DF1-110D302807B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5152CB-E758-CC27-ADFA-1DA674AA04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8A8014-129D-E1CB-D206-02B7231D353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F18CD2-C472-9045-40F0-FB9E055834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4A7FAC-8876-3874-0114-0E195A9D275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8BE6F8-32B9-19CF-34E5-1EC39FF6300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EB0523-0FCE-B012-C224-74F648BFBAE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1BC7B9-72B1-E572-4476-787445C4094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CD5463-9A1D-7C06-8759-9793383179C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993B23-0588-208F-3CC8-231481CDBCB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63627A-EB9E-86A6-1D26-F54D2BE5A98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A1095F-5F60-ADCF-A029-BA844F9C7B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05513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DCC3-08E0-CB70-6A73-FCEC85BB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8AE394-9225-2FED-ECAE-D49C22E376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81745A-2A3B-9E55-C6BA-2700148E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8E7B40-F574-A2F6-BA79-26FA57D1D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049D5A-5B51-15D3-A6D6-4D2D551EF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9F26A5-EA61-F7EF-A57F-21072C2E0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FF63EA-C357-4E49-07C6-E72A8EDE43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7F550-5A8C-99DA-EAC8-00D6A4C4D73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4D675-5FE2-05DD-0762-1DFC0251525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F50112-4772-66E0-23AF-D57BA354FF6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B622C-1C55-1072-266F-7B36E020200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9C4FE-641D-5C00-2A3D-A8DABCAB442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F3F45E-E5EF-8419-F2A8-1A5853C8583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1237E9-168E-7E43-D71E-65E6043BF47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AD433B-6517-D284-6856-844AE597711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3D3F5A-0391-9610-7AAC-51EDDCC9772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14FF4F-BC82-6345-42FD-AF8A51D807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BD68FB-529A-A153-52DD-76939847C2B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53DF2-909F-1FFC-1593-7FDD0592719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45B53-F8D5-7137-6BC7-FE208514820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F8CF83-961C-4331-1B64-A05F4E0FA27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387C21-0EB9-D5C3-10DA-88F6E8E0831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D63215-2076-B190-66EC-BFF498F520F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ED7535-DB40-C024-443D-920C350F82F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838B81-2745-39B7-B286-CD3D3DEE43C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A85C10-96D5-DB2A-2540-CDCA7895219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576D03-635F-0038-05B9-98E5199480C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C011E7-856C-B1FE-3F9F-D3BDAE36951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172E9B-3DFC-192C-FAE0-59F2A0D2969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5ED906-CF95-D8A0-A1BE-915F2B2BF0E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04852D-A3C0-AEF9-817D-DD097174E66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6FFD3-84A8-F0C1-BB1C-1CCEB649096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E08A71-1AE3-5AB8-B62F-86657BB0CEE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1AEADA-F65A-DB8C-99C9-3542FFEF35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5F6627-38C5-B17B-F2ED-129580599E4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BFA0FB-F0C4-81F4-FB7D-F9E5F02A73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B98A9-AB02-5A7D-6124-EB945927FBF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B8153-9996-9021-03D2-792C42D8176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9D14C-9808-4A81-3509-62BA2BB24EB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ECA993-7E20-532F-BB6D-2156E20C6FA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5BCE8-275E-C7ED-BCC4-1057A44D0F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49663F-677D-192C-02D0-436BD216B05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5BCE25-FD55-6C43-20B1-1348DC20DAA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74C628-6A18-CA61-CFFC-C20EEE20ED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900C49-F777-35FD-6738-0A811573B5C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B636BB-5644-BB35-6CDE-D56D8247187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593B6E-6C09-474F-D133-528717CD89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4A287F-0834-E5CA-DFD3-40D76C9F945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F409C2-EFCB-0437-A4B4-C4303AC6B38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76508F-A6B3-E3F8-6643-4813D9E8123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24460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1252-71C1-090D-22A3-709FE6C63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F8C6E4-C60A-DB10-D9FC-7022EA5AA0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3F7E72-8814-C0D1-9A47-909B4B15A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2A7F7E-27E8-5942-D55E-CE473B4CD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700B86-89E9-47C0-45DD-AC5581C1A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A91F68-1CF0-FB94-23EB-DCF6E22B2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4C1BE6-E590-3659-B41A-685D49E60F3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054D8-2299-A703-6A90-062EEFFF4C1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6FCF3-951E-FE6E-3A20-F108A5C25C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AE43D-4CFC-2C93-7635-A22FA45D63F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EBCE3D-05B9-90B2-C319-9BFFD532015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F6823-A175-140E-260E-014D05C4CA6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A6EA1-0E3A-6F8B-E5AD-E57E2908BB0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33C609-6B44-FAD8-C8FD-E62CAE5E8E1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08470-DFD8-7D6E-6976-9670C1498E7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AED131-9473-0238-D790-CA92D709DA9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343EF7-7FB8-68AD-9148-01938B701B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A01F36-0416-1D24-0FE4-53513110003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4F9188-B923-171E-88B9-35455A19F8B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EA99B7-067D-DCF2-945C-120349CB492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171987-888F-C1F1-4222-9988BB42038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6DE068-6321-2042-C5B5-152793346BB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FA521FC-78F8-2E04-FBF0-75FBDB9DAC8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BA36C5-13F2-9A9B-65EF-F92406C4870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813427-7836-DAFC-A20B-88CF3C92078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9FCD95-532B-E76B-EF79-EA18FF89A23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D7B35F-B69D-6627-F76E-D764F92C6F4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1DD0F1-1535-C115-9460-626AAE447B6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48479F-7154-D37E-75EC-7AFF050A9D0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0B618C-97DD-001E-749B-4D024FEC8BB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6A244-F54D-176B-BA17-4A9FF80E9C2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28F19-6A05-397F-E046-A5F035DB388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120A83-3DE9-FC12-3BC5-BACFD5F0E1F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D6B4FF-9B19-1798-49BC-00687DA8E5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63AE77-477C-600F-1935-81E67D8A0D4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85BAD4-BFF4-D740-A8A3-6B09F75C67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8E1A40-F841-14FE-A533-AD7288B7664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87DCF6-A751-FD7D-06A9-11A4495CA33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108265-2A34-C55E-411B-961506434EA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715179-6C20-5BD4-C267-C6C39FFA038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2D46EF-25F3-1E7F-A8D4-CD693C8C531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805D01-29C1-7C6E-9242-A3E2D5CE3DC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C0AFB-2078-F996-4BF2-3255611D0BA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8D555B-CFDE-4A55-0873-30D2405412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F6EF8F-8F0D-12A4-938B-E7A5D005C7F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B8C297-5456-DA37-EFC2-5712B79D95C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EB39AE-4D30-B191-1201-BC84EE0A1D3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151F52-44BA-131B-F87F-7241B615B00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51D5A4-F91D-F171-A5FF-53288DD09A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DC521A-2EE5-E969-073E-C1C12D175F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55753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4394-F4D6-AA93-5D3A-4C4654A8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B34318-21C9-8FB0-8136-7F16324450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516A4D-7293-6509-2E74-43459C527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4CDEFC-3120-CC97-D6A8-8D386C49C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F1D6F9-C878-95D5-D1ED-3EA471E60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225F68-106A-3044-ECAC-5AD9C80BD8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721978-F7BF-C690-D1FB-F95405906B4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7353C-7853-241B-B831-0EB23B4C16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4742C-657C-D5AD-15A7-A516743FDF7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4CA81-ECB7-93D0-6B8C-1D40809EFC3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9537AA-A9EF-F6F7-0142-910C4368C61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3A2CF-8D5E-2EC5-930F-2A3B073472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9E8CAF-FD84-3942-9E95-D2154693A3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F66ED6-CBE6-B3FD-C14C-AA664F87626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704C15-055D-B918-4BEB-2D40A666993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77748B-052A-19B0-9FD6-0C33805369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3C1AF-4159-21B3-865A-3FB706B9B44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48C5DA-8BB8-5AB0-F02F-557FB17BEEE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5BB95E-5F05-A0D6-FE37-279AF0A88A8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7D5E88-57E7-B605-62D3-ADF072A5376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1A15B3-6C40-F69C-1ABB-B476DE52693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0FDA8E-7D8F-FC18-74FD-82643895330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F89F32-E8BC-9333-D18A-41AABBD3B62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4FB90F-04E6-0BC1-8074-DD9F5976B91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3597AF-F88D-8CFE-2BA4-3D527459E52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CC3A26-099D-3DCA-1ADD-1EEFA883D4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466BA2-116C-F2B6-D5B7-6C01FD86196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FD85B0-7AD5-B7FD-DC2D-DCC31A2472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77B25-7AE0-DA19-AD09-601572A0B6B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4C9A18-36AB-385B-EB4B-789DAB85C1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B77EB-A3E6-6253-748F-83A68929073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8FAF43-5B76-2748-401E-04DD871E969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54456E-32A9-BAC6-70A1-547F7C60EF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2022FD-188A-A0CF-9BCD-A1C5E419FC7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1045BF-CA40-011B-B160-F59125F138A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A6CB1C-7FE5-152D-4752-CB920BAA1C0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7DD98A-824E-AE19-FB2A-3413A163D6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5F9765-5C03-9D74-DE2B-453CDC77D9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7EC5AB-B493-8C7E-AA2F-DA0940035E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9D8321-B609-4798-64E3-CD1B04DF9ED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480CB2-83EB-38CA-B0A4-743353F131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8ECAD8-08CB-4045-2D46-0A00EECB40E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55FED-B098-1D86-49D5-3B7C64ADBA8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61679F-774B-CA05-6ABD-B83BC6E32B3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5F9B4A-D6E5-F28C-6F91-70740FB50ED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E3899F-ED1A-9AA3-08C1-7FDB286C85F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295AF7-81A9-D76C-90C5-AC46E431F15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87CE7-8E1D-B96B-8348-7882401070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CDE601-EA96-E790-80AA-DBFDF08827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1DC728-2A2D-CE92-ACDE-B3DA0D7B49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4206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68B2-CF12-8EEB-20F4-4E2DB891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7B6B9B-4A0C-DC7D-C850-73C4A7A805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right block, [11 in 2] can’t be 47, as that would preclude all possibilities for [12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0AD2C4-01F4-B6F9-B43D-1723CDD6D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16CB4E-4DEF-D4C1-0DA4-154FF67D9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57EA6C-C646-9109-85D2-04FC1F77C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30DC2C-122A-5EFA-E967-EDB350128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8EF1A6-197C-CE7F-B5FB-2DF78FDE9EB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2C012-3A64-BE73-B41E-4ACD6E04C45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17D12-9853-41EA-9AF4-833811133DA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DFD363-C394-9E34-24A2-8A9208720C0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822244-178E-4BB0-2C3B-E287080EB9C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A7904-37F9-6FE0-D36F-6A0C5DC9F98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A13C3E-2E7F-E117-6931-1520D24B4FE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203F4A-3499-AB32-71A4-A584A84248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AD8B4-4546-5D96-1D8E-63E2B424E7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B2FEDF-FDDB-2AD4-8881-2290F2A134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874E80-2A64-0728-60F4-15F449D4133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2AF4F8-812E-6195-0DCC-9F252731DAA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40C4CB-E186-322A-2C6F-EF1496551C5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0E8CC9-762F-629F-289E-015D2DBE816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B7652F-491F-C893-EB75-27A7EAF6954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06E4ED-F1F3-22B6-5CC9-7DAB5089F5E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EA8FBF-0CD4-6F49-0004-A69FBFD1D31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5FFD1E-4CEF-5894-75C8-18AE995872C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82CF4A-239B-FFA5-590B-BAACBA294BC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46E0AF-EB9E-13D2-621C-984B91FA625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2ED30-9708-CE35-C7C7-11B5965DD7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5C9F18-60A5-0693-2303-7EA9AAD2BBA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72DF90-EE27-21CE-D904-C260129F24C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31D5D-CDC8-6F14-D5B5-85AC6F08673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DD0B-DC3D-3123-FE40-1C1CF077E12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F74C96-936C-86EC-1F58-7D5132295AE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C5FFAC-83C5-3CFC-7B18-CAA2E905B75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7EBFF7-0C82-7E87-55F0-D0378E9C4CA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E948CD-0264-C3B9-637C-AE658ACFCF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C65866-A860-F589-B08D-9F6529C3F0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4E5BB2-B90A-3029-089A-C233A05688F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3E3643-E990-6B56-8FCA-407561DBF3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D5FCA-8AA8-8B0A-2416-15C8CA0A085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711FCD-F6D1-2625-AFC0-C5B639F29F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A30094-BDF6-48D1-6B00-F1DB2ABBE3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42B413-9B38-947B-B409-3E1F9B6E80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C70D8F-A5C3-F326-9ABE-A01D81B18F5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E0A17-CF47-B84B-D370-6C210EBDF4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DA9085-AEF2-0A8E-7667-9D3C2932AD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5DA7E4-E8C8-10CB-2830-7377F6B181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5117E2-7C19-B83A-E1F1-9A1D520282F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A8B70B-B83C-10C7-BE6F-21976985E21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3D0401-A624-2F83-6FB7-2A1CC78909C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E2A131-E761-B36C-9F36-CBF1F27D03F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75914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676D0-28CE-3EEF-849A-5EC1743F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FBFF80-E060-BC36-8F4F-312008640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BE689D-45DF-339E-5412-C41EB6011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298CEC-BD18-7B55-C5B4-04B1E711D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BD8DB8-9283-3E23-FD88-0025A3A2F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EBC5D3-975F-F864-90A3-CAA89E17B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E53A53-7BEB-5ECE-5068-FC945CB9D18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98DBB4-8839-D8F3-80EA-EFED8C84D00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B28B6-EBCD-EB40-DFE5-55418A7D25A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2C0C6-7FC0-9B00-6A3E-17251FB5E71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DA3CC-1322-DB4F-55B0-75C42DAAE2C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93F22E-0E85-9D38-4A8C-29892148B65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7CA72B-BD76-D8ED-1C1E-E0F34A2C102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ECE5D6-3D46-62C5-9963-C565D0A06C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B9ED75-7D42-7793-54B6-4CEB671EAAC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C37A7D-F89F-A5D2-8D17-25DB45B246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17F21-D103-47A0-E419-1C562C91E3A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551DF5-C77B-EFD1-CC4C-D8A21E696D4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32B1F6-C3DB-784F-75BA-A8C8EC8B9C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927EE4-ED01-63A2-032F-CD56DF95A27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13B4BB-6542-6672-4CAC-57EFCC0F95A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C7DFED-04D7-8FAD-5FDF-5E8E8A5366E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63054B-BC61-2555-BA17-0F1D06D121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2E3A90-7B5B-BC36-6A17-DC7904E003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39C6E4-6343-F909-E339-E93C80497DD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60BCC1-114F-8DD9-8339-CDDA0C79D69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8096F-4055-4868-AF4F-CE907BBEBF5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CE472-49A9-A3A7-0D55-FA1677CCB2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6FC67-A386-75E3-C54E-71735397FCB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5232B3-1669-83B8-63A7-658F527F21B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FDEBC4-B929-7344-638E-01662672BB3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CB6938-0B02-3B0B-EA93-EE7516FDE19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F63DA8-97BF-69CE-2D1F-F21440D0B98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62AF07-3841-F242-A4BA-BAD44286CB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3C85E7-1C69-E88E-A77D-A6A29D90AD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82CD4D-4A88-5DF0-8CAE-A143E21C454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D63637-F908-ACA8-2F6F-3D6640DF11C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182CD3-94FD-C757-95C5-FD70B1D780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804B92-9120-02C2-37F4-1EFD8C734AC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31BF78-7DB6-0FCE-E96B-17AA332B30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06932C-99E7-4771-98FD-7AFAB720DE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E48773-DF88-4F28-5C20-868AC38868A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A13E1-2F7F-C414-19D7-A8E7504F57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6690F3-C8D4-8969-3C46-6D75462592A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E1934B-82B1-FC48-BE1E-D467A357545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59E374-B64C-080D-4891-99E27DCFDA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4F589F-F665-3C9B-C8BD-8218DF784E3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1E0050-E556-CBF6-5120-AD8D436C124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D019A4-9692-2636-B662-128D789F80A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381910-D58C-658C-6F3C-F429D76D6B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73975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2330-F31F-7259-2A6F-C0AB3B23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FC92BD-4861-464B-7F70-FFB1AA81A1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F7FC88-A954-D129-A9E6-ED9C988A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1098DE-EA58-FFA8-F617-5ACA15D59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4281BA-18AF-77B0-69BC-01BB5BD31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101C22-BDD3-F93E-B7A9-58EE4A3FAF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5A7541-3B3E-6731-1360-9590CB50936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D30C84-8E3B-3D92-F493-7340E98E1F2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5C136-791C-B067-68AC-AD3EF64D00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1389ED-3B96-AFA6-884F-E335F43ACF5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B8A7C-5266-06C4-7BAB-70EFEF9AFDE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823B8-563B-8C40-5558-B1FC2A90023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8E4D2A-FE83-7748-2FED-4B7A6BEFD7F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FE4108-296D-E625-9171-60B1664571E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6C5AAE-68EB-889A-087D-6C1115EB45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27BCD8-80B1-AEDF-4FD1-9E07B73DE8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CD6DB3-D8E7-BEDF-7E4F-4D756BE85C9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FC0711-F150-3112-A5DA-366D17C9D22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281FB1-729C-E540-60FA-427EC964CD7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AD8482-65D4-B9E0-57A6-87C085A749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9B6F66-F426-9A60-6DDC-AEBEF1C00AF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57B6BC-4DF9-9EFB-AA2B-61954283525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FAA910-F9E9-EBBF-3F05-CFCA73DA8AD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10DDD9-4A69-8B2C-7416-863F2B16409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141ED4-8762-E7CB-2736-A90F72A0A6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918AC6-00AE-DB3D-39D6-6C7A9A6AA50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64A1FC-BDDF-FF07-AD59-BB7CD72CD41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4398E8-7B3E-5B97-6356-63DE028709B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696478-93E0-94BB-E3C0-0FCF1F1B5EB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C52B1-02AB-90BF-B614-4C023429065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7E8BCD-609B-A572-A7EC-EE2B7365D44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1A7917-EAD7-3076-BB38-A3F41C83081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9C5219-F8BA-0952-0266-515CDC732A0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E67E8A-B946-2FB5-F3CA-220E4C2D09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DE08B0-18F3-314A-D223-CEBD46B2BFD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228CC3-9662-0B90-C689-AEEEEADE1CF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CD478B-2CD5-BCDD-48D2-B2EF8236B57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3B815-8E14-20EE-B84E-CEDC28C5F80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6522AD-82EB-9D96-F1CB-4A53F565655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C857A9-F428-3D0F-B782-64862509585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2F73C-525A-CE98-4DDC-099580A1A2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63BF8-5167-99E0-2454-81E090E5E71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96E882-7F10-269A-5D79-3C93C2567C9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4A3598-884E-F4C0-10F7-9D785AA9714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485CA1-32C9-A8C9-91A6-20B48A24AC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3E1056-49E4-885F-444F-24011EC0B05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75937-C83F-883A-3AF9-4EA4B3D592E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4FC600-5DF8-D6C6-44D9-A0D4E498846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2686D5-6F9E-6C02-CAF2-90DA53C56A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F0F8A-10AD-8F93-100B-33700374572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1030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4153-1AB8-3889-B23E-1AC3C24A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220733-CB78-6197-54EF-551A755F4F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505B58-CF93-B502-BF6D-D96771E6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94DF1E-971A-81E3-E02E-35B7A7DB5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B3DC71-E5AD-6417-0C90-12B0D01E4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BB9268-7DEB-8BC2-243B-F6C930FEA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407091-DC23-76BD-CA54-E425C4571D9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2F97F-F4AF-B0F8-6447-6A2271D1B95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AFDDFC-CB1C-1D32-BABC-CB950D95E2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02FFC5-B0DD-D3E2-E104-C18E314D1FB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EF24AB-5A61-B56E-E374-CBFB29BEB3D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60A0C-CDE8-1713-AECA-9F1CBFC1249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8027A-4E3D-CC3C-140A-D7E1E13C1B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F7C126-397E-A984-423A-52B62232614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A6FF63-FF56-35F1-9070-65253D02789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FC91E4-C203-D284-A615-F68E746DE7A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056FCA-5BC9-B42C-D863-44957B09C23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78D9FE-1E73-104C-E705-41132B3D8C8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1BC6DC-E015-5F94-4E49-99DBE130D51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46ECDE-3B06-15E4-8396-D3F6758C0CB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900730-FE8A-59A0-6DD4-174A671DD40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00A64A-0F0B-0E73-21B8-AFDE42323CA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EEE67D-0228-383C-F7DF-79E0F21D11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E0CDD6-9BEB-1320-635F-FAD17404EB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CF3EC-7AC2-63E0-2B7E-E646FAC60FC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ACB6B9-327C-C493-AAF0-A654F3CA535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452C3-6B78-9E90-5FAC-43BACD980A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80966F-567E-7118-6AE8-DED6153644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2445B2-D175-B940-11FF-6ABEDB48C7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66109-203D-8A72-5A50-3BB8D3DC26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B5FA13-5F98-9DDB-721D-5D369DAB933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3903DF-21B4-BC14-64F0-834396D60F6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86A79F-59EC-71AE-6C45-FBA3F983444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E16150-C74F-63AD-369B-DEC984D0E3B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8FE3DD-80DC-1761-B7E3-CD015974586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173B2D-207A-50CD-384A-35B6FC85C3F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2AE488-5F60-A0B1-ED24-B5C98F4D676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A7C80F-5561-D638-C7D6-70A6B9059C6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E72016-0792-95AD-6C7E-D7933E87CB9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A9566E-FE56-E668-6ECA-4695EDF20D3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3C794D-F807-4079-F292-CADF7D1C55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795A2C-5687-860F-84B7-F51D687C45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1314F-A076-57A9-0286-D3323EC6F5A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382DCF-C450-14E7-8D65-838B3DB66E1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63058F-CC68-4D7E-D24E-A3785315B7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0AC9DE-48E1-674A-F6A5-2B58004A6A8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8D168D-58E6-0CF6-9679-E4E0E4AAA19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49E92F-FC72-3F5A-D250-C2948992AE0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E9768B-BF7E-59E2-460B-E80CDA7587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F52EB8-5820-B440-30B0-298148CAA1A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79617C-0230-90D6-75A7-4A28A3AD60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9C2120-22C9-12E9-A5FE-D8A77A8CEC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69A4EF-E263-399A-96E1-19F98ABDE67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</p:spTree>
    <p:extLst>
      <p:ext uri="{BB962C8B-B14F-4D97-AF65-F5344CB8AC3E}">
        <p14:creationId xmlns:p14="http://schemas.microsoft.com/office/powerpoint/2010/main" val="3910329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983A2-D252-6899-347C-672A34DF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A1AB7-3963-0244-A149-02D6754826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6CB52A-E881-C4F9-25C6-D3755252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FD26F5-9F8E-B8D1-ED2B-2CB158F55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E9D324-1A2C-BCFF-F23D-EC2C73C08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469894-50A4-927B-E26B-D1F3D0C97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47489E-2D18-7AAD-05BE-74FBD8C3BB3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8BA38-A559-DC9C-4B4E-A17208B7DDD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A5D0C3-0159-1FF1-284C-7872685EB0C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96EC7E-A6F4-B16F-B8ED-B0AF3CB21C5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8C6C37-E39C-F3F4-260A-A862A7E71F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52010-107C-9E14-9301-5A86CE29E9A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2E118E-DCA7-03B9-78E2-6042F8D1690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63500C-E29E-3E67-12B8-6914CA6BE69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6C2742-8801-01DB-96B5-E384F18F9E8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582E79-636C-86FD-0F76-45FC896BCE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05856B-866E-4812-97D2-ED7C2F65BF1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F52427-6141-66F9-D5B5-3E5E4EAD9E9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5283BB-77BB-59C8-1BCF-BBCE4AF7176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2CD5F0-6ED2-F6E4-7D0C-428ABF8E3E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66C109-876C-263A-320F-9A83EBBD26F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13EB51-2AF8-A9F1-75EB-BA35FF4CE48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6E297-3CE2-E4F7-8737-D9859642C5E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200A3-1537-09FE-42D4-0117C37CD57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FB3F4D-1407-8372-6FC9-4EE337E47CE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148470-2EFA-E052-FCB4-823CE7902E1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558D06-68B2-C05C-DE3E-67E0A66958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3DB4CD-EF94-48A8-BAEF-5D008A58E5C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BDC63F-14D4-699F-4395-3CEC1CAD39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929508-2D05-61EE-1E87-589C8A06AFC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D5FDD1-81EB-63DB-06CE-755265D64F8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82231F-9B3C-52AD-6A4A-C053B32585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811872-2C98-73F2-16CC-348D6C8F69E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F4D246-3F2D-B668-DA0A-77F5274D677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56FC2F-EF2E-2E02-31C9-42A64F12D75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F8508-0735-D3C3-8AAA-1D5D8A772E0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B121D6-B2F2-075C-EE9A-B78598AA7F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69B17D-6AFC-8ED6-8541-818E8921B1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8F189D-2C4F-14B7-B461-AFC6AAD94B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F69897-A69C-CBC5-5CD4-4A941B67F3E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76835-7EA3-C03A-975B-84FF2A0B9F8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C9F156-C516-B198-9E8A-E5FDC88373A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F64298-4031-6572-9E71-D10B5936058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3B7761-927A-534B-6D9E-F763DAA38A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3DB2E5-3A0A-2092-5200-33FED921059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32BA2E-62BF-3465-E88A-D00E23278D7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402310-EAE8-910A-9BEF-961FE2A8A24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277273-C106-BE5C-001F-06B07BD5227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167532-85D1-D71B-05A6-AC2C7514B4E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003BBC-E73D-1F94-4472-F9D99B39F26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776A0D-93D5-711B-AEB0-2A4A43F248B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A47867-A573-5188-55E6-D1FEF110E1F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703913-8761-9665-D152-A280822EC48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3975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D993-EF77-D341-3535-CAE9D4067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C9BA63-ADD8-7E16-5A5D-00927D6D03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AEAA6C-48A4-7F79-404A-D55D171D9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D3E0FD-E641-1C10-0848-2EEC65D3B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CDAFC18-8008-456A-244F-1A23E6EC0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358ED7-9D52-98DE-E9A7-6CEC1C16F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3B9593-F7EE-6A5B-67DF-FA044103E3B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D7784-10D8-B110-583F-79BB8C007B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E1C52-6959-0EBF-83B7-D1CEAD47B06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C31B2-740F-CC68-C8EB-D2BE84420BA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0D431D-A3E5-0B1D-6239-6BE77755323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817EEF-5A29-15AB-45D7-D017B07817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209A5E-051A-9B85-858D-5B18B53F1B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791592-DE8E-2636-0F45-9A156F3CA00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EBE981-9CE7-5E73-CD52-F31206467C7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612CB1-5075-09FC-C9B5-6C4120B3E93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90FC42-4681-C05C-65B9-3A250A3B8DA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A907AD-962C-414A-D63D-69D0C5D6AE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A781A5-116E-2FDC-D584-7DD77D2868D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64633B-FDE7-3FFD-A610-A8D6C8E1AAB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C1F85F-D717-D059-3600-92AC2742DE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F721F6-CB7A-7623-73B2-0EECD5C5B10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A4B9C-71C8-2B57-A4B9-90296D47453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0FC1A-45BB-4E4F-4ADF-425F75F2D95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519A4C-7345-220A-B86F-314B974F397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90A6FB-EBC9-E19A-4B32-7AA4332CD8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FF6249-4C50-BC59-043F-A267994AF47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288BF4-A483-F7F4-7ABD-AB67864961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3718A2-33DA-CD6A-DC55-5EDD44BD79B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4F86B4-FBE8-E601-EDEA-3656740303B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0EB6B6-94D0-2E9C-95FB-7B1E48B8C4B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D7EE24-1EB4-27D2-77A5-2479CCD150A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9EE8CF-9E7E-6BB0-4103-417F6AE501E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76FE6B-CC45-970E-58B8-53E1E21B612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4625D3-0F76-545A-F61D-11B6030BE00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60331C-984F-9696-B825-0E347998089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D394C1-AB80-ADFE-535F-CCBE15AA448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ADDAC-60D3-78A6-6753-605CD7FD587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7D627-FA41-EED0-04B2-36FA21200E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32AECE-7431-CB83-062B-04FB859AD24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1372F-DC73-7B2F-8969-96CB132B627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7EB05B-CBED-3519-5E15-644408EF063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B89544-3025-487C-994A-9967AE2B1A0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E185C7-E919-4079-8D81-F62DD92F396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A100E-B330-0F84-A563-555F26018A9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3AA622-4B32-639B-569D-448BDDA7AD6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B7A859-1198-7BF5-9B55-84E7189D275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476762-2AB2-E726-FA28-912A066379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9B04A0-FB15-290E-B539-04122FC9A5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69F9DD-A825-2F8F-FBD0-A2B2C167A0A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11CDA7-3FF7-13EE-FE60-D4852EA2E7A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2C370F-A25E-343D-6790-315F03F633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B1D81E-B3F1-3A6C-225A-617F4695AF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78448-CBFD-684F-8544-FFD539583D6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155E4-8EE9-E78B-E8D4-02BF01351D5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2EE7CE-1E06-9536-55F1-2D04FDF44B1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043129-5EC3-82AF-6893-FADE36BD5AB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1C81E1-0152-C805-D3B7-64900483AD8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C7F1AF-FA53-AA06-A97B-C6D8C0C446B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A7996A-DA25-2095-7DB5-A18118A69FE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1CD89B-D648-644F-E9E1-0FED20D64BF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</p:spTree>
    <p:extLst>
      <p:ext uri="{BB962C8B-B14F-4D97-AF65-F5344CB8AC3E}">
        <p14:creationId xmlns:p14="http://schemas.microsoft.com/office/powerpoint/2010/main" val="1266723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04B4-FE24-B739-2DDE-A96CBF12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41DCD0-74CF-A8A6-B459-947728A73F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1799EF-2FF6-C7F8-346F-8D2A63A9D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BED638-966B-CC6E-8282-BD0FD0A92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2C28EF-92DA-BB65-D9D7-6778BED12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AD9553-7D01-0A7D-9F61-91F12FFC1C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3BBE51-A03F-FF01-5900-B03F6A8D5AA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EADA7-2A75-5932-2CA2-3B46D1799B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9A54B-135E-1DA6-9795-53016CFA7FC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1725D-62F4-93A0-D142-AA47B9FEF2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C3D96-D17B-F10A-941D-EFF74EA856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98C79D-3CCB-51EA-24E9-4EF7B2F0310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97A170-6E58-0253-7044-3CA8833F4D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DB23E0-03D7-A450-47EF-D00002E0D55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49ECC5-8D37-2450-4FBA-236A644ADB4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A396BB-C978-2FF5-9EA1-06E6A2F9D92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2E703B-3BBB-8E35-8C2B-7F94E83362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30D62C-8F6C-EC65-3CCB-A770163B56D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30945E-3F9E-D830-A59D-6EE073033A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374715-D00E-8B9E-B750-7E06F4A32A6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F0B5BE-4E57-60D1-05E9-81D66021E6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0C6192-7494-9D6B-5D69-AFF046562B5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91777-BAC2-9E37-B990-0CD07A6BB5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9C74E0-80AD-A744-41A7-2C63EA9E97B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35F61C-4008-9E0F-7354-CAA4AEF8DB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E39B2C-15DB-E168-A324-DDB3C623C04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051F56-DAC9-E453-3A25-BDAEDAD8699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9A402B-2E69-BA5B-D94D-267CFF7576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B81594-17D5-4A83-E513-076B0EEA057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8B45E3-6BA1-0A20-D4A9-5B5A5E4189C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7D9CC9-E61E-2821-D008-3F9B73B911D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3AAA82-D32E-9636-1339-27C1D83043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CB6F8A-482D-74CE-992F-1DF3E48105E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C99A7F-F223-1068-6296-A59AFD1BEE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A59026-F3C5-1537-D444-036FC447F7F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EC344C-DDAD-1024-3C17-F7A7E15EF30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B7E3F-B18F-658E-39B4-D74D59D0A07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AD8F6-5585-E138-24B6-70E8761D640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F2903-7962-4F2C-8FA9-D131A15970E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C2A283-5119-AB4E-3E1E-4E175147E50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9BBEFF-5508-1BA8-4BC9-30E381011D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4FB2F5-DA42-BB69-2C9E-631CD85AB6B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EC9DCD-F579-D425-B86B-EBD7771E053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A5F7B5-81AE-3A19-E29D-C5C6FD25BD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9DBA69-2E9B-2D92-19A0-4011200414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7841B5-F705-80CB-73E3-9676B2A995A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2BF701-919D-1077-57EB-8DF0E8765B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2F7D66-12EF-4221-6C31-CC3D48CC373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683D4F-AABC-E1FC-4E92-30FEC7E619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1EB74-2F51-3D5B-9494-111EC03001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7F84F9-9B88-1C49-2FE7-BFFB05D1044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5BD0AC-5DBF-DE1B-5A81-404A05D57A6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B4A44E-DC2C-A48E-0B41-FD17CED7AE0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3BCCB9-8A6A-2102-B9EC-90AB10E9E81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518307-7786-01A3-C6E0-98449EF429D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F5AE57-7398-E74E-273A-A69FF3FBEB2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507363-8B95-F147-53BA-6DABD5D444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79FE0-7E6C-70DC-27CD-B1C7E478708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1276F1-6357-51D6-5103-8F1BC215BA9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A51CB1-BC9A-7F5C-C3BF-8750EDEBC5E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9473232-5B04-DC6A-8DBC-43881190EDF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8975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A41D2-B9C7-4310-18AB-4010DA71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263885-2911-ACB3-5178-98BAD8B2BB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D69907-24D3-40F1-C4E5-9616CD954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B44A3A4-2637-AC94-9437-D7487D60E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B7E864-DF35-B07E-8134-32E7B5F5D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47DCC6-567B-43A0-C4C0-19A6F39D3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A8084F-7B6D-C331-F1BB-3F791566E59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7FAC7-78DB-8A32-13F8-090EDA021B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FFC92-BD91-DA49-D987-D994F53035F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FE5F7-3953-C4B1-11E1-E37C681391C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C07AD-B29A-2CA6-531F-27F6AF718DA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EE78DB-AD86-EAB5-AEC0-26E896D8DDE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7874E6-9DC4-0304-D5B7-4931CCA555A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1BD005-966D-433F-FA48-0D0BB91A5A7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EC179E-96DA-528A-20E4-F646D4CA283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8D3A8A-75A5-36BC-677C-4A33295BEF9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302BD3-B3A8-38F2-C22D-5D3C98E49C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8B3164-5B69-EB62-18C2-DDC80B48D2F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FA6EF2-9917-7005-8F61-C585935A08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CCA706-F2F8-55D2-58C2-06E47BD158A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E82CB4-E78E-F86B-37B7-A6223D9B547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DA0EC3-1C1B-2C81-25A5-200BA6B0294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88933-32C2-D798-B2C9-87595031F68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61EDC0-5A98-4A5A-E09A-D38B055CB23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DF3C15-6B43-9BA6-4B68-72337C96CDB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A2BB15-7007-170F-CC63-4CB1BB4EB55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2E1026-F5EF-69C7-7B8C-8B20B53FF3E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CA1D99-14FB-4175-2FEC-DC5A8B9E87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6EEA9F-8B06-6296-987F-B1D3600193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4BF09-FD86-3117-7D10-414BAEC552F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0E7AE2-997B-1E04-30DD-F506DD404D5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D910AA-57DC-E687-6483-5178A783A3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84085E-DC95-A155-F544-0E92582D8E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7411E4-9994-4AB6-9134-B18A0A83F01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C6E76D-4FB0-CDB6-64AE-56FA3DE229D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F217F7-CBF6-3D85-BCFB-60C65F4CB69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9F179-B4C2-6B17-F693-1E60C3CC854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28D15-B5E1-98CD-4F94-05997DCD486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6CE318-7B3C-0D4E-23E9-D636F3D3EE3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4D77AB-2F74-EFA7-1CDC-01E8BBC91A6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7861F5-DA80-0E76-820D-0B9E1BF2577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152B148-DD72-8B74-1EB3-0B6CEA31CD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A221E6-0658-CA19-EF0D-2ECFE95D2A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12FCC0-E306-ACAC-F8BD-ADA30FD56B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7FE1F1-8457-2BC1-7819-BF5C3D7498C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65ACB1-F6D9-BE58-4C57-9402C9AE0B5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47DF55-C125-44BF-73B3-18637600227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ABF6D2-20B1-7167-8815-945E2095266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A21475-E594-11CA-688F-81F6AF20E7E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F4EAF8-F81E-5558-3C65-F47EE5A3AC2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5D9C09-50E6-2D20-1444-9E10639B4B2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3FCD58-C917-761E-B96B-FD267B64F0B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D38D09-E22B-B5F5-E32C-6B29498222D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DCB109-8EF5-0150-D7EC-3BA2171312B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E76BF5-AD05-018E-6068-E3A5006148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B6353A-F1A2-9977-DB28-01029F53F6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DCB6F-A3B3-C63B-EF20-578871FF193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101C4-6E87-34C1-C690-65C4243DB1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AD13CA-D5C4-9F62-D356-05F3189BFB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45FA68-82E0-C897-3318-2040D03BE20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1DA68F-1A88-A0AD-E11A-329FBB885F5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9255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53CB5-C9CE-61CD-52FA-59287A37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F9EF0F-5B83-4E7D-3348-2B8E99448E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lower right block, remaining cells 2 and 7 fit in only one way.</a:t>
            </a:r>
          </a:p>
          <a:p>
            <a:r>
              <a:rPr lang="en-US" dirty="0"/>
              <a:t>Then, last remaining 2, 4, and 7 in upper right block.</a:t>
            </a:r>
          </a:p>
          <a:p>
            <a:r>
              <a:rPr lang="en-US" dirty="0"/>
              <a:t>Last remaining 5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E67F97-ED4C-DA9B-8139-D0D8CC1A1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4194FD-949D-D5A5-45D7-1467EA7E8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973876-81C2-E4EB-F934-462D09F25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7276D6-D717-DF3C-B5C2-9D18DF0B9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1E3DA3-CC14-80F5-574D-BBA17ED3383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21D3E-A9CD-916F-4BCE-6BB33CC0DA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4CD8E-69D5-0E65-8F01-87144A867C4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B7CE07-3C6E-CCE5-C8C6-5429538543B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5C1AC5-55A2-CAD3-76FE-EDA0982B859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D1BF4-4EA1-52C9-988C-3FFD2471839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FD848A-D177-06F9-CF76-84BB2E93EF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BF01BB-3DD1-1681-935D-DC436A4AE18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D589E3-2410-CA77-31E2-93BF944614D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65D812-24C8-7490-EE7E-DC4486D18C6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C6C6BE-23D0-9AEB-602F-FCA485B870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6D6A63-4BE0-940D-6D75-8CAC5E524A4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C8AA0C-2448-9850-2B6B-11573CB8111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84A7C-D3EE-C01F-7A23-1192DA3AC62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DD352-AC62-AC7D-D88D-8577B09EC62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A87B9-B132-3018-2DE2-CA2FCDC1189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D92A5-ADA5-D94C-D631-62ED8ADF0C0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73D35A-0167-25AF-368E-7DB048C4D5D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3764E0-16E8-0123-F022-9E290A479FC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A3D64F-9F51-F107-C85C-093223E3555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1D9DC0-EFA6-22B2-1694-36692E36FCA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6DD39C-AC29-9761-B85A-F4AA4130BD6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EE8E61-2194-20A8-D5A5-28EECFFD5F4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5B94ED-4CFF-E49D-B873-C1EB3C7CE4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A04CD2-527C-6E90-4D57-1CEE1F77F7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EECE07-A859-0221-4000-E97756E6E7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2760AA-15FC-5CC2-0C5C-75EF0E31013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C13967-4A0C-370B-3CCE-974C54341D6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DC0665-CD27-6832-2C58-C65289A493A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C42210-EA19-7BA4-410C-A452A4EFDC1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AD1D0D-FBDE-836F-3EAC-D7F9AAD839F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9E6D27-9F77-17D6-9E44-42081B496EC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E2BAA8-1383-AD2E-F638-1A1E6DBC01D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E71189-1EF8-4141-C475-0D053B58C0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1B779E-D915-2FDF-8745-F1C8066AC28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B878FA-F063-DB85-6D63-F3BC546526F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CD41E5-1C3D-9B82-2556-0D98BB9D6B2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F0890F-83ED-5CF3-0C6B-B0F23A13EF2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6847A9-580F-8772-8F2C-7B1522021E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AFF77D-B820-3846-15BF-69400573EF9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1D3B47-1C3B-03A5-4EAA-8D9124FD809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72ACE6-DF03-8F93-33DE-D0712A547AE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3452B3-AFA2-4268-C264-D3A0A81846D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359FCB-CACB-FA8A-2B4B-56531BA092F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7D0CD3-692F-5468-1C95-CAFD5EA23C7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2CF7FC-A66D-C61E-2FB1-AA9D325886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A09E8C-66E9-0B8D-A83C-C92B644ADC5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6409ED-028B-F49B-7A8F-4AEF0778BBD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41EEFF-7FC0-BDDD-3915-961A2F9815E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A67CE3-EFF2-B9EF-3925-659F1529B8E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E6637-5B69-1E94-029A-6E4547E17C6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D49832-86DD-B0E0-D4A8-3AD4B8E9921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09C990-9687-2248-5FC3-799CF006D5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7E164C-7D0A-7B61-FE7E-2974927BCC8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817672-C04E-7C3C-079B-F913F4908A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E2679F-23A0-7527-521B-AEB5FAD60E7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0FE72D-7318-FF3D-8D42-7A572F02047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45009A-7CDC-1A6B-B01E-6A39BA3B75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846932-E957-807E-1513-712F27C9C0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281593-9562-DF18-E3A7-2F31B1C6BF4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AA4CB5-A26A-5A08-725E-B4EBDE3407B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55930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C8D5-6F94-AC44-660C-F5EB8460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B088B3-ED59-FD89-31D1-70377BB63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Column 7, remaining 1 and 6 fit in only one way.</a:t>
            </a:r>
          </a:p>
          <a:p>
            <a:r>
              <a:rPr lang="en-US" dirty="0"/>
              <a:t>Then, in right center block, remaining 3 and 8 fit in only one way.</a:t>
            </a:r>
          </a:p>
          <a:p>
            <a:r>
              <a:rPr lang="en-US" dirty="0"/>
              <a:t>Then, complete Row 4 and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A5DA6C-785C-DA47-B472-8B9B8D61D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3D547D-2C08-6E9C-CF4C-72AFF9518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603C5B-5237-9B86-69C9-7E544E5E4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309E10-F019-CB5B-A61D-8E05CC91FC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EFC020-734C-5C28-1E1B-8200744E595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EB687-7BA1-28A8-B5C0-B85E8576459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B98A0-73DF-83DE-A006-6F18273EDEC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B3FFB6-C763-31C6-B5F2-443DB5BC6BA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EEA0B-A14D-B338-B6B8-23DE2C1123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AC1D1-A1EC-0759-5A2A-ECC1C9067A3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3D92A2-5F22-1A70-424F-DBB556B0950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98B24-B69D-78E2-ABE6-89CB053EA2F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B03EE0-8962-E2A3-F78A-171EF1168FF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8FAB2D-22A0-5AE9-CC0A-8758E57C84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09080B-B7A0-7C44-57F3-5EC72671389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2CE633-1250-1093-F3A7-36CEA70ADCC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69E1B6-56E8-D570-BF4C-AEB1D6C56F5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079D7A-3A29-4464-2738-96574D24DDC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C6E98-B550-DE5E-AF6D-403368A1A59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4B8EB1-0233-39EB-EEB4-A0E7ACDFC99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B6AA66-7CBF-C2FB-A206-6782D873356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59AEC-FACD-73A9-206D-E6A0AD5BC9E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831969-C6DA-F38A-4F84-5DC207A4E73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B803BF-1E28-1136-D789-ECFA4B3BAB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9E401-5A4B-EB8E-4FF2-63298F063F7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8DADDB-B607-FBCF-F819-600E93E4F48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E9DB88-1279-4A71-D80E-0656904A705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E12F34-0193-66F6-CDAF-4F635CCBF32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F3B71A-6E2F-D3B5-238E-D7AD7F9669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6D417A-93CC-3B18-C405-5EF5BB04603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D1B6EA-9F3E-0DF9-3C40-297B258811A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B396B4-3A9F-3F9C-0AF2-923F7331EF6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EA0BAF-7CCF-06C0-FD63-A80B5A3804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151A25-0F75-CD79-419E-CDE9AEE57ED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E4D49-3137-8E2F-87B1-2E4264B8B65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F7C1AE-4BD5-5450-A710-F19B2B056F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9F01E7-44A0-A9EF-A84F-2D25C846A1B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54454B-9EC9-E9EE-97B9-5F52E74B99A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526617-3BD8-6F30-2D79-5205FA7C062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65570D-551B-99CA-B92F-870EE191786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408EF5-C208-1CA8-2764-CD6E1B94474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3A44A2-95FB-6D2D-6B06-0E9A2F8C67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974767-968E-12EC-F692-880AE78D727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E6FB46-BF12-E128-C9ED-318112865AF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FC46D2-CD5A-1DE9-9D6A-E1B6F98211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76A42-02DA-75BC-8049-ABF451280A0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A92151-E6FB-C7B2-C7BB-1EBB85086FB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F2A288-F17B-E33D-3B05-1229F24C8CC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13A9D3-DCC8-AAD0-BDC1-FC7B2F286D7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8BE5AC-BD1A-33E3-3F4B-EFEB20CF57E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0DB050-008F-E252-D1BE-1D9074EACEE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49ECC3-4C4E-78AA-0DDF-C4846D3811E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406E03-F2D7-7D01-B6F4-B3135AE225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7BE02B-816A-CA65-D96C-6C0BA421412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5CDEF-BBFD-FDD3-4A96-E05A9768A0B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9C077-69FB-B063-2887-D06903A43E3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1C40BB-A7F1-03B6-5E9D-C8B83DEB159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D5C92C-389D-2E72-60AB-BC5C3F3B39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4339EEC-59F1-C499-C732-E86A26E931D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F701A7-EBFB-487E-374A-1B59CC651DE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6565CA-3EC9-AACE-A1A6-9E933CF4F5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BC8C28-F6C2-B614-136F-561F65799E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CC926C-7146-4C80-0530-22383DE1DD6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6FC610-7158-C3DC-3515-453792B287D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BED0E5-4AB8-B567-6D28-A46D60754BA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F80A2B-C87F-F543-C5D2-E2F98F45C68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BE97F1-179D-331D-2D14-476E03A5FFC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27F4A1-56EE-B9F2-C873-C36C35B359D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3CFDFD-DC57-5669-A0C3-8F77C3C5DBE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74AB356-6904-F97B-95F3-C91CBE3BE1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C9420D-D3ED-6D53-FC0E-E60F74C146A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95903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C90F5-ADB7-FF59-B844-E82C67D3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E15716-3763-57F9-2EB5-E35E6136D4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DB51E0-C8AB-ABB3-EB22-7772D6865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A6AACD-6357-96A3-BDE1-048F82D9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3A1D14-0E43-DAAD-10C0-E75169A21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948BAE-6CFD-73BD-4983-99FB57C0F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FB6C3-C453-EE52-D4E4-C41D6AAB0FA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AEE164-C4B5-6D6D-8906-43624036B2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5D51C4-2674-3651-3F80-A200DB26A4E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9E2533-782D-1579-9535-3A151D9A41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4B0603-B3B0-A79B-CCB9-0202A22545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7F5810-3C89-EA45-7F59-CC3BB2C9343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0FDF1D-D7D3-2676-E68C-6FB9280D5A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5EDD2E-94C3-62C8-E43E-555B532DFAB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5E3921-1CD3-1E5E-1440-E30093077FA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6F2E63-6FB5-0475-D7C1-1DBA58F7004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B2C644-470F-DC90-40DD-4D2BDEF15C9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432D5-91CC-04E7-EAD3-1B6348FEB03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014228-0394-CB67-00AF-45C035D4516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BDF310-2338-E448-424F-B3DAD87D51A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86A72E-6158-246C-1E26-5703229398F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CB359C-B0C6-8946-765B-7A76BD302E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D6748F-8B41-1AC4-7238-D5C84F8527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C79FEE-BBE9-9BB0-1570-D17883F2B7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813745-BF4A-CB4A-0B7C-FA1FA49DFEF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74A3C8-075A-DA8E-EC76-BF430BCDDD6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D44A4C-7389-AA55-30B9-3B8E6BBE11A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80F346-612D-6315-3A1D-D13FFC4A97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2657DD-EF71-EC3C-A0F0-332801BF3AD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6D8E1A-99BC-DCEA-3D52-15B053F6BBA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011CE7-C9A8-ECB1-99DF-C1F632FD6D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5E5AC-2130-12E1-707A-1531E79B7F1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F0DBA6-9C66-5C03-900A-C9C56AD5BD8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84B84A-A140-C847-82E3-22BDC7F186F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A6B3C3-8722-6499-6773-6F861459CFA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316B45-A74B-09AF-73A9-CC9F0C14DB0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0EBCAD-1EED-51C5-9E8A-D28BD8EAB4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E074EB-3DDD-86AC-7DDD-8331B45C3C8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2FA0C6-29FD-9A9C-B7CE-62A32B11726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7D4E97-12B3-9551-5C92-248C1D894DB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2F93AD-CE06-6049-CF53-E3DEFAE5B11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1EA59F-D247-08D1-1DD1-59A21740EF9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01F164-936B-972D-235E-2E777C3F05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1376A6-B4EF-0431-E9A4-D826FCF4E2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4D670-5634-9F89-5ED7-185D9085EC0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73F263-FC10-A446-5164-A547B51EF90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2C6AC0-B00C-C697-1589-9708F65DEDF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F3D0F4-A529-7308-E584-3356DDD5E9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002A3A-AE1A-CCEF-F111-1E9B63B91F3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AA3BE6-A9A4-7B3A-F93B-B1F886B4AA9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0375D9-77B8-26CB-DEB6-0D18DAA7385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44D3E6-C78C-86CE-3B4B-624206DEAD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0732D-15BE-E901-9D24-5B592E564CF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04F6E-4007-34E5-2059-F61D332A41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7F18E5-0055-66F3-182A-2E48E4CFDE6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BE6F93-E64E-E052-803C-CABF2C8849C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2C72FA-68AC-9D32-EED8-E8F2CC0AD77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6F6B22-834A-BE08-2B89-F89703C68E2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AABF7C-673E-1E03-DF4A-FB7B026D6E7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F01C99-F5F6-D027-42A9-296F5BB263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1517CB-DED9-0E70-B689-48369EA2E7D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F8775-B95C-5174-A7DF-3629123AE1B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BAFD34-2B4D-DFC7-FC0C-FE432B16861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99A2B9-E883-F31A-F001-079919FC4D4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F58F5E-832B-8ADD-FFF3-BFB83159B23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363BD2-A8A9-1D8F-83CD-0224E7307F1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65CBAC-A13B-83A6-E8AA-870CA98470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83F3BD-B422-7BB4-3742-37426673660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BF6038-E38A-D79A-0C3A-00F3726829B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E310C6-7869-DAF8-90A7-2B8AF53CB36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8E9821F-337B-7C33-0D9A-8CB6146770E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5E4E00E-1765-0267-E17E-46D91F85755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EDBB0AD-FCCC-4019-1E86-8B4364350B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7042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DD26-A783-97CC-2655-84316C75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B167CF-6A95-F645-73F3-A91E310D92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C7AA89-DB24-E6CF-CEEA-95EBC5038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D9B777-CF53-550D-6C73-FF2DCDB51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299074-C4D2-1640-2FF2-8C87E9C4F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68B3F1-AE40-F46D-F27A-373A253F2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3396FC-A1F5-64F8-3E56-94F50AA7B6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D72FB-1F51-EB32-B487-41B1B09039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AECA9C-207A-2D58-15C3-7C390C35227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921C5E-5414-F53F-4D2D-612EEB795AD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A5E8FD-7FDD-681F-139B-593704F14C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3AEE51-726F-57A0-4013-D8498B361D4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706E7C-C876-1976-4BE6-78513E8320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074129-A9FD-ED4E-9E75-871774A87A1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46C3FA-2FED-4E4C-B0EC-8B1DCBABF6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87F95A-C4EB-AEF6-896C-B0648A52B67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F2B2F-3BD8-6B97-11B2-A01091E81FC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C8C39-4E5F-0012-D503-BDE6EEAB6CF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2FD59-BB06-8206-D8E9-4462C84A8F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CE1727-812C-B58F-CAAE-235D30B9DAE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56D2C6-6E7E-F487-B217-E9ECAD7AA7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F597A5-77CF-14C1-7FB2-231FA1579BC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462917-3D7F-FAAF-46C9-1C3B9BE791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DA9BE4-DC75-F47B-B4CA-BF3C6D9021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336CD7-A7F1-DB5D-105D-1C0F2A3ABB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857275-6C08-D653-1566-C1A7650BE3B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5D18FF-4962-2AF4-062D-64212875C5A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D7EEBD-A615-CBC4-F62A-8AD8855A20C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CE1812-830B-FE40-0235-A95A252BB2F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898CC5-C697-A329-91F3-77831FAC46A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B99181-4D2F-4368-62DD-A69D9793C64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1EA276-AB83-E8F0-E44F-8B01CC17B0F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B4EB9-753E-8999-AC8A-FD90FEEC64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A3F384-76DC-D71D-3D39-137140701A7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F58F25-2B2E-582D-C001-6A2642722BE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35876B-5EEB-1EFC-8670-C98102E60B7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ED8E70-3F57-D135-E8C1-2804F092557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9FAE24-A9C6-96B1-D98D-94D7DE5A0A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8D99DA-4E89-6B79-0D9A-EABDDB0554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D8A322-6D22-7A7A-4506-FA89F7AA0CA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BBB743-C559-1BAC-9626-C950834416A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B5BD50-0AD4-7466-5435-B8AFADA5C26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BFFAC7-8209-A9F6-FCE4-2F64261DDC3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3C9EFC-5FDE-B940-50B2-317D15A9007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1FD293-DA53-0D56-2B9F-E0363DC9D0D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6BCAE0-3DBA-A6CB-7F45-79ADBAD9FA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6756CA-06AA-5448-0F18-417C82A9666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E4B56C-04CD-A83C-34FA-209822774A1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DC1E2E-618A-24A4-513C-E621B8DEB58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2F7BCF-C4BA-4BBE-8E1C-4098F575403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E3AB7C-3B01-7B8D-C383-18E1EC59061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631B8C-6CD2-7207-400E-54702048B4D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77ECD-1E5B-4129-3BBA-8A07ACCD17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6A00C8-CE72-5D3A-1AF6-20CA21514EC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7E5FEF-208D-89B4-8138-BD9FC20E428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B92307-088E-13CB-BA28-3A9C5CD05AD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136697-A2A1-3B01-B232-56ACF166285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24F4ED-C783-B7A3-E720-FCACB374055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EE8F32-CA50-2BB2-732D-07A13B35142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E8D31B-904F-41E3-2928-FE56CDC0BCB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C6264F-A6FC-C3B0-B0F8-F9083CCF50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B63BB8-2397-21A5-0305-CB7670D8B4E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E33C5A-3C19-E731-6FD7-B4958C224DB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275331-A267-3A68-09BB-FF0BE429A6B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D67833-0D75-1ACF-C041-D177E0AFEB5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6FD0D96-580A-845B-CC96-AACB519ADC7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DB36871-B140-C38C-FDC3-E3AACAD488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8EEA31-CC44-D18E-73AC-AE1A3D539A8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9DBB1D-50A7-EB6F-66DC-3D3F7FC6DFB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05264C-F2E5-6433-68E4-736A7D2FAF5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55BEA9-6B12-7107-7D93-9160D3E9193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3CA7E8-1E7F-5969-1619-0E0F674A5C4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69B3D3-7693-9B04-77C4-14BC177CFE7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C1A29-EE13-24D8-0708-5EB0583D439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FB7A4-83E5-94AB-0544-6F280B8C274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7BC2A-24FD-7FA9-149E-4F4F66BCA37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178F28-FE67-2FDB-C003-8E564250A1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7E010A-6BD5-007C-AED4-F51D3AA2B98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B87685-5D89-1C2D-5565-40CED692DE5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01E417-FF4C-E51C-9921-18DD4C1230C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2B7047-EFF9-3F4A-FC7C-0A0BA431F70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68683A-3C9E-4597-EB85-D0191100C40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EA70EC-B254-8572-D2DA-5D256858B7E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CA2FB3-A1D5-5767-CED6-AB259990717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24BEC2C-E64C-08E4-1EAF-AEC0CD7FBC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8576A0-0E10-8806-01FE-4EB62B987BD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78032F-68BB-B21B-6026-0973A6AE5B5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</p:spTree>
    <p:extLst>
      <p:ext uri="{BB962C8B-B14F-4D97-AF65-F5344CB8AC3E}">
        <p14:creationId xmlns:p14="http://schemas.microsoft.com/office/powerpoint/2010/main" val="2085298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ABEC-DF41-120B-59ED-A39B15A9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A80BC-54C0-74B9-2186-73AD6F1A6F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AAD10C-DA54-4AE8-322F-86F14788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A80642-C20E-A693-7C3F-88DD273F1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7773C2-0D32-2D69-4FC6-E73873E20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61EDC4-AF0D-0775-5557-4ADF85C4C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43F2AB-9BA7-C8AA-164B-44377252941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C3AC7B-C39D-F77B-C2C8-A213A0B30B3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879326-C4C9-09FE-57E5-BAEDB518C1B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7E884F-E72F-7AF1-1672-F44FB68E713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674CA6-77E8-2A6B-E1AC-E8042ACC34F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20D748-454C-6AE6-9B4B-8A883189F8E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593BD9-DB75-D436-BBF9-22FD459B61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41065B-A0F3-7DCD-6AC5-67CDA87DF22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AFD76-3347-37E6-2363-A586E26A3C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33A1B7-5824-56B0-BAFF-347A761B8F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013E4-F61A-88C9-D698-F5F8FC6255D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379E8-F4CC-78D0-8604-58635B2B379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362CC1-90FB-5459-EAA9-7392CFC7668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3A3B98-0FAB-C03D-7049-6FD35030F9A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C78147-02FB-523A-0174-A302E4E4E6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EA4E81-F053-16C9-DEDC-BEC228CC0A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2A98B7-2661-8C5E-DBAE-8BE19E573BC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C451EE-67D0-47BA-7F2D-C49A5F19DA8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334FF8-35AD-35C7-22FC-5533F041D0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EB8D86-F16A-2082-C373-A74ACB27664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E17599-CFEA-9A05-34FA-5A1394BAA7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8A30BB-A2D2-425E-AC95-24235D1EA6C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98FCB8-7270-D144-1282-7D6D7622D0B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FE4235-4EA2-6355-A559-9947397C5F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C5B48-1CD3-5E0E-A074-E99D5120B89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00338C-7AEF-7FEF-8326-9596631EF0F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7B5C5-3329-1A80-8CB6-69AD770567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4DEAD-A73F-9713-ED1A-CC5B8B8450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3B819F-4650-0552-C653-04CB1BAD516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CB921B-0696-B4C5-E218-4691FA8D1F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ED4B70-6B0F-E77A-4359-846F112DF85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4AE40-19C6-1292-08EB-6EDA6F650F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09D581-E013-451B-0865-A3AA486D479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86A7FA-38FB-BCFB-0B98-A2BA5D273C7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BED2EB-EE66-D34E-8B63-037E007F066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5FFC4D-6F6F-2A91-FD6B-A0387877067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B53AAC-C80B-93CC-0B5D-3E54A032EF4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FF993-E885-6C6E-35EC-216AD92CC3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4183F8-C3C2-863C-66ED-3EEAD40CE12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A66938-2DAC-0907-1D10-60520C40A6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58EEDB-6C86-6E6B-4A47-F376FA1BABD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8A2DDC-2844-8361-7328-8CAEF008D35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BB323C-7961-A7C7-C6DC-0F786088677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FF5029-1B7A-066E-0013-7C6C87FD623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76B5146-21DC-C478-2B34-FA36F99818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F5203F-1680-F946-5375-6B6D95789F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987BE-3FA1-F661-371F-F552A9C28F7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5ACD8-140A-58FB-8894-B785DEE1332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FA4B96-7F56-F82D-76A5-9E2D825CE6D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83DEA8-E7D8-A9E1-15D6-97C5D414A4F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787867-CCAE-0F15-676B-CDE0EB561B9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A90FDC-89D7-AE19-4401-7FF5EA4EC4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071938-D14F-CF25-FE2F-6223B957AAC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3252AE-457D-D198-E234-6C8EB27A798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0B51CA-3C10-9514-3C05-82B69D13353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40D5E2-061A-A28A-1CA9-79B53FCD2A2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D847073-4B7B-37CB-E1AC-D345CC9EA91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A001DB-5A5A-3602-AF6B-A5E5E3A0630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CA50A5-119C-150C-D1DF-A88544E5985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9ABD20-8293-BA22-302B-64066E9E5B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E8B53D-2742-0226-ECEA-92E309897BB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D7F5A3-3136-BB30-364C-9E5DBF5F39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DD0D6D-F5AF-9FE9-9E37-356D9E8A3A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1B37D3-A53A-921E-60A0-6F275C3691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BC2C1C-F550-3961-4F28-13243113441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9E9C30-A939-E32B-FB42-6F811729C9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3D4CABD-E82A-8ABF-2553-799D65A8F0F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F5036-E1E7-C2CB-75FB-691E3A262D8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4114B-1ED3-0BAA-F6FB-004BCA1C613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C7E5A-DA2F-4043-13BE-C2FB25637DC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142FB-85E3-F686-9BD4-2E233C7CAA5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EDF75FE-A276-2310-5A01-EB8AED97C0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82F88FC-B7D3-FDEA-CBB1-78144027C9F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B3786F1-0666-5879-2D9C-42B753292D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6DFE64-C3AD-6EC4-B64E-A2A528BD238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A7892AA-147B-FD07-CEC3-8AC04EED549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325E49-5303-7BD3-851E-9855DDAD39A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87F6B8-C6D6-9B26-ECB4-7179DF900A4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11E4E0-3B77-4E07-11CE-FDD064E2F0F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CD46BA-7F80-2496-0CC2-0D0A8303D0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C98E5B-68C4-B8BF-8206-C3056EC1A1E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47399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61C7-4017-9C22-4E52-63CB3677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988FF9-19C2-2125-4B03-4B4CDBC1FF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2E44BB-60A1-3272-9B8F-A69EC48F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9F0AC7-6B41-078C-3C73-F470E952A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65E0F3-7598-B722-6B92-EAB235D98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8CA639-62B9-1EFC-5E96-0CA9E26863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45884B-9086-7EE6-CD9B-42C82650273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1F5F4-46E5-9524-8B5E-6040F5DF19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9B31E9-3B68-0F95-585B-26058CFDDC0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D9BA3D-4876-9043-B785-7BDCB5810E8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866E05-93CB-FA09-4276-3606DCE56E4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066F16-79FA-F4EF-222A-8E9A14283D5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494CD-2D59-E68D-F8D4-B585FAD0251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08FD5C-D67B-1D4F-E5A5-529FFC14622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ADE2FD-6592-C12C-8E76-7D5B6C1B415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99D24F-6585-C62E-5E76-AC3CA2D993A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1F720F-F9AF-0436-4CC4-0FF6E2DA379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3528C1-5902-24D8-711B-811A6190F6D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9F8BC6-082E-F1A5-FAD7-E01DB72A8E7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435CE4-60CC-F178-AB58-CDA83CD782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1EB8D7-CE26-4EC1-8B6D-5F157778197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A6E32C-E6E0-5791-3CCA-F2F162CC218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EEADEB-D4BA-BB08-542E-DEC4A4154E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AFC502-2A45-CD85-F978-5AE9B415517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3ACA58-9C3B-7CA1-809A-E03028E4E29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F00C05-B3F7-D4A7-70D3-129DF4053FE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DFC1A-F3F6-9743-1665-0DF111241D2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7CFB6-5720-F978-B2C5-3C2D5801FD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C34812-1C46-C5F4-5630-6EC05DF3420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5D0402-BC8B-7C4E-3A42-013383A5BE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F32B64-FD8A-CB9D-B2A6-7D326FB5A0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4AF4A2-93F2-193D-EA4B-3932D48DCB4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C0EC3B-D5B5-4243-E1BF-078EA4F8A4E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7A68FB-86FE-3EB3-5BC7-F9DD4B17CD8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AE632-95E5-D017-4ED2-7EE6329D28A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17E5A0-9FAF-6927-BC15-A5C928BE908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99BE8F-A8BF-BB4E-D4A6-AA1B625169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F0DDE7-619B-6BBD-5C72-5DE9AE4966D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A3192B-38FE-B7FC-6D16-CBAEA05B2E9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CBCFB0-3E2F-596C-30EC-ADDD8F48AE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4A7CE2-4269-114F-9DCA-E568822036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CDC0FC-FE42-8394-1915-9C7A0A9A700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C0AD73-0EE1-2A82-AD4C-652999EC359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322E9B-F579-66C8-8D40-032369006B9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161614-D712-DD0E-730B-5653393BFE0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6C6C36-F53E-2415-EDF9-7932AB85986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5F2E8B-BA94-9FF4-9CCD-C7A0503D2A1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4F2DFF-8B01-CEF8-F3AF-2B28DD08086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CB844-B9E7-08CB-C6E8-BD7812F7443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720C9C-E95C-82D8-3124-9FC607ABE5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8BF222-A82C-9B31-2CD5-78AC40BDF70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C51037-C758-5CB7-CDBB-CAA9E1B0B5B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137AB0-C485-31F7-9C02-33D22B130C0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12A720-7957-C31A-C1FA-26A82EEAD7B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5C07AB-9DA8-7481-321A-C78290838A4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32748A-DBCE-9185-5507-932FC9B0A3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441CDB-41B9-BF92-A82D-DAD09ECAF0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9614D6-A60F-2E65-9DD5-BF0F387709B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53B238-6942-EB1E-E3FA-9543BCBAC21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1F7A99-52E1-DF67-0B7B-406FBB5606F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44AA67-4B9D-543C-569B-E10979660F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BE7211-9259-9775-0127-61810A9136A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FFC836-2BDC-73F4-ED4C-A41987918E5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D868A3-DF4D-B428-E3B0-10A7134AC9A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34D84F-0CF2-017A-4487-22072EC3A97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911A78-9099-B43A-8C54-8F2ADEF9A41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E9C52D8-C4CC-135F-9452-5CBAB5F0AFA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C1AA7C-AFAF-736B-29FC-34DF470BC5A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B3E59F-0260-2B44-7259-89512063BC2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DD49EF-10AC-23D7-80BC-05198BC4443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BA806-65A8-B0A9-DC1F-BA31967FC26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66085-B39B-208D-1158-21EB2D432A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88CCC64-B488-0607-8A5F-837D03A8DD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0BEFD8-166E-6EC1-3B85-9619487598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14CE9D-F2C7-01A3-1D26-1CC67A3CAA6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F2C58C3-F06A-65D7-2CC5-1C934493C4D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CA46E1C-30D8-DB4F-C62F-98E5E43E557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454239-2E24-A06B-B3AB-31D7476E8F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6B62EA-D5D0-A100-1EF0-C3BDA68DA13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9C06B8-5C5B-64A7-5B9F-37B7A78792B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2CA67C4-A87D-3233-0E4E-41BD548E95F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3AC56CC-8FA9-EB35-35E4-5D4614E145D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21C6C8-A324-5DB2-BCA3-7AFEE7FAD8E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60510D7-D10D-93B5-C36A-2479C3DF9B4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5106758-86E7-AC7A-10D1-BA5BCB278CF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B78C360-B876-88A6-5A30-BEEBD3EEAB8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68FE5F5-8A59-4482-DD24-5673A8E4421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6736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B21DB-8C58-1A28-F9FD-CA477599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2F7701-C1A4-0BF5-83C7-6BA0A07A93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421018B-EAFE-88C6-E1BB-238C119D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4BC714-97D6-9376-5812-8ACC91565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764875-CF42-0B6E-8FE6-8393477ED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586AAA-8792-34B3-1AE3-A1813F3BF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A744895-0985-2CF8-A68E-0D4A107B47F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1BBCB7-26F3-522C-BF9A-A1515D4D6F2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344658-8269-EEB0-FD8B-C374A67645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9D45A4-61ED-6A36-BA72-DFD9209EE57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3542D4-2E19-D49B-40F4-26B69D7DE77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7EFB61-DB39-3D41-9946-482F6E9E89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B1A59-975C-73E7-F785-D73C3542AD5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4BD5F2-C789-8DB0-8A2D-018E2426C5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874E8C-68CD-5D46-F903-A8C7C563ACB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A4C991-AABF-B34E-E7AB-EBCDC32AC1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B261CB-93C4-AFC5-9FA8-04CA8C92FE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82B4A6-02A5-2E17-5E14-A7B95FE445A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FD9605-9BF3-E12D-3AAE-3D36B30AA86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70628A-1D1C-EB1E-6E63-EA2B88C1267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137041-171C-2A46-4E68-6DC360501F9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B4EA3C-EE86-462D-D811-BBC18B85CA8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EEB7E4-478F-9349-40F8-FDF8F6A71B3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9081DA-A112-711A-32C2-296DBFC1FC6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569A9E-2AF5-5321-4742-6104E21497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5AA3A0-D797-C9AA-EC29-321EDE297F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C7753-3473-7109-552A-0D8C64CC8C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DBDA85-3402-ED6E-EA46-661AFF04B5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9FD02D-7C3F-BFE6-0130-6DC27E1F82F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8F2B93-C82A-EA9B-155D-8F5162614D7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3889C0-76B9-E35D-3881-072E0F5247A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DC034F-6752-99F6-9461-AAB3B1B2A35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CB4BFF-8A84-ACC1-FD64-B1C51477DFD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25CD6E-4123-2491-D26D-F653CA99095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42FF37-53B4-646E-0B03-08361909971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89D021-38E5-6714-7C9B-769FEC85848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0C79B7-0B8E-A6E5-2AE4-658578D4A71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08019E-0DAF-6447-ABD4-ACD13FEAB2A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67FE77-35D5-CC15-9453-503D8C85E1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FFC30E-3D26-D353-687E-B0B61908B4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74FCEB-D955-58E1-493F-7267E5A30D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62E6E2-3AEE-4A98-CF66-21378C2E24F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AE3E08-ABF0-28B7-4C61-F4F7BB9316F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2E15DA-7E40-B867-4B9F-987487769C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89C2-277B-2E79-5A55-F76D984C8D8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94A66-8FEA-E7FF-F0CC-D029DC88694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DA21FB-0F64-1D36-C38C-4FD48D6A1C0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680D47-BD49-E51E-1F10-C24F5FFF7E6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11A797-2207-1F25-401D-A923FE4B9B4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73CA0A-B1FA-F5E0-7A5D-9A77E0AE2EC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DBC81B-A356-3703-9AC6-224D76454C3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AD8A67-8042-6002-3B33-2BC187EA6A5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B26E1F-1D48-7786-2596-A5650DF9AC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159FEB-AFF1-D49D-6FB5-9F886A03A5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538A48-A12A-86C1-19BA-1E10E76691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495B97-9AEF-31A8-B15E-DE42E1C3881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C871E7-D3EB-B600-120C-E64F46B0289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8959EE-FA70-1CCE-1514-DA76BC0F75F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B3FCBA-4416-572C-1423-871905D04CB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4AC617-86BD-C0BB-8D9F-68AD248CA5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E51B0C-0DE9-AC07-8675-2D4E32FDC37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ABA9DB-A5AE-1784-D5CC-540E2FC8232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568E1C-5913-73AB-F310-87ACA3388A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BC3E51-2D0C-D355-2315-85A4BD30946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1FADB4-AA02-9F37-DF06-B76230A180E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26D96-9667-0942-D629-9477D9808C7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DA399-7833-4936-4FE0-8057B9EBB06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B06DA7-15DE-37D5-9ABF-A3B5FF6B299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E2D018-6DF6-598A-919B-D71659EC563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9093EA6-1E9B-0F58-1770-F3C3B95B64D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A99E4E-9D3E-1E7D-372B-AC9F6AE89C6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DC08B48-D608-A710-41B9-E3F16710544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93D3DEA-44DE-B4DA-7783-F4F503419A3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B657C83-7136-DD6F-DD30-8D9BBA495B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787B740-241E-1652-EB91-9E3C81ABAB2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C96088-86E4-A854-5847-89014928E3F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5C4800-EC13-C392-7EE0-BCA7E83C1D4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06161D7-2AAF-1077-25DB-A138B193E66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578BBD-0B6C-7721-5DE9-ABB5E9D0302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AD425E-8826-5244-1816-9E847EA174C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6FF6D5C-5275-32B2-346C-F473B7FF061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8BD6CA-E80F-4955-5A7E-7347FA2F315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DBE57F-3CE5-C81E-3A48-E8BFA5BC032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6CFA43-7670-F127-9EBB-34597C35484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519BB4-956C-DE98-6888-858C4750DF5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D5ABC4-BE8D-6B47-ECE1-0A843472BD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975300-0AE5-2389-883C-B5A9DBB354E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1697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D8FB-8687-5B38-92FB-BCB89363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BBEF55-3DB8-E45D-7FEF-2BB0896F7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1A7AB7-2EB5-A3FB-59BC-CB47266A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D673B9-2246-0466-4DBF-15DAD4339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98AD2B-5EB9-06F7-32DB-C734622D5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ECD33F-6822-8B18-61CF-5B9FBF1369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51C390B-DECE-5320-22D7-7EBDF2C9B54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7A20A0-C51E-D7E3-830C-52316E38F7A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F2B637-4443-C419-3E6D-FEE1535CED2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FCD203-DC35-B6F8-C73E-6D3B7C192E0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70C68-6664-D5E4-A12F-9B846823827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4C39F7-5648-E916-EC63-1E6629DE17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3BDBEA-F53A-68D4-CC18-531ED0CA82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00B912-8FF0-ECAB-43E6-0BB698A9A20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402891-6968-E10B-D86B-9B9978F17F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35310F-AC9C-55A0-C360-0032B468019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2C5CB6-D737-66D2-E026-748FF25358D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DAAA4B-2E5F-5386-1C75-3E21F52613B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24CEBA-A0C0-311A-A09D-962BB402B1B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26B9C1-9CB6-6E52-4C25-19A235BA666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F6B134-CB92-397F-422D-DB69C59B9EB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9B4F93-6934-3A61-3798-3CD2E24CC7D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4E20FE-7B37-4766-8C85-D9DA874BDA5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3BFF14-4DCC-67F1-3939-757BE3F10A8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876F4E-A4B0-7543-9A57-67EF753B529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9DA702-C03C-814D-D6FF-F7960ECE54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464F08-2C69-B5CF-DB9C-8B9A321D72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C2E0D3-31A5-2CD9-FC2D-F1EFD7418BB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D8FE27-2C41-705A-3E05-9D972F04588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81FF0C-E443-F121-2CD2-404EE3E180A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DBB1FB-6399-B46E-78A7-2F9C937785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70E5D6-012B-C82F-A0A7-BDD93BE214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A75229-D94D-2498-6938-ADA1AFF10E2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A83179-323D-774A-972D-354AF6D1FF7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07B273-6683-63F3-C2FB-FC105E675A0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6827EF-E22A-C173-5607-B320A97360C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BE1A15-A2BF-77DC-3E2A-C96E857177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935916-1F22-D0DC-8EAD-519E382BE9C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81DB20-2CEB-B979-13A5-54E6C0108C6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32CF21-3ED0-F3BB-4FE8-2FD7C0856DC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A87729-F899-7C46-A5F2-13EE8E4699B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C6CA39-ED34-5929-F9B3-F4C0F8C4A94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CB9BFB-63B4-9710-6C6A-F4532A1361A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DDBB2-C5D8-6AA8-0E63-7898D618FF1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F816C-301B-1C93-FEFE-4B0D7FDC04D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ED54B6-EFD8-1313-64ED-23E77ADFD05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E62BD5-EF2A-4F27-A45E-F3B4635DBBC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9AC865-57A6-4400-1DD3-B57BB5E486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9A8B36-8904-F838-327E-1007224A42A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125D47-CA35-D920-E518-030191CA8FF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731852-3B10-1773-B8F3-C77DA2C04CD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A3D82E-3B81-8095-CB88-EBAD9345F62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E12957C-A774-DF4C-70D2-F3E459F47E8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FFFDBC-7B69-1F0F-5BD1-E8029074277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1C5D39-4318-8191-F8F3-163FAE3924D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0A32-77B7-F5D7-F414-A0A2E397F64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C4765A-27C2-8EE9-1200-1840BDD9F45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7B7208-B11C-4E5F-7836-270E41F0B63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942895-D37B-B6B7-9EE5-9CA348BE573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7546BD5-771D-A6B9-0A30-3D7CE3C3D8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C0875F-7D11-6279-723D-40C05201DD7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BC76C8-B84D-561D-DA36-30D929D86D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91E99D-AF64-D402-FBDE-AEFEA771951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A7BEE9-E5D3-C546-78A1-14281C6D74E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742CD-1A5C-85AD-F4B0-D4E686EF64E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5D3D8-787A-A632-69EA-1EB19AF472E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2E768A-70D0-324A-DCE8-5A85FA0860C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082D2D9-05CC-AB46-115B-20836255450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8DB6910-8E2A-BC08-C0E1-2CBCF2298DD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19D560-BD73-8668-FB37-1D441CD3E77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6C73D7-C27C-5521-E571-7FC79F24C70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8C2012-ECA7-F959-A6FD-B5C0372EA9E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0D6630-D91C-D25F-7042-93919E777E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05E11E9-83B2-AEF6-D5C9-356A32A1AA2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32780F1-144C-B9FF-6977-1AABEE3793E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4E39749-6B6A-553C-0ECF-179B1D238BE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FD3C54-6E48-8A44-4F47-DE63ADE2AC0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8E0154-6A2F-FB0D-6C72-8CC168B84B9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206A0F-ADE0-A8EF-FEF7-90F72A80699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70AE35-1A4D-379E-B83B-A339F95627E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B4612C-2C83-965B-C82C-D24C181B474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8C8985-C52A-8F38-29D9-D727C8E166C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4BBD9D-12F0-C53A-30C9-2AF123BB9F0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4A523C3-F26A-AA09-9F95-A915D7ACDAA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C95C9-D4BE-2B94-16BE-A27371BAD3E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27B13-3580-6CA5-CD9A-C729FDBDC4B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7E458-BE20-B7F5-B633-F8B4F18B99B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015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9782</TotalTime>
  <Words>1836</Words>
  <Application>Microsoft Macintosh PowerPoint</Application>
  <PresentationFormat>Widescreen</PresentationFormat>
  <Paragraphs>1674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389</cp:revision>
  <cp:lastPrinted>2025-12-02T00:08:17Z</cp:lastPrinted>
  <dcterms:created xsi:type="dcterms:W3CDTF">2024-03-19T02:13:08Z</dcterms:created>
  <dcterms:modified xsi:type="dcterms:W3CDTF">2026-07-23T20:26:30Z</dcterms:modified>
</cp:coreProperties>
</file>