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457" r:id="rId2"/>
    <p:sldId id="531" r:id="rId3"/>
    <p:sldId id="591" r:id="rId4"/>
    <p:sldId id="532" r:id="rId5"/>
    <p:sldId id="533" r:id="rId6"/>
    <p:sldId id="592" r:id="rId7"/>
    <p:sldId id="593" r:id="rId8"/>
    <p:sldId id="594" r:id="rId9"/>
    <p:sldId id="595" r:id="rId10"/>
    <p:sldId id="601" r:id="rId11"/>
    <p:sldId id="602" r:id="rId12"/>
    <p:sldId id="596" r:id="rId13"/>
    <p:sldId id="597" r:id="rId14"/>
    <p:sldId id="598" r:id="rId15"/>
    <p:sldId id="599" r:id="rId16"/>
    <p:sldId id="600" r:id="rId17"/>
    <p:sldId id="603" r:id="rId18"/>
    <p:sldId id="604" r:id="rId19"/>
    <p:sldId id="552" r:id="rId20"/>
    <p:sldId id="553" r:id="rId21"/>
    <p:sldId id="554" r:id="rId22"/>
    <p:sldId id="555" r:id="rId23"/>
    <p:sldId id="556" r:id="rId24"/>
    <p:sldId id="557" r:id="rId25"/>
    <p:sldId id="558" r:id="rId26"/>
    <p:sldId id="559" r:id="rId27"/>
    <p:sldId id="560" r:id="rId28"/>
    <p:sldId id="561" r:id="rId29"/>
    <p:sldId id="562" r:id="rId30"/>
    <p:sldId id="563" r:id="rId31"/>
    <p:sldId id="564" r:id="rId32"/>
    <p:sldId id="565" r:id="rId33"/>
    <p:sldId id="566" r:id="rId34"/>
    <p:sldId id="567" r:id="rId35"/>
    <p:sldId id="568" r:id="rId36"/>
    <p:sldId id="569" r:id="rId37"/>
    <p:sldId id="570" r:id="rId38"/>
    <p:sldId id="571" r:id="rId39"/>
    <p:sldId id="572" r:id="rId40"/>
    <p:sldId id="573" r:id="rId41"/>
    <p:sldId id="574" r:id="rId42"/>
    <p:sldId id="575" r:id="rId43"/>
    <p:sldId id="576" r:id="rId44"/>
    <p:sldId id="577" r:id="rId45"/>
    <p:sldId id="578" r:id="rId46"/>
    <p:sldId id="581" r:id="rId47"/>
    <p:sldId id="582" r:id="rId48"/>
    <p:sldId id="583" r:id="rId49"/>
    <p:sldId id="584" r:id="rId50"/>
    <p:sldId id="585" r:id="rId51"/>
    <p:sldId id="586" r:id="rId52"/>
    <p:sldId id="587" r:id="rId53"/>
    <p:sldId id="588" r:id="rId54"/>
    <p:sldId id="58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73"/>
    <p:restoredTop sz="94670"/>
  </p:normalViewPr>
  <p:slideViewPr>
    <p:cSldViewPr snapToGrid="0">
      <p:cViewPr varScale="1">
        <p:scale>
          <a:sx n="113" d="100"/>
          <a:sy n="113" d="100"/>
        </p:scale>
        <p:origin x="14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8/9/26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F98C6-ECE9-A96D-9E94-C85AA1D24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51B59-788A-A47C-EC42-F0392DFA4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CD337-6342-856A-9F4B-30C0285EC5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8CBB7B-779E-23C9-2B31-3FDB81F573BC}"/>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1890248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FC2FB-D97F-53D5-889A-C87CE01CD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EDE90-ADA6-AD1A-0489-34259B8FB3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3D1C9-9070-B2C3-2136-E67D8E57CE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CF8600-CA79-ABA8-6ADD-82AE20F1FF87}"/>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1775065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9E059-F08A-3A09-FB4F-226E9999E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CCD30-D077-7646-E670-BAD90F9766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77489A-64A7-0C17-18FF-C9313D1E91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646593-21BE-54B1-4C8D-6D6D1C372540}"/>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735649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7F6D2-FB08-6B88-03BE-B29CB2A62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D21B0-B232-B9D4-99F9-B23FE8B1A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DFD364-796F-5EA7-EC3D-2BB6BC7B00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2AE95D-3088-FBC2-CD81-0AEF1743F363}"/>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2213525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77972-F062-F575-0B6F-3D20391F1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7E941E-557A-1C33-881E-0333938D7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9C5E7-7A57-14B1-2D29-57B219FC44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815C7D-FD24-1522-3F12-783024EB3930}"/>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852895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67AA7-27DF-FF3B-6390-44A67A933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691C7-B9C1-F683-460D-9BE269BB2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845B2-F3C3-5BEA-7FC7-A06DA79E5D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756D0E-210B-2B64-DBC7-956DAACE3C15}"/>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3823726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80D64-7BEB-6ED0-F198-A98BADB57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184BA-3A8B-57B4-8E77-C48C2E592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84775E-5C2B-AD42-FEE8-F5749AFF3E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E8EE55-16F0-50A3-5519-6448D8E02A94}"/>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2980361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FEA8B-479A-0ABE-35C2-B6AF96943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FC514-6636-B7E1-2DC5-26FD9E0ED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3802D-909F-2EC4-DF3C-F236328A7A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D20EB4-6666-57E5-5E09-97661F9736F4}"/>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3806212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49597-1613-C3C6-893C-115732A9B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44605-021A-5DDE-21F2-A1FEE7FA4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BC4F1-2848-7F2C-785C-54596B811D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F71F50-D7B9-322F-89B8-6FADC3E6502D}"/>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557030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1E591-4CD4-211C-4F62-C1011B582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F4265-F2BC-8727-4480-BDFEA485A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49191-7C4C-EDE0-4496-065C85DAF8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32844F-BA2C-0044-48F2-5F55B6FC8849}"/>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1052567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FA3C7-5393-6506-997C-2818C61A3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CCA06-4A7E-B809-3FE8-B38F53D1E8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7A36A-155B-FC5C-A027-55D29A3144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D746DD-BDB3-F2B8-633A-E20C115A9D6A}"/>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1039049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99A2-0221-8DF1-FC32-D80D9F61F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748D2-E580-3EF0-5786-3CD5BC6DF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5DCC6-9E9E-2E27-4B37-E269DB105D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05F5A5-A865-85CE-F172-D92CB36B4652}"/>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2424976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39BEF-C7EC-9899-5734-51DB0A698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00FF3-5EF1-4886-1715-ACDA0C88A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A7E89-48F8-A88D-97B9-3B53369255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488F94-6325-2EC5-5F07-DA42A1237852}"/>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2648458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BDB14-E7EF-AB53-8BBE-2C3500F0F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F8E6B-459C-06C6-EEA6-48FE643D4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D441BA-BEE0-3B3D-D4D1-19C8935634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93A40C-1FAB-70DB-00EC-7AEE22EF976E}"/>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505547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8E08E-2AAB-B885-591A-3C591996B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B0736-8382-1DE1-5F36-0A3A995938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30FDF-7FD9-77D9-F114-6A899C9991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9B73E8-7F52-7C3E-5D96-689344BB364C}"/>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39651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4CCF3-BE4C-D0A7-4A0B-3C7A71878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14299-181E-49BD-DDAF-FF52C55AB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36D53-12CC-30EE-9BB8-337CDF2898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47CF80-7775-46EE-6920-620C7D8B0B9A}"/>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34757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6BFA6-F777-CDDA-15A1-4F061EC1D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31DC0-7ADB-25C2-81D5-6DD0D252E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8D79A-57EC-3BEA-2E80-8E132BC38E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30B920-6285-0E26-3B13-8077609BEE04}"/>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3880315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532C4-8692-1BDD-91A3-8AD251499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F4A72-8A13-22CF-10F4-42DEC6096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03D6E-90FC-DD28-D5DB-849C0E3193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7CB323-AA29-3204-28EA-DE73009C4618}"/>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1855429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5688-E7C7-7A62-AD3A-DCB6B63E8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7E3A4-1280-C775-172E-660C8047D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4A1DA2-E2B4-AF1C-7FE6-06B81C29BA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A7EA26-FC24-50EA-504E-40D9139A35AE}"/>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2321495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91505-D2D1-DACE-8C8F-1659E6B75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94609-0E9C-6220-C46E-626BF8C91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DD196-3E7C-59A2-18D1-96785D04AC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79B31-D8EF-04B3-A566-CC15A82BA358}"/>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1696030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4C19-E604-306E-012F-EFD152A93C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BFE66D-1830-890C-E8E8-3992726147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DA324-BE3E-F085-9FE4-EAF0540656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45F9B3-D5AC-6535-614A-63CC414B238F}"/>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57057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0B0E4-5823-7711-59E2-503083385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2B451-3673-0359-299A-C166DB5B9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C4995-2320-A152-AC6A-CE67D62023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46B074-9D03-A363-7C01-60E648123951}"/>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18756917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91E0A-3852-EDB6-8C39-B3840D2AB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2BF0E-A62B-B0FD-BFE4-C051ACE95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0F852-4C3B-7833-49E0-C71482C529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3162FD-909C-C48E-3D25-3D6EADA044F7}"/>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425017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E1F10-F17C-1435-88C0-6284E0DE1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9F11E-0205-66A4-FA74-FD7F91C82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9EE1E-3C97-7AC2-31B1-56C1D2A5ED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65367B-D748-B2AE-2435-D6C93B009F9D}"/>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9636855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A1091-F9F2-885C-55B9-B20F99203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561F7-FC7E-5848-861B-E023CFB4A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15740-BF5D-7ED2-4958-C2B693652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69D3D2-6E7F-B69B-F3D9-790BE1415F9F}"/>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8533693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43D80-BFB1-3491-6186-8766BDDA6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B1FE8-E780-3F2B-3256-1A4EABF81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403A9-2EA3-F377-B8A6-5EB20EC846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9C5023-B1C8-406E-D9C1-BE1D3F5177A1}"/>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6526420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79605-B437-DC6A-06B9-87CDED6C7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AF38F-51D9-CA83-8663-B3EA71D88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91E97-C0D8-B5C6-AAB2-14CA173D57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315AB9-3F93-C76E-48C5-5F4CCCABE076}"/>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17455504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AEEE0-FD1E-6B03-9CDF-EFF42044B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843D4-DF0E-80BC-FC8B-1D055092D3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58199-FECD-F69E-E92D-2E1002C345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2476AA-80F0-4C96-BEFE-3F7911C8814F}"/>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38545400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343D0-1684-3F57-E877-2A75B5FD3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EDB8C-86CF-4670-99B0-CEEB0C669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57A90-D7C6-2AB1-6D6D-88F939CD01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DF3BA-F92F-FFBC-2F6C-4345572D3ACE}"/>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21190628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BCD65-8854-4E99-A4FB-0CD7A3C7E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BD3F1-72C1-CF2E-5562-094E89DBC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5F7583-F78E-746B-8E92-2FA0B2C8F1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D74F36-866E-E77A-F04E-A969EF4AC343}"/>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2039408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8B8A6-7339-DB67-65C2-2E8B05504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F8236-AD8E-0136-899B-3196F2916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57104-22F4-3155-CA40-95016844FA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6CAFA4-ED49-561D-FECD-3F7D74713F0A}"/>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3001455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E1072-75E6-2FBC-C5F4-AA41D4CCD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1BCCB-163C-4F31-99FF-893C82162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5401C-9A79-DF7D-654F-9B8C79F9D6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59BA95-8FD2-BDC3-B668-85DBE37A95B9}"/>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40184192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AFEF-C8D0-A502-333B-434A8DEB1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FB768-B76E-E2DE-15A9-015B321B5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F7A70-962A-6D7E-CBC5-B55C6793C7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A578F-3D45-EFF2-C801-D42845245686}"/>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6132109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E9566-FCB7-6CB9-308B-8AED473C5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581AE-4162-CE45-662A-7E9D2D090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A2477-AA4A-3110-723E-F18003AC85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DB682A-1B7D-7E84-05E9-8636C7A9BFB7}"/>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40496206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CBFD0-6BE9-0586-3B79-A83251B71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AB8A3-909B-D329-5EB4-88879C533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5DA4F-14DE-DAB9-8EAF-4BC9916629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476D61-34DE-39BD-AF1B-46B4C80DBB8B}"/>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9294954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7C781-D850-68DE-DE55-496014970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4371E-51A3-9040-07C5-1D2F2184F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44FF6-996B-DE9C-442E-75673C7F9C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CDDD9F-9E06-14C4-F9DF-76D12B23CD95}"/>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6128662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F0C13-D63D-EAF5-EB42-88AE53120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B2303-016F-5CD9-59EB-00CB6D824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12E52-C34B-3598-B874-6F091A6F48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BA7D3C-0E65-A1CE-44EB-6B84B9D7C031}"/>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30574096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8E4C7-CB96-B650-7B19-D7F22C951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61C40-2B40-EA86-B4E0-F51440FF1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FAAE8-F327-16D7-A37D-088BC74F68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99CE94-4832-083F-3AE9-BA6811E374DD}"/>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11870683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43BC2-B3F7-33A1-D7FC-65F7C67D2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D4604-CB1C-CB97-BD45-92F4F069F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BAF4A-29B8-010B-A20A-478B755438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172B3F-46E8-F2C9-7843-67DE834CD9AD}"/>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35454981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6C55F-0BD6-3FBA-1766-FCFC7EDA8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08852-4ABE-76BC-1800-C4D0D24DB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6C0F0-A082-ABC8-A943-04BBAD2F7F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EDED7-2753-949B-748D-99A6D24805BF}"/>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30106280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09AF6-7723-E5B0-FB42-29AF5C8A8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925F8-A3F9-514C-5D7B-EB307A3C5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76826-7B84-5F1D-4543-78B4F582B8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7189EB-2952-36D4-0F79-92F62DE3378A}"/>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7179554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94B56-0185-8A49-B9EC-267A1A3C7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D48D4-7890-C28A-CA4F-029F81B8C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ACF9C-AA03-D458-126B-AA1A39931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8AB157-5B46-405B-A3AB-ED0845722F65}"/>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16206695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1B0E7-77F2-9F8F-041F-CF327AAB2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78201-748D-6BCB-00D0-3D47CA67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5AE48-2E1C-E68C-CBFD-686A8CB1D4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A6195-B712-FBCE-F9EE-312CFF9151AB}"/>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10516837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6BA48-4D7F-49E4-3116-7DE3529ED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1816E-5C3B-F2A6-BF47-76218B22D7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7930D-D614-32E8-AAA6-EBBB3A98E7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86E8ED-A311-4EFB-5A09-AFF9F6FF693A}"/>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30225034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3F60B-E588-B7D4-6EA0-81DCBB843F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0E7BD-B910-22DA-C39D-281A419715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314DEB-4E17-57AF-105E-3A4AC8F33F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DF2127-4C5F-C53B-FB8B-328489F105FB}"/>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3019490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2F3E-E734-D19A-42B5-E98877DF6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DD73B-9511-C733-1DE0-7BB50D090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8A8D8-5FC2-C445-8514-193A2B8094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C7E837-A699-2C07-1228-5F81DF21908C}"/>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26181803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17D23-435E-B167-F4B0-8F9019001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2504F-6F7E-C42D-DDE9-B4B2C6648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D68222-C186-FAF7-C106-14F67345D3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497462-A28B-A2D5-5BD0-93413B34F045}"/>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31817902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7D280-01CF-D6A8-2878-B56E96D32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289AB-5AC7-8C0F-EF50-309E94BEE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4C3C2-5672-41F2-33A3-6D593B3FFF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A7CDC2-47CA-0DB2-9228-2D3EC579113F}"/>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29982796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1469C-D01C-8BAF-16DC-A1BC7234A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55101-110A-87A9-067F-0928E8B45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FDBB3-855E-5B48-B673-69098CD6E3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B192C0-B21E-4314-B4A0-1350E0021FCF}"/>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31388588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DB009-310F-BFE7-3695-43E568640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C8BBF-526C-199F-191A-3825EB71E2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1C747-03D8-B015-5496-C6599CC478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55BE27-F99D-E28B-667D-2CC8F4839148}"/>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22258438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FE80-6B78-6281-72F6-61DF6FC33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CCB67-AEF8-8D60-D3EB-CADCA9510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0AC3E-9247-A20A-06CD-61514A7218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88F179-E2DC-8608-9E64-D808C17A96F8}"/>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40156408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051DA-800C-44B2-84BF-3030588AF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41084-54BF-D8B2-4161-10BADCB32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1F5F6-2081-DD46-BB23-3CA932DF88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188A00-10A2-1734-6460-7813E7116CB6}"/>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2634829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BD562-6011-13E7-B8FD-886DCD36A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F7512-45B5-3214-3C5A-6F68DC686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3003F-A481-137B-61B2-FFE8802441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5A6CA0-D2EB-7BA8-9176-A57183AC5FFB}"/>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9055039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9BEDE6-3E6B-8A90-7F75-A180B9B5F10B}"/>
              </a:ext>
            </a:extLst>
          </p:cNvPr>
          <p:cNvPicPr>
            <a:picLocks noChangeAspect="1"/>
          </p:cNvPicPr>
          <p:nvPr userDrawn="1"/>
        </p:nvPicPr>
        <p:blipFill>
          <a:blip r:embed="rId2"/>
          <a:stretch>
            <a:fillRect/>
          </a:stretch>
        </p:blipFill>
        <p:spPr>
          <a:xfrm>
            <a:off x="3164561" y="-23296"/>
            <a:ext cx="4756207" cy="5321300"/>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8/9/26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8/9/26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A34D5-776A-3D59-F4B8-1554C5CEA4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E9163-3DA5-FB85-39F9-14A000E2797A}"/>
              </a:ext>
            </a:extLst>
          </p:cNvPr>
          <p:cNvSpPr>
            <a:spLocks noGrp="1"/>
          </p:cNvSpPr>
          <p:nvPr>
            <p:ph sz="half" idx="1"/>
          </p:nvPr>
        </p:nvSpPr>
        <p:spPr/>
        <p:txBody>
          <a:bodyPr/>
          <a:lstStyle/>
          <a:p>
            <a:r>
              <a:rPr lang="en-US" dirty="0"/>
              <a:t>Only one orange line has digits on it. From the given 1, we can determine the low digit cycle.</a:t>
            </a:r>
          </a:p>
        </p:txBody>
      </p:sp>
      <p:pic>
        <p:nvPicPr>
          <p:cNvPr id="4" name="Picture 3" descr="A grid of sudoku puzzle&#10;&#10;Description automatically generated">
            <a:extLst>
              <a:ext uri="{FF2B5EF4-FFF2-40B4-BE49-F238E27FC236}">
                <a16:creationId xmlns:a16="http://schemas.microsoft.com/office/drawing/2014/main" id="{74979C5B-62B3-DBFC-C346-3A20FC7FDD1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88FD1DD-BB3E-0598-CE4A-1204F9B169A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87904A-15A6-5F8D-DB31-CAB6D18A166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9D1B79D-46AB-C2F7-AB1A-25FD1327BE13}"/>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FEE8A542-CC15-61FC-A3B8-721188C960F6}"/>
              </a:ext>
            </a:extLst>
          </p:cNvPr>
          <p:cNvSpPr txBox="1"/>
          <p:nvPr/>
        </p:nvSpPr>
        <p:spPr>
          <a:xfrm>
            <a:off x="3138310" y="790619"/>
            <a:ext cx="570089" cy="230832"/>
          </a:xfrm>
          <a:prstGeom prst="rect">
            <a:avLst/>
          </a:prstGeom>
          <a:noFill/>
        </p:spPr>
        <p:txBody>
          <a:bodyPr wrap="square" rtlCol="0">
            <a:spAutoFit/>
          </a:bodyPr>
          <a:lstStyle/>
          <a:p>
            <a:pPr algn="ctr"/>
            <a:r>
              <a:rPr lang="en-US" sz="900" dirty="0"/>
              <a:t>23</a:t>
            </a:r>
          </a:p>
        </p:txBody>
      </p:sp>
      <p:sp>
        <p:nvSpPr>
          <p:cNvPr id="10" name="TextBox 9">
            <a:extLst>
              <a:ext uri="{FF2B5EF4-FFF2-40B4-BE49-F238E27FC236}">
                <a16:creationId xmlns:a16="http://schemas.microsoft.com/office/drawing/2014/main" id="{6E553EE8-A569-6DE8-CD66-E0EF56E7EBDC}"/>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01A80192-3498-DF87-7820-F161A55B4582}"/>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2" name="TextBox 11">
            <a:extLst>
              <a:ext uri="{FF2B5EF4-FFF2-40B4-BE49-F238E27FC236}">
                <a16:creationId xmlns:a16="http://schemas.microsoft.com/office/drawing/2014/main" id="{DEB20724-10B2-9CDA-43D1-D8BF2DE9AE3F}"/>
              </a:ext>
            </a:extLst>
          </p:cNvPr>
          <p:cNvSpPr txBox="1"/>
          <p:nvPr/>
        </p:nvSpPr>
        <p:spPr>
          <a:xfrm>
            <a:off x="4645378" y="790619"/>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18CD9430-B8B0-B6D6-E283-636B1E6CF1B5}"/>
              </a:ext>
            </a:extLst>
          </p:cNvPr>
          <p:cNvSpPr txBox="1"/>
          <p:nvPr/>
        </p:nvSpPr>
        <p:spPr>
          <a:xfrm>
            <a:off x="5650090" y="790619"/>
            <a:ext cx="570089" cy="230832"/>
          </a:xfrm>
          <a:prstGeom prst="rect">
            <a:avLst/>
          </a:prstGeom>
          <a:noFill/>
        </p:spPr>
        <p:txBody>
          <a:bodyPr wrap="square" rtlCol="0">
            <a:spAutoFit/>
          </a:bodyPr>
          <a:lstStyle/>
          <a:p>
            <a:pPr algn="ctr"/>
            <a:r>
              <a:rPr lang="en-US" sz="900" dirty="0"/>
              <a:t>123</a:t>
            </a:r>
          </a:p>
        </p:txBody>
      </p:sp>
    </p:spTree>
    <p:extLst>
      <p:ext uri="{BB962C8B-B14F-4D97-AF65-F5344CB8AC3E}">
        <p14:creationId xmlns:p14="http://schemas.microsoft.com/office/powerpoint/2010/main" val="3678374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4A11-8AC9-D68C-6222-216B1BDCCC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62C62B-2981-C1AE-00EC-D26824E11321}"/>
              </a:ext>
            </a:extLst>
          </p:cNvPr>
          <p:cNvSpPr>
            <a:spLocks noGrp="1"/>
          </p:cNvSpPr>
          <p:nvPr>
            <p:ph sz="half" idx="1"/>
          </p:nvPr>
        </p:nvSpPr>
        <p:spPr/>
        <p:txBody>
          <a:bodyPr/>
          <a:lstStyle/>
          <a:p>
            <a:r>
              <a:rPr lang="en-US" dirty="0"/>
              <a:t>This other orange line has two consecutive cells (in Row 1) that can’t be on the 123 cycle. So, we know where the 123 cycle is on this orange line, too.</a:t>
            </a:r>
          </a:p>
        </p:txBody>
      </p:sp>
      <p:pic>
        <p:nvPicPr>
          <p:cNvPr id="4" name="Picture 3" descr="A grid of sudoku puzzle&#10;&#10;Description automatically generated">
            <a:extLst>
              <a:ext uri="{FF2B5EF4-FFF2-40B4-BE49-F238E27FC236}">
                <a16:creationId xmlns:a16="http://schemas.microsoft.com/office/drawing/2014/main" id="{4DA757FB-9287-F1F5-5717-FD14876D909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5D45336-F5EB-1AD4-F118-11A46FAB01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A87D764-B9C3-6722-400E-D3FD68BF917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F7C457A-A7A6-90CB-61AF-11E1337BDCB3}"/>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BE889603-43E4-C9D9-8A05-418FC4AB862F}"/>
              </a:ext>
            </a:extLst>
          </p:cNvPr>
          <p:cNvSpPr txBox="1"/>
          <p:nvPr/>
        </p:nvSpPr>
        <p:spPr>
          <a:xfrm>
            <a:off x="3138310" y="790619"/>
            <a:ext cx="570089" cy="230832"/>
          </a:xfrm>
          <a:prstGeom prst="rect">
            <a:avLst/>
          </a:prstGeom>
          <a:noFill/>
        </p:spPr>
        <p:txBody>
          <a:bodyPr wrap="square" rtlCol="0">
            <a:spAutoFit/>
          </a:bodyPr>
          <a:lstStyle/>
          <a:p>
            <a:pPr algn="ctr"/>
            <a:r>
              <a:rPr lang="en-US" sz="900" dirty="0"/>
              <a:t>23</a:t>
            </a:r>
          </a:p>
        </p:txBody>
      </p:sp>
      <p:sp>
        <p:nvSpPr>
          <p:cNvPr id="10" name="TextBox 9">
            <a:extLst>
              <a:ext uri="{FF2B5EF4-FFF2-40B4-BE49-F238E27FC236}">
                <a16:creationId xmlns:a16="http://schemas.microsoft.com/office/drawing/2014/main" id="{15E1EC76-F201-6C82-AAEE-02A964FEE1E7}"/>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FC6A993A-FCE1-CD54-6D1A-B0C38589220B}"/>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2" name="TextBox 11">
            <a:extLst>
              <a:ext uri="{FF2B5EF4-FFF2-40B4-BE49-F238E27FC236}">
                <a16:creationId xmlns:a16="http://schemas.microsoft.com/office/drawing/2014/main" id="{4FC99814-71F4-B86D-CF02-ED85FB8CF604}"/>
              </a:ext>
            </a:extLst>
          </p:cNvPr>
          <p:cNvSpPr txBox="1"/>
          <p:nvPr/>
        </p:nvSpPr>
        <p:spPr>
          <a:xfrm>
            <a:off x="4645378" y="790619"/>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2E4ACE86-D296-B6A9-C2D0-9CFFAF1BFCF5}"/>
              </a:ext>
            </a:extLst>
          </p:cNvPr>
          <p:cNvSpPr txBox="1"/>
          <p:nvPr/>
        </p:nvSpPr>
        <p:spPr>
          <a:xfrm>
            <a:off x="5650090" y="790619"/>
            <a:ext cx="570089" cy="230832"/>
          </a:xfrm>
          <a:prstGeom prst="rect">
            <a:avLst/>
          </a:prstGeom>
          <a:noFill/>
        </p:spPr>
        <p:txBody>
          <a:bodyPr wrap="square" rtlCol="0">
            <a:spAutoFit/>
          </a:bodyPr>
          <a:lstStyle/>
          <a:p>
            <a:pPr algn="ctr"/>
            <a:r>
              <a:rPr lang="en-US" sz="900" dirty="0"/>
              <a:t>123</a:t>
            </a:r>
          </a:p>
        </p:txBody>
      </p:sp>
      <p:sp>
        <p:nvSpPr>
          <p:cNvPr id="3" name="TextBox 2">
            <a:extLst>
              <a:ext uri="{FF2B5EF4-FFF2-40B4-BE49-F238E27FC236}">
                <a16:creationId xmlns:a16="http://schemas.microsoft.com/office/drawing/2014/main" id="{18A7B89F-2E71-53E0-F906-0F9DA64F0D94}"/>
              </a:ext>
            </a:extLst>
          </p:cNvPr>
          <p:cNvSpPr txBox="1"/>
          <p:nvPr/>
        </p:nvSpPr>
        <p:spPr>
          <a:xfrm>
            <a:off x="7157158" y="1402877"/>
            <a:ext cx="570089" cy="230832"/>
          </a:xfrm>
          <a:prstGeom prst="rect">
            <a:avLst/>
          </a:prstGeom>
          <a:noFill/>
        </p:spPr>
        <p:txBody>
          <a:bodyPr wrap="square" rtlCol="0">
            <a:spAutoFit/>
          </a:bodyPr>
          <a:lstStyle/>
          <a:p>
            <a:pPr algn="ctr"/>
            <a:r>
              <a:rPr lang="en-US" sz="900" dirty="0"/>
              <a:t>32</a:t>
            </a:r>
          </a:p>
        </p:txBody>
      </p:sp>
      <p:sp>
        <p:nvSpPr>
          <p:cNvPr id="8" name="TextBox 7">
            <a:extLst>
              <a:ext uri="{FF2B5EF4-FFF2-40B4-BE49-F238E27FC236}">
                <a16:creationId xmlns:a16="http://schemas.microsoft.com/office/drawing/2014/main" id="{E537AC7B-6410-3588-1EA2-37230D263EAE}"/>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Tree>
    <p:extLst>
      <p:ext uri="{BB962C8B-B14F-4D97-AF65-F5344CB8AC3E}">
        <p14:creationId xmlns:p14="http://schemas.microsoft.com/office/powerpoint/2010/main" val="3666225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3EEF-2E10-0869-855C-496C16E963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02C18C-F596-1D66-CA92-2E5097702062}"/>
              </a:ext>
            </a:extLst>
          </p:cNvPr>
          <p:cNvSpPr>
            <a:spLocks noGrp="1"/>
          </p:cNvSpPr>
          <p:nvPr>
            <p:ph sz="half" idx="1"/>
          </p:nvPr>
        </p:nvSpPr>
        <p:spPr/>
        <p:txBody>
          <a:bodyPr/>
          <a:lstStyle/>
          <a:p>
            <a:r>
              <a:rPr lang="en-US" dirty="0"/>
              <a:t>From the given 5 we can determine the middle digit cycle, and thus the high digit cycle, too.</a:t>
            </a:r>
          </a:p>
        </p:txBody>
      </p:sp>
      <p:pic>
        <p:nvPicPr>
          <p:cNvPr id="4" name="Picture 3" descr="A grid of sudoku puzzle&#10;&#10;Description automatically generated">
            <a:extLst>
              <a:ext uri="{FF2B5EF4-FFF2-40B4-BE49-F238E27FC236}">
                <a16:creationId xmlns:a16="http://schemas.microsoft.com/office/drawing/2014/main" id="{F5EF2253-6C5A-FA7F-B9FB-A9F9FA24A7F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A4082BF-FD58-BF8D-D1D1-649D98D15D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2AACF3F-3511-C58C-C98B-55A23185959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661CB85-B161-F78B-E265-105D4BD59C6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8852517-F686-6475-4519-56D61A27BFD9}"/>
              </a:ext>
            </a:extLst>
          </p:cNvPr>
          <p:cNvSpPr txBox="1"/>
          <p:nvPr/>
        </p:nvSpPr>
        <p:spPr>
          <a:xfrm>
            <a:off x="4645378" y="790619"/>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79A8C82C-7350-E3C2-524C-38C4C0B276A8}"/>
              </a:ext>
            </a:extLst>
          </p:cNvPr>
          <p:cNvSpPr txBox="1"/>
          <p:nvPr/>
        </p:nvSpPr>
        <p:spPr>
          <a:xfrm>
            <a:off x="5650090" y="790619"/>
            <a:ext cx="570089" cy="230832"/>
          </a:xfrm>
          <a:prstGeom prst="rect">
            <a:avLst/>
          </a:prstGeom>
          <a:noFill/>
        </p:spPr>
        <p:txBody>
          <a:bodyPr wrap="square" rtlCol="0">
            <a:spAutoFit/>
          </a:bodyPr>
          <a:lstStyle/>
          <a:p>
            <a:pPr algn="ctr"/>
            <a:r>
              <a:rPr lang="en-US" sz="900" dirty="0"/>
              <a:t>123</a:t>
            </a:r>
          </a:p>
        </p:txBody>
      </p:sp>
      <p:sp>
        <p:nvSpPr>
          <p:cNvPr id="9" name="TextBox 8">
            <a:extLst>
              <a:ext uri="{FF2B5EF4-FFF2-40B4-BE49-F238E27FC236}">
                <a16:creationId xmlns:a16="http://schemas.microsoft.com/office/drawing/2014/main" id="{2FCC3D86-C281-D08C-908C-F3D92102E202}"/>
              </a:ext>
            </a:extLst>
          </p:cNvPr>
          <p:cNvSpPr txBox="1"/>
          <p:nvPr/>
        </p:nvSpPr>
        <p:spPr>
          <a:xfrm>
            <a:off x="3138310" y="790619"/>
            <a:ext cx="570089" cy="230832"/>
          </a:xfrm>
          <a:prstGeom prst="rect">
            <a:avLst/>
          </a:prstGeom>
          <a:noFill/>
        </p:spPr>
        <p:txBody>
          <a:bodyPr wrap="square" rtlCol="0">
            <a:spAutoFit/>
          </a:bodyPr>
          <a:lstStyle/>
          <a:p>
            <a:pPr algn="ctr"/>
            <a:r>
              <a:rPr lang="en-US" sz="900" dirty="0"/>
              <a:t>23</a:t>
            </a:r>
          </a:p>
        </p:txBody>
      </p:sp>
      <p:sp>
        <p:nvSpPr>
          <p:cNvPr id="10" name="TextBox 9">
            <a:extLst>
              <a:ext uri="{FF2B5EF4-FFF2-40B4-BE49-F238E27FC236}">
                <a16:creationId xmlns:a16="http://schemas.microsoft.com/office/drawing/2014/main" id="{8DD85B8D-5557-6EFA-752E-7B7C657290A6}"/>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9AC6A412-7769-DB78-7B8F-3D9834A43C5D}"/>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2" name="TextBox 11">
            <a:extLst>
              <a:ext uri="{FF2B5EF4-FFF2-40B4-BE49-F238E27FC236}">
                <a16:creationId xmlns:a16="http://schemas.microsoft.com/office/drawing/2014/main" id="{D4AA97A6-188D-3DE4-3530-F5E942400E88}"/>
              </a:ext>
            </a:extLst>
          </p:cNvPr>
          <p:cNvSpPr txBox="1"/>
          <p:nvPr/>
        </p:nvSpPr>
        <p:spPr>
          <a:xfrm>
            <a:off x="3640666" y="790619"/>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42EEBF49-AB1F-B539-FC40-A7B91CFC41A2}"/>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E1BB0143-C5B7-7883-3FB7-5BE68D8812C6}"/>
              </a:ext>
            </a:extLst>
          </p:cNvPr>
          <p:cNvSpPr txBox="1"/>
          <p:nvPr/>
        </p:nvSpPr>
        <p:spPr>
          <a:xfrm>
            <a:off x="5147734" y="790619"/>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CF51AA9A-D5F7-0BCC-20F5-C49A6C8BCD59}"/>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C44CE896-4974-FF73-02B8-FB46F7C5D1F6}"/>
              </a:ext>
            </a:extLst>
          </p:cNvPr>
          <p:cNvSpPr txBox="1"/>
          <p:nvPr/>
        </p:nvSpPr>
        <p:spPr>
          <a:xfrm>
            <a:off x="5147734" y="1545995"/>
            <a:ext cx="570089" cy="230832"/>
          </a:xfrm>
          <a:prstGeom prst="rect">
            <a:avLst/>
          </a:prstGeom>
          <a:noFill/>
        </p:spPr>
        <p:txBody>
          <a:bodyPr wrap="square" rtlCol="0">
            <a:spAutoFit/>
          </a:bodyPr>
          <a:lstStyle/>
          <a:p>
            <a:pPr algn="ctr"/>
            <a:r>
              <a:rPr lang="en-US" sz="900" dirty="0"/>
              <a:t>89</a:t>
            </a:r>
          </a:p>
        </p:txBody>
      </p:sp>
      <p:sp>
        <p:nvSpPr>
          <p:cNvPr id="17" name="TextBox 16">
            <a:extLst>
              <a:ext uri="{FF2B5EF4-FFF2-40B4-BE49-F238E27FC236}">
                <a16:creationId xmlns:a16="http://schemas.microsoft.com/office/drawing/2014/main" id="{85DE6150-3170-CE4A-5027-888E19739688}"/>
              </a:ext>
            </a:extLst>
          </p:cNvPr>
          <p:cNvSpPr txBox="1"/>
          <p:nvPr/>
        </p:nvSpPr>
        <p:spPr>
          <a:xfrm>
            <a:off x="3138310" y="1402877"/>
            <a:ext cx="570089" cy="230832"/>
          </a:xfrm>
          <a:prstGeom prst="rect">
            <a:avLst/>
          </a:prstGeom>
          <a:noFill/>
        </p:spPr>
        <p:txBody>
          <a:bodyPr wrap="square" rtlCol="0">
            <a:spAutoFit/>
          </a:bodyPr>
          <a:lstStyle/>
          <a:p>
            <a:pPr algn="ctr"/>
            <a:r>
              <a:rPr lang="en-US" sz="900" dirty="0"/>
              <a:t>46</a:t>
            </a:r>
          </a:p>
        </p:txBody>
      </p:sp>
      <p:sp>
        <p:nvSpPr>
          <p:cNvPr id="18" name="TextBox 17">
            <a:extLst>
              <a:ext uri="{FF2B5EF4-FFF2-40B4-BE49-F238E27FC236}">
                <a16:creationId xmlns:a16="http://schemas.microsoft.com/office/drawing/2014/main" id="{389DEC1E-6ED2-E8BC-43AD-54A4151DD015}"/>
              </a:ext>
            </a:extLst>
          </p:cNvPr>
          <p:cNvSpPr txBox="1"/>
          <p:nvPr/>
        </p:nvSpPr>
        <p:spPr>
          <a:xfrm>
            <a:off x="3640666" y="1903821"/>
            <a:ext cx="570089" cy="230832"/>
          </a:xfrm>
          <a:prstGeom prst="rect">
            <a:avLst/>
          </a:prstGeom>
          <a:noFill/>
        </p:spPr>
        <p:txBody>
          <a:bodyPr wrap="square" rtlCol="0">
            <a:spAutoFit/>
          </a:bodyPr>
          <a:lstStyle/>
          <a:p>
            <a:pPr algn="ctr"/>
            <a:r>
              <a:rPr lang="en-US" sz="900" dirty="0"/>
              <a:t>789</a:t>
            </a:r>
          </a:p>
        </p:txBody>
      </p:sp>
      <p:sp>
        <p:nvSpPr>
          <p:cNvPr id="19" name="TextBox 18">
            <a:extLst>
              <a:ext uri="{FF2B5EF4-FFF2-40B4-BE49-F238E27FC236}">
                <a16:creationId xmlns:a16="http://schemas.microsoft.com/office/drawing/2014/main" id="{EE9955CD-5BCB-438C-B5E1-1EDEA663B8D2}"/>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20" name="TextBox 19">
            <a:extLst>
              <a:ext uri="{FF2B5EF4-FFF2-40B4-BE49-F238E27FC236}">
                <a16:creationId xmlns:a16="http://schemas.microsoft.com/office/drawing/2014/main" id="{AD4E3BC9-40C0-B90F-34A2-E56647473B96}"/>
              </a:ext>
            </a:extLst>
          </p:cNvPr>
          <p:cNvSpPr txBox="1"/>
          <p:nvPr/>
        </p:nvSpPr>
        <p:spPr>
          <a:xfrm>
            <a:off x="3640666" y="2547883"/>
            <a:ext cx="570089" cy="230832"/>
          </a:xfrm>
          <a:prstGeom prst="rect">
            <a:avLst/>
          </a:prstGeom>
          <a:noFill/>
        </p:spPr>
        <p:txBody>
          <a:bodyPr wrap="square" rtlCol="0">
            <a:spAutoFit/>
          </a:bodyPr>
          <a:lstStyle/>
          <a:p>
            <a:pPr algn="ctr"/>
            <a:r>
              <a:rPr lang="en-US" sz="900" dirty="0"/>
              <a:t>456</a:t>
            </a:r>
          </a:p>
        </p:txBody>
      </p:sp>
      <p:sp>
        <p:nvSpPr>
          <p:cNvPr id="21" name="TextBox 20">
            <a:extLst>
              <a:ext uri="{FF2B5EF4-FFF2-40B4-BE49-F238E27FC236}">
                <a16:creationId xmlns:a16="http://schemas.microsoft.com/office/drawing/2014/main" id="{6E3E6D0F-A715-E3DE-ECCD-0F4506A52308}"/>
              </a:ext>
            </a:extLst>
          </p:cNvPr>
          <p:cNvSpPr txBox="1"/>
          <p:nvPr/>
        </p:nvSpPr>
        <p:spPr>
          <a:xfrm>
            <a:off x="7157158" y="1402877"/>
            <a:ext cx="570089" cy="230832"/>
          </a:xfrm>
          <a:prstGeom prst="rect">
            <a:avLst/>
          </a:prstGeom>
          <a:noFill/>
        </p:spPr>
        <p:txBody>
          <a:bodyPr wrap="square" rtlCol="0">
            <a:spAutoFit/>
          </a:bodyPr>
          <a:lstStyle/>
          <a:p>
            <a:pPr algn="ctr"/>
            <a:r>
              <a:rPr lang="en-US" sz="900" dirty="0"/>
              <a:t>32</a:t>
            </a:r>
          </a:p>
        </p:txBody>
      </p:sp>
      <p:sp>
        <p:nvSpPr>
          <p:cNvPr id="22" name="TextBox 21">
            <a:extLst>
              <a:ext uri="{FF2B5EF4-FFF2-40B4-BE49-F238E27FC236}">
                <a16:creationId xmlns:a16="http://schemas.microsoft.com/office/drawing/2014/main" id="{0AD9B366-8F75-074D-D6BD-7E932802A81D}"/>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Tree>
    <p:extLst>
      <p:ext uri="{BB962C8B-B14F-4D97-AF65-F5344CB8AC3E}">
        <p14:creationId xmlns:p14="http://schemas.microsoft.com/office/powerpoint/2010/main" val="3045391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6347E-0447-A6ED-CA1F-B9B2DF2A5E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1C41C3-FD03-CD9F-FB9E-E055BDB74B0A}"/>
              </a:ext>
            </a:extLst>
          </p:cNvPr>
          <p:cNvSpPr>
            <a:spLocks noGrp="1"/>
          </p:cNvSpPr>
          <p:nvPr>
            <p:ph sz="half" idx="1"/>
          </p:nvPr>
        </p:nvSpPr>
        <p:spPr/>
        <p:txBody>
          <a:bodyPr/>
          <a:lstStyle/>
          <a:p>
            <a:r>
              <a:rPr lang="en-US" dirty="0"/>
              <a:t>Complete upper left and upper center blocks.</a:t>
            </a:r>
          </a:p>
        </p:txBody>
      </p:sp>
      <p:pic>
        <p:nvPicPr>
          <p:cNvPr id="4" name="Picture 3" descr="A grid of sudoku puzzle&#10;&#10;Description automatically generated">
            <a:extLst>
              <a:ext uri="{FF2B5EF4-FFF2-40B4-BE49-F238E27FC236}">
                <a16:creationId xmlns:a16="http://schemas.microsoft.com/office/drawing/2014/main" id="{AC521225-0EC2-51DE-AB3F-43B44EBFC22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5F1758B-7D8E-EE80-4963-C9711C82E11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DF54973-3BDD-C8AC-4948-DDCDB8A279A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4E6B2E7-4152-0E39-5ABC-2A56324EA0A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9EE666C-BBD1-867B-6985-4AA72014615F}"/>
              </a:ext>
            </a:extLst>
          </p:cNvPr>
          <p:cNvSpPr txBox="1"/>
          <p:nvPr/>
        </p:nvSpPr>
        <p:spPr>
          <a:xfrm>
            <a:off x="4645378" y="790619"/>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E6054149-1364-F064-A2C5-FFF51DBC6C15}"/>
              </a:ext>
            </a:extLst>
          </p:cNvPr>
          <p:cNvSpPr txBox="1"/>
          <p:nvPr/>
        </p:nvSpPr>
        <p:spPr>
          <a:xfrm>
            <a:off x="5650090" y="790619"/>
            <a:ext cx="570089" cy="230832"/>
          </a:xfrm>
          <a:prstGeom prst="rect">
            <a:avLst/>
          </a:prstGeom>
          <a:noFill/>
        </p:spPr>
        <p:txBody>
          <a:bodyPr wrap="square" rtlCol="0">
            <a:spAutoFit/>
          </a:bodyPr>
          <a:lstStyle/>
          <a:p>
            <a:pPr algn="ctr"/>
            <a:r>
              <a:rPr lang="en-US" sz="900" dirty="0"/>
              <a:t>123</a:t>
            </a:r>
          </a:p>
        </p:txBody>
      </p:sp>
      <p:sp>
        <p:nvSpPr>
          <p:cNvPr id="9" name="TextBox 8">
            <a:extLst>
              <a:ext uri="{FF2B5EF4-FFF2-40B4-BE49-F238E27FC236}">
                <a16:creationId xmlns:a16="http://schemas.microsoft.com/office/drawing/2014/main" id="{F8499395-CFB6-98AF-46A9-D70697846599}"/>
              </a:ext>
            </a:extLst>
          </p:cNvPr>
          <p:cNvSpPr txBox="1"/>
          <p:nvPr/>
        </p:nvSpPr>
        <p:spPr>
          <a:xfrm>
            <a:off x="3138310" y="790619"/>
            <a:ext cx="570089" cy="230832"/>
          </a:xfrm>
          <a:prstGeom prst="rect">
            <a:avLst/>
          </a:prstGeom>
          <a:noFill/>
        </p:spPr>
        <p:txBody>
          <a:bodyPr wrap="square" rtlCol="0">
            <a:spAutoFit/>
          </a:bodyPr>
          <a:lstStyle/>
          <a:p>
            <a:pPr algn="ctr"/>
            <a:r>
              <a:rPr lang="en-US" sz="900" dirty="0"/>
              <a:t>23</a:t>
            </a:r>
          </a:p>
        </p:txBody>
      </p:sp>
      <p:sp>
        <p:nvSpPr>
          <p:cNvPr id="10" name="TextBox 9">
            <a:extLst>
              <a:ext uri="{FF2B5EF4-FFF2-40B4-BE49-F238E27FC236}">
                <a16:creationId xmlns:a16="http://schemas.microsoft.com/office/drawing/2014/main" id="{9EF08569-CC93-FDEE-B7E6-6377F16DEFB1}"/>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D665AB43-BD5C-6BAF-6E4B-97F36AE06A61}"/>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2" name="TextBox 11">
            <a:extLst>
              <a:ext uri="{FF2B5EF4-FFF2-40B4-BE49-F238E27FC236}">
                <a16:creationId xmlns:a16="http://schemas.microsoft.com/office/drawing/2014/main" id="{24CF6F1F-0E01-C553-7562-36DD1F76F57A}"/>
              </a:ext>
            </a:extLst>
          </p:cNvPr>
          <p:cNvSpPr txBox="1"/>
          <p:nvPr/>
        </p:nvSpPr>
        <p:spPr>
          <a:xfrm>
            <a:off x="3640666" y="790619"/>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4BEC2718-887A-00B2-83D5-1E10631173A2}"/>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7DCDEDFF-67A9-8CC4-B13E-B3F3F8A7E39D}"/>
              </a:ext>
            </a:extLst>
          </p:cNvPr>
          <p:cNvSpPr txBox="1"/>
          <p:nvPr/>
        </p:nvSpPr>
        <p:spPr>
          <a:xfrm>
            <a:off x="5147734" y="790619"/>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59A2870B-BD4F-BB37-4F94-8288CA2C375D}"/>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B7C95EF4-6DF4-AFB9-A9F4-F10E61645B9E}"/>
              </a:ext>
            </a:extLst>
          </p:cNvPr>
          <p:cNvSpPr txBox="1"/>
          <p:nvPr/>
        </p:nvSpPr>
        <p:spPr>
          <a:xfrm>
            <a:off x="5147734" y="1545995"/>
            <a:ext cx="570089" cy="230832"/>
          </a:xfrm>
          <a:prstGeom prst="rect">
            <a:avLst/>
          </a:prstGeom>
          <a:noFill/>
        </p:spPr>
        <p:txBody>
          <a:bodyPr wrap="square" rtlCol="0">
            <a:spAutoFit/>
          </a:bodyPr>
          <a:lstStyle/>
          <a:p>
            <a:pPr algn="ctr"/>
            <a:r>
              <a:rPr lang="en-US" sz="900" dirty="0"/>
              <a:t>89</a:t>
            </a:r>
          </a:p>
        </p:txBody>
      </p:sp>
      <p:sp>
        <p:nvSpPr>
          <p:cNvPr id="17" name="TextBox 16">
            <a:extLst>
              <a:ext uri="{FF2B5EF4-FFF2-40B4-BE49-F238E27FC236}">
                <a16:creationId xmlns:a16="http://schemas.microsoft.com/office/drawing/2014/main" id="{A5443D77-13C1-8CD9-F939-446C76519A3F}"/>
              </a:ext>
            </a:extLst>
          </p:cNvPr>
          <p:cNvSpPr txBox="1"/>
          <p:nvPr/>
        </p:nvSpPr>
        <p:spPr>
          <a:xfrm>
            <a:off x="3138310" y="1402877"/>
            <a:ext cx="570089" cy="230832"/>
          </a:xfrm>
          <a:prstGeom prst="rect">
            <a:avLst/>
          </a:prstGeom>
          <a:noFill/>
        </p:spPr>
        <p:txBody>
          <a:bodyPr wrap="square" rtlCol="0">
            <a:spAutoFit/>
          </a:bodyPr>
          <a:lstStyle/>
          <a:p>
            <a:pPr algn="ctr"/>
            <a:r>
              <a:rPr lang="en-US" sz="900" dirty="0"/>
              <a:t>46</a:t>
            </a:r>
          </a:p>
        </p:txBody>
      </p:sp>
      <p:sp>
        <p:nvSpPr>
          <p:cNvPr id="18" name="TextBox 17">
            <a:extLst>
              <a:ext uri="{FF2B5EF4-FFF2-40B4-BE49-F238E27FC236}">
                <a16:creationId xmlns:a16="http://schemas.microsoft.com/office/drawing/2014/main" id="{2BAD7F01-D16E-6D20-D906-7F057A144EE5}"/>
              </a:ext>
            </a:extLst>
          </p:cNvPr>
          <p:cNvSpPr txBox="1"/>
          <p:nvPr/>
        </p:nvSpPr>
        <p:spPr>
          <a:xfrm>
            <a:off x="3640666" y="1903821"/>
            <a:ext cx="570089" cy="230832"/>
          </a:xfrm>
          <a:prstGeom prst="rect">
            <a:avLst/>
          </a:prstGeom>
          <a:noFill/>
        </p:spPr>
        <p:txBody>
          <a:bodyPr wrap="square" rtlCol="0">
            <a:spAutoFit/>
          </a:bodyPr>
          <a:lstStyle/>
          <a:p>
            <a:pPr algn="ctr"/>
            <a:r>
              <a:rPr lang="en-US" sz="900" dirty="0"/>
              <a:t>789</a:t>
            </a:r>
          </a:p>
        </p:txBody>
      </p:sp>
      <p:sp>
        <p:nvSpPr>
          <p:cNvPr id="19" name="TextBox 18">
            <a:extLst>
              <a:ext uri="{FF2B5EF4-FFF2-40B4-BE49-F238E27FC236}">
                <a16:creationId xmlns:a16="http://schemas.microsoft.com/office/drawing/2014/main" id="{C23C8C6C-5AAA-F18A-31C5-FC29B54BB873}"/>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20" name="TextBox 19">
            <a:extLst>
              <a:ext uri="{FF2B5EF4-FFF2-40B4-BE49-F238E27FC236}">
                <a16:creationId xmlns:a16="http://schemas.microsoft.com/office/drawing/2014/main" id="{BDBB656D-23CC-44C3-6E9B-74D2898177AF}"/>
              </a:ext>
            </a:extLst>
          </p:cNvPr>
          <p:cNvSpPr txBox="1"/>
          <p:nvPr/>
        </p:nvSpPr>
        <p:spPr>
          <a:xfrm>
            <a:off x="3640666" y="2547883"/>
            <a:ext cx="570089" cy="230832"/>
          </a:xfrm>
          <a:prstGeom prst="rect">
            <a:avLst/>
          </a:prstGeom>
          <a:noFill/>
        </p:spPr>
        <p:txBody>
          <a:bodyPr wrap="square" rtlCol="0">
            <a:spAutoFit/>
          </a:bodyPr>
          <a:lstStyle/>
          <a:p>
            <a:pPr algn="ctr"/>
            <a:r>
              <a:rPr lang="en-US" sz="900" dirty="0"/>
              <a:t>456</a:t>
            </a:r>
          </a:p>
        </p:txBody>
      </p:sp>
      <p:sp>
        <p:nvSpPr>
          <p:cNvPr id="22" name="TextBox 21">
            <a:extLst>
              <a:ext uri="{FF2B5EF4-FFF2-40B4-BE49-F238E27FC236}">
                <a16:creationId xmlns:a16="http://schemas.microsoft.com/office/drawing/2014/main" id="{FBD3C7AE-19EC-0AC8-0E77-1F8880E1678E}"/>
              </a:ext>
            </a:extLst>
          </p:cNvPr>
          <p:cNvSpPr txBox="1"/>
          <p:nvPr/>
        </p:nvSpPr>
        <p:spPr>
          <a:xfrm>
            <a:off x="4645378" y="1402877"/>
            <a:ext cx="570089" cy="230832"/>
          </a:xfrm>
          <a:prstGeom prst="rect">
            <a:avLst/>
          </a:prstGeom>
          <a:noFill/>
        </p:spPr>
        <p:txBody>
          <a:bodyPr wrap="square" rtlCol="0">
            <a:spAutoFit/>
          </a:bodyPr>
          <a:lstStyle/>
          <a:p>
            <a:pPr algn="ctr"/>
            <a:r>
              <a:rPr lang="en-US" sz="900" dirty="0"/>
              <a:t>49</a:t>
            </a:r>
          </a:p>
        </p:txBody>
      </p:sp>
      <p:sp>
        <p:nvSpPr>
          <p:cNvPr id="23" name="TextBox 22">
            <a:extLst>
              <a:ext uri="{FF2B5EF4-FFF2-40B4-BE49-F238E27FC236}">
                <a16:creationId xmlns:a16="http://schemas.microsoft.com/office/drawing/2014/main" id="{C4E0CEE9-3CF5-F0C2-F79E-A893E4F9FBA9}"/>
              </a:ext>
            </a:extLst>
          </p:cNvPr>
          <p:cNvSpPr txBox="1"/>
          <p:nvPr/>
        </p:nvSpPr>
        <p:spPr>
          <a:xfrm>
            <a:off x="4143022" y="1903821"/>
            <a:ext cx="570089" cy="230832"/>
          </a:xfrm>
          <a:prstGeom prst="rect">
            <a:avLst/>
          </a:prstGeom>
          <a:noFill/>
        </p:spPr>
        <p:txBody>
          <a:bodyPr wrap="square" rtlCol="0">
            <a:spAutoFit/>
          </a:bodyPr>
          <a:lstStyle/>
          <a:p>
            <a:pPr algn="ctr"/>
            <a:r>
              <a:rPr lang="en-US" sz="900" dirty="0"/>
              <a:t>256</a:t>
            </a:r>
          </a:p>
        </p:txBody>
      </p:sp>
      <p:sp>
        <p:nvSpPr>
          <p:cNvPr id="24" name="TextBox 23">
            <a:extLst>
              <a:ext uri="{FF2B5EF4-FFF2-40B4-BE49-F238E27FC236}">
                <a16:creationId xmlns:a16="http://schemas.microsoft.com/office/drawing/2014/main" id="{8057B2CD-B726-7F20-CD6A-2B1EC1494487}"/>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4579</a:t>
            </a:r>
          </a:p>
        </p:txBody>
      </p:sp>
      <p:sp>
        <p:nvSpPr>
          <p:cNvPr id="25" name="TextBox 24">
            <a:extLst>
              <a:ext uri="{FF2B5EF4-FFF2-40B4-BE49-F238E27FC236}">
                <a16:creationId xmlns:a16="http://schemas.microsoft.com/office/drawing/2014/main" id="{7045477E-82AE-1756-F985-EDFEFDD842E9}"/>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E18C33E2-3423-70CC-3329-836A2A3096BE}"/>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9687C004-5DA4-307A-7D1B-5642CC8109B4}"/>
              </a:ext>
            </a:extLst>
          </p:cNvPr>
          <p:cNvSpPr txBox="1"/>
          <p:nvPr/>
        </p:nvSpPr>
        <p:spPr>
          <a:xfrm>
            <a:off x="7157158" y="1402877"/>
            <a:ext cx="570089" cy="230832"/>
          </a:xfrm>
          <a:prstGeom prst="rect">
            <a:avLst/>
          </a:prstGeom>
          <a:noFill/>
        </p:spPr>
        <p:txBody>
          <a:bodyPr wrap="square" rtlCol="0">
            <a:spAutoFit/>
          </a:bodyPr>
          <a:lstStyle/>
          <a:p>
            <a:pPr algn="ctr"/>
            <a:r>
              <a:rPr lang="en-US" sz="900" dirty="0"/>
              <a:t>32</a:t>
            </a:r>
          </a:p>
        </p:txBody>
      </p:sp>
      <p:sp>
        <p:nvSpPr>
          <p:cNvPr id="28" name="TextBox 27">
            <a:extLst>
              <a:ext uri="{FF2B5EF4-FFF2-40B4-BE49-F238E27FC236}">
                <a16:creationId xmlns:a16="http://schemas.microsoft.com/office/drawing/2014/main" id="{FBDA1D88-A2D3-B44C-ADE6-04F09A4F1E21}"/>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5165BE0C-5469-CC21-7475-BF46F77F746D}"/>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767747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C4A26-5A52-5DB4-950A-2C404AD474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DD517-1D93-AB25-C2FF-0304ADB5384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41DB21F-2C91-D0BB-72A5-848C32CF98E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9D8BC8D-C812-B93F-AA13-78D09017ADA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8CD17C2-533F-8382-7BB0-3A5EEACB428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21FFBAF-2737-3BE2-A0E2-04158B01213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33EF6D1-A87B-F479-60EC-1CD97A2AC14E}"/>
              </a:ext>
            </a:extLst>
          </p:cNvPr>
          <p:cNvSpPr txBox="1"/>
          <p:nvPr/>
        </p:nvSpPr>
        <p:spPr>
          <a:xfrm>
            <a:off x="4645378" y="790619"/>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A42E6F67-C84F-233D-56F5-6F690D204D3C}"/>
              </a:ext>
            </a:extLst>
          </p:cNvPr>
          <p:cNvSpPr txBox="1"/>
          <p:nvPr/>
        </p:nvSpPr>
        <p:spPr>
          <a:xfrm>
            <a:off x="5650090" y="790619"/>
            <a:ext cx="570089" cy="230832"/>
          </a:xfrm>
          <a:prstGeom prst="rect">
            <a:avLst/>
          </a:prstGeom>
          <a:noFill/>
        </p:spPr>
        <p:txBody>
          <a:bodyPr wrap="square" rtlCol="0">
            <a:spAutoFit/>
          </a:bodyPr>
          <a:lstStyle/>
          <a:p>
            <a:pPr algn="ctr"/>
            <a:r>
              <a:rPr lang="en-US" sz="900" dirty="0"/>
              <a:t>123</a:t>
            </a:r>
          </a:p>
        </p:txBody>
      </p:sp>
      <p:sp>
        <p:nvSpPr>
          <p:cNvPr id="9" name="TextBox 8">
            <a:extLst>
              <a:ext uri="{FF2B5EF4-FFF2-40B4-BE49-F238E27FC236}">
                <a16:creationId xmlns:a16="http://schemas.microsoft.com/office/drawing/2014/main" id="{3BEC1917-738E-8247-F742-83E30D26BA26}"/>
              </a:ext>
            </a:extLst>
          </p:cNvPr>
          <p:cNvSpPr txBox="1"/>
          <p:nvPr/>
        </p:nvSpPr>
        <p:spPr>
          <a:xfrm>
            <a:off x="3138310" y="790619"/>
            <a:ext cx="570089" cy="230832"/>
          </a:xfrm>
          <a:prstGeom prst="rect">
            <a:avLst/>
          </a:prstGeom>
          <a:noFill/>
        </p:spPr>
        <p:txBody>
          <a:bodyPr wrap="square" rtlCol="0">
            <a:spAutoFit/>
          </a:bodyPr>
          <a:lstStyle/>
          <a:p>
            <a:pPr algn="ctr"/>
            <a:r>
              <a:rPr lang="en-US" sz="900" dirty="0"/>
              <a:t>23</a:t>
            </a:r>
          </a:p>
        </p:txBody>
      </p:sp>
      <p:sp>
        <p:nvSpPr>
          <p:cNvPr id="10" name="TextBox 9">
            <a:extLst>
              <a:ext uri="{FF2B5EF4-FFF2-40B4-BE49-F238E27FC236}">
                <a16:creationId xmlns:a16="http://schemas.microsoft.com/office/drawing/2014/main" id="{463B9F89-271B-82E9-FE1A-6B617A3D1DA3}"/>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F85D4206-8B26-37C6-A590-CB990B808A1B}"/>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2" name="TextBox 11">
            <a:extLst>
              <a:ext uri="{FF2B5EF4-FFF2-40B4-BE49-F238E27FC236}">
                <a16:creationId xmlns:a16="http://schemas.microsoft.com/office/drawing/2014/main" id="{6A981793-92D5-27DD-E585-B66BD3E62D3D}"/>
              </a:ext>
            </a:extLst>
          </p:cNvPr>
          <p:cNvSpPr txBox="1"/>
          <p:nvPr/>
        </p:nvSpPr>
        <p:spPr>
          <a:xfrm>
            <a:off x="3640666" y="790619"/>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88CD9736-A9A3-3F39-029C-55F6BC09129A}"/>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67E57280-FC9D-BEC8-E075-63297CFE1BC3}"/>
              </a:ext>
            </a:extLst>
          </p:cNvPr>
          <p:cNvSpPr txBox="1"/>
          <p:nvPr/>
        </p:nvSpPr>
        <p:spPr>
          <a:xfrm>
            <a:off x="5147734" y="790619"/>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27C723AA-5D7E-1B93-941A-54BC25D90E12}"/>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EB3A0C1B-1BFA-1F92-A393-6A4AE94357A2}"/>
              </a:ext>
            </a:extLst>
          </p:cNvPr>
          <p:cNvSpPr txBox="1"/>
          <p:nvPr/>
        </p:nvSpPr>
        <p:spPr>
          <a:xfrm>
            <a:off x="5147734" y="1545995"/>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C8448AF1-A42E-339A-5906-D1075EF60E47}"/>
              </a:ext>
            </a:extLst>
          </p:cNvPr>
          <p:cNvSpPr txBox="1"/>
          <p:nvPr/>
        </p:nvSpPr>
        <p:spPr>
          <a:xfrm>
            <a:off x="3640666" y="1903821"/>
            <a:ext cx="570089" cy="230832"/>
          </a:xfrm>
          <a:prstGeom prst="rect">
            <a:avLst/>
          </a:prstGeom>
          <a:noFill/>
        </p:spPr>
        <p:txBody>
          <a:bodyPr wrap="square" rtlCol="0">
            <a:spAutoFit/>
          </a:bodyPr>
          <a:lstStyle/>
          <a:p>
            <a:pPr algn="ctr"/>
            <a:r>
              <a:rPr lang="en-US" sz="900" dirty="0"/>
              <a:t>789</a:t>
            </a:r>
          </a:p>
        </p:txBody>
      </p:sp>
      <p:sp>
        <p:nvSpPr>
          <p:cNvPr id="19" name="TextBox 18">
            <a:extLst>
              <a:ext uri="{FF2B5EF4-FFF2-40B4-BE49-F238E27FC236}">
                <a16:creationId xmlns:a16="http://schemas.microsoft.com/office/drawing/2014/main" id="{2FFD5E7A-32DC-DD9A-023A-DE55DE9A00B2}"/>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20" name="TextBox 19">
            <a:extLst>
              <a:ext uri="{FF2B5EF4-FFF2-40B4-BE49-F238E27FC236}">
                <a16:creationId xmlns:a16="http://schemas.microsoft.com/office/drawing/2014/main" id="{4FAFAB4D-C5C5-6EF5-67B8-03F1A8ADCE7F}"/>
              </a:ext>
            </a:extLst>
          </p:cNvPr>
          <p:cNvSpPr txBox="1"/>
          <p:nvPr/>
        </p:nvSpPr>
        <p:spPr>
          <a:xfrm>
            <a:off x="3640666" y="2547883"/>
            <a:ext cx="570089" cy="230832"/>
          </a:xfrm>
          <a:prstGeom prst="rect">
            <a:avLst/>
          </a:prstGeom>
          <a:noFill/>
        </p:spPr>
        <p:txBody>
          <a:bodyPr wrap="square" rtlCol="0">
            <a:spAutoFit/>
          </a:bodyPr>
          <a:lstStyle/>
          <a:p>
            <a:pPr algn="ctr"/>
            <a:r>
              <a:rPr lang="en-US" sz="900" dirty="0"/>
              <a:t>456</a:t>
            </a:r>
          </a:p>
        </p:txBody>
      </p:sp>
      <p:sp>
        <p:nvSpPr>
          <p:cNvPr id="22" name="TextBox 21">
            <a:extLst>
              <a:ext uri="{FF2B5EF4-FFF2-40B4-BE49-F238E27FC236}">
                <a16:creationId xmlns:a16="http://schemas.microsoft.com/office/drawing/2014/main" id="{EFF08B79-9811-17EF-5AFC-301F90441F8B}"/>
              </a:ext>
            </a:extLst>
          </p:cNvPr>
          <p:cNvSpPr txBox="1"/>
          <p:nvPr/>
        </p:nvSpPr>
        <p:spPr>
          <a:xfrm>
            <a:off x="4645378" y="1402877"/>
            <a:ext cx="570089" cy="230832"/>
          </a:xfrm>
          <a:prstGeom prst="rect">
            <a:avLst/>
          </a:prstGeom>
          <a:noFill/>
        </p:spPr>
        <p:txBody>
          <a:bodyPr wrap="square" rtlCol="0">
            <a:spAutoFit/>
          </a:bodyPr>
          <a:lstStyle/>
          <a:p>
            <a:pPr algn="ctr"/>
            <a:r>
              <a:rPr lang="en-US" sz="900" dirty="0"/>
              <a:t>49</a:t>
            </a:r>
          </a:p>
        </p:txBody>
      </p:sp>
      <p:sp>
        <p:nvSpPr>
          <p:cNvPr id="23" name="TextBox 22">
            <a:extLst>
              <a:ext uri="{FF2B5EF4-FFF2-40B4-BE49-F238E27FC236}">
                <a16:creationId xmlns:a16="http://schemas.microsoft.com/office/drawing/2014/main" id="{DDE5187D-DC8B-8AB4-2E18-C2C9B2C60578}"/>
              </a:ext>
            </a:extLst>
          </p:cNvPr>
          <p:cNvSpPr txBox="1"/>
          <p:nvPr/>
        </p:nvSpPr>
        <p:spPr>
          <a:xfrm>
            <a:off x="4143022" y="1903821"/>
            <a:ext cx="570089" cy="230832"/>
          </a:xfrm>
          <a:prstGeom prst="rect">
            <a:avLst/>
          </a:prstGeom>
          <a:noFill/>
        </p:spPr>
        <p:txBody>
          <a:bodyPr wrap="square" rtlCol="0">
            <a:spAutoFit/>
          </a:bodyPr>
          <a:lstStyle/>
          <a:p>
            <a:pPr algn="ctr"/>
            <a:r>
              <a:rPr lang="en-US" sz="900" dirty="0"/>
              <a:t>25</a:t>
            </a:r>
          </a:p>
        </p:txBody>
      </p:sp>
      <p:sp>
        <p:nvSpPr>
          <p:cNvPr id="24" name="TextBox 23">
            <a:extLst>
              <a:ext uri="{FF2B5EF4-FFF2-40B4-BE49-F238E27FC236}">
                <a16:creationId xmlns:a16="http://schemas.microsoft.com/office/drawing/2014/main" id="{76823613-5224-2409-37ED-F3D1E498B0F9}"/>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4579</a:t>
            </a:r>
          </a:p>
        </p:txBody>
      </p:sp>
      <p:sp>
        <p:nvSpPr>
          <p:cNvPr id="25" name="TextBox 24">
            <a:extLst>
              <a:ext uri="{FF2B5EF4-FFF2-40B4-BE49-F238E27FC236}">
                <a16:creationId xmlns:a16="http://schemas.microsoft.com/office/drawing/2014/main" id="{BBCF8E89-2778-B532-4D04-FC34F90C1D93}"/>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07500BEB-4AE4-39F1-FF86-095A629E1ACF}"/>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9656EDBA-C2B4-5245-1DF9-B3995E13465B}"/>
              </a:ext>
            </a:extLst>
          </p:cNvPr>
          <p:cNvSpPr txBox="1"/>
          <p:nvPr/>
        </p:nvSpPr>
        <p:spPr>
          <a:xfrm>
            <a:off x="7157158" y="1402877"/>
            <a:ext cx="570089" cy="230832"/>
          </a:xfrm>
          <a:prstGeom prst="rect">
            <a:avLst/>
          </a:prstGeom>
          <a:noFill/>
        </p:spPr>
        <p:txBody>
          <a:bodyPr wrap="square" rtlCol="0">
            <a:spAutoFit/>
          </a:bodyPr>
          <a:lstStyle/>
          <a:p>
            <a:pPr algn="ctr"/>
            <a:r>
              <a:rPr lang="en-US" sz="900" dirty="0"/>
              <a:t>32</a:t>
            </a:r>
          </a:p>
        </p:txBody>
      </p:sp>
      <p:sp>
        <p:nvSpPr>
          <p:cNvPr id="28" name="TextBox 27">
            <a:extLst>
              <a:ext uri="{FF2B5EF4-FFF2-40B4-BE49-F238E27FC236}">
                <a16:creationId xmlns:a16="http://schemas.microsoft.com/office/drawing/2014/main" id="{9C9AD6B2-9193-8055-EC6B-9674CF59A41B}"/>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DB1040FA-D06C-8957-F5CA-1692D94EACB3}"/>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346C6FD9-5B31-B19A-2368-E301BC526723}"/>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045534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F39A2-4AAB-2EA9-89F6-F80A68E4D7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4F2ED5-12F6-9345-4177-7365ABE8335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26F52B9-B492-14EF-41F6-434B8C48FCA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B81F49C-C1AB-2440-CFEF-DA75AC2E58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EDBF85-21EC-7F52-3AB6-9F6A0D78D2D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C0B1AA-8DB4-CA58-C648-FB48DB31845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0A3F797-62ED-5F1A-4DA2-59C94011971F}"/>
              </a:ext>
            </a:extLst>
          </p:cNvPr>
          <p:cNvSpPr txBox="1"/>
          <p:nvPr/>
        </p:nvSpPr>
        <p:spPr>
          <a:xfrm>
            <a:off x="4645378" y="790619"/>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FD4015D8-8520-ADE5-173D-67749ECC5F34}"/>
              </a:ext>
            </a:extLst>
          </p:cNvPr>
          <p:cNvSpPr txBox="1"/>
          <p:nvPr/>
        </p:nvSpPr>
        <p:spPr>
          <a:xfrm>
            <a:off x="5650090" y="790619"/>
            <a:ext cx="570089" cy="230832"/>
          </a:xfrm>
          <a:prstGeom prst="rect">
            <a:avLst/>
          </a:prstGeom>
          <a:noFill/>
        </p:spPr>
        <p:txBody>
          <a:bodyPr wrap="square" rtlCol="0">
            <a:spAutoFit/>
          </a:bodyPr>
          <a:lstStyle/>
          <a:p>
            <a:pPr algn="ctr"/>
            <a:r>
              <a:rPr lang="en-US" sz="900" dirty="0"/>
              <a:t>123</a:t>
            </a:r>
          </a:p>
        </p:txBody>
      </p:sp>
      <p:sp>
        <p:nvSpPr>
          <p:cNvPr id="9" name="TextBox 8">
            <a:extLst>
              <a:ext uri="{FF2B5EF4-FFF2-40B4-BE49-F238E27FC236}">
                <a16:creationId xmlns:a16="http://schemas.microsoft.com/office/drawing/2014/main" id="{17F1FA83-0831-4B96-5718-DA05A6C3DA38}"/>
              </a:ext>
            </a:extLst>
          </p:cNvPr>
          <p:cNvSpPr txBox="1"/>
          <p:nvPr/>
        </p:nvSpPr>
        <p:spPr>
          <a:xfrm>
            <a:off x="3138310" y="790619"/>
            <a:ext cx="570089" cy="230832"/>
          </a:xfrm>
          <a:prstGeom prst="rect">
            <a:avLst/>
          </a:prstGeom>
          <a:noFill/>
        </p:spPr>
        <p:txBody>
          <a:bodyPr wrap="square" rtlCol="0">
            <a:spAutoFit/>
          </a:bodyPr>
          <a:lstStyle/>
          <a:p>
            <a:pPr algn="ctr"/>
            <a:r>
              <a:rPr lang="en-US" sz="900" dirty="0"/>
              <a:t>23</a:t>
            </a:r>
          </a:p>
        </p:txBody>
      </p:sp>
      <p:sp>
        <p:nvSpPr>
          <p:cNvPr id="10" name="TextBox 9">
            <a:extLst>
              <a:ext uri="{FF2B5EF4-FFF2-40B4-BE49-F238E27FC236}">
                <a16:creationId xmlns:a16="http://schemas.microsoft.com/office/drawing/2014/main" id="{04428E1C-61E2-FCCE-CCE5-6A0E6A9FF91A}"/>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F4CF0F28-B50E-93D5-2DF0-844A4F9CE4B0}"/>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3" name="TextBox 12">
            <a:extLst>
              <a:ext uri="{FF2B5EF4-FFF2-40B4-BE49-F238E27FC236}">
                <a16:creationId xmlns:a16="http://schemas.microsoft.com/office/drawing/2014/main" id="{E70B56E2-B2A4-CB26-DF92-D005C1104AD2}"/>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505CE8A0-3D1E-66DF-EF6A-1DD7429D14AD}"/>
              </a:ext>
            </a:extLst>
          </p:cNvPr>
          <p:cNvSpPr txBox="1"/>
          <p:nvPr/>
        </p:nvSpPr>
        <p:spPr>
          <a:xfrm>
            <a:off x="5147734" y="790619"/>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C0E75A7C-EB37-794E-F6FF-C99B89967180}"/>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2C472EFC-67DF-C4D8-5D6A-5DCBC7148A55}"/>
              </a:ext>
            </a:extLst>
          </p:cNvPr>
          <p:cNvSpPr txBox="1"/>
          <p:nvPr/>
        </p:nvSpPr>
        <p:spPr>
          <a:xfrm>
            <a:off x="5147734" y="1545995"/>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84A0D7A5-26C7-AB0B-E05A-8839BFDBB47E}"/>
              </a:ext>
            </a:extLst>
          </p:cNvPr>
          <p:cNvSpPr txBox="1"/>
          <p:nvPr/>
        </p:nvSpPr>
        <p:spPr>
          <a:xfrm>
            <a:off x="3640666" y="1903821"/>
            <a:ext cx="570089" cy="230832"/>
          </a:xfrm>
          <a:prstGeom prst="rect">
            <a:avLst/>
          </a:prstGeom>
          <a:noFill/>
        </p:spPr>
        <p:txBody>
          <a:bodyPr wrap="square" rtlCol="0">
            <a:spAutoFit/>
          </a:bodyPr>
          <a:lstStyle/>
          <a:p>
            <a:pPr algn="ctr"/>
            <a:r>
              <a:rPr lang="en-US" sz="900" dirty="0"/>
              <a:t>789</a:t>
            </a:r>
          </a:p>
        </p:txBody>
      </p:sp>
      <p:sp>
        <p:nvSpPr>
          <p:cNvPr id="19" name="TextBox 18">
            <a:extLst>
              <a:ext uri="{FF2B5EF4-FFF2-40B4-BE49-F238E27FC236}">
                <a16:creationId xmlns:a16="http://schemas.microsoft.com/office/drawing/2014/main" id="{37D29899-0679-D071-5571-43E4EA86CD8A}"/>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20" name="TextBox 19">
            <a:extLst>
              <a:ext uri="{FF2B5EF4-FFF2-40B4-BE49-F238E27FC236}">
                <a16:creationId xmlns:a16="http://schemas.microsoft.com/office/drawing/2014/main" id="{911C3E8D-D545-672B-1FFF-67D1E0B863DC}"/>
              </a:ext>
            </a:extLst>
          </p:cNvPr>
          <p:cNvSpPr txBox="1"/>
          <p:nvPr/>
        </p:nvSpPr>
        <p:spPr>
          <a:xfrm>
            <a:off x="3640666" y="2547883"/>
            <a:ext cx="570089" cy="230832"/>
          </a:xfrm>
          <a:prstGeom prst="rect">
            <a:avLst/>
          </a:prstGeom>
          <a:noFill/>
        </p:spPr>
        <p:txBody>
          <a:bodyPr wrap="square" rtlCol="0">
            <a:spAutoFit/>
          </a:bodyPr>
          <a:lstStyle/>
          <a:p>
            <a:pPr algn="ctr"/>
            <a:r>
              <a:rPr lang="en-US" sz="900" dirty="0"/>
              <a:t>456</a:t>
            </a:r>
          </a:p>
        </p:txBody>
      </p:sp>
      <p:sp>
        <p:nvSpPr>
          <p:cNvPr id="23" name="TextBox 22">
            <a:extLst>
              <a:ext uri="{FF2B5EF4-FFF2-40B4-BE49-F238E27FC236}">
                <a16:creationId xmlns:a16="http://schemas.microsoft.com/office/drawing/2014/main" id="{C4661309-80DD-D828-18B0-9F258AF552C2}"/>
              </a:ext>
            </a:extLst>
          </p:cNvPr>
          <p:cNvSpPr txBox="1"/>
          <p:nvPr/>
        </p:nvSpPr>
        <p:spPr>
          <a:xfrm>
            <a:off x="4143022" y="1903821"/>
            <a:ext cx="570089" cy="230832"/>
          </a:xfrm>
          <a:prstGeom prst="rect">
            <a:avLst/>
          </a:prstGeom>
          <a:noFill/>
        </p:spPr>
        <p:txBody>
          <a:bodyPr wrap="square" rtlCol="0">
            <a:spAutoFit/>
          </a:bodyPr>
          <a:lstStyle/>
          <a:p>
            <a:pPr algn="ctr"/>
            <a:r>
              <a:rPr lang="en-US" sz="900" dirty="0"/>
              <a:t>25</a:t>
            </a:r>
          </a:p>
        </p:txBody>
      </p:sp>
      <p:sp>
        <p:nvSpPr>
          <p:cNvPr id="24" name="TextBox 23">
            <a:extLst>
              <a:ext uri="{FF2B5EF4-FFF2-40B4-BE49-F238E27FC236}">
                <a16:creationId xmlns:a16="http://schemas.microsoft.com/office/drawing/2014/main" id="{E4997882-910A-E25B-24AD-431BA839E548}"/>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4579</a:t>
            </a:r>
          </a:p>
        </p:txBody>
      </p:sp>
      <p:sp>
        <p:nvSpPr>
          <p:cNvPr id="25" name="TextBox 24">
            <a:extLst>
              <a:ext uri="{FF2B5EF4-FFF2-40B4-BE49-F238E27FC236}">
                <a16:creationId xmlns:a16="http://schemas.microsoft.com/office/drawing/2014/main" id="{F8CB3568-8A62-919A-6240-8A3BFED2848D}"/>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87005BBB-269C-2503-6B2C-902702FB6751}"/>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DBCFFA1C-9DF7-AA09-901C-9AD9C091CF1A}"/>
              </a:ext>
            </a:extLst>
          </p:cNvPr>
          <p:cNvSpPr txBox="1"/>
          <p:nvPr/>
        </p:nvSpPr>
        <p:spPr>
          <a:xfrm>
            <a:off x="7157158" y="1402877"/>
            <a:ext cx="570089" cy="230832"/>
          </a:xfrm>
          <a:prstGeom prst="rect">
            <a:avLst/>
          </a:prstGeom>
          <a:noFill/>
        </p:spPr>
        <p:txBody>
          <a:bodyPr wrap="square" rtlCol="0">
            <a:spAutoFit/>
          </a:bodyPr>
          <a:lstStyle/>
          <a:p>
            <a:pPr algn="ctr"/>
            <a:r>
              <a:rPr lang="en-US" sz="900" dirty="0"/>
              <a:t>32</a:t>
            </a:r>
          </a:p>
        </p:txBody>
      </p:sp>
      <p:sp>
        <p:nvSpPr>
          <p:cNvPr id="28" name="TextBox 27">
            <a:extLst>
              <a:ext uri="{FF2B5EF4-FFF2-40B4-BE49-F238E27FC236}">
                <a16:creationId xmlns:a16="http://schemas.microsoft.com/office/drawing/2014/main" id="{DF9980B0-206B-48BC-586F-97BB1AD27A30}"/>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7F5FCB25-A0D2-4088-D8E8-567252423C00}"/>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94FF72E1-39C7-8923-6B4E-5D6AADC3E436}"/>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82D0F731-3C98-D1E6-924E-423FD8DC6C3C}"/>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B7690F65-A11B-2BC5-44B2-9CAED860847E}"/>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931728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39B51-F281-D5DC-12C0-38F34BA22D4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AD8EAF-EE8B-B557-97AB-701772A92B6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77578A7-C5E2-20B5-FF51-0676F13B71D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37D32A3-1C7B-EE0E-1FDA-4167A2B6664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7B2B948-8DFD-D792-B3C8-7F3E3A60171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14DC8A0-E499-F59C-ED59-7958CFE1CE5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743D6AD-1822-B19E-F4E7-B6BC02B43084}"/>
              </a:ext>
            </a:extLst>
          </p:cNvPr>
          <p:cNvSpPr txBox="1"/>
          <p:nvPr/>
        </p:nvSpPr>
        <p:spPr>
          <a:xfrm>
            <a:off x="4645378" y="790619"/>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6D975DA5-E4C5-E495-3AF2-E90C9DF874DD}"/>
              </a:ext>
            </a:extLst>
          </p:cNvPr>
          <p:cNvSpPr txBox="1"/>
          <p:nvPr/>
        </p:nvSpPr>
        <p:spPr>
          <a:xfrm>
            <a:off x="5650090" y="790619"/>
            <a:ext cx="570089" cy="230832"/>
          </a:xfrm>
          <a:prstGeom prst="rect">
            <a:avLst/>
          </a:prstGeom>
          <a:noFill/>
        </p:spPr>
        <p:txBody>
          <a:bodyPr wrap="square" rtlCol="0">
            <a:spAutoFit/>
          </a:bodyPr>
          <a:lstStyle/>
          <a:p>
            <a:pPr algn="ctr"/>
            <a:r>
              <a:rPr lang="en-US" sz="900" dirty="0"/>
              <a:t>123</a:t>
            </a:r>
          </a:p>
        </p:txBody>
      </p:sp>
      <p:sp>
        <p:nvSpPr>
          <p:cNvPr id="9" name="TextBox 8">
            <a:extLst>
              <a:ext uri="{FF2B5EF4-FFF2-40B4-BE49-F238E27FC236}">
                <a16:creationId xmlns:a16="http://schemas.microsoft.com/office/drawing/2014/main" id="{99227DD9-5868-8DD7-24D2-5746BA659622}"/>
              </a:ext>
            </a:extLst>
          </p:cNvPr>
          <p:cNvSpPr txBox="1"/>
          <p:nvPr/>
        </p:nvSpPr>
        <p:spPr>
          <a:xfrm>
            <a:off x="3138310" y="790619"/>
            <a:ext cx="570089" cy="230832"/>
          </a:xfrm>
          <a:prstGeom prst="rect">
            <a:avLst/>
          </a:prstGeom>
          <a:noFill/>
        </p:spPr>
        <p:txBody>
          <a:bodyPr wrap="square" rtlCol="0">
            <a:spAutoFit/>
          </a:bodyPr>
          <a:lstStyle/>
          <a:p>
            <a:pPr algn="ctr"/>
            <a:r>
              <a:rPr lang="en-US" sz="900" dirty="0"/>
              <a:t>23</a:t>
            </a:r>
          </a:p>
        </p:txBody>
      </p:sp>
      <p:sp>
        <p:nvSpPr>
          <p:cNvPr id="10" name="TextBox 9">
            <a:extLst>
              <a:ext uri="{FF2B5EF4-FFF2-40B4-BE49-F238E27FC236}">
                <a16:creationId xmlns:a16="http://schemas.microsoft.com/office/drawing/2014/main" id="{E3A9C74C-8E41-D302-AB8D-033EBC687B45}"/>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6B126CA0-9732-96B9-E0B1-E9F9EF02D5EF}"/>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3" name="TextBox 12">
            <a:extLst>
              <a:ext uri="{FF2B5EF4-FFF2-40B4-BE49-F238E27FC236}">
                <a16:creationId xmlns:a16="http://schemas.microsoft.com/office/drawing/2014/main" id="{F2EFF7B4-A277-7D9B-62FA-FB978E7F0FA8}"/>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D1105C2C-6554-1F94-2FDC-E600117754FE}"/>
              </a:ext>
            </a:extLst>
          </p:cNvPr>
          <p:cNvSpPr txBox="1"/>
          <p:nvPr/>
        </p:nvSpPr>
        <p:spPr>
          <a:xfrm>
            <a:off x="5147734" y="790619"/>
            <a:ext cx="570089" cy="230832"/>
          </a:xfrm>
          <a:prstGeom prst="rect">
            <a:avLst/>
          </a:prstGeom>
          <a:noFill/>
        </p:spPr>
        <p:txBody>
          <a:bodyPr wrap="square" rtlCol="0">
            <a:spAutoFit/>
          </a:bodyPr>
          <a:lstStyle/>
          <a:p>
            <a:pPr algn="ctr"/>
            <a:r>
              <a:rPr lang="en-US" sz="900" dirty="0"/>
              <a:t>46</a:t>
            </a:r>
          </a:p>
        </p:txBody>
      </p:sp>
      <p:sp>
        <p:nvSpPr>
          <p:cNvPr id="15" name="TextBox 14">
            <a:extLst>
              <a:ext uri="{FF2B5EF4-FFF2-40B4-BE49-F238E27FC236}">
                <a16:creationId xmlns:a16="http://schemas.microsoft.com/office/drawing/2014/main" id="{0D7B6D38-0E84-DC1A-50E5-BEEB1C647068}"/>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E840A7DA-E32D-EF1C-5021-8D46C9FE8C90}"/>
              </a:ext>
            </a:extLst>
          </p:cNvPr>
          <p:cNvSpPr txBox="1"/>
          <p:nvPr/>
        </p:nvSpPr>
        <p:spPr>
          <a:xfrm>
            <a:off x="3640666" y="1903821"/>
            <a:ext cx="570089" cy="230832"/>
          </a:xfrm>
          <a:prstGeom prst="rect">
            <a:avLst/>
          </a:prstGeom>
          <a:noFill/>
        </p:spPr>
        <p:txBody>
          <a:bodyPr wrap="square" rtlCol="0">
            <a:spAutoFit/>
          </a:bodyPr>
          <a:lstStyle/>
          <a:p>
            <a:pPr algn="ctr"/>
            <a:r>
              <a:rPr lang="en-US" sz="900" dirty="0"/>
              <a:t>789</a:t>
            </a:r>
          </a:p>
        </p:txBody>
      </p:sp>
      <p:sp>
        <p:nvSpPr>
          <p:cNvPr id="19" name="TextBox 18">
            <a:extLst>
              <a:ext uri="{FF2B5EF4-FFF2-40B4-BE49-F238E27FC236}">
                <a16:creationId xmlns:a16="http://schemas.microsoft.com/office/drawing/2014/main" id="{1B2E000A-8BEF-D4CC-A3E4-E66F65ECB528}"/>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20" name="TextBox 19">
            <a:extLst>
              <a:ext uri="{FF2B5EF4-FFF2-40B4-BE49-F238E27FC236}">
                <a16:creationId xmlns:a16="http://schemas.microsoft.com/office/drawing/2014/main" id="{5F93FB43-4417-B5A2-B1D4-22D66BDBEC18}"/>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4A0FC88D-A330-4E93-CA3E-BFF03DE8A965}"/>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a:t>
            </a:r>
          </a:p>
        </p:txBody>
      </p:sp>
      <p:sp>
        <p:nvSpPr>
          <p:cNvPr id="25" name="TextBox 24">
            <a:extLst>
              <a:ext uri="{FF2B5EF4-FFF2-40B4-BE49-F238E27FC236}">
                <a16:creationId xmlns:a16="http://schemas.microsoft.com/office/drawing/2014/main" id="{79956CC0-D198-1061-8842-045F71546510}"/>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45678</a:t>
            </a:r>
          </a:p>
        </p:txBody>
      </p:sp>
      <p:sp>
        <p:nvSpPr>
          <p:cNvPr id="26" name="TextBox 25">
            <a:extLst>
              <a:ext uri="{FF2B5EF4-FFF2-40B4-BE49-F238E27FC236}">
                <a16:creationId xmlns:a16="http://schemas.microsoft.com/office/drawing/2014/main" id="{CD35DE09-C73F-6554-3196-815DDE66A754}"/>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45678</a:t>
            </a:r>
          </a:p>
        </p:txBody>
      </p:sp>
      <p:sp>
        <p:nvSpPr>
          <p:cNvPr id="27" name="TextBox 26">
            <a:extLst>
              <a:ext uri="{FF2B5EF4-FFF2-40B4-BE49-F238E27FC236}">
                <a16:creationId xmlns:a16="http://schemas.microsoft.com/office/drawing/2014/main" id="{46184B8F-FCFB-A8D9-6706-8CC1F4D7FDB1}"/>
              </a:ext>
            </a:extLst>
          </p:cNvPr>
          <p:cNvSpPr txBox="1"/>
          <p:nvPr/>
        </p:nvSpPr>
        <p:spPr>
          <a:xfrm>
            <a:off x="7157158" y="1402877"/>
            <a:ext cx="570089" cy="230832"/>
          </a:xfrm>
          <a:prstGeom prst="rect">
            <a:avLst/>
          </a:prstGeom>
          <a:noFill/>
        </p:spPr>
        <p:txBody>
          <a:bodyPr wrap="square" rtlCol="0">
            <a:spAutoFit/>
          </a:bodyPr>
          <a:lstStyle/>
          <a:p>
            <a:pPr algn="ctr"/>
            <a:r>
              <a:rPr lang="en-US" sz="900" dirty="0"/>
              <a:t>32</a:t>
            </a:r>
          </a:p>
        </p:txBody>
      </p:sp>
      <p:sp>
        <p:nvSpPr>
          <p:cNvPr id="28" name="TextBox 27">
            <a:extLst>
              <a:ext uri="{FF2B5EF4-FFF2-40B4-BE49-F238E27FC236}">
                <a16:creationId xmlns:a16="http://schemas.microsoft.com/office/drawing/2014/main" id="{EC62765B-C783-394C-A77F-46CEEA88B96A}"/>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FFA02410-9277-FC9F-76BE-83B857F374EA}"/>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01893C49-067D-1D09-5929-910A744598EA}"/>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E155DED2-DB52-0EBC-FA6C-127A50399F3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C7DE6827-1C11-0C7A-3254-776643EC8F2F}"/>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29A6ADA-C459-9465-8F42-431212F39C76}"/>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F1C59E07-7A45-E33D-5435-DED0778C874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362596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EB447-5FF2-F31D-7C4D-C0A5E5DD6B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B2B440-F5EE-EAC7-E999-0C62A4F2ECE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BE22F47-0528-F37E-8F25-C9618A42074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4FF5F2B-22BB-B461-BF34-4D7BCB2A0DB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51C7E2D-E035-251A-B95B-5C1B59FD37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4F762F7-C1AC-6BB4-EF1B-B2C099FB6B9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8ACCAE6-B454-3ECD-3550-C4E7C04F8216}"/>
              </a:ext>
            </a:extLst>
          </p:cNvPr>
          <p:cNvSpPr txBox="1"/>
          <p:nvPr/>
        </p:nvSpPr>
        <p:spPr>
          <a:xfrm>
            <a:off x="4645378" y="790619"/>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FBF8324B-8596-1D8B-456F-FDFACECB9AB4}"/>
              </a:ext>
            </a:extLst>
          </p:cNvPr>
          <p:cNvSpPr txBox="1"/>
          <p:nvPr/>
        </p:nvSpPr>
        <p:spPr>
          <a:xfrm>
            <a:off x="5650090" y="790619"/>
            <a:ext cx="570089" cy="230832"/>
          </a:xfrm>
          <a:prstGeom prst="rect">
            <a:avLst/>
          </a:prstGeom>
          <a:noFill/>
        </p:spPr>
        <p:txBody>
          <a:bodyPr wrap="square" rtlCol="0">
            <a:spAutoFit/>
          </a:bodyPr>
          <a:lstStyle/>
          <a:p>
            <a:pPr algn="ctr"/>
            <a:r>
              <a:rPr lang="en-US" sz="900" dirty="0"/>
              <a:t>123</a:t>
            </a:r>
          </a:p>
        </p:txBody>
      </p:sp>
      <p:sp>
        <p:nvSpPr>
          <p:cNvPr id="10" name="TextBox 9">
            <a:extLst>
              <a:ext uri="{FF2B5EF4-FFF2-40B4-BE49-F238E27FC236}">
                <a16:creationId xmlns:a16="http://schemas.microsoft.com/office/drawing/2014/main" id="{24130B88-35B3-F1CC-A89C-81689BD304E4}"/>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F2DC4412-F909-4F45-15EB-70FF2EAEE563}"/>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3" name="TextBox 12">
            <a:extLst>
              <a:ext uri="{FF2B5EF4-FFF2-40B4-BE49-F238E27FC236}">
                <a16:creationId xmlns:a16="http://schemas.microsoft.com/office/drawing/2014/main" id="{60F05A21-79C0-B07E-AA88-CEDAAD5DCE3D}"/>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7453D51E-DC34-B362-24DA-FEFE09980E82}"/>
              </a:ext>
            </a:extLst>
          </p:cNvPr>
          <p:cNvSpPr txBox="1"/>
          <p:nvPr/>
        </p:nvSpPr>
        <p:spPr>
          <a:xfrm>
            <a:off x="5147734" y="790619"/>
            <a:ext cx="570089" cy="230832"/>
          </a:xfrm>
          <a:prstGeom prst="rect">
            <a:avLst/>
          </a:prstGeom>
          <a:noFill/>
        </p:spPr>
        <p:txBody>
          <a:bodyPr wrap="square" rtlCol="0">
            <a:spAutoFit/>
          </a:bodyPr>
          <a:lstStyle/>
          <a:p>
            <a:pPr algn="ctr"/>
            <a:r>
              <a:rPr lang="en-US" sz="900" dirty="0"/>
              <a:t>46</a:t>
            </a:r>
          </a:p>
        </p:txBody>
      </p:sp>
      <p:sp>
        <p:nvSpPr>
          <p:cNvPr id="15" name="TextBox 14">
            <a:extLst>
              <a:ext uri="{FF2B5EF4-FFF2-40B4-BE49-F238E27FC236}">
                <a16:creationId xmlns:a16="http://schemas.microsoft.com/office/drawing/2014/main" id="{46D05E68-424A-B7B7-5017-459ED7467EF7}"/>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893A0D63-B699-F314-DD43-027B15377E68}"/>
              </a:ext>
            </a:extLst>
          </p:cNvPr>
          <p:cNvSpPr txBox="1"/>
          <p:nvPr/>
        </p:nvSpPr>
        <p:spPr>
          <a:xfrm>
            <a:off x="3640666" y="1903821"/>
            <a:ext cx="570089" cy="230832"/>
          </a:xfrm>
          <a:prstGeom prst="rect">
            <a:avLst/>
          </a:prstGeom>
          <a:noFill/>
        </p:spPr>
        <p:txBody>
          <a:bodyPr wrap="square" rtlCol="0">
            <a:spAutoFit/>
          </a:bodyPr>
          <a:lstStyle/>
          <a:p>
            <a:pPr algn="ctr"/>
            <a:r>
              <a:rPr lang="en-US" sz="900" dirty="0"/>
              <a:t>789</a:t>
            </a:r>
          </a:p>
        </p:txBody>
      </p:sp>
      <p:sp>
        <p:nvSpPr>
          <p:cNvPr id="19" name="TextBox 18">
            <a:extLst>
              <a:ext uri="{FF2B5EF4-FFF2-40B4-BE49-F238E27FC236}">
                <a16:creationId xmlns:a16="http://schemas.microsoft.com/office/drawing/2014/main" id="{40998D92-6022-306F-C0C0-4F3A6FA5116B}"/>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20" name="TextBox 19">
            <a:extLst>
              <a:ext uri="{FF2B5EF4-FFF2-40B4-BE49-F238E27FC236}">
                <a16:creationId xmlns:a16="http://schemas.microsoft.com/office/drawing/2014/main" id="{C87527A3-7C29-736E-5010-93C3EFE88C38}"/>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609C551E-2CDA-9A0D-12B4-F3769F5D8EC6}"/>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a:t>
            </a:r>
          </a:p>
        </p:txBody>
      </p:sp>
      <p:sp>
        <p:nvSpPr>
          <p:cNvPr id="25" name="TextBox 24">
            <a:extLst>
              <a:ext uri="{FF2B5EF4-FFF2-40B4-BE49-F238E27FC236}">
                <a16:creationId xmlns:a16="http://schemas.microsoft.com/office/drawing/2014/main" id="{8093F1BF-DEF7-B85C-7D9E-032A7B808979}"/>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a:t>
            </a:r>
          </a:p>
        </p:txBody>
      </p:sp>
      <p:sp>
        <p:nvSpPr>
          <p:cNvPr id="26" name="TextBox 25">
            <a:extLst>
              <a:ext uri="{FF2B5EF4-FFF2-40B4-BE49-F238E27FC236}">
                <a16:creationId xmlns:a16="http://schemas.microsoft.com/office/drawing/2014/main" id="{10D191E4-9DB2-3B7F-FDCA-8D3579F9F704}"/>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a:t>
            </a:r>
          </a:p>
        </p:txBody>
      </p:sp>
      <p:sp>
        <p:nvSpPr>
          <p:cNvPr id="27" name="TextBox 26">
            <a:extLst>
              <a:ext uri="{FF2B5EF4-FFF2-40B4-BE49-F238E27FC236}">
                <a16:creationId xmlns:a16="http://schemas.microsoft.com/office/drawing/2014/main" id="{5A3FFB2A-CF26-19A9-04FA-219F57882EE5}"/>
              </a:ext>
            </a:extLst>
          </p:cNvPr>
          <p:cNvSpPr txBox="1"/>
          <p:nvPr/>
        </p:nvSpPr>
        <p:spPr>
          <a:xfrm>
            <a:off x="7157158" y="1402877"/>
            <a:ext cx="570089" cy="230832"/>
          </a:xfrm>
          <a:prstGeom prst="rect">
            <a:avLst/>
          </a:prstGeom>
          <a:noFill/>
        </p:spPr>
        <p:txBody>
          <a:bodyPr wrap="square" rtlCol="0">
            <a:spAutoFit/>
          </a:bodyPr>
          <a:lstStyle/>
          <a:p>
            <a:pPr algn="ctr"/>
            <a:r>
              <a:rPr lang="en-US" sz="900" dirty="0"/>
              <a:t>32</a:t>
            </a:r>
          </a:p>
        </p:txBody>
      </p:sp>
      <p:sp>
        <p:nvSpPr>
          <p:cNvPr id="28" name="TextBox 27">
            <a:extLst>
              <a:ext uri="{FF2B5EF4-FFF2-40B4-BE49-F238E27FC236}">
                <a16:creationId xmlns:a16="http://schemas.microsoft.com/office/drawing/2014/main" id="{892FA157-0F75-6AD1-FDF6-AD5613DB3338}"/>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1122A1B3-6414-F69B-60F4-145E17D7C821}"/>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58E6F0F2-4752-B18C-4BEC-EAC7591DA41D}"/>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0D1603A1-D63E-5C5E-DD95-50651B29DB2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00156FB0-FCC1-3B2D-DCD0-54C8A2AE1B60}"/>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EB11C09-DEB2-F4D6-B1B1-16DF13B08B1E}"/>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E6F0159F-B427-7C5E-26F4-2C56258E6CB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6E80B0B7-5609-F882-BC8A-49D0624BEA32}"/>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386529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37770-FD9E-D9C7-898B-3BE9F70050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CC8AB3-1517-78BA-7C5C-A356DD27A26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750DA33-C15E-B902-053D-A965B82D465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583922F-5AED-FC0F-AC92-63E88AFF6E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F6FBB12-8FB3-D240-FE52-A18EFD31179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ABC7587-E7E9-62A0-1AA1-8439EDAE516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583A524-2CB0-C242-3B5F-99DC4E755105}"/>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92727211-9D53-8B15-CB06-3DAF866CC667}"/>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0" name="TextBox 9">
            <a:extLst>
              <a:ext uri="{FF2B5EF4-FFF2-40B4-BE49-F238E27FC236}">
                <a16:creationId xmlns:a16="http://schemas.microsoft.com/office/drawing/2014/main" id="{F90DA3E0-BA4A-0401-A69F-9C7CBA8BB1DB}"/>
              </a:ext>
            </a:extLst>
          </p:cNvPr>
          <p:cNvSpPr txBox="1"/>
          <p:nvPr/>
        </p:nvSpPr>
        <p:spPr>
          <a:xfrm>
            <a:off x="5650090" y="154599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C7D5D1F3-DC92-965F-6BBF-434B24E7E9D0}"/>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3" name="TextBox 12">
            <a:extLst>
              <a:ext uri="{FF2B5EF4-FFF2-40B4-BE49-F238E27FC236}">
                <a16:creationId xmlns:a16="http://schemas.microsoft.com/office/drawing/2014/main" id="{3C9C3E06-8CD3-CE88-65BF-BCD756ACC1CB}"/>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32964FF6-C88E-85D7-A491-D0D1108572C9}"/>
              </a:ext>
            </a:extLst>
          </p:cNvPr>
          <p:cNvSpPr txBox="1"/>
          <p:nvPr/>
        </p:nvSpPr>
        <p:spPr>
          <a:xfrm>
            <a:off x="5147734" y="790619"/>
            <a:ext cx="570089" cy="230832"/>
          </a:xfrm>
          <a:prstGeom prst="rect">
            <a:avLst/>
          </a:prstGeom>
          <a:noFill/>
        </p:spPr>
        <p:txBody>
          <a:bodyPr wrap="square" rtlCol="0">
            <a:spAutoFit/>
          </a:bodyPr>
          <a:lstStyle/>
          <a:p>
            <a:pPr algn="ctr"/>
            <a:r>
              <a:rPr lang="en-US" sz="900" dirty="0"/>
              <a:t>46</a:t>
            </a:r>
          </a:p>
        </p:txBody>
      </p:sp>
      <p:sp>
        <p:nvSpPr>
          <p:cNvPr id="15" name="TextBox 14">
            <a:extLst>
              <a:ext uri="{FF2B5EF4-FFF2-40B4-BE49-F238E27FC236}">
                <a16:creationId xmlns:a16="http://schemas.microsoft.com/office/drawing/2014/main" id="{4373F632-7977-5D57-E320-17893905DCBC}"/>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9C3923E9-5889-A622-A7D6-6FC14FC9DD07}"/>
              </a:ext>
            </a:extLst>
          </p:cNvPr>
          <p:cNvSpPr txBox="1"/>
          <p:nvPr/>
        </p:nvSpPr>
        <p:spPr>
          <a:xfrm>
            <a:off x="3640666" y="1903821"/>
            <a:ext cx="570089" cy="230832"/>
          </a:xfrm>
          <a:prstGeom prst="rect">
            <a:avLst/>
          </a:prstGeom>
          <a:noFill/>
        </p:spPr>
        <p:txBody>
          <a:bodyPr wrap="square" rtlCol="0">
            <a:spAutoFit/>
          </a:bodyPr>
          <a:lstStyle/>
          <a:p>
            <a:pPr algn="ctr"/>
            <a:r>
              <a:rPr lang="en-US" sz="900" dirty="0"/>
              <a:t>789</a:t>
            </a:r>
          </a:p>
        </p:txBody>
      </p:sp>
      <p:sp>
        <p:nvSpPr>
          <p:cNvPr id="19" name="TextBox 18">
            <a:extLst>
              <a:ext uri="{FF2B5EF4-FFF2-40B4-BE49-F238E27FC236}">
                <a16:creationId xmlns:a16="http://schemas.microsoft.com/office/drawing/2014/main" id="{D5D8318F-CE1A-DDBC-0DBF-6BB77AD1A808}"/>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20" name="TextBox 19">
            <a:extLst>
              <a:ext uri="{FF2B5EF4-FFF2-40B4-BE49-F238E27FC236}">
                <a16:creationId xmlns:a16="http://schemas.microsoft.com/office/drawing/2014/main" id="{5091EFCA-F652-EB46-71B6-0841CB330ED2}"/>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71697547-2918-9F91-65DE-31951A14127B}"/>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a:t>
            </a:r>
          </a:p>
        </p:txBody>
      </p:sp>
      <p:sp>
        <p:nvSpPr>
          <p:cNvPr id="25" name="TextBox 24">
            <a:extLst>
              <a:ext uri="{FF2B5EF4-FFF2-40B4-BE49-F238E27FC236}">
                <a16:creationId xmlns:a16="http://schemas.microsoft.com/office/drawing/2014/main" id="{BFEA474F-B55B-3B4E-795E-E42A1AFC74BA}"/>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a:t>
            </a:r>
          </a:p>
        </p:txBody>
      </p:sp>
      <p:sp>
        <p:nvSpPr>
          <p:cNvPr id="26" name="TextBox 25">
            <a:extLst>
              <a:ext uri="{FF2B5EF4-FFF2-40B4-BE49-F238E27FC236}">
                <a16:creationId xmlns:a16="http://schemas.microsoft.com/office/drawing/2014/main" id="{FC494F95-E0C6-E01F-EC4A-3D3E1C94C4EF}"/>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a:t>
            </a:r>
          </a:p>
        </p:txBody>
      </p:sp>
      <p:sp>
        <p:nvSpPr>
          <p:cNvPr id="27" name="TextBox 26">
            <a:extLst>
              <a:ext uri="{FF2B5EF4-FFF2-40B4-BE49-F238E27FC236}">
                <a16:creationId xmlns:a16="http://schemas.microsoft.com/office/drawing/2014/main" id="{5C244003-ED6F-47DD-B146-B0F5FBC241CB}"/>
              </a:ext>
            </a:extLst>
          </p:cNvPr>
          <p:cNvSpPr txBox="1"/>
          <p:nvPr/>
        </p:nvSpPr>
        <p:spPr>
          <a:xfrm>
            <a:off x="7157158" y="1402877"/>
            <a:ext cx="570089" cy="230832"/>
          </a:xfrm>
          <a:prstGeom prst="rect">
            <a:avLst/>
          </a:prstGeom>
          <a:noFill/>
        </p:spPr>
        <p:txBody>
          <a:bodyPr wrap="square" rtlCol="0">
            <a:spAutoFit/>
          </a:bodyPr>
          <a:lstStyle/>
          <a:p>
            <a:pPr algn="ctr"/>
            <a:r>
              <a:rPr lang="en-US" sz="900" dirty="0"/>
              <a:t>32</a:t>
            </a:r>
          </a:p>
        </p:txBody>
      </p:sp>
      <p:sp>
        <p:nvSpPr>
          <p:cNvPr id="28" name="TextBox 27">
            <a:extLst>
              <a:ext uri="{FF2B5EF4-FFF2-40B4-BE49-F238E27FC236}">
                <a16:creationId xmlns:a16="http://schemas.microsoft.com/office/drawing/2014/main" id="{2F0806A1-970A-3F85-156D-87CE78E12CE1}"/>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D71D124D-3665-C620-686C-2B0D5B3126D4}"/>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18FD8238-50D4-7C22-5E88-60F21FD08301}"/>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DDA84DB1-AD3B-767D-3F64-AAF962E3940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15B53FAE-A762-0539-7AB7-E2C38C6F4A7F}"/>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82B4B84-FF5E-57A6-B1D6-D32AAC7BF7E5}"/>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D9218D49-12BF-7C8F-334C-586E8802533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55717D4A-445B-0F09-CADE-B277BEE59637}"/>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837747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B7DD-9D36-9548-7E2C-96B8CE82C6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55A7FF-2B7F-F8EF-B202-D3EBCC3F95F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5ABD8C2-A2BD-4EB3-5039-3BA2CE26B50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66582B4-AE1C-8B2B-4DAB-BBA22B57BA8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B31411C-37E9-C257-7FEA-7F0CD10F0AD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0120B1C-C8E7-7DD3-A4F6-2FDA75C8F05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7E10139-FC16-BEB6-A570-5E3E90338C39}"/>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9920A2D-2D60-6B00-7271-72C16D7F3F83}"/>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38B734E6-BDEB-5FA3-B9C6-5B9D95EC9E7B}"/>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3" name="TextBox 12">
            <a:extLst>
              <a:ext uri="{FF2B5EF4-FFF2-40B4-BE49-F238E27FC236}">
                <a16:creationId xmlns:a16="http://schemas.microsoft.com/office/drawing/2014/main" id="{8C934DD4-3937-EAB8-108B-D0C30CE31B7A}"/>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68208D82-C7AF-3D97-13AD-43A623BF5640}"/>
              </a:ext>
            </a:extLst>
          </p:cNvPr>
          <p:cNvSpPr txBox="1"/>
          <p:nvPr/>
        </p:nvSpPr>
        <p:spPr>
          <a:xfrm>
            <a:off x="5147734" y="790619"/>
            <a:ext cx="570089" cy="230832"/>
          </a:xfrm>
          <a:prstGeom prst="rect">
            <a:avLst/>
          </a:prstGeom>
          <a:noFill/>
        </p:spPr>
        <p:txBody>
          <a:bodyPr wrap="square" rtlCol="0">
            <a:spAutoFit/>
          </a:bodyPr>
          <a:lstStyle/>
          <a:p>
            <a:pPr algn="ctr"/>
            <a:r>
              <a:rPr lang="en-US" sz="900" dirty="0"/>
              <a:t>46</a:t>
            </a:r>
          </a:p>
        </p:txBody>
      </p:sp>
      <p:sp>
        <p:nvSpPr>
          <p:cNvPr id="15" name="TextBox 14">
            <a:extLst>
              <a:ext uri="{FF2B5EF4-FFF2-40B4-BE49-F238E27FC236}">
                <a16:creationId xmlns:a16="http://schemas.microsoft.com/office/drawing/2014/main" id="{8E857A5C-047B-AEAB-A819-1395328EE248}"/>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830CB801-4C5B-00D5-68C4-1B3BB073EB0F}"/>
              </a:ext>
            </a:extLst>
          </p:cNvPr>
          <p:cNvSpPr txBox="1"/>
          <p:nvPr/>
        </p:nvSpPr>
        <p:spPr>
          <a:xfrm>
            <a:off x="3640666" y="1903821"/>
            <a:ext cx="570089" cy="230832"/>
          </a:xfrm>
          <a:prstGeom prst="rect">
            <a:avLst/>
          </a:prstGeom>
          <a:noFill/>
        </p:spPr>
        <p:txBody>
          <a:bodyPr wrap="square" rtlCol="0">
            <a:spAutoFit/>
          </a:bodyPr>
          <a:lstStyle/>
          <a:p>
            <a:pPr algn="ctr"/>
            <a:r>
              <a:rPr lang="en-US" sz="900" dirty="0"/>
              <a:t>789</a:t>
            </a:r>
          </a:p>
        </p:txBody>
      </p:sp>
      <p:sp>
        <p:nvSpPr>
          <p:cNvPr id="19" name="TextBox 18">
            <a:extLst>
              <a:ext uri="{FF2B5EF4-FFF2-40B4-BE49-F238E27FC236}">
                <a16:creationId xmlns:a16="http://schemas.microsoft.com/office/drawing/2014/main" id="{7DEC803B-E2FA-4AB0-DBEF-ABAF056EC1F5}"/>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20" name="TextBox 19">
            <a:extLst>
              <a:ext uri="{FF2B5EF4-FFF2-40B4-BE49-F238E27FC236}">
                <a16:creationId xmlns:a16="http://schemas.microsoft.com/office/drawing/2014/main" id="{E9ED1F3E-031A-FBDC-D098-7832D8BA7826}"/>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51DFF0CC-D4AE-B82B-D9EE-C44D5C3010E0}"/>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a:t>
            </a:r>
          </a:p>
        </p:txBody>
      </p:sp>
      <p:sp>
        <p:nvSpPr>
          <p:cNvPr id="25" name="TextBox 24">
            <a:extLst>
              <a:ext uri="{FF2B5EF4-FFF2-40B4-BE49-F238E27FC236}">
                <a16:creationId xmlns:a16="http://schemas.microsoft.com/office/drawing/2014/main" id="{244872DC-33B3-8386-1F64-CE7E7902EFAF}"/>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a:t>
            </a:r>
          </a:p>
        </p:txBody>
      </p:sp>
      <p:sp>
        <p:nvSpPr>
          <p:cNvPr id="26" name="TextBox 25">
            <a:extLst>
              <a:ext uri="{FF2B5EF4-FFF2-40B4-BE49-F238E27FC236}">
                <a16:creationId xmlns:a16="http://schemas.microsoft.com/office/drawing/2014/main" id="{13AC2A1E-C1CD-DCF5-F024-ECEFDF1EF37B}"/>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a:t>
            </a:r>
          </a:p>
        </p:txBody>
      </p:sp>
      <p:sp>
        <p:nvSpPr>
          <p:cNvPr id="28" name="TextBox 27">
            <a:extLst>
              <a:ext uri="{FF2B5EF4-FFF2-40B4-BE49-F238E27FC236}">
                <a16:creationId xmlns:a16="http://schemas.microsoft.com/office/drawing/2014/main" id="{F01C526D-3644-E0B1-8567-C16F1F214A35}"/>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D5164AFE-C8DD-2745-7429-F9E57740F372}"/>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BEA974FB-2225-FC17-8455-AD821501EA83}"/>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DA9D12D3-7FD4-1CFA-7C7B-3327BCD20AA5}"/>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2D4FCF9F-4B4D-EA21-D8B9-11AA07CB4EC8}"/>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488F44CF-3BA0-CE99-A09D-DBCBBAB6EC8E}"/>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7420BE15-66E1-6C16-0AA7-29ED48C3E9D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13F51A7B-67D2-D0A5-F104-95939BA0BA03}"/>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0FED33D4-B4A8-12CC-A53B-6667A1C1B17B}"/>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9A37EF62-2DEF-712C-2706-C95A1DA63B95}"/>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187816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B1A02-8A5C-E017-5B2D-F13477E9967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971659-02CD-3EDD-3E84-947B96826BF4}"/>
              </a:ext>
            </a:extLst>
          </p:cNvPr>
          <p:cNvSpPr>
            <a:spLocks noGrp="1"/>
          </p:cNvSpPr>
          <p:nvPr>
            <p:ph sz="half" idx="1"/>
          </p:nvPr>
        </p:nvSpPr>
        <p:spPr/>
        <p:txBody>
          <a:bodyPr/>
          <a:lstStyle/>
          <a:p>
            <a:r>
              <a:rPr lang="en-US" dirty="0"/>
              <a:t>In the upper center block, 7 is in Row 3.</a:t>
            </a:r>
          </a:p>
        </p:txBody>
      </p:sp>
      <p:pic>
        <p:nvPicPr>
          <p:cNvPr id="4" name="Picture 3" descr="A grid of sudoku puzzle&#10;&#10;Description automatically generated">
            <a:extLst>
              <a:ext uri="{FF2B5EF4-FFF2-40B4-BE49-F238E27FC236}">
                <a16:creationId xmlns:a16="http://schemas.microsoft.com/office/drawing/2014/main" id="{074CD386-F14A-95D4-828E-95E118306D8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637A6D0-90E7-C173-1EE0-1E136D9AF96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FF6C2AB-54E4-74C6-285D-BCC7E7DC156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F9317E0-EF11-E292-05D0-A9D287832D8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76F8CCD-9DDB-2588-5241-348D2096F6E4}"/>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56A3336A-29C1-D2BC-E4B1-23174DB05DC2}"/>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49D3A876-B6E6-9CDD-FBD8-E5087F29E3D6}"/>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3" name="TextBox 12">
            <a:extLst>
              <a:ext uri="{FF2B5EF4-FFF2-40B4-BE49-F238E27FC236}">
                <a16:creationId xmlns:a16="http://schemas.microsoft.com/office/drawing/2014/main" id="{3B790BD3-3D95-B3CF-08F9-2C3A1DA4B523}"/>
              </a:ext>
            </a:extLst>
          </p:cNvPr>
          <p:cNvSpPr txBox="1"/>
          <p:nvPr/>
        </p:nvSpPr>
        <p:spPr>
          <a:xfrm>
            <a:off x="4143022" y="790619"/>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24F145F5-17BF-97C1-28F0-871D24BD010B}"/>
              </a:ext>
            </a:extLst>
          </p:cNvPr>
          <p:cNvSpPr txBox="1"/>
          <p:nvPr/>
        </p:nvSpPr>
        <p:spPr>
          <a:xfrm>
            <a:off x="5147734" y="790619"/>
            <a:ext cx="570089" cy="230832"/>
          </a:xfrm>
          <a:prstGeom prst="rect">
            <a:avLst/>
          </a:prstGeom>
          <a:noFill/>
        </p:spPr>
        <p:txBody>
          <a:bodyPr wrap="square" rtlCol="0">
            <a:spAutoFit/>
          </a:bodyPr>
          <a:lstStyle/>
          <a:p>
            <a:pPr algn="ctr"/>
            <a:r>
              <a:rPr lang="en-US" sz="900" dirty="0"/>
              <a:t>46</a:t>
            </a:r>
          </a:p>
        </p:txBody>
      </p:sp>
      <p:sp>
        <p:nvSpPr>
          <p:cNvPr id="15" name="TextBox 14">
            <a:extLst>
              <a:ext uri="{FF2B5EF4-FFF2-40B4-BE49-F238E27FC236}">
                <a16:creationId xmlns:a16="http://schemas.microsoft.com/office/drawing/2014/main" id="{1EAC8C83-9663-277E-2D35-672BABC46573}"/>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37A7EE71-4161-9DE1-AFA0-4829654B02CF}"/>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EE040C58-ED6C-D442-FAA0-EA920878A40A}"/>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0E4737FE-C81F-9D53-6B0E-0CD116032F5B}"/>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59853268-4FC6-8082-4B2A-8D9CCA31A820}"/>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a:t>
            </a:r>
          </a:p>
        </p:txBody>
      </p:sp>
      <p:sp>
        <p:nvSpPr>
          <p:cNvPr id="25" name="TextBox 24">
            <a:extLst>
              <a:ext uri="{FF2B5EF4-FFF2-40B4-BE49-F238E27FC236}">
                <a16:creationId xmlns:a16="http://schemas.microsoft.com/office/drawing/2014/main" id="{463DAC86-25A5-A4D2-5E9D-BDD007620E15}"/>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a:t>
            </a:r>
          </a:p>
        </p:txBody>
      </p:sp>
      <p:sp>
        <p:nvSpPr>
          <p:cNvPr id="26" name="TextBox 25">
            <a:extLst>
              <a:ext uri="{FF2B5EF4-FFF2-40B4-BE49-F238E27FC236}">
                <a16:creationId xmlns:a16="http://schemas.microsoft.com/office/drawing/2014/main" id="{25CDE96C-E776-2B78-23BA-34F1AF0F286F}"/>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a:t>
            </a:r>
          </a:p>
        </p:txBody>
      </p:sp>
      <p:sp>
        <p:nvSpPr>
          <p:cNvPr id="28" name="TextBox 27">
            <a:extLst>
              <a:ext uri="{FF2B5EF4-FFF2-40B4-BE49-F238E27FC236}">
                <a16:creationId xmlns:a16="http://schemas.microsoft.com/office/drawing/2014/main" id="{4D68B10C-7BA7-5530-6974-9A0C17A479A5}"/>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5369D329-A594-BF25-05B8-B73012D3BB0C}"/>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FF87AC9E-9B91-0990-64F2-E59FC9C77270}"/>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C0898D5E-F50D-BB9C-7BD6-849601C1220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4F8C0778-4701-FD3B-9DDA-77BFB7863CF3}"/>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C575C466-0C79-AD14-F467-4B7E518611DF}"/>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8E76AEEE-2FDC-2129-0C9F-9829A8C8EE8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3F4627F1-2D74-9A09-B85D-60A0A8F72C05}"/>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60D3E3E4-4AEC-4988-21E4-CE3916F559D3}"/>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382501CF-7EAB-623E-39F7-752D05C8C054}"/>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675079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196B-0F36-F6EB-C47B-4D5DF2FAEA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71DB59-1EE5-BECB-0906-EB8526F6088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D800966-DC3E-566A-E3F8-8F6CCBF72C6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50AB7D-53DA-A795-550B-97B3A9678BE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76229CC-047B-81F5-34EE-F5C31D69A50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5B5CCFE-8458-1CD1-4609-C79AA3A82D1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087EE6C-1372-3280-38D1-094311147FCD}"/>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8944BEB9-9CA7-15E1-6322-81B5EED2B049}"/>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E6CC620A-DBF8-068A-6CA9-E2A7E97AF395}"/>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ED436A9F-C4D0-3A6D-026B-1B960BA64BB6}"/>
              </a:ext>
            </a:extLst>
          </p:cNvPr>
          <p:cNvSpPr txBox="1"/>
          <p:nvPr/>
        </p:nvSpPr>
        <p:spPr>
          <a:xfrm>
            <a:off x="5147734" y="790619"/>
            <a:ext cx="570089" cy="230832"/>
          </a:xfrm>
          <a:prstGeom prst="rect">
            <a:avLst/>
          </a:prstGeom>
          <a:noFill/>
        </p:spPr>
        <p:txBody>
          <a:bodyPr wrap="square" rtlCol="0">
            <a:spAutoFit/>
          </a:bodyPr>
          <a:lstStyle/>
          <a:p>
            <a:pPr algn="ctr"/>
            <a:r>
              <a:rPr lang="en-US" sz="900" dirty="0"/>
              <a:t>46</a:t>
            </a:r>
          </a:p>
        </p:txBody>
      </p:sp>
      <p:sp>
        <p:nvSpPr>
          <p:cNvPr id="15" name="TextBox 14">
            <a:extLst>
              <a:ext uri="{FF2B5EF4-FFF2-40B4-BE49-F238E27FC236}">
                <a16:creationId xmlns:a16="http://schemas.microsoft.com/office/drawing/2014/main" id="{5A91F05E-5D2C-DF7E-218D-3727D19608BD}"/>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310CF3B4-4462-E111-268B-237C5F53678D}"/>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DAD17B6B-828C-ED05-0A02-37A8FF479B97}"/>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172A803B-EE22-19E6-83A2-7F83470017DB}"/>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9C8F7CFF-0DA4-0399-C715-E435C1FFD87C}"/>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a:t>
            </a:r>
          </a:p>
        </p:txBody>
      </p:sp>
      <p:sp>
        <p:nvSpPr>
          <p:cNvPr id="25" name="TextBox 24">
            <a:extLst>
              <a:ext uri="{FF2B5EF4-FFF2-40B4-BE49-F238E27FC236}">
                <a16:creationId xmlns:a16="http://schemas.microsoft.com/office/drawing/2014/main" id="{71000E09-FC51-7CB2-5FD5-0A096A359A5D}"/>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a:t>
            </a:r>
          </a:p>
        </p:txBody>
      </p:sp>
      <p:sp>
        <p:nvSpPr>
          <p:cNvPr id="26" name="TextBox 25">
            <a:extLst>
              <a:ext uri="{FF2B5EF4-FFF2-40B4-BE49-F238E27FC236}">
                <a16:creationId xmlns:a16="http://schemas.microsoft.com/office/drawing/2014/main" id="{190C9C97-EA2D-518F-CB8D-F6EE8C8E0079}"/>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a:t>
            </a:r>
          </a:p>
        </p:txBody>
      </p:sp>
      <p:sp>
        <p:nvSpPr>
          <p:cNvPr id="28" name="TextBox 27">
            <a:extLst>
              <a:ext uri="{FF2B5EF4-FFF2-40B4-BE49-F238E27FC236}">
                <a16:creationId xmlns:a16="http://schemas.microsoft.com/office/drawing/2014/main" id="{ABF294B1-B241-A837-CEA4-9DE53C113D8D}"/>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B046B154-FD1C-F16A-310F-E7C83AD11CC1}"/>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17071FED-3D44-F9C5-CBFA-1F8861B5321C}"/>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3BD29E9B-FC19-0EBE-DE78-01056EA3657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88A9007E-54BB-23CF-C39C-1DFE76BF6141}"/>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44D3D0C-27DB-D7F8-B56E-81F2BC465D1B}"/>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4E4D7300-F899-E5C8-5D36-3C24A99EB7F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5C14D112-FD01-29BA-E66F-BB9962399DDC}"/>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C5190BEF-3C6D-8C8B-ABCF-3762443A513D}"/>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F7B35BC3-D708-6E05-A72A-790FA98C8EEB}"/>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2FD0EEF-69D2-94D7-E739-0227AD33144D}"/>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537037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34744-94DB-F5A8-95BA-B0680366FC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A64F65-B496-D9D9-A03F-C96871AFC1ED}"/>
              </a:ext>
            </a:extLst>
          </p:cNvPr>
          <p:cNvSpPr>
            <a:spLocks noGrp="1"/>
          </p:cNvSpPr>
          <p:nvPr>
            <p:ph sz="half" idx="1"/>
          </p:nvPr>
        </p:nvSpPr>
        <p:spPr/>
        <p:txBody>
          <a:bodyPr/>
          <a:lstStyle/>
          <a:p>
            <a:r>
              <a:rPr lang="en-US" dirty="0"/>
              <a:t>Since this cell can’t be 7, 8, or 9, it must be on the 456 cycle. 5 and 6 are precluded.</a:t>
            </a:r>
          </a:p>
        </p:txBody>
      </p:sp>
      <p:pic>
        <p:nvPicPr>
          <p:cNvPr id="4" name="Picture 3" descr="A grid of sudoku puzzle&#10;&#10;Description automatically generated">
            <a:extLst>
              <a:ext uri="{FF2B5EF4-FFF2-40B4-BE49-F238E27FC236}">
                <a16:creationId xmlns:a16="http://schemas.microsoft.com/office/drawing/2014/main" id="{515171BF-5A21-3829-82BA-2237133E368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A895672-BC3F-7E5A-F946-F8ED46FD1D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0D444F-BD9C-9E08-9D00-EA5B736259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08A8666-6CB8-98C6-3E04-A9C04AC54B1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769001D-D75D-432D-7EA1-1A3AA395103B}"/>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3309185-62CD-84A3-AC1B-D6E4C9894A87}"/>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DF7E12C5-D80B-C60F-C185-E2681D4D0319}"/>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A53B964B-4F0A-D0BD-DACC-38C60E547148}"/>
              </a:ext>
            </a:extLst>
          </p:cNvPr>
          <p:cNvSpPr txBox="1"/>
          <p:nvPr/>
        </p:nvSpPr>
        <p:spPr>
          <a:xfrm>
            <a:off x="5147734" y="790619"/>
            <a:ext cx="570089" cy="230832"/>
          </a:xfrm>
          <a:prstGeom prst="rect">
            <a:avLst/>
          </a:prstGeom>
          <a:noFill/>
        </p:spPr>
        <p:txBody>
          <a:bodyPr wrap="square" rtlCol="0">
            <a:spAutoFit/>
          </a:bodyPr>
          <a:lstStyle/>
          <a:p>
            <a:pPr algn="ctr"/>
            <a:r>
              <a:rPr lang="en-US" sz="900" dirty="0"/>
              <a:t>46</a:t>
            </a:r>
          </a:p>
        </p:txBody>
      </p:sp>
      <p:sp>
        <p:nvSpPr>
          <p:cNvPr id="15" name="TextBox 14">
            <a:extLst>
              <a:ext uri="{FF2B5EF4-FFF2-40B4-BE49-F238E27FC236}">
                <a16:creationId xmlns:a16="http://schemas.microsoft.com/office/drawing/2014/main" id="{C33082CB-9A2B-E157-6377-B536DED2AD6D}"/>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F7E36A10-BAB7-0AF4-5215-399861FFC19A}"/>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BFD90F8D-0922-8E5E-3CF4-7C31C89A3A79}"/>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1366BB82-BB26-02CC-0E83-D5474F1DC1D2}"/>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DF1CF6D7-43CB-2C52-379E-F9D285970A93}"/>
              </a:ext>
            </a:extLst>
          </p:cNvPr>
          <p:cNvSpPr txBox="1"/>
          <p:nvPr/>
        </p:nvSpPr>
        <p:spPr>
          <a:xfrm>
            <a:off x="4645378" y="1903821"/>
            <a:ext cx="570089" cy="230832"/>
          </a:xfrm>
          <a:prstGeom prst="rect">
            <a:avLst/>
          </a:prstGeom>
          <a:noFill/>
        </p:spPr>
        <p:txBody>
          <a:bodyPr wrap="square" rtlCol="0">
            <a:spAutoFit/>
          </a:bodyPr>
          <a:lstStyle/>
          <a:p>
            <a:pPr algn="ctr"/>
            <a:r>
              <a:rPr lang="en-US" sz="900" dirty="0"/>
              <a:t>457</a:t>
            </a:r>
          </a:p>
        </p:txBody>
      </p:sp>
      <p:sp>
        <p:nvSpPr>
          <p:cNvPr id="25" name="TextBox 24">
            <a:extLst>
              <a:ext uri="{FF2B5EF4-FFF2-40B4-BE49-F238E27FC236}">
                <a16:creationId xmlns:a16="http://schemas.microsoft.com/office/drawing/2014/main" id="{88250651-F378-2CCE-7112-4060FB937B30}"/>
              </a:ext>
            </a:extLst>
          </p:cNvPr>
          <p:cNvSpPr txBox="1"/>
          <p:nvPr/>
        </p:nvSpPr>
        <p:spPr>
          <a:xfrm>
            <a:off x="5147734" y="1903821"/>
            <a:ext cx="570089" cy="230832"/>
          </a:xfrm>
          <a:prstGeom prst="rect">
            <a:avLst/>
          </a:prstGeom>
          <a:noFill/>
        </p:spPr>
        <p:txBody>
          <a:bodyPr wrap="square" rtlCol="0">
            <a:spAutoFit/>
          </a:bodyPr>
          <a:lstStyle/>
          <a:p>
            <a:pPr algn="ctr"/>
            <a:r>
              <a:rPr lang="en-US" sz="900" dirty="0"/>
              <a:t>4567</a:t>
            </a:r>
          </a:p>
        </p:txBody>
      </p:sp>
      <p:sp>
        <p:nvSpPr>
          <p:cNvPr id="26" name="TextBox 25">
            <a:extLst>
              <a:ext uri="{FF2B5EF4-FFF2-40B4-BE49-F238E27FC236}">
                <a16:creationId xmlns:a16="http://schemas.microsoft.com/office/drawing/2014/main" id="{68D73F3F-BAFE-C5DF-07FA-6CC4067C0A0E}"/>
              </a:ext>
            </a:extLst>
          </p:cNvPr>
          <p:cNvSpPr txBox="1"/>
          <p:nvPr/>
        </p:nvSpPr>
        <p:spPr>
          <a:xfrm>
            <a:off x="5650090" y="1903821"/>
            <a:ext cx="570089" cy="230832"/>
          </a:xfrm>
          <a:prstGeom prst="rect">
            <a:avLst/>
          </a:prstGeom>
          <a:noFill/>
        </p:spPr>
        <p:txBody>
          <a:bodyPr wrap="square" rtlCol="0">
            <a:spAutoFit/>
          </a:bodyPr>
          <a:lstStyle/>
          <a:p>
            <a:pPr algn="ctr"/>
            <a:r>
              <a:rPr lang="en-US" sz="900" dirty="0"/>
              <a:t>4567</a:t>
            </a:r>
          </a:p>
        </p:txBody>
      </p:sp>
      <p:sp>
        <p:nvSpPr>
          <p:cNvPr id="28" name="TextBox 27">
            <a:extLst>
              <a:ext uri="{FF2B5EF4-FFF2-40B4-BE49-F238E27FC236}">
                <a16:creationId xmlns:a16="http://schemas.microsoft.com/office/drawing/2014/main" id="{752DC03D-0FD0-F50B-C730-990C17646559}"/>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47F9EAC9-316B-0CB4-2D93-F986AFCEE50A}"/>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6D0CA373-2492-A368-8216-9AD83332DC0E}"/>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DEFEF130-FCA7-61C2-BA4B-D2ECCCB7872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12C904C0-7AFE-7462-94F5-557F4872245E}"/>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08FEE5E-F96D-0599-15AD-76A274D62005}"/>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B084300D-3B1F-44EF-05D3-53C2AA035FC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C62BFC19-24C8-2D11-40D0-5C246A625C7D}"/>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13" name="TextBox 12">
            <a:extLst>
              <a:ext uri="{FF2B5EF4-FFF2-40B4-BE49-F238E27FC236}">
                <a16:creationId xmlns:a16="http://schemas.microsoft.com/office/drawing/2014/main" id="{DB79131B-D2AA-1668-AD1D-BDC97820AEF4}"/>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0E0B37FF-F38B-A242-DBBC-F5E44C7DD1CD}"/>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85217530-0B87-29E7-7845-0E345CA50BFD}"/>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E2A8671-E2AD-C8F0-86BC-905614799443}"/>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325441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9D0AF-90F2-2B70-FD19-31C6305CF6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6ED6EE-6009-1829-DF0C-5599BC0BC19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37DB307-BA29-4F37-C327-1125B19930B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6EF1716-C2B7-9ECD-F794-378D0A5E98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8377E74-5EE9-3DF8-D94B-2101CBE1F3C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D8F85B6-FCB6-9A28-4F94-3C5F5194612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477E356-5E15-C7B6-0191-26AA97C05844}"/>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7B75B576-CC07-FB9C-0DB8-CA7B81860C47}"/>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C5798AC6-4967-B14D-1543-1C20BA7C5CA7}"/>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6ED58B98-BF58-DD69-6B67-F43FA941AABE}"/>
              </a:ext>
            </a:extLst>
          </p:cNvPr>
          <p:cNvSpPr txBox="1"/>
          <p:nvPr/>
        </p:nvSpPr>
        <p:spPr>
          <a:xfrm>
            <a:off x="5147734" y="790619"/>
            <a:ext cx="570089" cy="230832"/>
          </a:xfrm>
          <a:prstGeom prst="rect">
            <a:avLst/>
          </a:prstGeom>
          <a:noFill/>
        </p:spPr>
        <p:txBody>
          <a:bodyPr wrap="square" rtlCol="0">
            <a:spAutoFit/>
          </a:bodyPr>
          <a:lstStyle/>
          <a:p>
            <a:pPr algn="ctr"/>
            <a:r>
              <a:rPr lang="en-US" sz="900" dirty="0"/>
              <a:t>46</a:t>
            </a:r>
          </a:p>
        </p:txBody>
      </p:sp>
      <p:sp>
        <p:nvSpPr>
          <p:cNvPr id="15" name="TextBox 14">
            <a:extLst>
              <a:ext uri="{FF2B5EF4-FFF2-40B4-BE49-F238E27FC236}">
                <a16:creationId xmlns:a16="http://schemas.microsoft.com/office/drawing/2014/main" id="{99BB52CE-1716-FD35-8DA1-5676735DF68A}"/>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A751BEB1-F464-652A-5235-84627F2A0761}"/>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C7D4BDA6-F957-8735-A5A2-6500B01FA60E}"/>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1D535EF5-D29C-570B-5827-47E95AD868F9}"/>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A1B60C0A-7B63-9EAA-F966-D85B08B1E6E0}"/>
              </a:ext>
            </a:extLst>
          </p:cNvPr>
          <p:cNvSpPr txBox="1"/>
          <p:nvPr/>
        </p:nvSpPr>
        <p:spPr>
          <a:xfrm>
            <a:off x="4645378" y="1903821"/>
            <a:ext cx="570089" cy="230832"/>
          </a:xfrm>
          <a:prstGeom prst="rect">
            <a:avLst/>
          </a:prstGeom>
          <a:noFill/>
        </p:spPr>
        <p:txBody>
          <a:bodyPr wrap="square" rtlCol="0">
            <a:spAutoFit/>
          </a:bodyPr>
          <a:lstStyle/>
          <a:p>
            <a:pPr algn="ctr"/>
            <a:r>
              <a:rPr lang="en-US" sz="900" dirty="0"/>
              <a:t>57</a:t>
            </a:r>
          </a:p>
        </p:txBody>
      </p:sp>
      <p:sp>
        <p:nvSpPr>
          <p:cNvPr id="25" name="TextBox 24">
            <a:extLst>
              <a:ext uri="{FF2B5EF4-FFF2-40B4-BE49-F238E27FC236}">
                <a16:creationId xmlns:a16="http://schemas.microsoft.com/office/drawing/2014/main" id="{959B6FE0-76CF-414C-492D-7FC6DCA2C781}"/>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a:t>
            </a:r>
          </a:p>
        </p:txBody>
      </p:sp>
      <p:sp>
        <p:nvSpPr>
          <p:cNvPr id="26" name="TextBox 25">
            <a:extLst>
              <a:ext uri="{FF2B5EF4-FFF2-40B4-BE49-F238E27FC236}">
                <a16:creationId xmlns:a16="http://schemas.microsoft.com/office/drawing/2014/main" id="{8B1213CE-C01D-DB26-F80D-D1D0D07DF98D}"/>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a:t>
            </a:r>
          </a:p>
        </p:txBody>
      </p:sp>
      <p:sp>
        <p:nvSpPr>
          <p:cNvPr id="28" name="TextBox 27">
            <a:extLst>
              <a:ext uri="{FF2B5EF4-FFF2-40B4-BE49-F238E27FC236}">
                <a16:creationId xmlns:a16="http://schemas.microsoft.com/office/drawing/2014/main" id="{453EF0C5-A114-D06B-3E0B-7C6F464436B6}"/>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F434933E-0EE1-B3CE-B537-AAA2C04B766F}"/>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3C1019E8-ED6B-2539-3BCF-7CEBB0DE6B37}"/>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753481CE-DC34-C27C-0A9C-947719596B3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D1B9FE17-B8E2-C6F0-8A1A-B4585EC8D322}"/>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4ACB13F-DF0D-18F3-6092-D41E3C2EE46B}"/>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34A26BE9-56FE-2CFE-B2E6-68B4571AA6A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D61CEE32-8087-09CD-E933-A5CBCCDE3B91}"/>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13" name="TextBox 12">
            <a:extLst>
              <a:ext uri="{FF2B5EF4-FFF2-40B4-BE49-F238E27FC236}">
                <a16:creationId xmlns:a16="http://schemas.microsoft.com/office/drawing/2014/main" id="{8AE3731F-CE96-7196-E527-A42A107B36FE}"/>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A79DC0C7-7579-7BAA-A633-D268ED5CA3CD}"/>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859EE9A0-B36D-CF85-F730-411839F65856}"/>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45E6B262-8163-F4F0-4889-E0658D495974}"/>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661163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569A-DA95-BE56-8B6E-18551595584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76BBFC-23ED-6644-42F2-2F0910660F2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0343A23-E8A3-4A22-E2AB-4A9424B0A6D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B2DA6D-0660-E3A2-6DFE-F45DCF0267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8D52969-631A-FBCC-DC2F-E3610D536DF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AEFFBFC-0239-AB29-62DE-0269117419C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AB812F6-D21D-4EF6-CBF9-C1A112CF1D1B}"/>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112DB674-B678-DEE1-1DB0-027508BA7B49}"/>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EC58D156-1377-25DC-CB94-51BB0968875F}"/>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FD4136A0-BB32-3DF0-F678-65F55B995BE7}"/>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B805C686-148C-A8D1-5E43-0402E958D40B}"/>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FDEAF43C-2A65-C558-0437-2D9F47EAB368}"/>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3DC8C304-5F21-1378-E43F-5C04308C21D7}"/>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0D55B942-159A-17CB-86D9-79907A7CA1D9}"/>
              </a:ext>
            </a:extLst>
          </p:cNvPr>
          <p:cNvSpPr txBox="1"/>
          <p:nvPr/>
        </p:nvSpPr>
        <p:spPr>
          <a:xfrm>
            <a:off x="4645378" y="1903821"/>
            <a:ext cx="570089" cy="230832"/>
          </a:xfrm>
          <a:prstGeom prst="rect">
            <a:avLst/>
          </a:prstGeom>
          <a:noFill/>
        </p:spPr>
        <p:txBody>
          <a:bodyPr wrap="square" rtlCol="0">
            <a:spAutoFit/>
          </a:bodyPr>
          <a:lstStyle/>
          <a:p>
            <a:pPr algn="ctr"/>
            <a:r>
              <a:rPr lang="en-US" sz="900" dirty="0"/>
              <a:t>57</a:t>
            </a:r>
          </a:p>
        </p:txBody>
      </p:sp>
      <p:sp>
        <p:nvSpPr>
          <p:cNvPr id="25" name="TextBox 24">
            <a:extLst>
              <a:ext uri="{FF2B5EF4-FFF2-40B4-BE49-F238E27FC236}">
                <a16:creationId xmlns:a16="http://schemas.microsoft.com/office/drawing/2014/main" id="{E8599FAF-1C76-31C8-72CB-4EB402CC4820}"/>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a:t>
            </a:r>
          </a:p>
        </p:txBody>
      </p:sp>
      <p:sp>
        <p:nvSpPr>
          <p:cNvPr id="26" name="TextBox 25">
            <a:extLst>
              <a:ext uri="{FF2B5EF4-FFF2-40B4-BE49-F238E27FC236}">
                <a16:creationId xmlns:a16="http://schemas.microsoft.com/office/drawing/2014/main" id="{B70BD457-6140-9F82-6D0F-936067B2D14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a:t>
            </a:r>
          </a:p>
        </p:txBody>
      </p:sp>
      <p:sp>
        <p:nvSpPr>
          <p:cNvPr id="28" name="TextBox 27">
            <a:extLst>
              <a:ext uri="{FF2B5EF4-FFF2-40B4-BE49-F238E27FC236}">
                <a16:creationId xmlns:a16="http://schemas.microsoft.com/office/drawing/2014/main" id="{74167D60-DB06-3FC3-1DCB-EC24DE82F0C5}"/>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4DEAA6ED-D24D-7B6A-30D4-3718B9AD1FCE}"/>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24761A0B-319C-080C-DB92-222103B4BFB9}"/>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D0B89C43-0CBA-77E0-0E2A-064479ACCD5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F9ED0850-D35C-D18B-BD60-842D876F1DC9}"/>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002BA23E-B325-1752-E83B-0AA3BFD3D58D}"/>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08ED71AA-3B9A-642B-8BDC-B59F2D2679A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C289326D-F10E-C787-0CE7-F47946157A84}"/>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13" name="TextBox 12">
            <a:extLst>
              <a:ext uri="{FF2B5EF4-FFF2-40B4-BE49-F238E27FC236}">
                <a16:creationId xmlns:a16="http://schemas.microsoft.com/office/drawing/2014/main" id="{85905BB0-2BEC-37AF-A6B9-4A6AF2DE4177}"/>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71A652A3-E8C5-B3E7-975C-9B9CA5FDB693}"/>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55407F81-207B-05D8-A374-6EAE09011345}"/>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0C915F34-4B2C-6B29-1FDC-602CA11E4474}"/>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4AF2E0D9-02A2-7222-D493-C0E919AF776B}"/>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746300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F30A-C943-C39F-5E3E-215745FC53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B6979B-101D-2B49-6EF9-ECFB9B458C80}"/>
              </a:ext>
            </a:extLst>
          </p:cNvPr>
          <p:cNvSpPr>
            <a:spLocks noGrp="1"/>
          </p:cNvSpPr>
          <p:nvPr>
            <p:ph sz="half" idx="1"/>
          </p:nvPr>
        </p:nvSpPr>
        <p:spPr/>
        <p:txBody>
          <a:bodyPr/>
          <a:lstStyle/>
          <a:p>
            <a:r>
              <a:rPr lang="en-US" dirty="0"/>
              <a:t>Extend the 456 cycle, and initialize the 789 cycle.</a:t>
            </a:r>
          </a:p>
        </p:txBody>
      </p:sp>
      <p:pic>
        <p:nvPicPr>
          <p:cNvPr id="4" name="Picture 3" descr="A grid of sudoku puzzle&#10;&#10;Description automatically generated">
            <a:extLst>
              <a:ext uri="{FF2B5EF4-FFF2-40B4-BE49-F238E27FC236}">
                <a16:creationId xmlns:a16="http://schemas.microsoft.com/office/drawing/2014/main" id="{A5BF3B52-C1CC-4854-5790-00C222DBF5F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5A9FA59-A9D6-2D5B-EE07-A099D1646A1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90408B-A7E0-0AD2-5D60-D05AC0351F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F89A901-630D-B010-26D4-CE11ED53DFF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98D874F-EDCA-0644-9D5B-F6A9614A1DBB}"/>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6D5B16C7-4AB9-CF49-58C1-C2D3A2F355DA}"/>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898C3DAC-F603-0FC4-B206-1C4125788E28}"/>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63663B81-7831-BC9C-688A-33D2DE152941}"/>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4225EAA0-1B12-F78B-08AC-A9EAD91C36B1}"/>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C17CDAFF-2548-2DE6-71E9-FF4BA13BCD6E}"/>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46E242DE-8FD3-669C-9443-51D0168BF6E5}"/>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AC44F841-B717-F0DA-BA17-DA6F9256D201}"/>
              </a:ext>
            </a:extLst>
          </p:cNvPr>
          <p:cNvSpPr txBox="1"/>
          <p:nvPr/>
        </p:nvSpPr>
        <p:spPr>
          <a:xfrm>
            <a:off x="4645378" y="1903821"/>
            <a:ext cx="570089" cy="230832"/>
          </a:xfrm>
          <a:prstGeom prst="rect">
            <a:avLst/>
          </a:prstGeom>
          <a:noFill/>
        </p:spPr>
        <p:txBody>
          <a:bodyPr wrap="square" rtlCol="0">
            <a:spAutoFit/>
          </a:bodyPr>
          <a:lstStyle/>
          <a:p>
            <a:pPr algn="ctr"/>
            <a:r>
              <a:rPr lang="en-US" sz="900" dirty="0"/>
              <a:t>57</a:t>
            </a:r>
          </a:p>
        </p:txBody>
      </p:sp>
      <p:sp>
        <p:nvSpPr>
          <p:cNvPr id="25" name="TextBox 24">
            <a:extLst>
              <a:ext uri="{FF2B5EF4-FFF2-40B4-BE49-F238E27FC236}">
                <a16:creationId xmlns:a16="http://schemas.microsoft.com/office/drawing/2014/main" id="{75BCFC4D-15C8-A944-0D76-B9ACBFDA2688}"/>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a:t>
            </a:r>
          </a:p>
        </p:txBody>
      </p:sp>
      <p:sp>
        <p:nvSpPr>
          <p:cNvPr id="26" name="TextBox 25">
            <a:extLst>
              <a:ext uri="{FF2B5EF4-FFF2-40B4-BE49-F238E27FC236}">
                <a16:creationId xmlns:a16="http://schemas.microsoft.com/office/drawing/2014/main" id="{197F0C08-1780-4C01-731C-944F53792D3C}"/>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a:t>
            </a:r>
          </a:p>
        </p:txBody>
      </p:sp>
      <p:sp>
        <p:nvSpPr>
          <p:cNvPr id="28" name="TextBox 27">
            <a:extLst>
              <a:ext uri="{FF2B5EF4-FFF2-40B4-BE49-F238E27FC236}">
                <a16:creationId xmlns:a16="http://schemas.microsoft.com/office/drawing/2014/main" id="{415D985A-6815-56ED-6C56-79C68C184DC7}"/>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54144FD0-BAAF-BDAD-F795-479CB841414B}"/>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A4AE79A8-17DB-1EDD-3CD7-3E84739CC2C6}"/>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930A112B-6585-CEA3-03D0-C5D4BECE7368}"/>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4A427D22-EF73-0175-EF5A-AB3F5C1854E9}"/>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941FFD2-9F49-D3F4-8F80-A01AA0F6E98E}"/>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7F601974-3FEE-C859-D28C-076CE0E2FFE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C233DE61-57E9-9D12-A036-E5E02E3BC3DE}"/>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13" name="TextBox 12">
            <a:extLst>
              <a:ext uri="{FF2B5EF4-FFF2-40B4-BE49-F238E27FC236}">
                <a16:creationId xmlns:a16="http://schemas.microsoft.com/office/drawing/2014/main" id="{0CFB44DE-C434-E431-4E68-FAC71FD7F538}"/>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2BE14142-F8DF-E162-B28A-EAC10F8595F6}"/>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611649B2-B644-A287-1CA2-A69627C78B71}"/>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20CE977-6901-41F7-52F9-B4B986D4CCBC}"/>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4361CDB7-FA7C-DB53-D99E-B9E752283F5E}"/>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B020195A-6BFE-9ADB-DDD9-9212CF1920A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F220463D-ED89-AC3A-B2B8-00DA07940140}"/>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14" name="TextBox 13">
            <a:extLst>
              <a:ext uri="{FF2B5EF4-FFF2-40B4-BE49-F238E27FC236}">
                <a16:creationId xmlns:a16="http://schemas.microsoft.com/office/drawing/2014/main" id="{43621F11-AB11-9FFA-448A-84B36B77A27A}"/>
              </a:ext>
            </a:extLst>
          </p:cNvPr>
          <p:cNvSpPr txBox="1"/>
          <p:nvPr/>
        </p:nvSpPr>
        <p:spPr>
          <a:xfrm>
            <a:off x="7157158" y="2547883"/>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29877E5F-FFC2-AF98-ADFE-7717AB254E9B}"/>
              </a:ext>
            </a:extLst>
          </p:cNvPr>
          <p:cNvSpPr txBox="1"/>
          <p:nvPr/>
        </p:nvSpPr>
        <p:spPr>
          <a:xfrm>
            <a:off x="7157158" y="3048827"/>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F2FAD92C-97E1-0815-7050-F9F39B2FB85A}"/>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Tree>
    <p:extLst>
      <p:ext uri="{BB962C8B-B14F-4D97-AF65-F5344CB8AC3E}">
        <p14:creationId xmlns:p14="http://schemas.microsoft.com/office/powerpoint/2010/main" val="901768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D5876-CCAD-898E-849B-D8D8C5AC482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5BBFA8-D995-B0CE-0281-B46386E0F383}"/>
              </a:ext>
            </a:extLst>
          </p:cNvPr>
          <p:cNvSpPr>
            <a:spLocks noGrp="1"/>
          </p:cNvSpPr>
          <p:nvPr>
            <p:ph sz="half" idx="1"/>
          </p:nvPr>
        </p:nvSpPr>
        <p:spPr/>
        <p:txBody>
          <a:bodyPr/>
          <a:lstStyle/>
          <a:p>
            <a:r>
              <a:rPr lang="en-US" dirty="0"/>
              <a:t>Complete the upper right block.</a:t>
            </a:r>
          </a:p>
        </p:txBody>
      </p:sp>
      <p:pic>
        <p:nvPicPr>
          <p:cNvPr id="4" name="Picture 3" descr="A grid of sudoku puzzle&#10;&#10;Description automatically generated">
            <a:extLst>
              <a:ext uri="{FF2B5EF4-FFF2-40B4-BE49-F238E27FC236}">
                <a16:creationId xmlns:a16="http://schemas.microsoft.com/office/drawing/2014/main" id="{1295C99D-0960-C3BA-A8FD-AC20265A5E2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8B87366-F870-E436-E03E-54733343709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10E3386-3D34-646C-654E-F26644D4A70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BA105E3-25FB-6A20-3E85-F58C16C4452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1D8FD93-A99C-DB3D-AF41-5238DCF9E50E}"/>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2DA36614-388C-0669-ABF0-6C1DD0533381}"/>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23FFDF47-32C3-C48D-70C2-659D7DE42075}"/>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700D19C6-38E1-F45E-BFDB-7615E453C5AA}"/>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DADCE065-CE44-710A-72CE-8D82B84C425A}"/>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DA267F3E-5DE4-384D-F3AE-1FD8CB0F9568}"/>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C1B2A479-DE33-A98A-1C21-531124DA478A}"/>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215DB1E5-E09F-7C6C-D0CB-4AB16DBEC1BC}"/>
              </a:ext>
            </a:extLst>
          </p:cNvPr>
          <p:cNvSpPr txBox="1"/>
          <p:nvPr/>
        </p:nvSpPr>
        <p:spPr>
          <a:xfrm>
            <a:off x="4645378" y="1903821"/>
            <a:ext cx="570089" cy="230832"/>
          </a:xfrm>
          <a:prstGeom prst="rect">
            <a:avLst/>
          </a:prstGeom>
          <a:noFill/>
        </p:spPr>
        <p:txBody>
          <a:bodyPr wrap="square" rtlCol="0">
            <a:spAutoFit/>
          </a:bodyPr>
          <a:lstStyle/>
          <a:p>
            <a:pPr algn="ctr"/>
            <a:r>
              <a:rPr lang="en-US" sz="900" dirty="0"/>
              <a:t>57</a:t>
            </a:r>
          </a:p>
        </p:txBody>
      </p:sp>
      <p:sp>
        <p:nvSpPr>
          <p:cNvPr id="25" name="TextBox 24">
            <a:extLst>
              <a:ext uri="{FF2B5EF4-FFF2-40B4-BE49-F238E27FC236}">
                <a16:creationId xmlns:a16="http://schemas.microsoft.com/office/drawing/2014/main" id="{4A851EEA-DD4A-8204-84A8-6468CB9396F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a:t>
            </a:r>
          </a:p>
        </p:txBody>
      </p:sp>
      <p:sp>
        <p:nvSpPr>
          <p:cNvPr id="26" name="TextBox 25">
            <a:extLst>
              <a:ext uri="{FF2B5EF4-FFF2-40B4-BE49-F238E27FC236}">
                <a16:creationId xmlns:a16="http://schemas.microsoft.com/office/drawing/2014/main" id="{B28D2E57-59D4-5E20-8940-BF870361FCB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a:t>
            </a:r>
          </a:p>
        </p:txBody>
      </p:sp>
      <p:sp>
        <p:nvSpPr>
          <p:cNvPr id="28" name="TextBox 27">
            <a:extLst>
              <a:ext uri="{FF2B5EF4-FFF2-40B4-BE49-F238E27FC236}">
                <a16:creationId xmlns:a16="http://schemas.microsoft.com/office/drawing/2014/main" id="{6D687520-0D42-1272-64A2-1EFCA591BD5B}"/>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29" name="TextBox 28">
            <a:extLst>
              <a:ext uri="{FF2B5EF4-FFF2-40B4-BE49-F238E27FC236}">
                <a16:creationId xmlns:a16="http://schemas.microsoft.com/office/drawing/2014/main" id="{27EC1399-0A7D-ADD8-442E-AA70C39DC1D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029A75DA-1877-4123-EE56-F20A8CB1EF04}"/>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9EE52C56-2DF7-9D07-D287-C323FD00FC6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2D7522A1-2902-3826-1642-E0ED7DD058D0}"/>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CB88B627-AD5F-FCDD-F3A6-8C842BD4CA4E}"/>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3A6029C2-17BD-3EC0-E302-9F53BB3BC29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CA7C3F01-552E-60B2-9293-F06331D5CE64}"/>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13" name="TextBox 12">
            <a:extLst>
              <a:ext uri="{FF2B5EF4-FFF2-40B4-BE49-F238E27FC236}">
                <a16:creationId xmlns:a16="http://schemas.microsoft.com/office/drawing/2014/main" id="{62931163-C457-5358-8BE4-85C5C622D5A5}"/>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0EBAE542-2354-40C5-D011-23CAB144BE2A}"/>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17370F68-636F-7E8A-F27A-5F7F79470501}"/>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A994A50-0CF1-8A7F-EEDF-0BC48C6E678D}"/>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367A116B-5E82-21AC-7E3F-737C2936D576}"/>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E3943263-E668-464C-1488-540018D65AF5}"/>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DE5C4BF2-B79C-2DE5-9EC7-77CC90A71AEF}"/>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14" name="TextBox 13">
            <a:extLst>
              <a:ext uri="{FF2B5EF4-FFF2-40B4-BE49-F238E27FC236}">
                <a16:creationId xmlns:a16="http://schemas.microsoft.com/office/drawing/2014/main" id="{1ED7D60E-C46F-0364-BECA-0D75DC4A13F7}"/>
              </a:ext>
            </a:extLst>
          </p:cNvPr>
          <p:cNvSpPr txBox="1"/>
          <p:nvPr/>
        </p:nvSpPr>
        <p:spPr>
          <a:xfrm>
            <a:off x="7157158" y="2547883"/>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2E4F6135-E644-C841-8138-A150B8C52E70}"/>
              </a:ext>
            </a:extLst>
          </p:cNvPr>
          <p:cNvSpPr txBox="1"/>
          <p:nvPr/>
        </p:nvSpPr>
        <p:spPr>
          <a:xfrm>
            <a:off x="7157158" y="3048827"/>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432B976F-9554-93B0-7676-BEE4D2AF70F6}"/>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DF889867-3900-A3B0-86F9-ADB87BA8D575}"/>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6" name="TextBox 35">
            <a:extLst>
              <a:ext uri="{FF2B5EF4-FFF2-40B4-BE49-F238E27FC236}">
                <a16:creationId xmlns:a16="http://schemas.microsoft.com/office/drawing/2014/main" id="{E1E30295-BC1D-5A55-EE8D-4B31C0935F0E}"/>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Tree>
    <p:extLst>
      <p:ext uri="{BB962C8B-B14F-4D97-AF65-F5344CB8AC3E}">
        <p14:creationId xmlns:p14="http://schemas.microsoft.com/office/powerpoint/2010/main" val="1660756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21013-1170-F06C-BA91-82AC54D4A4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AAF6CF-3B1D-E4F1-3011-5B0835C4F51C}"/>
              </a:ext>
            </a:extLst>
          </p:cNvPr>
          <p:cNvSpPr>
            <a:spLocks noGrp="1"/>
          </p:cNvSpPr>
          <p:nvPr>
            <p:ph sz="half" idx="1"/>
          </p:nvPr>
        </p:nvSpPr>
        <p:spPr/>
        <p:txBody>
          <a:bodyPr/>
          <a:lstStyle/>
          <a:p>
            <a:r>
              <a:rPr lang="en-US" dirty="0"/>
              <a:t>The orange line in the lower right block has two consecutive cells that can’t be 789. So, the 789 cycle is determined.</a:t>
            </a:r>
          </a:p>
        </p:txBody>
      </p:sp>
      <p:pic>
        <p:nvPicPr>
          <p:cNvPr id="4" name="Picture 3" descr="A grid of sudoku puzzle&#10;&#10;Description automatically generated">
            <a:extLst>
              <a:ext uri="{FF2B5EF4-FFF2-40B4-BE49-F238E27FC236}">
                <a16:creationId xmlns:a16="http://schemas.microsoft.com/office/drawing/2014/main" id="{15DA17E9-6792-0E2B-F386-4B5D396F625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B6A9412-0E88-59BB-A75F-B9FE298749F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BD755E1-FA8C-ABF4-71A3-7AD57A5F5D3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C2F20E7-C1BC-C6A3-8366-678AB9C1F88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636907D-D3E3-07D3-D356-B7C5AD2431C1}"/>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889704CE-6557-7766-F61D-2EBA0CC78C74}"/>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641CC23C-90C3-A6EC-B062-DAAA22DE228B}"/>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AC1C0355-6DB4-391F-1255-329DFEF6065E}"/>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88D620DE-3773-C958-0C6A-C471D7EA4B20}"/>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ED4AD693-CC52-C383-0D37-DDC613D87943}"/>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390D5904-58E7-2289-345E-01225668E35C}"/>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87D112A4-ED20-833C-0AC2-EAAA4CAACFD3}"/>
              </a:ext>
            </a:extLst>
          </p:cNvPr>
          <p:cNvSpPr txBox="1"/>
          <p:nvPr/>
        </p:nvSpPr>
        <p:spPr>
          <a:xfrm>
            <a:off x="4645378" y="1903821"/>
            <a:ext cx="570089" cy="230832"/>
          </a:xfrm>
          <a:prstGeom prst="rect">
            <a:avLst/>
          </a:prstGeom>
          <a:noFill/>
        </p:spPr>
        <p:txBody>
          <a:bodyPr wrap="square" rtlCol="0">
            <a:spAutoFit/>
          </a:bodyPr>
          <a:lstStyle/>
          <a:p>
            <a:pPr algn="ctr"/>
            <a:r>
              <a:rPr lang="en-US" sz="900" dirty="0"/>
              <a:t>57</a:t>
            </a:r>
          </a:p>
        </p:txBody>
      </p:sp>
      <p:sp>
        <p:nvSpPr>
          <p:cNvPr id="25" name="TextBox 24">
            <a:extLst>
              <a:ext uri="{FF2B5EF4-FFF2-40B4-BE49-F238E27FC236}">
                <a16:creationId xmlns:a16="http://schemas.microsoft.com/office/drawing/2014/main" id="{C08D0043-7C6B-F576-F2E7-2B89A328A82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a:t>
            </a:r>
          </a:p>
        </p:txBody>
      </p:sp>
      <p:sp>
        <p:nvSpPr>
          <p:cNvPr id="26" name="TextBox 25">
            <a:extLst>
              <a:ext uri="{FF2B5EF4-FFF2-40B4-BE49-F238E27FC236}">
                <a16:creationId xmlns:a16="http://schemas.microsoft.com/office/drawing/2014/main" id="{0B7E71FD-EF3C-0117-6B73-9A7BABD786A3}"/>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a:t>
            </a:r>
          </a:p>
        </p:txBody>
      </p:sp>
      <p:sp>
        <p:nvSpPr>
          <p:cNvPr id="27" name="TextBox 26">
            <a:extLst>
              <a:ext uri="{FF2B5EF4-FFF2-40B4-BE49-F238E27FC236}">
                <a16:creationId xmlns:a16="http://schemas.microsoft.com/office/drawing/2014/main" id="{CD55D2DF-478D-EEC8-2414-7E695FF5AE63}"/>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31C33442-231F-7FBA-E9A8-87290830022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2561B5AC-9A5D-82AF-DD55-8E8593277281}"/>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BD9AAFF7-6FEC-E9F0-5371-AF39E1ADC0B9}"/>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2" name="TextBox 21">
            <a:extLst>
              <a:ext uri="{FF2B5EF4-FFF2-40B4-BE49-F238E27FC236}">
                <a16:creationId xmlns:a16="http://schemas.microsoft.com/office/drawing/2014/main" id="{CE5680EB-DC2B-8A2B-B3A6-AC9E1A6C4588}"/>
              </a:ext>
            </a:extLst>
          </p:cNvPr>
          <p:cNvSpPr txBox="1"/>
          <p:nvPr/>
        </p:nvSpPr>
        <p:spPr>
          <a:xfrm>
            <a:off x="7157158" y="2547883"/>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F1DAD0A9-430B-7DD2-57A1-87989DA33D21}"/>
              </a:ext>
            </a:extLst>
          </p:cNvPr>
          <p:cNvSpPr txBox="1"/>
          <p:nvPr/>
        </p:nvSpPr>
        <p:spPr>
          <a:xfrm>
            <a:off x="7157158" y="304882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F8A5455E-D437-D603-3B85-CEA3F6CB9381}"/>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D83A4667-AF9B-81CD-4E51-0F20389758B4}"/>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08E208F9-5F14-8169-00D0-0A6741985CEE}"/>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7A4773BA-5511-6ED6-0ABB-765A62F3D704}"/>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F2E80302-A965-9047-E533-AD7BFC239039}"/>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F85A75A0-6A9C-C86A-0F88-E97537CA6D3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CE20C2D1-F5BC-E774-644B-6A23A9372A11}"/>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AC657CB3-72A0-D9B0-463A-B68559F8100B}"/>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4E0FDEC1-61E5-E4CE-99C7-52919758B966}"/>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8FE1332E-FE0A-51B0-5FE5-F265778A7F00}"/>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E50786FC-1485-BC63-01E1-40DF4E56E190}"/>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FE4CE681-D985-4C82-9652-96AB361F5867}"/>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9981C4FA-9606-31D1-FCDF-7C107DAB69E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6A5C585B-040B-3D3C-DD58-0CE6FF870FCE}"/>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1EE630C7-9266-8BAB-EA4F-8164D48A1877}"/>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6408EA8E-52E4-F89C-B9EF-5087DA81FE51}"/>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Tree>
    <p:extLst>
      <p:ext uri="{BB962C8B-B14F-4D97-AF65-F5344CB8AC3E}">
        <p14:creationId xmlns:p14="http://schemas.microsoft.com/office/powerpoint/2010/main" val="2032626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38CDD-23A6-C5F3-9AF4-548E5AD07D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69094B-4C2C-5A79-9A65-B9CA690A1D1A}"/>
              </a:ext>
            </a:extLst>
          </p:cNvPr>
          <p:cNvSpPr>
            <a:spLocks noGrp="1"/>
          </p:cNvSpPr>
          <p:nvPr>
            <p:ph sz="half" idx="1"/>
          </p:nvPr>
        </p:nvSpPr>
        <p:spPr/>
        <p:txBody>
          <a:bodyPr/>
          <a:lstStyle/>
          <a:p>
            <a:r>
              <a:rPr lang="en-US" dirty="0"/>
              <a:t>This other orange line now has two consecutive cells that can’t be 789. So, its 789 cycle is also determined.</a:t>
            </a:r>
          </a:p>
        </p:txBody>
      </p:sp>
      <p:pic>
        <p:nvPicPr>
          <p:cNvPr id="4" name="Picture 3" descr="A grid of sudoku puzzle&#10;&#10;Description automatically generated">
            <a:extLst>
              <a:ext uri="{FF2B5EF4-FFF2-40B4-BE49-F238E27FC236}">
                <a16:creationId xmlns:a16="http://schemas.microsoft.com/office/drawing/2014/main" id="{72333026-8346-F9AE-CAD9-7C31329239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C483BC2-5322-E5BD-1120-EF63C947571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E72DE89-F3C8-CB7B-6551-E692B57F997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10212B1-7CEB-A8F4-B76D-1CE6225C92B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8FB409C-D30F-A8E8-E77E-06AB30B97921}"/>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631839C-3757-FDB4-AED2-DB89354E24AC}"/>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DBD32D04-21F2-DEF6-4026-F96B7C1C04D2}"/>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83008032-11D6-ED7E-3660-AF4291E87315}"/>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65061333-B8C9-0C67-7F2E-5CBF778B0A1A}"/>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6305580B-29C0-83C3-531F-D78DD07289CA}"/>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180C778A-FB5E-7AD6-62A8-24F0745417C3}"/>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4" name="TextBox 23">
            <a:extLst>
              <a:ext uri="{FF2B5EF4-FFF2-40B4-BE49-F238E27FC236}">
                <a16:creationId xmlns:a16="http://schemas.microsoft.com/office/drawing/2014/main" id="{06EDB5D6-B253-0257-C32A-320DF719BB0A}"/>
              </a:ext>
            </a:extLst>
          </p:cNvPr>
          <p:cNvSpPr txBox="1"/>
          <p:nvPr/>
        </p:nvSpPr>
        <p:spPr>
          <a:xfrm>
            <a:off x="4645378" y="1903821"/>
            <a:ext cx="570089" cy="230832"/>
          </a:xfrm>
          <a:prstGeom prst="rect">
            <a:avLst/>
          </a:prstGeom>
          <a:noFill/>
        </p:spPr>
        <p:txBody>
          <a:bodyPr wrap="square" rtlCol="0">
            <a:spAutoFit/>
          </a:bodyPr>
          <a:lstStyle/>
          <a:p>
            <a:pPr algn="ctr"/>
            <a:r>
              <a:rPr lang="en-US" sz="900" dirty="0"/>
              <a:t>57</a:t>
            </a:r>
          </a:p>
        </p:txBody>
      </p:sp>
      <p:sp>
        <p:nvSpPr>
          <p:cNvPr id="25" name="TextBox 24">
            <a:extLst>
              <a:ext uri="{FF2B5EF4-FFF2-40B4-BE49-F238E27FC236}">
                <a16:creationId xmlns:a16="http://schemas.microsoft.com/office/drawing/2014/main" id="{2A61F2CF-2E2E-5451-888F-AA06BEC465E1}"/>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a:t>
            </a:r>
          </a:p>
        </p:txBody>
      </p:sp>
      <p:sp>
        <p:nvSpPr>
          <p:cNvPr id="26" name="TextBox 25">
            <a:extLst>
              <a:ext uri="{FF2B5EF4-FFF2-40B4-BE49-F238E27FC236}">
                <a16:creationId xmlns:a16="http://schemas.microsoft.com/office/drawing/2014/main" id="{2F861B3A-FC03-A44D-4C41-326788891A4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a:t>
            </a:r>
          </a:p>
        </p:txBody>
      </p:sp>
      <p:sp>
        <p:nvSpPr>
          <p:cNvPr id="27" name="TextBox 26">
            <a:extLst>
              <a:ext uri="{FF2B5EF4-FFF2-40B4-BE49-F238E27FC236}">
                <a16:creationId xmlns:a16="http://schemas.microsoft.com/office/drawing/2014/main" id="{618AC01F-78F6-CCC8-D3F3-478A5155AEBD}"/>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195ECA7-C0F2-488A-CC14-E5AC55DD9571}"/>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05B4AF86-A563-599A-0797-B225E2913771}"/>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8D394F78-22B3-F548-66DB-EF949AC47883}"/>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2" name="TextBox 21">
            <a:extLst>
              <a:ext uri="{FF2B5EF4-FFF2-40B4-BE49-F238E27FC236}">
                <a16:creationId xmlns:a16="http://schemas.microsoft.com/office/drawing/2014/main" id="{F2498A60-1BF9-BA39-CD07-ECAA11C9CBD9}"/>
              </a:ext>
            </a:extLst>
          </p:cNvPr>
          <p:cNvSpPr txBox="1"/>
          <p:nvPr/>
        </p:nvSpPr>
        <p:spPr>
          <a:xfrm>
            <a:off x="7157158" y="2547883"/>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CC058F21-334E-085F-1C3D-3BF2C0A5466D}"/>
              </a:ext>
            </a:extLst>
          </p:cNvPr>
          <p:cNvSpPr txBox="1"/>
          <p:nvPr/>
        </p:nvSpPr>
        <p:spPr>
          <a:xfrm>
            <a:off x="7157158" y="304882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082C4FB9-2CCB-EC89-4D7B-87B2F69C2FA0}"/>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50A1E53C-7DBF-D34A-36A2-4EF4B009693B}"/>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788706B6-0CA0-5719-6993-D4296C729A43}"/>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E33ADC5F-88AB-63D5-A783-FFDD202528D7}"/>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CD33CE49-6C6C-4421-87CD-876C683E6887}"/>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4C8332FB-DCE8-1027-B36A-C65B7387EA5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AB0BE54A-EF2C-0A69-E6AF-F6A3F9BE4E41}"/>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A7060164-649F-58BF-DA06-B66E78256315}"/>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1D5B94E9-9863-321C-DB68-A9D5CC8E933C}"/>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95B894F3-97D2-8ACF-DE0C-F69FF0843E05}"/>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B759B4E5-974D-7607-567F-3E98BE149838}"/>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5B932784-6542-3E5E-880D-513F6BA5889E}"/>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A2940F20-16FA-B527-BF67-B56F3B75AED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BA4F81B0-9FB1-EBBC-59CE-ED99AE2C8B37}"/>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DA7008F1-A03C-DCFB-E708-9029B48754D5}"/>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7ED582EE-2188-C355-699F-9200F4D20F23}"/>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9F7FF908-6B8F-FD07-66F1-E29005BF8A22}"/>
              </a:ext>
            </a:extLst>
          </p:cNvPr>
          <p:cNvSpPr txBox="1"/>
          <p:nvPr/>
        </p:nvSpPr>
        <p:spPr>
          <a:xfrm>
            <a:off x="5650090" y="2293451"/>
            <a:ext cx="570089" cy="230832"/>
          </a:xfrm>
          <a:prstGeom prst="rect">
            <a:avLst/>
          </a:prstGeom>
          <a:noFill/>
        </p:spPr>
        <p:txBody>
          <a:bodyPr wrap="square" rtlCol="0">
            <a:spAutoFit/>
          </a:bodyPr>
          <a:lstStyle/>
          <a:p>
            <a:pPr algn="ctr"/>
            <a:r>
              <a:rPr lang="en-US" sz="900" dirty="0"/>
              <a:t>789</a:t>
            </a:r>
          </a:p>
        </p:txBody>
      </p:sp>
      <p:sp>
        <p:nvSpPr>
          <p:cNvPr id="41" name="TextBox 40">
            <a:extLst>
              <a:ext uri="{FF2B5EF4-FFF2-40B4-BE49-F238E27FC236}">
                <a16:creationId xmlns:a16="http://schemas.microsoft.com/office/drawing/2014/main" id="{26689B37-8348-0AA4-A7EA-112EB841C5FF}"/>
              </a:ext>
            </a:extLst>
          </p:cNvPr>
          <p:cNvSpPr txBox="1"/>
          <p:nvPr/>
        </p:nvSpPr>
        <p:spPr>
          <a:xfrm>
            <a:off x="6152446" y="3549771"/>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8888C606-2E14-05D7-80B4-8BE8D1770A94}"/>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BE4AE1C4-5C34-6550-50F8-37514A2E7B52}"/>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82739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1A613-4B94-C67F-18F7-626ED35F43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5BF2C3-960B-50A8-31FD-48559F420F8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5C9865C-246A-2116-B6E1-39D6B3B38DD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BC39965-E128-2813-DFF0-460A6BE8A4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DE3EF96-8BEE-1C80-8AAF-4380298CA9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B384BA1-A02A-2EE8-F55E-34828950923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8BE4148-A1FA-624E-6CF7-75E87FF874EC}"/>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C00C1B7-20C4-9B45-F316-81CF1258DB66}"/>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9A47E68F-038D-0D41-7E46-0F4DBD6F38FA}"/>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040C25A7-45E6-F358-41F6-51411B8419F4}"/>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B2D9031E-8AFB-A6E3-C580-822DCC9476BB}"/>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534ED401-D6A7-C630-6B96-9BAB8B4B7334}"/>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3095A28A-FDE4-D656-E5E1-140B88D78A0D}"/>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6BA2FB81-3344-982B-9CCC-70D344D7059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a:t>
            </a:r>
          </a:p>
        </p:txBody>
      </p:sp>
      <p:sp>
        <p:nvSpPr>
          <p:cNvPr id="26" name="TextBox 25">
            <a:extLst>
              <a:ext uri="{FF2B5EF4-FFF2-40B4-BE49-F238E27FC236}">
                <a16:creationId xmlns:a16="http://schemas.microsoft.com/office/drawing/2014/main" id="{9C107AF5-6C44-4061-EF60-859076F19E2D}"/>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a:t>
            </a:r>
          </a:p>
        </p:txBody>
      </p:sp>
      <p:sp>
        <p:nvSpPr>
          <p:cNvPr id="27" name="TextBox 26">
            <a:extLst>
              <a:ext uri="{FF2B5EF4-FFF2-40B4-BE49-F238E27FC236}">
                <a16:creationId xmlns:a16="http://schemas.microsoft.com/office/drawing/2014/main" id="{EFBAE116-8764-09B6-8C1F-6610902CB515}"/>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62D61B4B-79BB-81EE-F069-A51A5D248166}"/>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8DD114A7-D79D-5D99-0CB6-D8BD6A5AA976}"/>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1C032E1-FA66-558C-8A63-2148CE4D226D}"/>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2" name="TextBox 21">
            <a:extLst>
              <a:ext uri="{FF2B5EF4-FFF2-40B4-BE49-F238E27FC236}">
                <a16:creationId xmlns:a16="http://schemas.microsoft.com/office/drawing/2014/main" id="{E04737E0-DC22-9AD8-B197-5DA9E5F08CEB}"/>
              </a:ext>
            </a:extLst>
          </p:cNvPr>
          <p:cNvSpPr txBox="1"/>
          <p:nvPr/>
        </p:nvSpPr>
        <p:spPr>
          <a:xfrm>
            <a:off x="7157158" y="2547883"/>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33A33564-CE33-75B0-B552-3F224EFC9767}"/>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CBADFB47-525A-9455-D443-2AA15EDFE5E4}"/>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0AEF6928-E237-B0DE-4B63-3CA0CDB05120}"/>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F4E64B7E-F522-8044-9BB9-C68F9604ED1B}"/>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164B670B-6858-4EB9-82B7-430E4C3BBCF5}"/>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A125539D-2B88-8E8F-E561-B8E4344399C5}"/>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2CA7122-04D0-3FF3-6F13-D1B81662349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3622D4FD-2839-9FBC-A33F-16EBA5B52980}"/>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39332F2-CF21-2626-A348-74EFB27F77B0}"/>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5CDB9092-3301-2D41-3C8A-659ACD1F6A33}"/>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90C2EEDD-83B8-D43C-3085-06E7075F71FB}"/>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1B00F64B-18A6-1D17-BB53-D21A29C22EDE}"/>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6FA4FFD8-8158-6E70-96D1-ADD0F3EE62CD}"/>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248413A7-EEB7-D4DC-7459-D078BDFEDE2C}"/>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FDDC1E97-4CC3-38C0-CC58-0B62E9EA79E8}"/>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880CA6F-F3DA-2B20-0E09-63AFC1A47AB4}"/>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C8267DC5-B974-556E-C7FC-B59C25FCC539}"/>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ACB90BE9-05B3-ACAB-2331-2652245E92B2}"/>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DFCBB547-56F7-332F-448F-46DE22D5AD09}"/>
              </a:ext>
            </a:extLst>
          </p:cNvPr>
          <p:cNvSpPr txBox="1"/>
          <p:nvPr/>
        </p:nvSpPr>
        <p:spPr>
          <a:xfrm>
            <a:off x="6152446" y="3549771"/>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1373398C-59FE-F0E1-2783-45DCFC02CD90}"/>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5614F17C-8988-4FAB-FBAF-56D1E4EA1A20}"/>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6982B2DD-9305-AA0A-E42A-7F55EC2A7362}"/>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20110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B8580-FC7A-74FB-5396-2A56E40FA5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207410-D757-E18E-0905-8DA18620B4D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B159F28-04E7-6A56-A3DE-12580E655DC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2B1CC00-62BA-A03D-F027-E1E9E479D2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8A84F05-C773-DA33-5DE3-C6952479C57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4585AD7-491D-7B5D-3B64-54C26DE64E2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06FD10B-1C68-F60F-1BC1-1C4BAD8D09D5}"/>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723C516E-0CC5-D145-1BE1-426F6580D1D4}"/>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6E07DC9B-6BFA-3B78-D7CB-6FB1482AF43F}"/>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C7A18EEF-6C42-9B71-8498-6A583FFABA22}"/>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99E37F5A-7359-A83F-B930-A57515FE01E8}"/>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DFAB9969-9B45-A09E-2833-6991F3041EA1}"/>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F204CEB4-233B-27E3-F36B-0C4F60C306F7}"/>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959C582D-52FD-F7AC-DB85-4073F8214060}"/>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740B659F-FAF0-D952-C612-C51B657E6B07}"/>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0918885C-A1FD-B5F5-5E99-F05B358EB0F9}"/>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A2D86FD2-BAF4-FDC9-D9F9-AED0BB652689}"/>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2A15B392-40D0-AA32-E422-02C45630220E}"/>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E0989A31-B91B-A755-1D47-1EBC853079CD}"/>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95E6E918-5389-25C8-51B8-9C774D140222}"/>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3BDEC495-C7F6-22FC-3FD7-791AA2DB9ADA}"/>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699FE1A0-1210-6FF1-10E8-685B27C3A0FF}"/>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5CD6D4BC-1D57-52A2-4507-544D19B47270}"/>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FE5AE750-47F6-64B1-E236-D96465994787}"/>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6F599F7F-FA5A-D992-A9AE-D4AF2BDDF7A7}"/>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5D930D0D-C190-C180-14F7-7C2C05E8EDF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ADEC656E-395E-CAD4-1B95-CEA9A3089B1A}"/>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1E0C7B9F-21C6-FF5E-859A-745765F2D9A1}"/>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322670F6-1DCB-BFCD-91C4-9826620B9AA9}"/>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0ADEDA40-DFDE-CCB3-4CE3-80C4AA1C3802}"/>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15D7D2DF-DFA0-9269-4B51-19F292FD740B}"/>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329268B7-D629-76EC-E861-A1BA59524698}"/>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E16B3CBE-3438-186A-5294-2AB0CE272B02}"/>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A7C1E431-B2F3-5993-8959-D6994235FAC8}"/>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004BF267-4A03-F5C0-1D00-2F913E18E919}"/>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5ED2C75E-0F04-F355-26EF-6E854ECFEC16}"/>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28125B22-6998-1BD1-4FC1-74098C46619D}"/>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1369B780-A137-03CA-6848-47F9D0B5F62B}"/>
              </a:ext>
            </a:extLst>
          </p:cNvPr>
          <p:cNvSpPr txBox="1"/>
          <p:nvPr/>
        </p:nvSpPr>
        <p:spPr>
          <a:xfrm>
            <a:off x="6152446" y="3549771"/>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9AA47134-2D51-9A23-84D5-B254BD896DE3}"/>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76A47370-A268-2898-3FFB-D792BB29903E}"/>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734E888E-3A3E-D2D5-A8AE-9A503CBAA962}"/>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3CDB81B1-4C6F-032E-694E-6DA35AFC48D9}"/>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487318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86B81-B268-F247-B4D8-F916E02527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ECD0F8-FDCB-B28C-0886-88FEBC7B296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FD287B4-B0D4-3144-C24E-EF5A45E50DD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C7318C9-E34F-34BE-D4E5-2A9C9BB68FE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2CEB029-19D2-40EE-90AE-B75FD73ABFE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2FBD70C-B8DE-AFA3-1777-583A9C6F560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9485903-D141-E65F-E339-2F4421EF2C72}"/>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989EAEA-421E-C864-AD7A-124F3475AA3B}"/>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48503BF5-A5DE-B9BB-4079-C4BBA0CE6D50}"/>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8A22CEA2-DD61-0BB3-CE95-ED2F95EA14DB}"/>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64DA65BA-64AD-E9BE-3D25-2EEFAA684CF9}"/>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AE208E14-2F90-F8FB-FD9F-C121E8E397FE}"/>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C9F73EE5-172A-E04A-E58C-E229C0454ACE}"/>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E4C06420-D644-42EE-425D-29E7AF1388F4}"/>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084DE7F1-1831-B753-B303-A4BD864E8CC2}"/>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D5C2256F-BA64-8E00-C1AD-892C2C9635A5}"/>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F26812AE-2DE5-118E-E798-08170F05B01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1AFD3B5C-7206-516C-B498-615337CDF4E5}"/>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51F50351-6FCA-9118-909F-0EFDC97C0379}"/>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B714EC70-FCA5-176C-0B62-50390C32846D}"/>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8EEA44AD-873F-7C5A-9472-C38DA19DA878}"/>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36A32CD7-34FF-0628-CF79-B995CC044ECB}"/>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8B57E24F-0746-1E11-4AF9-7294DB52C0A2}"/>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019228AE-E539-E060-A84D-C3CA1C1C7123}"/>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A9B3D630-A681-3CC9-89A1-1DF5B5CEF297}"/>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C2E32269-83EC-B1C7-B9B3-24E5DE89F09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E3916411-717E-4CD1-0EE3-5E7760D1299B}"/>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303AC03-2A63-BF68-9215-0964C65A28A2}"/>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2C29E0F8-55DD-F99E-AA80-3B5E77E0C6FE}"/>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85CE6C08-6743-A109-6A6A-27604F31D814}"/>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C6A4E9F1-EC55-11BA-9C76-0598D6940538}"/>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45B4D680-D938-BF5E-990E-0E33771E5392}"/>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AC9867FE-DB30-C71B-762C-545F958A0B1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66683BA5-7319-6339-F4F5-72ED770CCDAC}"/>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15C56BC-D9D7-1AF1-4908-253FD2F0414A}"/>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246F359E-0292-FD57-E2C0-58B00F755190}"/>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70EAA499-9309-5EF9-7E6A-DFE242E1D64A}"/>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969A6928-5AA2-A0DF-C3FB-438534DCC139}"/>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85849BC8-BE92-36B7-7808-7DBE3A40F46E}"/>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14443663-4A42-C98C-D954-68818E287D3F}"/>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FB6F430B-582E-0E31-01A1-B4632BFB6626}"/>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C52C25B-3856-8EF8-1FD3-21CB9E6640BD}"/>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78247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47E28-F8FC-A601-583B-0F4498571B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0C528A-CF49-AD23-39F8-8DA38A9B6B78}"/>
              </a:ext>
            </a:extLst>
          </p:cNvPr>
          <p:cNvSpPr>
            <a:spLocks noGrp="1"/>
          </p:cNvSpPr>
          <p:nvPr>
            <p:ph sz="half" idx="1"/>
          </p:nvPr>
        </p:nvSpPr>
        <p:spPr/>
        <p:txBody>
          <a:bodyPr/>
          <a:lstStyle/>
          <a:p>
            <a:r>
              <a:rPr lang="en-US" dirty="0"/>
              <a:t>Complete right center and bottom right blocks.</a:t>
            </a:r>
          </a:p>
        </p:txBody>
      </p:sp>
      <p:pic>
        <p:nvPicPr>
          <p:cNvPr id="4" name="Picture 3" descr="A grid of sudoku puzzle&#10;&#10;Description automatically generated">
            <a:extLst>
              <a:ext uri="{FF2B5EF4-FFF2-40B4-BE49-F238E27FC236}">
                <a16:creationId xmlns:a16="http://schemas.microsoft.com/office/drawing/2014/main" id="{4328642D-51E9-6BA6-CFB1-7EF08BD5B54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280E1E-7111-5095-73B8-D244A9E5BC2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F38981F-55C3-F6BB-DA87-89D6F3CC3D8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3192F39-B24A-AFB5-F1C3-08FC16C434B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7ECF1D5-4DAB-0A99-5D5D-392339459109}"/>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99BCBCA-0932-C607-75DB-7562FF375B1B}"/>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354551DD-A4F9-DD07-C508-0230C729E779}"/>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00828AD6-3A7E-891A-9F89-F242B9BB04EB}"/>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17353C8A-4FD0-13E3-85BE-D6EDB7BF26F7}"/>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257A8C52-93F2-29DB-A7B3-0B7791D3BB54}"/>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45F59E23-F7DD-9BBB-D6F1-5659E3C3B244}"/>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D5CB8F11-6289-EE5B-DECA-6B8B7119A506}"/>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247BDACC-0B8D-27BD-EDDC-958BCE48E4CF}"/>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8AD7032C-3E2F-3405-0796-E44A42CCC881}"/>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6E2EE92-50F1-EF1F-BD49-83E7913F7B00}"/>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48FA00B7-64B5-7179-2ED9-461555060883}"/>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ADEF90DA-C612-BDD8-2F55-99E77B74B6C7}"/>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B217B5ED-AB10-9F3E-B2BF-6D5943E58CDE}"/>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D21E51F4-80AB-05CD-CA5B-5EFB466866A8}"/>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2BE8118A-593E-8420-1F8D-35A62C6CA16C}"/>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D81CDD26-799A-CD9F-F6C1-9C065C7BF13A}"/>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5D8325BA-7038-6E7B-B559-C9D0EBA57097}"/>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B23A569F-A89F-4AB9-7E01-6BA405432074}"/>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1560115-65AA-9026-9967-0A2A6A0345F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EED99451-3B98-A999-43DD-CBEAEB3A4C07}"/>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CFEB675-1E4B-9E9F-50F1-4E75AE49A3B9}"/>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E62F3AA2-6C3F-8AF8-EC77-8CE761C12FCD}"/>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B668B5D-6981-C1AE-A9B5-66C5CDEBEC51}"/>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0F790DA6-BBB0-8811-EB3C-CC3FA0FAA53E}"/>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8B9F14B4-7614-D29C-9E2F-18752F548C38}"/>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9DC76BC-13D7-7F87-FC85-935668AF9E85}"/>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16410C46-FF45-7EA4-09F6-3618082AF6A6}"/>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DB75B3F2-226B-AFB7-4D5A-569E6F7AAA12}"/>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4185266A-B286-AE4C-C053-D291747F84FA}"/>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086CCE3A-02A2-EC68-B3EC-E500D6CC399E}"/>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8F7BC53A-B487-9E0D-B7E3-6B6F5D2F236E}"/>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3D348CEE-6267-B667-9165-61BCC369F65F}"/>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A745F250-B63B-5A0C-6A77-CA2E2F0A64C6}"/>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3662076D-1C0D-F8A9-BD4A-745D2AB3057C}"/>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EAC62770-839B-EEAB-DD9D-73B1BA60E8F1}"/>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33BC5CE9-99DE-2F18-7E8C-F360DF46F8E6}"/>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12346</a:t>
            </a:r>
          </a:p>
        </p:txBody>
      </p:sp>
      <p:sp>
        <p:nvSpPr>
          <p:cNvPr id="44" name="TextBox 43">
            <a:extLst>
              <a:ext uri="{FF2B5EF4-FFF2-40B4-BE49-F238E27FC236}">
                <a16:creationId xmlns:a16="http://schemas.microsoft.com/office/drawing/2014/main" id="{7330A003-5AD1-80B5-D755-E13C1ACA9354}"/>
              </a:ext>
            </a:extLst>
          </p:cNvPr>
          <p:cNvSpPr txBox="1"/>
          <p:nvPr/>
        </p:nvSpPr>
        <p:spPr>
          <a:xfrm>
            <a:off x="6152446" y="2794395"/>
            <a:ext cx="570089" cy="230832"/>
          </a:xfrm>
          <a:prstGeom prst="rect">
            <a:avLst/>
          </a:prstGeom>
          <a:noFill/>
        </p:spPr>
        <p:txBody>
          <a:bodyPr wrap="square" rtlCol="0">
            <a:spAutoFit/>
          </a:bodyPr>
          <a:lstStyle/>
          <a:p>
            <a:pPr algn="ctr"/>
            <a:r>
              <a:rPr lang="en-US" sz="900" dirty="0"/>
              <a:t>1246</a:t>
            </a:r>
          </a:p>
        </p:txBody>
      </p:sp>
      <p:sp>
        <p:nvSpPr>
          <p:cNvPr id="45" name="TextBox 44">
            <a:extLst>
              <a:ext uri="{FF2B5EF4-FFF2-40B4-BE49-F238E27FC236}">
                <a16:creationId xmlns:a16="http://schemas.microsoft.com/office/drawing/2014/main" id="{0CCD5916-08AD-81C0-C770-0783B873F5CB}"/>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12345</a:t>
            </a:r>
          </a:p>
        </p:txBody>
      </p:sp>
      <p:sp>
        <p:nvSpPr>
          <p:cNvPr id="46" name="TextBox 45">
            <a:extLst>
              <a:ext uri="{FF2B5EF4-FFF2-40B4-BE49-F238E27FC236}">
                <a16:creationId xmlns:a16="http://schemas.microsoft.com/office/drawing/2014/main" id="{020FED7C-5E13-65F2-80BC-C3260FC295C0}"/>
              </a:ext>
            </a:extLst>
          </p:cNvPr>
          <p:cNvSpPr txBox="1"/>
          <p:nvPr/>
        </p:nvSpPr>
        <p:spPr>
          <a:xfrm>
            <a:off x="7157158" y="3406653"/>
            <a:ext cx="570089" cy="230832"/>
          </a:xfrm>
          <a:prstGeom prst="rect">
            <a:avLst/>
          </a:prstGeom>
          <a:noFill/>
        </p:spPr>
        <p:txBody>
          <a:bodyPr wrap="square" rtlCol="0">
            <a:spAutoFit/>
          </a:bodyPr>
          <a:lstStyle/>
          <a:p>
            <a:pPr algn="ctr"/>
            <a:r>
              <a:rPr lang="en-US" sz="900" dirty="0"/>
              <a:t>135</a:t>
            </a:r>
          </a:p>
        </p:txBody>
      </p:sp>
      <p:sp>
        <p:nvSpPr>
          <p:cNvPr id="47" name="TextBox 46">
            <a:extLst>
              <a:ext uri="{FF2B5EF4-FFF2-40B4-BE49-F238E27FC236}">
                <a16:creationId xmlns:a16="http://schemas.microsoft.com/office/drawing/2014/main" id="{B52ABA74-D549-95EA-D286-3D5C47AD87D9}"/>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4BB77304-0DC6-64EC-DF59-DA8240EAB548}"/>
              </a:ext>
            </a:extLst>
          </p:cNvPr>
          <p:cNvSpPr txBox="1"/>
          <p:nvPr/>
        </p:nvSpPr>
        <p:spPr>
          <a:xfrm>
            <a:off x="6654802" y="4050715"/>
            <a:ext cx="570089" cy="230832"/>
          </a:xfrm>
          <a:prstGeom prst="rect">
            <a:avLst/>
          </a:prstGeom>
          <a:noFill/>
        </p:spPr>
        <p:txBody>
          <a:bodyPr wrap="square" rtlCol="0">
            <a:spAutoFit/>
          </a:bodyPr>
          <a:lstStyle/>
          <a:p>
            <a:pPr algn="ctr"/>
            <a:r>
              <a:rPr lang="en-US" sz="900" dirty="0"/>
              <a:t>12345</a:t>
            </a:r>
          </a:p>
        </p:txBody>
      </p:sp>
      <p:sp>
        <p:nvSpPr>
          <p:cNvPr id="49" name="TextBox 48">
            <a:extLst>
              <a:ext uri="{FF2B5EF4-FFF2-40B4-BE49-F238E27FC236}">
                <a16:creationId xmlns:a16="http://schemas.microsoft.com/office/drawing/2014/main" id="{58D4FDE3-01EF-7183-D5FD-8675B5A07909}"/>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1237</a:t>
            </a:r>
          </a:p>
        </p:txBody>
      </p:sp>
      <p:sp>
        <p:nvSpPr>
          <p:cNvPr id="50" name="TextBox 49">
            <a:extLst>
              <a:ext uri="{FF2B5EF4-FFF2-40B4-BE49-F238E27FC236}">
                <a16:creationId xmlns:a16="http://schemas.microsoft.com/office/drawing/2014/main" id="{32ED3CF2-89D2-3B19-149D-37381CB76AD6}"/>
              </a:ext>
            </a:extLst>
          </p:cNvPr>
          <p:cNvSpPr txBox="1"/>
          <p:nvPr/>
        </p:nvSpPr>
        <p:spPr>
          <a:xfrm>
            <a:off x="7157158" y="4297227"/>
            <a:ext cx="570089" cy="230832"/>
          </a:xfrm>
          <a:prstGeom prst="rect">
            <a:avLst/>
          </a:prstGeom>
          <a:noFill/>
        </p:spPr>
        <p:txBody>
          <a:bodyPr wrap="square" rtlCol="0">
            <a:spAutoFit/>
          </a:bodyPr>
          <a:lstStyle/>
          <a:p>
            <a:pPr algn="ctr"/>
            <a:r>
              <a:rPr lang="en-US" sz="900" dirty="0"/>
              <a:t>135</a:t>
            </a:r>
          </a:p>
        </p:txBody>
      </p:sp>
      <p:sp>
        <p:nvSpPr>
          <p:cNvPr id="51" name="TextBox 50">
            <a:extLst>
              <a:ext uri="{FF2B5EF4-FFF2-40B4-BE49-F238E27FC236}">
                <a16:creationId xmlns:a16="http://schemas.microsoft.com/office/drawing/2014/main" id="{BAB8A730-D109-D57F-2B6E-730EF03B225A}"/>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12347</a:t>
            </a:r>
          </a:p>
        </p:txBody>
      </p:sp>
      <p:sp>
        <p:nvSpPr>
          <p:cNvPr id="52" name="TextBox 51">
            <a:extLst>
              <a:ext uri="{FF2B5EF4-FFF2-40B4-BE49-F238E27FC236}">
                <a16:creationId xmlns:a16="http://schemas.microsoft.com/office/drawing/2014/main" id="{037BAFF6-735F-609E-2AED-0B8554E5453B}"/>
              </a:ext>
            </a:extLst>
          </p:cNvPr>
          <p:cNvSpPr txBox="1"/>
          <p:nvPr/>
        </p:nvSpPr>
        <p:spPr>
          <a:xfrm>
            <a:off x="7157158" y="5052602"/>
            <a:ext cx="570089" cy="230832"/>
          </a:xfrm>
          <a:prstGeom prst="rect">
            <a:avLst/>
          </a:prstGeom>
          <a:noFill/>
        </p:spPr>
        <p:txBody>
          <a:bodyPr wrap="square" rtlCol="0">
            <a:spAutoFit/>
          </a:bodyPr>
          <a:lstStyle/>
          <a:p>
            <a:pPr algn="ctr"/>
            <a:r>
              <a:rPr lang="en-US" sz="900" dirty="0"/>
              <a:t>135</a:t>
            </a:r>
          </a:p>
        </p:txBody>
      </p:sp>
    </p:spTree>
    <p:extLst>
      <p:ext uri="{BB962C8B-B14F-4D97-AF65-F5344CB8AC3E}">
        <p14:creationId xmlns:p14="http://schemas.microsoft.com/office/powerpoint/2010/main" val="1126825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984B4-B700-312F-B60C-732F5D2DCD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94843A-91BA-DE87-CD35-A170C72F5EB6}"/>
              </a:ext>
            </a:extLst>
          </p:cNvPr>
          <p:cNvSpPr>
            <a:spLocks noGrp="1"/>
          </p:cNvSpPr>
          <p:nvPr>
            <p:ph sz="half" idx="1"/>
          </p:nvPr>
        </p:nvSpPr>
        <p:spPr/>
        <p:txBody>
          <a:bodyPr/>
          <a:lstStyle/>
          <a:p>
            <a:r>
              <a:rPr lang="en-US" dirty="0"/>
              <a:t>In the bottom right block, one of the two adjacent cells on the line must be on the 456 cycle, and 4 and 6 are precluded. Since 5 is required, these two cells can’t be 5.</a:t>
            </a:r>
          </a:p>
        </p:txBody>
      </p:sp>
      <p:pic>
        <p:nvPicPr>
          <p:cNvPr id="4" name="Picture 3" descr="A grid of sudoku puzzle&#10;&#10;Description automatically generated">
            <a:extLst>
              <a:ext uri="{FF2B5EF4-FFF2-40B4-BE49-F238E27FC236}">
                <a16:creationId xmlns:a16="http://schemas.microsoft.com/office/drawing/2014/main" id="{45D58600-F356-D8F5-E0E5-6426C08FF71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CDBD0CE-7799-7432-F250-094811EB235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B0291F7-D8DC-465B-B920-E5C60F14C6F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0670AA1-574E-FC50-8B9D-9BC024655B1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CAA9163-BF94-A790-048E-001B41A949D1}"/>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DEA42998-7A4D-F15F-8364-F251509C8B01}"/>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B15ECA0D-B106-B010-7E17-4BCE88457028}"/>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4FDFDC1B-91B6-42B4-2598-A9B17616879A}"/>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C06487A2-227E-36D1-D155-5BF524E9AB81}"/>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9B147479-47AD-E110-0550-2905730B50FB}"/>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F2C19559-5A9F-B0EF-9BCE-51A4BA30D41A}"/>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5D25C2B9-BFA5-CC70-167A-401BF0A5B91F}"/>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4E0B6A9C-14D3-BD75-9A06-573126AFB5A3}"/>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2622E3F0-F2C3-609F-E850-B46A27E56036}"/>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CDC1CBFC-2644-C6A9-BC6D-C481BD6D004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311C46C5-5ADE-C311-6394-9BB855D6F40F}"/>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5185D31-5722-FCD4-9CA8-C8DAC4AFAD6F}"/>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3F20EA1D-EDE9-DB22-16A3-16F94DB2554B}"/>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5FF3E0F9-99BF-AC0A-3855-37E3078DA67E}"/>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0BEF88BB-A6CE-9750-68E5-67F05745318F}"/>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0E38253B-BF49-9F1E-E250-CF793EDC854B}"/>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4A26D2B6-2382-5447-D868-339866FE1998}"/>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8108AD51-CB0B-AB05-46DD-6B67CC07855F}"/>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D88317C-F47D-D56B-3BBA-65843699EAA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739D5C1E-C416-2BF4-535F-58EB6B21B198}"/>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6A561E69-F4BC-FF05-A3F3-C8BA69FEB907}"/>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715F65EF-198F-ADAE-1FAD-79F73869F00B}"/>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25342435-89D2-738D-4346-E27D2CAFD8F2}"/>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F1C1E2FB-3331-9CB8-60A8-8CDB6CCDCC7C}"/>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C058F5C2-4F38-6B8D-6A9B-852F5C77393C}"/>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936AC77-33E8-8583-88F1-54A511E03A07}"/>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07E9762E-403B-4C53-1496-2DF255EB615A}"/>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622291A-48B7-48AC-7E39-11278CB8F343}"/>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F22FB81D-57AB-56A6-6E59-5637B2FFEA7A}"/>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2ED5943A-86D5-3BC1-89DB-309D75561A93}"/>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4AEB6173-F106-A6D3-1AFB-3874F0D8DED0}"/>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15350886-E1C5-4E50-AD8D-88269A7472A6}"/>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BEA22E9D-036D-EE8D-8FA9-E0E41074DFF0}"/>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BA86FBCA-3742-C921-1DAA-B6DD9CF6306E}"/>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97C0D52-F4BE-CAB6-E0FC-BC544E2F72DE}"/>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27E4379A-27B8-25D5-A0D6-548852B7D811}"/>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12346</a:t>
            </a:r>
          </a:p>
        </p:txBody>
      </p:sp>
      <p:sp>
        <p:nvSpPr>
          <p:cNvPr id="44" name="TextBox 43">
            <a:extLst>
              <a:ext uri="{FF2B5EF4-FFF2-40B4-BE49-F238E27FC236}">
                <a16:creationId xmlns:a16="http://schemas.microsoft.com/office/drawing/2014/main" id="{615D0742-2C99-3AF0-47CE-07C031E2AD99}"/>
              </a:ext>
            </a:extLst>
          </p:cNvPr>
          <p:cNvSpPr txBox="1"/>
          <p:nvPr/>
        </p:nvSpPr>
        <p:spPr>
          <a:xfrm>
            <a:off x="6152446" y="2794395"/>
            <a:ext cx="570089" cy="230832"/>
          </a:xfrm>
          <a:prstGeom prst="rect">
            <a:avLst/>
          </a:prstGeom>
          <a:noFill/>
        </p:spPr>
        <p:txBody>
          <a:bodyPr wrap="square" rtlCol="0">
            <a:spAutoFit/>
          </a:bodyPr>
          <a:lstStyle/>
          <a:p>
            <a:pPr algn="ctr"/>
            <a:r>
              <a:rPr lang="en-US" sz="900" dirty="0"/>
              <a:t>1246</a:t>
            </a:r>
          </a:p>
        </p:txBody>
      </p:sp>
      <p:sp>
        <p:nvSpPr>
          <p:cNvPr id="45" name="TextBox 44">
            <a:extLst>
              <a:ext uri="{FF2B5EF4-FFF2-40B4-BE49-F238E27FC236}">
                <a16:creationId xmlns:a16="http://schemas.microsoft.com/office/drawing/2014/main" id="{A4F7B4AB-675E-4793-C4AA-EEB30DD02222}"/>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12345</a:t>
            </a:r>
          </a:p>
        </p:txBody>
      </p:sp>
      <p:sp>
        <p:nvSpPr>
          <p:cNvPr id="46" name="TextBox 45">
            <a:extLst>
              <a:ext uri="{FF2B5EF4-FFF2-40B4-BE49-F238E27FC236}">
                <a16:creationId xmlns:a16="http://schemas.microsoft.com/office/drawing/2014/main" id="{2B829E0B-E247-94EF-35EE-12398C1FCAEE}"/>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F38FACE8-FF07-5361-9D38-8B5DD5A91155}"/>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759D63AC-559E-2CA2-E791-EE59816EFB0E}"/>
              </a:ext>
            </a:extLst>
          </p:cNvPr>
          <p:cNvSpPr txBox="1"/>
          <p:nvPr/>
        </p:nvSpPr>
        <p:spPr>
          <a:xfrm>
            <a:off x="6654802" y="4050715"/>
            <a:ext cx="570089" cy="230832"/>
          </a:xfrm>
          <a:prstGeom prst="rect">
            <a:avLst/>
          </a:prstGeom>
          <a:noFill/>
        </p:spPr>
        <p:txBody>
          <a:bodyPr wrap="square" rtlCol="0">
            <a:spAutoFit/>
          </a:bodyPr>
          <a:lstStyle/>
          <a:p>
            <a:pPr algn="ctr"/>
            <a:r>
              <a:rPr lang="en-US" sz="900" dirty="0"/>
              <a:t>1234</a:t>
            </a:r>
          </a:p>
        </p:txBody>
      </p:sp>
      <p:sp>
        <p:nvSpPr>
          <p:cNvPr id="49" name="TextBox 48">
            <a:extLst>
              <a:ext uri="{FF2B5EF4-FFF2-40B4-BE49-F238E27FC236}">
                <a16:creationId xmlns:a16="http://schemas.microsoft.com/office/drawing/2014/main" id="{C24C8EA9-56A0-2D69-8374-5C11A70D861C}"/>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1237</a:t>
            </a:r>
          </a:p>
        </p:txBody>
      </p:sp>
      <p:sp>
        <p:nvSpPr>
          <p:cNvPr id="50" name="TextBox 49">
            <a:extLst>
              <a:ext uri="{FF2B5EF4-FFF2-40B4-BE49-F238E27FC236}">
                <a16:creationId xmlns:a16="http://schemas.microsoft.com/office/drawing/2014/main" id="{B84101AF-F49C-3DB7-92F8-38878CC87531}"/>
              </a:ext>
            </a:extLst>
          </p:cNvPr>
          <p:cNvSpPr txBox="1"/>
          <p:nvPr/>
        </p:nvSpPr>
        <p:spPr>
          <a:xfrm>
            <a:off x="7157158" y="4297227"/>
            <a:ext cx="570089" cy="230832"/>
          </a:xfrm>
          <a:prstGeom prst="rect">
            <a:avLst/>
          </a:prstGeom>
          <a:noFill/>
        </p:spPr>
        <p:txBody>
          <a:bodyPr wrap="square" rtlCol="0">
            <a:spAutoFit/>
          </a:bodyPr>
          <a:lstStyle/>
          <a:p>
            <a:pPr algn="ctr"/>
            <a:r>
              <a:rPr lang="en-US" sz="900" dirty="0"/>
              <a:t>135</a:t>
            </a:r>
          </a:p>
        </p:txBody>
      </p:sp>
      <p:sp>
        <p:nvSpPr>
          <p:cNvPr id="51" name="TextBox 50">
            <a:extLst>
              <a:ext uri="{FF2B5EF4-FFF2-40B4-BE49-F238E27FC236}">
                <a16:creationId xmlns:a16="http://schemas.microsoft.com/office/drawing/2014/main" id="{240FE8AB-9B0F-82DA-48CF-CF3EA6924650}"/>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12347</a:t>
            </a:r>
          </a:p>
        </p:txBody>
      </p:sp>
      <p:sp>
        <p:nvSpPr>
          <p:cNvPr id="52" name="TextBox 51">
            <a:extLst>
              <a:ext uri="{FF2B5EF4-FFF2-40B4-BE49-F238E27FC236}">
                <a16:creationId xmlns:a16="http://schemas.microsoft.com/office/drawing/2014/main" id="{23033124-A827-36A2-670A-39736E5554D9}"/>
              </a:ext>
            </a:extLst>
          </p:cNvPr>
          <p:cNvSpPr txBox="1"/>
          <p:nvPr/>
        </p:nvSpPr>
        <p:spPr>
          <a:xfrm>
            <a:off x="7157158" y="5052602"/>
            <a:ext cx="570089" cy="230832"/>
          </a:xfrm>
          <a:prstGeom prst="rect">
            <a:avLst/>
          </a:prstGeom>
          <a:noFill/>
        </p:spPr>
        <p:txBody>
          <a:bodyPr wrap="square" rtlCol="0">
            <a:spAutoFit/>
          </a:bodyPr>
          <a:lstStyle/>
          <a:p>
            <a:pPr algn="ctr"/>
            <a:r>
              <a:rPr lang="en-US" sz="900" dirty="0"/>
              <a:t>135</a:t>
            </a:r>
          </a:p>
        </p:txBody>
      </p:sp>
    </p:spTree>
    <p:extLst>
      <p:ext uri="{BB962C8B-B14F-4D97-AF65-F5344CB8AC3E}">
        <p14:creationId xmlns:p14="http://schemas.microsoft.com/office/powerpoint/2010/main" val="3338063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6820-EAFC-1DAD-9406-1E245BD5AB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399FC0-553F-F9BD-1555-13C5A19E522C}"/>
              </a:ext>
            </a:extLst>
          </p:cNvPr>
          <p:cNvSpPr>
            <a:spLocks noGrp="1"/>
          </p:cNvSpPr>
          <p:nvPr>
            <p:ph sz="half" idx="1"/>
          </p:nvPr>
        </p:nvSpPr>
        <p:spPr/>
        <p:txBody>
          <a:bodyPr/>
          <a:lstStyle/>
          <a:p>
            <a:r>
              <a:rPr lang="en-US" dirty="0"/>
              <a:t>Complete Columns 3 and 4.</a:t>
            </a:r>
          </a:p>
        </p:txBody>
      </p:sp>
      <p:pic>
        <p:nvPicPr>
          <p:cNvPr id="4" name="Picture 3" descr="A grid of sudoku puzzle&#10;&#10;Description automatically generated">
            <a:extLst>
              <a:ext uri="{FF2B5EF4-FFF2-40B4-BE49-F238E27FC236}">
                <a16:creationId xmlns:a16="http://schemas.microsoft.com/office/drawing/2014/main" id="{0FF7B5BB-95A6-F90F-D5B3-6E44997AC55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BC86F57-BDEE-2892-8E3E-69BBF57123A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ADB19FD-F081-CBE0-3676-D427C216CF5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B2D12E0-32D6-172C-8B8C-07302F9A4D6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35AF9CC-07FB-7074-84BF-89C0D1DDC505}"/>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82CBF5B-26C0-BD9F-B60B-F35606250B19}"/>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BEA280A0-A79E-50A9-0178-95C92DD32D76}"/>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A3570A2A-9EDA-DE0B-BC49-263E10340A55}"/>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95FFE611-4276-B2D9-F596-BD3C357FF0D8}"/>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B00C3A65-6F1B-6E5A-6544-2BD22E62CBD3}"/>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D003D79B-8425-F015-BAB6-0986ED0DF0EB}"/>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5C07B0B8-8483-5020-3E67-638E6D5A3DD2}"/>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F767AE1B-A714-1CEC-C025-C9DB43490C87}"/>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9195D48B-7918-6710-0D23-BF66BEB8E7A6}"/>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26CC40CA-B344-B391-A2B3-28E28ADEF436}"/>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78F75D15-BBA7-0103-8B40-7866C31F7657}"/>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0405266-2850-A61C-34E3-379C8DCECC68}"/>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FF1F6AF4-43BF-8C64-EEA6-A7D926622442}"/>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AEF49E8D-C570-BD94-0051-234C065E07D7}"/>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5CF7DE86-5CBC-1BFB-9BD2-3A82518A6ACB}"/>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B12DD6A8-88D5-125B-AFBF-68AC61A7CAC4}"/>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BC144B19-8FFD-3C83-B1FB-1CF94568B8C5}"/>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ECEF0134-0D83-38E4-99D5-FD65B1DA4415}"/>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7C2ED56-5819-0085-DFB2-A36EEAB2D49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C6723957-6572-3D2E-7289-EE99A5FC16A6}"/>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F906940-F867-9A51-1505-E6F9FCC63381}"/>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7FACFEB1-4D5A-585B-5E7D-676D90A0CF55}"/>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34F2D564-1069-BAFF-4944-9FD560009BED}"/>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9BB2AF71-D395-4ECA-19EF-FA11336049C4}"/>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6420CF9F-876C-C548-8FE8-C52549FAA6C1}"/>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585EDA03-1937-567B-314C-1DC2A09CBD1D}"/>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CC82019F-D932-CDBC-9CB1-DDB222058C10}"/>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0FE262F-C47E-F6E6-4B6B-6331953BCFF9}"/>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FB54A26D-F7C2-1661-9E97-7F18E03E5C0B}"/>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C04D49D3-AEE2-D77B-1B00-BD6C0401289D}"/>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DF3092F2-EC0E-63D1-4D04-5EC4B408AF18}"/>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A625D415-A88C-1A5B-6289-FED1CC18C06E}"/>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D398A7E6-F19E-F3C4-FF9F-62CC1CEA5BDC}"/>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42EB2673-2EFB-8345-815C-DC0D5CB579D3}"/>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628DC14-5B7B-2B80-AD63-14EED2F7D5A9}"/>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608374B3-5066-445F-F440-F9B7EE19ACC8}"/>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12346</a:t>
            </a:r>
          </a:p>
        </p:txBody>
      </p:sp>
      <p:sp>
        <p:nvSpPr>
          <p:cNvPr id="44" name="TextBox 43">
            <a:extLst>
              <a:ext uri="{FF2B5EF4-FFF2-40B4-BE49-F238E27FC236}">
                <a16:creationId xmlns:a16="http://schemas.microsoft.com/office/drawing/2014/main" id="{C6D871E9-ABBC-F626-953E-099CB37E8A54}"/>
              </a:ext>
            </a:extLst>
          </p:cNvPr>
          <p:cNvSpPr txBox="1"/>
          <p:nvPr/>
        </p:nvSpPr>
        <p:spPr>
          <a:xfrm>
            <a:off x="6152446" y="2794395"/>
            <a:ext cx="570089" cy="230832"/>
          </a:xfrm>
          <a:prstGeom prst="rect">
            <a:avLst/>
          </a:prstGeom>
          <a:noFill/>
        </p:spPr>
        <p:txBody>
          <a:bodyPr wrap="square" rtlCol="0">
            <a:spAutoFit/>
          </a:bodyPr>
          <a:lstStyle/>
          <a:p>
            <a:pPr algn="ctr"/>
            <a:r>
              <a:rPr lang="en-US" sz="900" dirty="0"/>
              <a:t>1246</a:t>
            </a:r>
          </a:p>
        </p:txBody>
      </p:sp>
      <p:sp>
        <p:nvSpPr>
          <p:cNvPr id="45" name="TextBox 44">
            <a:extLst>
              <a:ext uri="{FF2B5EF4-FFF2-40B4-BE49-F238E27FC236}">
                <a16:creationId xmlns:a16="http://schemas.microsoft.com/office/drawing/2014/main" id="{DC572621-BF80-42C1-3DD8-11D74803BE73}"/>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12345</a:t>
            </a:r>
          </a:p>
        </p:txBody>
      </p:sp>
      <p:sp>
        <p:nvSpPr>
          <p:cNvPr id="46" name="TextBox 45">
            <a:extLst>
              <a:ext uri="{FF2B5EF4-FFF2-40B4-BE49-F238E27FC236}">
                <a16:creationId xmlns:a16="http://schemas.microsoft.com/office/drawing/2014/main" id="{F09ED38D-2142-08D8-CA45-D2D518E8CB32}"/>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3D1624C7-98DC-8C7B-68BF-71B86FDA16B6}"/>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5722F46E-BC1D-CCFA-F807-4C508464F52D}"/>
              </a:ext>
            </a:extLst>
          </p:cNvPr>
          <p:cNvSpPr txBox="1"/>
          <p:nvPr/>
        </p:nvSpPr>
        <p:spPr>
          <a:xfrm>
            <a:off x="6654802" y="4050715"/>
            <a:ext cx="570089" cy="230832"/>
          </a:xfrm>
          <a:prstGeom prst="rect">
            <a:avLst/>
          </a:prstGeom>
          <a:noFill/>
        </p:spPr>
        <p:txBody>
          <a:bodyPr wrap="square" rtlCol="0">
            <a:spAutoFit/>
          </a:bodyPr>
          <a:lstStyle/>
          <a:p>
            <a:pPr algn="ctr"/>
            <a:r>
              <a:rPr lang="en-US" sz="900" dirty="0"/>
              <a:t>1234</a:t>
            </a:r>
          </a:p>
        </p:txBody>
      </p:sp>
      <p:sp>
        <p:nvSpPr>
          <p:cNvPr id="49" name="TextBox 48">
            <a:extLst>
              <a:ext uri="{FF2B5EF4-FFF2-40B4-BE49-F238E27FC236}">
                <a16:creationId xmlns:a16="http://schemas.microsoft.com/office/drawing/2014/main" id="{F00DE1EE-4A65-CE53-FF4A-2D762AFD9A35}"/>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1237</a:t>
            </a:r>
          </a:p>
        </p:txBody>
      </p:sp>
      <p:sp>
        <p:nvSpPr>
          <p:cNvPr id="50" name="TextBox 49">
            <a:extLst>
              <a:ext uri="{FF2B5EF4-FFF2-40B4-BE49-F238E27FC236}">
                <a16:creationId xmlns:a16="http://schemas.microsoft.com/office/drawing/2014/main" id="{FCE8BE39-FE2A-E0FF-D3B8-FAF6D1718B75}"/>
              </a:ext>
            </a:extLst>
          </p:cNvPr>
          <p:cNvSpPr txBox="1"/>
          <p:nvPr/>
        </p:nvSpPr>
        <p:spPr>
          <a:xfrm>
            <a:off x="7157158" y="4297227"/>
            <a:ext cx="570089" cy="230832"/>
          </a:xfrm>
          <a:prstGeom prst="rect">
            <a:avLst/>
          </a:prstGeom>
          <a:noFill/>
        </p:spPr>
        <p:txBody>
          <a:bodyPr wrap="square" rtlCol="0">
            <a:spAutoFit/>
          </a:bodyPr>
          <a:lstStyle/>
          <a:p>
            <a:pPr algn="ctr"/>
            <a:r>
              <a:rPr lang="en-US" sz="900" dirty="0"/>
              <a:t>135</a:t>
            </a:r>
          </a:p>
        </p:txBody>
      </p:sp>
      <p:sp>
        <p:nvSpPr>
          <p:cNvPr id="51" name="TextBox 50">
            <a:extLst>
              <a:ext uri="{FF2B5EF4-FFF2-40B4-BE49-F238E27FC236}">
                <a16:creationId xmlns:a16="http://schemas.microsoft.com/office/drawing/2014/main" id="{15ECA240-3E34-9227-7491-F39E44988F12}"/>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12347</a:t>
            </a:r>
          </a:p>
        </p:txBody>
      </p:sp>
      <p:sp>
        <p:nvSpPr>
          <p:cNvPr id="52" name="TextBox 51">
            <a:extLst>
              <a:ext uri="{FF2B5EF4-FFF2-40B4-BE49-F238E27FC236}">
                <a16:creationId xmlns:a16="http://schemas.microsoft.com/office/drawing/2014/main" id="{766650C8-6778-49BE-3159-51E7AA3F6A4B}"/>
              </a:ext>
            </a:extLst>
          </p:cNvPr>
          <p:cNvSpPr txBox="1"/>
          <p:nvPr/>
        </p:nvSpPr>
        <p:spPr>
          <a:xfrm>
            <a:off x="7157158" y="5052602"/>
            <a:ext cx="570089" cy="230832"/>
          </a:xfrm>
          <a:prstGeom prst="rect">
            <a:avLst/>
          </a:prstGeom>
          <a:noFill/>
        </p:spPr>
        <p:txBody>
          <a:bodyPr wrap="square" rtlCol="0">
            <a:spAutoFit/>
          </a:bodyPr>
          <a:lstStyle/>
          <a:p>
            <a:pPr algn="ctr"/>
            <a:r>
              <a:rPr lang="en-US" sz="900" dirty="0"/>
              <a:t>135</a:t>
            </a:r>
          </a:p>
        </p:txBody>
      </p:sp>
      <p:sp>
        <p:nvSpPr>
          <p:cNvPr id="53" name="TextBox 52">
            <a:extLst>
              <a:ext uri="{FF2B5EF4-FFF2-40B4-BE49-F238E27FC236}">
                <a16:creationId xmlns:a16="http://schemas.microsoft.com/office/drawing/2014/main" id="{02A35F9D-A727-1349-61B2-FC287E1E75CD}"/>
              </a:ext>
            </a:extLst>
          </p:cNvPr>
          <p:cNvSpPr txBox="1"/>
          <p:nvPr/>
        </p:nvSpPr>
        <p:spPr>
          <a:xfrm>
            <a:off x="4143022" y="2404765"/>
            <a:ext cx="570089" cy="230832"/>
          </a:xfrm>
          <a:prstGeom prst="rect">
            <a:avLst/>
          </a:prstGeom>
          <a:noFill/>
        </p:spPr>
        <p:txBody>
          <a:bodyPr wrap="square" rtlCol="0">
            <a:spAutoFit/>
          </a:bodyPr>
          <a:lstStyle/>
          <a:p>
            <a:pPr algn="ctr"/>
            <a:r>
              <a:rPr lang="en-US" sz="900" dirty="0"/>
              <a:t>1589</a:t>
            </a:r>
          </a:p>
        </p:txBody>
      </p:sp>
      <p:sp>
        <p:nvSpPr>
          <p:cNvPr id="54" name="TextBox 53">
            <a:extLst>
              <a:ext uri="{FF2B5EF4-FFF2-40B4-BE49-F238E27FC236}">
                <a16:creationId xmlns:a16="http://schemas.microsoft.com/office/drawing/2014/main" id="{2A8B9E15-1CD9-F43F-4425-8809BAEB97CD}"/>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1234</a:t>
            </a:r>
          </a:p>
        </p:txBody>
      </p:sp>
      <p:sp>
        <p:nvSpPr>
          <p:cNvPr id="55" name="TextBox 54">
            <a:extLst>
              <a:ext uri="{FF2B5EF4-FFF2-40B4-BE49-F238E27FC236}">
                <a16:creationId xmlns:a16="http://schemas.microsoft.com/office/drawing/2014/main" id="{50C2A639-2C55-90C5-5E60-CA82E40EDC78}"/>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1589</a:t>
            </a:r>
          </a:p>
        </p:txBody>
      </p:sp>
      <p:sp>
        <p:nvSpPr>
          <p:cNvPr id="56" name="TextBox 55">
            <a:extLst>
              <a:ext uri="{FF2B5EF4-FFF2-40B4-BE49-F238E27FC236}">
                <a16:creationId xmlns:a16="http://schemas.microsoft.com/office/drawing/2014/main" id="{E7BDA1B2-2C1E-1FDE-1A14-0BA5D80D387A}"/>
              </a:ext>
            </a:extLst>
          </p:cNvPr>
          <p:cNvSpPr txBox="1"/>
          <p:nvPr/>
        </p:nvSpPr>
        <p:spPr>
          <a:xfrm>
            <a:off x="4645378" y="3549771"/>
            <a:ext cx="570089" cy="230832"/>
          </a:xfrm>
          <a:prstGeom prst="rect">
            <a:avLst/>
          </a:prstGeom>
          <a:noFill/>
        </p:spPr>
        <p:txBody>
          <a:bodyPr wrap="square" rtlCol="0">
            <a:spAutoFit/>
          </a:bodyPr>
          <a:lstStyle/>
          <a:p>
            <a:pPr algn="ctr"/>
            <a:r>
              <a:rPr lang="en-US" sz="900" dirty="0"/>
              <a:t>1234</a:t>
            </a:r>
          </a:p>
        </p:txBody>
      </p:sp>
      <p:sp>
        <p:nvSpPr>
          <p:cNvPr id="57" name="TextBox 56">
            <a:extLst>
              <a:ext uri="{FF2B5EF4-FFF2-40B4-BE49-F238E27FC236}">
                <a16:creationId xmlns:a16="http://schemas.microsoft.com/office/drawing/2014/main" id="{7BE3010D-AC6C-B9EF-D25E-A576E844B76A}"/>
              </a:ext>
            </a:extLst>
          </p:cNvPr>
          <p:cNvSpPr txBox="1"/>
          <p:nvPr/>
        </p:nvSpPr>
        <p:spPr>
          <a:xfrm>
            <a:off x="4143022" y="3907597"/>
            <a:ext cx="570089" cy="230832"/>
          </a:xfrm>
          <a:prstGeom prst="rect">
            <a:avLst/>
          </a:prstGeom>
          <a:noFill/>
        </p:spPr>
        <p:txBody>
          <a:bodyPr wrap="square" rtlCol="0">
            <a:spAutoFit/>
          </a:bodyPr>
          <a:lstStyle/>
          <a:p>
            <a:pPr algn="ctr"/>
            <a:r>
              <a:rPr lang="en-US" sz="900" dirty="0"/>
              <a:t>159</a:t>
            </a:r>
          </a:p>
        </p:txBody>
      </p:sp>
      <p:sp>
        <p:nvSpPr>
          <p:cNvPr id="58" name="TextBox 57">
            <a:extLst>
              <a:ext uri="{FF2B5EF4-FFF2-40B4-BE49-F238E27FC236}">
                <a16:creationId xmlns:a16="http://schemas.microsoft.com/office/drawing/2014/main" id="{8919183A-EED4-ADB4-4246-063FF60A00D3}"/>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1234</a:t>
            </a:r>
          </a:p>
        </p:txBody>
      </p:sp>
      <p:sp>
        <p:nvSpPr>
          <p:cNvPr id="59" name="TextBox 58">
            <a:extLst>
              <a:ext uri="{FF2B5EF4-FFF2-40B4-BE49-F238E27FC236}">
                <a16:creationId xmlns:a16="http://schemas.microsoft.com/office/drawing/2014/main" id="{A3557A69-CDB8-51AD-3284-330D5C075B78}"/>
              </a:ext>
            </a:extLst>
          </p:cNvPr>
          <p:cNvSpPr txBox="1"/>
          <p:nvPr/>
        </p:nvSpPr>
        <p:spPr>
          <a:xfrm>
            <a:off x="4143022" y="4909484"/>
            <a:ext cx="570089" cy="230832"/>
          </a:xfrm>
          <a:prstGeom prst="rect">
            <a:avLst/>
          </a:prstGeom>
          <a:noFill/>
        </p:spPr>
        <p:txBody>
          <a:bodyPr wrap="square" rtlCol="0">
            <a:spAutoFit/>
          </a:bodyPr>
          <a:lstStyle/>
          <a:p>
            <a:pPr algn="ctr"/>
            <a:r>
              <a:rPr lang="en-US" sz="900" dirty="0"/>
              <a:t>1589</a:t>
            </a:r>
          </a:p>
        </p:txBody>
      </p:sp>
    </p:spTree>
    <p:extLst>
      <p:ext uri="{BB962C8B-B14F-4D97-AF65-F5344CB8AC3E}">
        <p14:creationId xmlns:p14="http://schemas.microsoft.com/office/powerpoint/2010/main" val="3445277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5B7C3-90AA-C87B-4AAF-50018E7FDE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8010D6-6A25-4C8F-B929-105DEA159DCD}"/>
              </a:ext>
            </a:extLst>
          </p:cNvPr>
          <p:cNvSpPr>
            <a:spLocks noGrp="1"/>
          </p:cNvSpPr>
          <p:nvPr>
            <p:ph sz="half" idx="1"/>
          </p:nvPr>
        </p:nvSpPr>
        <p:spPr/>
        <p:txBody>
          <a:bodyPr/>
          <a:lstStyle/>
          <a:p>
            <a:r>
              <a:rPr lang="en-US" dirty="0"/>
              <a:t>In Row 4, note the 12/46/1234/12346/123 quintet.</a:t>
            </a:r>
          </a:p>
          <a:p>
            <a:r>
              <a:rPr lang="en-US" dirty="0"/>
              <a:t>Complete Row 4.</a:t>
            </a:r>
          </a:p>
        </p:txBody>
      </p:sp>
      <p:pic>
        <p:nvPicPr>
          <p:cNvPr id="4" name="Picture 3" descr="A grid of sudoku puzzle&#10;&#10;Description automatically generated">
            <a:extLst>
              <a:ext uri="{FF2B5EF4-FFF2-40B4-BE49-F238E27FC236}">
                <a16:creationId xmlns:a16="http://schemas.microsoft.com/office/drawing/2014/main" id="{39D63ACD-0AA9-646B-2B04-E7331D5F85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6C93DDE-4731-37C9-09B4-247FCF208A4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86CF758-2535-5AAB-8007-0AB477F8F96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9281BF4-1889-6E50-EBDB-B3EC0E83044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453D651-FE2F-B58E-CE46-DF41679E5846}"/>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5B9A06B-D36F-CD00-2CBE-4619D8FACD03}"/>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91EDBB71-06B1-1241-596B-2E5393721766}"/>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117B8767-F7EC-9C2A-0BAE-F8CC3217E967}"/>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449712E9-264C-5A2B-1E2F-A4DD878FB81E}"/>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123B5B83-C560-7CB7-AE13-8AF812A346F4}"/>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D9758D3E-885F-65E0-08B9-04DF789A9D53}"/>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9C7FAA1B-755A-C852-8591-F9F6C5A6C8D4}"/>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1426A286-2002-D003-5CDF-BEC5747456C0}"/>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2FA787A8-4944-4CF2-3D4B-BCD074BDB2EB}"/>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53B5A2E7-31B6-C2A7-78B9-23A3684ADAE1}"/>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77889489-A76D-1920-1D4C-8DA3248B4282}"/>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D4B13D22-FE0E-1B20-92E3-6DEE0BC01EC1}"/>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32F5E53B-F3F1-F0B9-A2BE-E87BBDFE1A0D}"/>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CAED4D28-DA12-1525-FCD8-6E021369BEE5}"/>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B220D038-B34F-4E8D-BCD0-48906F5D7BF9}"/>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C4FA0F6A-D3DB-79C7-73CC-569CD0E53A09}"/>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B260155E-2671-B0A6-E345-7E5A7C676016}"/>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C059B4E6-E3FD-CD4E-2CA7-97A66B6C56A0}"/>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D540B2E-8159-A72B-9B1A-C7E90E35C835}"/>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2094E2CA-79A5-AF6C-537E-3FFB9D8B9F3B}"/>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AA9ACAA-18BA-7ABD-047B-3DFEBDBB4A65}"/>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9C456DD0-00F0-DEBC-F56B-DA4D7BB695E9}"/>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B823880-D4DA-160A-B22C-3399273B0F78}"/>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3FFD06E9-A56D-0983-E68B-6778B52CBCDD}"/>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17D1FD2E-11D4-FA07-88C8-6DD5B20F5514}"/>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FD762977-17A7-3022-3FE3-30E3CB4F076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101AE271-C3D8-6129-84DF-1062F278FFD5}"/>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CE16481-E442-CACF-CD2F-6ED15C978657}"/>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50D4C8D9-E9F0-709E-E5B9-2D6E1CDCBE22}"/>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FF034B5F-872C-68A4-6C70-E8DDEDAA13E9}"/>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93C3D172-175C-49CF-42B5-37028E6083B4}"/>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B04731A8-BE08-9937-D215-F76F4F3B6DAE}"/>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466D8146-0C09-3168-A6B3-061B5AF496D5}"/>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4D89800B-DB3F-7978-45BB-91229982A579}"/>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F437D373-6DBB-33F1-A4F7-3E4D47B7F595}"/>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2FFCED24-03C6-8385-A72D-95982686DAA8}"/>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12346</a:t>
            </a:r>
          </a:p>
        </p:txBody>
      </p:sp>
      <p:sp>
        <p:nvSpPr>
          <p:cNvPr id="44" name="TextBox 43">
            <a:extLst>
              <a:ext uri="{FF2B5EF4-FFF2-40B4-BE49-F238E27FC236}">
                <a16:creationId xmlns:a16="http://schemas.microsoft.com/office/drawing/2014/main" id="{BBA098F7-E86B-9C7C-FA7A-295FC12B6A68}"/>
              </a:ext>
            </a:extLst>
          </p:cNvPr>
          <p:cNvSpPr txBox="1"/>
          <p:nvPr/>
        </p:nvSpPr>
        <p:spPr>
          <a:xfrm>
            <a:off x="6152446" y="2794395"/>
            <a:ext cx="570089" cy="230832"/>
          </a:xfrm>
          <a:prstGeom prst="rect">
            <a:avLst/>
          </a:prstGeom>
          <a:noFill/>
        </p:spPr>
        <p:txBody>
          <a:bodyPr wrap="square" rtlCol="0">
            <a:spAutoFit/>
          </a:bodyPr>
          <a:lstStyle/>
          <a:p>
            <a:pPr algn="ctr"/>
            <a:r>
              <a:rPr lang="en-US" sz="900" dirty="0"/>
              <a:t>1246</a:t>
            </a:r>
          </a:p>
        </p:txBody>
      </p:sp>
      <p:sp>
        <p:nvSpPr>
          <p:cNvPr id="45" name="TextBox 44">
            <a:extLst>
              <a:ext uri="{FF2B5EF4-FFF2-40B4-BE49-F238E27FC236}">
                <a16:creationId xmlns:a16="http://schemas.microsoft.com/office/drawing/2014/main" id="{8A162CD2-0929-7C23-DFCA-258874E3EC6B}"/>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12345</a:t>
            </a:r>
          </a:p>
        </p:txBody>
      </p:sp>
      <p:sp>
        <p:nvSpPr>
          <p:cNvPr id="46" name="TextBox 45">
            <a:extLst>
              <a:ext uri="{FF2B5EF4-FFF2-40B4-BE49-F238E27FC236}">
                <a16:creationId xmlns:a16="http://schemas.microsoft.com/office/drawing/2014/main" id="{2B2F995F-E0E8-3546-F270-062A10146EF7}"/>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A979F0B2-E5F2-DA23-5335-0F37965DB18E}"/>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989DDDCF-47B0-74DE-8F8B-7036EB834762}"/>
              </a:ext>
            </a:extLst>
          </p:cNvPr>
          <p:cNvSpPr txBox="1"/>
          <p:nvPr/>
        </p:nvSpPr>
        <p:spPr>
          <a:xfrm>
            <a:off x="6654802" y="4050715"/>
            <a:ext cx="570089" cy="230832"/>
          </a:xfrm>
          <a:prstGeom prst="rect">
            <a:avLst/>
          </a:prstGeom>
          <a:noFill/>
        </p:spPr>
        <p:txBody>
          <a:bodyPr wrap="square" rtlCol="0">
            <a:spAutoFit/>
          </a:bodyPr>
          <a:lstStyle/>
          <a:p>
            <a:pPr algn="ctr"/>
            <a:r>
              <a:rPr lang="en-US" sz="900" dirty="0"/>
              <a:t>1234</a:t>
            </a:r>
          </a:p>
        </p:txBody>
      </p:sp>
      <p:sp>
        <p:nvSpPr>
          <p:cNvPr id="49" name="TextBox 48">
            <a:extLst>
              <a:ext uri="{FF2B5EF4-FFF2-40B4-BE49-F238E27FC236}">
                <a16:creationId xmlns:a16="http://schemas.microsoft.com/office/drawing/2014/main" id="{684C15B6-ECD0-13B5-F5DC-7BAA7EBB4AA0}"/>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1237</a:t>
            </a:r>
          </a:p>
        </p:txBody>
      </p:sp>
      <p:sp>
        <p:nvSpPr>
          <p:cNvPr id="50" name="TextBox 49">
            <a:extLst>
              <a:ext uri="{FF2B5EF4-FFF2-40B4-BE49-F238E27FC236}">
                <a16:creationId xmlns:a16="http://schemas.microsoft.com/office/drawing/2014/main" id="{4CEE46EA-E783-2402-F4A9-A014B515381F}"/>
              </a:ext>
            </a:extLst>
          </p:cNvPr>
          <p:cNvSpPr txBox="1"/>
          <p:nvPr/>
        </p:nvSpPr>
        <p:spPr>
          <a:xfrm>
            <a:off x="7157158" y="4297227"/>
            <a:ext cx="570089" cy="230832"/>
          </a:xfrm>
          <a:prstGeom prst="rect">
            <a:avLst/>
          </a:prstGeom>
          <a:noFill/>
        </p:spPr>
        <p:txBody>
          <a:bodyPr wrap="square" rtlCol="0">
            <a:spAutoFit/>
          </a:bodyPr>
          <a:lstStyle/>
          <a:p>
            <a:pPr algn="ctr"/>
            <a:r>
              <a:rPr lang="en-US" sz="900" dirty="0"/>
              <a:t>135</a:t>
            </a:r>
          </a:p>
        </p:txBody>
      </p:sp>
      <p:sp>
        <p:nvSpPr>
          <p:cNvPr id="51" name="TextBox 50">
            <a:extLst>
              <a:ext uri="{FF2B5EF4-FFF2-40B4-BE49-F238E27FC236}">
                <a16:creationId xmlns:a16="http://schemas.microsoft.com/office/drawing/2014/main" id="{B5BB9C82-4085-A7E0-1A7C-4519142423B7}"/>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12347</a:t>
            </a:r>
          </a:p>
        </p:txBody>
      </p:sp>
      <p:sp>
        <p:nvSpPr>
          <p:cNvPr id="52" name="TextBox 51">
            <a:extLst>
              <a:ext uri="{FF2B5EF4-FFF2-40B4-BE49-F238E27FC236}">
                <a16:creationId xmlns:a16="http://schemas.microsoft.com/office/drawing/2014/main" id="{73D2D45C-98E9-211D-77FD-2E9F3C989C9F}"/>
              </a:ext>
            </a:extLst>
          </p:cNvPr>
          <p:cNvSpPr txBox="1"/>
          <p:nvPr/>
        </p:nvSpPr>
        <p:spPr>
          <a:xfrm>
            <a:off x="7157158" y="5052602"/>
            <a:ext cx="570089" cy="230832"/>
          </a:xfrm>
          <a:prstGeom prst="rect">
            <a:avLst/>
          </a:prstGeom>
          <a:noFill/>
        </p:spPr>
        <p:txBody>
          <a:bodyPr wrap="square" rtlCol="0">
            <a:spAutoFit/>
          </a:bodyPr>
          <a:lstStyle/>
          <a:p>
            <a:pPr algn="ctr"/>
            <a:r>
              <a:rPr lang="en-US" sz="900" dirty="0"/>
              <a:t>135</a:t>
            </a:r>
          </a:p>
        </p:txBody>
      </p:sp>
      <p:sp>
        <p:nvSpPr>
          <p:cNvPr id="53" name="TextBox 52">
            <a:extLst>
              <a:ext uri="{FF2B5EF4-FFF2-40B4-BE49-F238E27FC236}">
                <a16:creationId xmlns:a16="http://schemas.microsoft.com/office/drawing/2014/main" id="{A002063A-F5D3-5D6B-A2A9-D499F82D355D}"/>
              </a:ext>
            </a:extLst>
          </p:cNvPr>
          <p:cNvSpPr txBox="1"/>
          <p:nvPr/>
        </p:nvSpPr>
        <p:spPr>
          <a:xfrm>
            <a:off x="4143022" y="2404765"/>
            <a:ext cx="570089" cy="230832"/>
          </a:xfrm>
          <a:prstGeom prst="rect">
            <a:avLst/>
          </a:prstGeom>
          <a:noFill/>
        </p:spPr>
        <p:txBody>
          <a:bodyPr wrap="square" rtlCol="0">
            <a:spAutoFit/>
          </a:bodyPr>
          <a:lstStyle/>
          <a:p>
            <a:pPr algn="ctr"/>
            <a:r>
              <a:rPr lang="en-US" sz="900" dirty="0"/>
              <a:t>589</a:t>
            </a:r>
          </a:p>
        </p:txBody>
      </p:sp>
      <p:sp>
        <p:nvSpPr>
          <p:cNvPr id="54" name="TextBox 53">
            <a:extLst>
              <a:ext uri="{FF2B5EF4-FFF2-40B4-BE49-F238E27FC236}">
                <a16:creationId xmlns:a16="http://schemas.microsoft.com/office/drawing/2014/main" id="{D0129865-6C4E-5289-D725-D58E96C88ABA}"/>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1234</a:t>
            </a:r>
          </a:p>
        </p:txBody>
      </p:sp>
      <p:sp>
        <p:nvSpPr>
          <p:cNvPr id="55" name="TextBox 54">
            <a:extLst>
              <a:ext uri="{FF2B5EF4-FFF2-40B4-BE49-F238E27FC236}">
                <a16:creationId xmlns:a16="http://schemas.microsoft.com/office/drawing/2014/main" id="{603520BD-8C90-3DA0-ED8D-ED8009BECF12}"/>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1589</a:t>
            </a:r>
          </a:p>
        </p:txBody>
      </p:sp>
      <p:sp>
        <p:nvSpPr>
          <p:cNvPr id="56" name="TextBox 55">
            <a:extLst>
              <a:ext uri="{FF2B5EF4-FFF2-40B4-BE49-F238E27FC236}">
                <a16:creationId xmlns:a16="http://schemas.microsoft.com/office/drawing/2014/main" id="{FFFDEE62-5421-53F6-3589-F9A10DDB426B}"/>
              </a:ext>
            </a:extLst>
          </p:cNvPr>
          <p:cNvSpPr txBox="1"/>
          <p:nvPr/>
        </p:nvSpPr>
        <p:spPr>
          <a:xfrm>
            <a:off x="4645378" y="3549771"/>
            <a:ext cx="570089" cy="230832"/>
          </a:xfrm>
          <a:prstGeom prst="rect">
            <a:avLst/>
          </a:prstGeom>
          <a:noFill/>
        </p:spPr>
        <p:txBody>
          <a:bodyPr wrap="square" rtlCol="0">
            <a:spAutoFit/>
          </a:bodyPr>
          <a:lstStyle/>
          <a:p>
            <a:pPr algn="ctr"/>
            <a:r>
              <a:rPr lang="en-US" sz="900" dirty="0"/>
              <a:t>1234</a:t>
            </a:r>
          </a:p>
        </p:txBody>
      </p:sp>
      <p:sp>
        <p:nvSpPr>
          <p:cNvPr id="57" name="TextBox 56">
            <a:extLst>
              <a:ext uri="{FF2B5EF4-FFF2-40B4-BE49-F238E27FC236}">
                <a16:creationId xmlns:a16="http://schemas.microsoft.com/office/drawing/2014/main" id="{63D789A6-358B-9548-A139-F43278DF0439}"/>
              </a:ext>
            </a:extLst>
          </p:cNvPr>
          <p:cNvSpPr txBox="1"/>
          <p:nvPr/>
        </p:nvSpPr>
        <p:spPr>
          <a:xfrm>
            <a:off x="4143022" y="3907597"/>
            <a:ext cx="570089" cy="230832"/>
          </a:xfrm>
          <a:prstGeom prst="rect">
            <a:avLst/>
          </a:prstGeom>
          <a:noFill/>
        </p:spPr>
        <p:txBody>
          <a:bodyPr wrap="square" rtlCol="0">
            <a:spAutoFit/>
          </a:bodyPr>
          <a:lstStyle/>
          <a:p>
            <a:pPr algn="ctr"/>
            <a:r>
              <a:rPr lang="en-US" sz="900" dirty="0"/>
              <a:t>159</a:t>
            </a:r>
          </a:p>
        </p:txBody>
      </p:sp>
      <p:sp>
        <p:nvSpPr>
          <p:cNvPr id="58" name="TextBox 57">
            <a:extLst>
              <a:ext uri="{FF2B5EF4-FFF2-40B4-BE49-F238E27FC236}">
                <a16:creationId xmlns:a16="http://schemas.microsoft.com/office/drawing/2014/main" id="{51780D7E-2D32-E2BA-CB53-91892F651E42}"/>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1234</a:t>
            </a:r>
          </a:p>
        </p:txBody>
      </p:sp>
      <p:sp>
        <p:nvSpPr>
          <p:cNvPr id="59" name="TextBox 58">
            <a:extLst>
              <a:ext uri="{FF2B5EF4-FFF2-40B4-BE49-F238E27FC236}">
                <a16:creationId xmlns:a16="http://schemas.microsoft.com/office/drawing/2014/main" id="{67C13D8A-9CA6-5A3A-0619-FE74B46B4A76}"/>
              </a:ext>
            </a:extLst>
          </p:cNvPr>
          <p:cNvSpPr txBox="1"/>
          <p:nvPr/>
        </p:nvSpPr>
        <p:spPr>
          <a:xfrm>
            <a:off x="4143022" y="4909484"/>
            <a:ext cx="570089" cy="230832"/>
          </a:xfrm>
          <a:prstGeom prst="rect">
            <a:avLst/>
          </a:prstGeom>
          <a:noFill/>
        </p:spPr>
        <p:txBody>
          <a:bodyPr wrap="square" rtlCol="0">
            <a:spAutoFit/>
          </a:bodyPr>
          <a:lstStyle/>
          <a:p>
            <a:pPr algn="ctr"/>
            <a:r>
              <a:rPr lang="en-US" sz="900" dirty="0"/>
              <a:t>1589</a:t>
            </a:r>
          </a:p>
        </p:txBody>
      </p:sp>
      <p:sp>
        <p:nvSpPr>
          <p:cNvPr id="60" name="TextBox 59">
            <a:extLst>
              <a:ext uri="{FF2B5EF4-FFF2-40B4-BE49-F238E27FC236}">
                <a16:creationId xmlns:a16="http://schemas.microsoft.com/office/drawing/2014/main" id="{4F6BD5D0-C4DE-5984-D31A-9C544EE53E77}"/>
              </a:ext>
            </a:extLst>
          </p:cNvPr>
          <p:cNvSpPr txBox="1"/>
          <p:nvPr/>
        </p:nvSpPr>
        <p:spPr>
          <a:xfrm>
            <a:off x="5147734" y="2293451"/>
            <a:ext cx="570089" cy="230832"/>
          </a:xfrm>
          <a:prstGeom prst="rect">
            <a:avLst/>
          </a:prstGeom>
          <a:noFill/>
        </p:spPr>
        <p:txBody>
          <a:bodyPr wrap="square" rtlCol="0">
            <a:spAutoFit/>
          </a:bodyPr>
          <a:lstStyle/>
          <a:p>
            <a:pPr algn="ctr"/>
            <a:r>
              <a:rPr lang="en-US" sz="900" dirty="0"/>
              <a:t>59</a:t>
            </a:r>
          </a:p>
        </p:txBody>
      </p:sp>
    </p:spTree>
    <p:extLst>
      <p:ext uri="{BB962C8B-B14F-4D97-AF65-F5344CB8AC3E}">
        <p14:creationId xmlns:p14="http://schemas.microsoft.com/office/powerpoint/2010/main" val="41959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B840D-0C04-4C1F-FBB9-9AC67FF492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A30FBE-1445-C69D-53C4-C2402E641A35}"/>
              </a:ext>
            </a:extLst>
          </p:cNvPr>
          <p:cNvSpPr>
            <a:spLocks noGrp="1"/>
          </p:cNvSpPr>
          <p:nvPr>
            <p:ph sz="half" idx="1"/>
          </p:nvPr>
        </p:nvSpPr>
        <p:spPr/>
        <p:txBody>
          <a:bodyPr/>
          <a:lstStyle/>
          <a:p>
            <a:r>
              <a:rPr lang="en-US" dirty="0"/>
              <a:t>In the center block, the 59 cell must be 5 (not 9), adjacent to 89, a cell on the 789 cycle, and two steps away from the 7 on the line.</a:t>
            </a:r>
          </a:p>
        </p:txBody>
      </p:sp>
      <p:pic>
        <p:nvPicPr>
          <p:cNvPr id="4" name="Picture 3" descr="A grid of sudoku puzzle&#10;&#10;Description automatically generated">
            <a:extLst>
              <a:ext uri="{FF2B5EF4-FFF2-40B4-BE49-F238E27FC236}">
                <a16:creationId xmlns:a16="http://schemas.microsoft.com/office/drawing/2014/main" id="{5509C362-AE8F-6C11-FCAB-5EB009C6484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B1177C1-93EE-A61E-7C6C-9056A453B2C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D08BDF8-F44B-2971-3EE1-AD48B88ACA2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1FC1808-30B0-151D-64BF-C06733D077C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F554AB5-24E8-0710-6162-F2D89AA84AC7}"/>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802AB036-125E-2E63-3BF7-A0A95190B1C6}"/>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0855D287-0986-C41E-5AF1-706776297C3F}"/>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46FBEBDD-6851-C5BA-E121-5191AA90195C}"/>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2FDA8BF1-E8A8-63C5-1998-473AA275109A}"/>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4EF7AA3B-952A-7E05-0743-9A2E170EFCB7}"/>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1821EFF2-802A-1994-6501-15FD1B30C761}"/>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F5E80B80-17F4-65DC-36DC-F4589C9BE119}"/>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5416D40E-8E4B-8722-3142-06F7AE949729}"/>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75C6EEFE-A41D-73E7-AD1B-3B012960FDE4}"/>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80BB6E7D-F6D4-FBBF-778C-A19270BAC9A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02243951-4B14-7518-1DE5-C3D3A0D5E89E}"/>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54CAFBAB-E977-A84D-3596-59512E2CF4B2}"/>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338FEA4B-9F63-9EBD-6783-5B4AE0236DB8}"/>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151FAE99-50CE-EB9D-754C-BADA76E6BA90}"/>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6BD35C62-F34B-B376-C5F2-1D86F804167A}"/>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7B9B0DA5-6EE6-F778-C5A4-E48D1ED5C0A0}"/>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12EF2E0D-F95D-6C1B-79D0-A15072826A6F}"/>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D9FC5F47-EDA1-73E6-7B04-08CDA2A5496B}"/>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F83270A-2C38-A8BE-9A70-B7BD4E54D3B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4E8AD7C5-A756-66C8-D05C-F67F2681F50B}"/>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6A877BB4-6DA8-843C-6611-FFE4F9919CA8}"/>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793840BF-C2DD-1F48-A576-1ADDD98EEAE4}"/>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E80B62E-2A7C-BC7B-5B01-45B8216969DB}"/>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AB32E4A8-069D-F636-343A-5414644477E7}"/>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4FE7EAE6-6232-CF03-D2C6-8F324E427FAB}"/>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63EC520E-28D5-2E75-90CD-0D9AEF46D3A8}"/>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09F50131-09CB-3AFE-436A-4E9B61935BA6}"/>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8FD4646-E40A-D6CF-9F26-DEA21090C2E8}"/>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A2950C82-B0C6-EB3D-F6FE-AB97A217CFFE}"/>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7726B9CB-9504-27C8-59E5-C7370D93F654}"/>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E142F308-E50C-744E-76BA-473AE898B00A}"/>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2E05517D-35FC-D0C5-69A9-D7FFC4C91106}"/>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CBA1DA54-04B4-6308-ED92-1B67DD7BD9C2}"/>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1DBA76DB-C378-5A79-C1AC-2F67761C2AE5}"/>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8A782E48-ABA1-9FAC-4C6B-7271433208BE}"/>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836765D3-D404-DC82-5E4E-B6698FE0ED29}"/>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12346</a:t>
            </a:r>
          </a:p>
        </p:txBody>
      </p:sp>
      <p:sp>
        <p:nvSpPr>
          <p:cNvPr id="44" name="TextBox 43">
            <a:extLst>
              <a:ext uri="{FF2B5EF4-FFF2-40B4-BE49-F238E27FC236}">
                <a16:creationId xmlns:a16="http://schemas.microsoft.com/office/drawing/2014/main" id="{8122F4C0-B3C0-FD77-E68B-8A6545701BE0}"/>
              </a:ext>
            </a:extLst>
          </p:cNvPr>
          <p:cNvSpPr txBox="1"/>
          <p:nvPr/>
        </p:nvSpPr>
        <p:spPr>
          <a:xfrm>
            <a:off x="6152446" y="2794395"/>
            <a:ext cx="570089" cy="230832"/>
          </a:xfrm>
          <a:prstGeom prst="rect">
            <a:avLst/>
          </a:prstGeom>
          <a:noFill/>
        </p:spPr>
        <p:txBody>
          <a:bodyPr wrap="square" rtlCol="0">
            <a:spAutoFit/>
          </a:bodyPr>
          <a:lstStyle/>
          <a:p>
            <a:pPr algn="ctr"/>
            <a:r>
              <a:rPr lang="en-US" sz="900" dirty="0"/>
              <a:t>1246</a:t>
            </a:r>
          </a:p>
        </p:txBody>
      </p:sp>
      <p:sp>
        <p:nvSpPr>
          <p:cNvPr id="45" name="TextBox 44">
            <a:extLst>
              <a:ext uri="{FF2B5EF4-FFF2-40B4-BE49-F238E27FC236}">
                <a16:creationId xmlns:a16="http://schemas.microsoft.com/office/drawing/2014/main" id="{B0198B40-8C5B-CE8E-4412-CB45D7965E17}"/>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12345</a:t>
            </a:r>
          </a:p>
        </p:txBody>
      </p:sp>
      <p:sp>
        <p:nvSpPr>
          <p:cNvPr id="46" name="TextBox 45">
            <a:extLst>
              <a:ext uri="{FF2B5EF4-FFF2-40B4-BE49-F238E27FC236}">
                <a16:creationId xmlns:a16="http://schemas.microsoft.com/office/drawing/2014/main" id="{02FEEFAC-2910-A990-1BFE-B622A06940E4}"/>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FFFB5E73-6B1C-2B05-316B-19B1B688BB39}"/>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12347</a:t>
            </a:r>
          </a:p>
        </p:txBody>
      </p:sp>
      <p:sp>
        <p:nvSpPr>
          <p:cNvPr id="48" name="TextBox 47">
            <a:extLst>
              <a:ext uri="{FF2B5EF4-FFF2-40B4-BE49-F238E27FC236}">
                <a16:creationId xmlns:a16="http://schemas.microsoft.com/office/drawing/2014/main" id="{C34F6935-07EF-DDC4-5FBF-3D390650D74C}"/>
              </a:ext>
            </a:extLst>
          </p:cNvPr>
          <p:cNvSpPr txBox="1"/>
          <p:nvPr/>
        </p:nvSpPr>
        <p:spPr>
          <a:xfrm>
            <a:off x="6654802" y="4050715"/>
            <a:ext cx="570089" cy="230832"/>
          </a:xfrm>
          <a:prstGeom prst="rect">
            <a:avLst/>
          </a:prstGeom>
          <a:noFill/>
        </p:spPr>
        <p:txBody>
          <a:bodyPr wrap="square" rtlCol="0">
            <a:spAutoFit/>
          </a:bodyPr>
          <a:lstStyle/>
          <a:p>
            <a:pPr algn="ctr"/>
            <a:r>
              <a:rPr lang="en-US" sz="900" dirty="0"/>
              <a:t>1234</a:t>
            </a:r>
          </a:p>
        </p:txBody>
      </p:sp>
      <p:sp>
        <p:nvSpPr>
          <p:cNvPr id="49" name="TextBox 48">
            <a:extLst>
              <a:ext uri="{FF2B5EF4-FFF2-40B4-BE49-F238E27FC236}">
                <a16:creationId xmlns:a16="http://schemas.microsoft.com/office/drawing/2014/main" id="{52CA997F-2793-B683-1CF0-DF4BDD2C70D5}"/>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1237</a:t>
            </a:r>
          </a:p>
        </p:txBody>
      </p:sp>
      <p:sp>
        <p:nvSpPr>
          <p:cNvPr id="50" name="TextBox 49">
            <a:extLst>
              <a:ext uri="{FF2B5EF4-FFF2-40B4-BE49-F238E27FC236}">
                <a16:creationId xmlns:a16="http://schemas.microsoft.com/office/drawing/2014/main" id="{2DFCEE99-D5DF-63F3-B2CD-281A1D2145D2}"/>
              </a:ext>
            </a:extLst>
          </p:cNvPr>
          <p:cNvSpPr txBox="1"/>
          <p:nvPr/>
        </p:nvSpPr>
        <p:spPr>
          <a:xfrm>
            <a:off x="7157158" y="4297227"/>
            <a:ext cx="570089" cy="230832"/>
          </a:xfrm>
          <a:prstGeom prst="rect">
            <a:avLst/>
          </a:prstGeom>
          <a:noFill/>
        </p:spPr>
        <p:txBody>
          <a:bodyPr wrap="square" rtlCol="0">
            <a:spAutoFit/>
          </a:bodyPr>
          <a:lstStyle/>
          <a:p>
            <a:pPr algn="ctr"/>
            <a:r>
              <a:rPr lang="en-US" sz="900" dirty="0"/>
              <a:t>135</a:t>
            </a:r>
          </a:p>
        </p:txBody>
      </p:sp>
      <p:sp>
        <p:nvSpPr>
          <p:cNvPr id="51" name="TextBox 50">
            <a:extLst>
              <a:ext uri="{FF2B5EF4-FFF2-40B4-BE49-F238E27FC236}">
                <a16:creationId xmlns:a16="http://schemas.microsoft.com/office/drawing/2014/main" id="{5B22FBFD-3699-1DD9-6004-DE0514A11763}"/>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12347</a:t>
            </a:r>
          </a:p>
        </p:txBody>
      </p:sp>
      <p:sp>
        <p:nvSpPr>
          <p:cNvPr id="52" name="TextBox 51">
            <a:extLst>
              <a:ext uri="{FF2B5EF4-FFF2-40B4-BE49-F238E27FC236}">
                <a16:creationId xmlns:a16="http://schemas.microsoft.com/office/drawing/2014/main" id="{92DE4C12-C360-85EA-CDE6-8F28665F2F4A}"/>
              </a:ext>
            </a:extLst>
          </p:cNvPr>
          <p:cNvSpPr txBox="1"/>
          <p:nvPr/>
        </p:nvSpPr>
        <p:spPr>
          <a:xfrm>
            <a:off x="7157158" y="5052602"/>
            <a:ext cx="570089" cy="230832"/>
          </a:xfrm>
          <a:prstGeom prst="rect">
            <a:avLst/>
          </a:prstGeom>
          <a:noFill/>
        </p:spPr>
        <p:txBody>
          <a:bodyPr wrap="square" rtlCol="0">
            <a:spAutoFit/>
          </a:bodyPr>
          <a:lstStyle/>
          <a:p>
            <a:pPr algn="ctr"/>
            <a:r>
              <a:rPr lang="en-US" sz="900" dirty="0"/>
              <a:t>135</a:t>
            </a:r>
          </a:p>
        </p:txBody>
      </p:sp>
      <p:sp>
        <p:nvSpPr>
          <p:cNvPr id="53" name="TextBox 52">
            <a:extLst>
              <a:ext uri="{FF2B5EF4-FFF2-40B4-BE49-F238E27FC236}">
                <a16:creationId xmlns:a16="http://schemas.microsoft.com/office/drawing/2014/main" id="{F631EB53-E48D-CBC7-A212-CAA353CAE1E6}"/>
              </a:ext>
            </a:extLst>
          </p:cNvPr>
          <p:cNvSpPr txBox="1"/>
          <p:nvPr/>
        </p:nvSpPr>
        <p:spPr>
          <a:xfrm>
            <a:off x="4143022" y="2404765"/>
            <a:ext cx="570089" cy="230832"/>
          </a:xfrm>
          <a:prstGeom prst="rect">
            <a:avLst/>
          </a:prstGeom>
          <a:noFill/>
        </p:spPr>
        <p:txBody>
          <a:bodyPr wrap="square" rtlCol="0">
            <a:spAutoFit/>
          </a:bodyPr>
          <a:lstStyle/>
          <a:p>
            <a:pPr algn="ctr"/>
            <a:r>
              <a:rPr lang="en-US" sz="900" dirty="0"/>
              <a:t>589</a:t>
            </a:r>
          </a:p>
        </p:txBody>
      </p:sp>
      <p:sp>
        <p:nvSpPr>
          <p:cNvPr id="54" name="TextBox 53">
            <a:extLst>
              <a:ext uri="{FF2B5EF4-FFF2-40B4-BE49-F238E27FC236}">
                <a16:creationId xmlns:a16="http://schemas.microsoft.com/office/drawing/2014/main" id="{A62F8638-789B-4D5C-6DD9-316C65C0E77B}"/>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1234</a:t>
            </a:r>
          </a:p>
        </p:txBody>
      </p:sp>
      <p:sp>
        <p:nvSpPr>
          <p:cNvPr id="55" name="TextBox 54">
            <a:extLst>
              <a:ext uri="{FF2B5EF4-FFF2-40B4-BE49-F238E27FC236}">
                <a16:creationId xmlns:a16="http://schemas.microsoft.com/office/drawing/2014/main" id="{74D30232-5A31-979B-6445-37A393C06551}"/>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1589</a:t>
            </a:r>
          </a:p>
        </p:txBody>
      </p:sp>
      <p:sp>
        <p:nvSpPr>
          <p:cNvPr id="56" name="TextBox 55">
            <a:extLst>
              <a:ext uri="{FF2B5EF4-FFF2-40B4-BE49-F238E27FC236}">
                <a16:creationId xmlns:a16="http://schemas.microsoft.com/office/drawing/2014/main" id="{9431DFB4-1E07-98E4-F3C8-710AF736466A}"/>
              </a:ext>
            </a:extLst>
          </p:cNvPr>
          <p:cNvSpPr txBox="1"/>
          <p:nvPr/>
        </p:nvSpPr>
        <p:spPr>
          <a:xfrm>
            <a:off x="4645378" y="3549771"/>
            <a:ext cx="570089" cy="230832"/>
          </a:xfrm>
          <a:prstGeom prst="rect">
            <a:avLst/>
          </a:prstGeom>
          <a:noFill/>
        </p:spPr>
        <p:txBody>
          <a:bodyPr wrap="square" rtlCol="0">
            <a:spAutoFit/>
          </a:bodyPr>
          <a:lstStyle/>
          <a:p>
            <a:pPr algn="ctr"/>
            <a:r>
              <a:rPr lang="en-US" sz="900" dirty="0"/>
              <a:t>1234</a:t>
            </a:r>
          </a:p>
        </p:txBody>
      </p:sp>
      <p:sp>
        <p:nvSpPr>
          <p:cNvPr id="57" name="TextBox 56">
            <a:extLst>
              <a:ext uri="{FF2B5EF4-FFF2-40B4-BE49-F238E27FC236}">
                <a16:creationId xmlns:a16="http://schemas.microsoft.com/office/drawing/2014/main" id="{7A7ACE7C-DCA8-50AA-3ACB-DD216BE518F8}"/>
              </a:ext>
            </a:extLst>
          </p:cNvPr>
          <p:cNvSpPr txBox="1"/>
          <p:nvPr/>
        </p:nvSpPr>
        <p:spPr>
          <a:xfrm>
            <a:off x="4143022" y="3907597"/>
            <a:ext cx="570089" cy="230832"/>
          </a:xfrm>
          <a:prstGeom prst="rect">
            <a:avLst/>
          </a:prstGeom>
          <a:noFill/>
        </p:spPr>
        <p:txBody>
          <a:bodyPr wrap="square" rtlCol="0">
            <a:spAutoFit/>
          </a:bodyPr>
          <a:lstStyle/>
          <a:p>
            <a:pPr algn="ctr"/>
            <a:r>
              <a:rPr lang="en-US" sz="900" dirty="0"/>
              <a:t>159</a:t>
            </a:r>
          </a:p>
        </p:txBody>
      </p:sp>
      <p:sp>
        <p:nvSpPr>
          <p:cNvPr id="58" name="TextBox 57">
            <a:extLst>
              <a:ext uri="{FF2B5EF4-FFF2-40B4-BE49-F238E27FC236}">
                <a16:creationId xmlns:a16="http://schemas.microsoft.com/office/drawing/2014/main" id="{8D0BE064-9F9A-BA2D-72D4-DA81709A7309}"/>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1234</a:t>
            </a:r>
          </a:p>
        </p:txBody>
      </p:sp>
      <p:sp>
        <p:nvSpPr>
          <p:cNvPr id="59" name="TextBox 58">
            <a:extLst>
              <a:ext uri="{FF2B5EF4-FFF2-40B4-BE49-F238E27FC236}">
                <a16:creationId xmlns:a16="http://schemas.microsoft.com/office/drawing/2014/main" id="{CB789B0A-CCD3-FEC2-5DBB-46B5743FD87F}"/>
              </a:ext>
            </a:extLst>
          </p:cNvPr>
          <p:cNvSpPr txBox="1"/>
          <p:nvPr/>
        </p:nvSpPr>
        <p:spPr>
          <a:xfrm>
            <a:off x="4143022" y="4909484"/>
            <a:ext cx="570089" cy="230832"/>
          </a:xfrm>
          <a:prstGeom prst="rect">
            <a:avLst/>
          </a:prstGeom>
          <a:noFill/>
        </p:spPr>
        <p:txBody>
          <a:bodyPr wrap="square" rtlCol="0">
            <a:spAutoFit/>
          </a:bodyPr>
          <a:lstStyle/>
          <a:p>
            <a:pPr algn="ctr"/>
            <a:r>
              <a:rPr lang="en-US" sz="900" dirty="0"/>
              <a:t>1589</a:t>
            </a:r>
          </a:p>
        </p:txBody>
      </p:sp>
      <p:sp>
        <p:nvSpPr>
          <p:cNvPr id="61" name="TextBox 60">
            <a:extLst>
              <a:ext uri="{FF2B5EF4-FFF2-40B4-BE49-F238E27FC236}">
                <a16:creationId xmlns:a16="http://schemas.microsoft.com/office/drawing/2014/main" id="{3F6DCB41-1717-8BB1-A810-B41064540BE5}"/>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199286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D072F-8D37-248C-F1F5-378087A879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453AA8-683E-8EB8-55A9-0A3F47F2EE49}"/>
              </a:ext>
            </a:extLst>
          </p:cNvPr>
          <p:cNvSpPr>
            <a:spLocks noGrp="1"/>
          </p:cNvSpPr>
          <p:nvPr>
            <p:ph sz="half" idx="1"/>
          </p:nvPr>
        </p:nvSpPr>
        <p:spPr/>
        <p:txBody>
          <a:bodyPr/>
          <a:lstStyle/>
          <a:p>
            <a:r>
              <a:rPr lang="en-US" dirty="0"/>
              <a:t>Reduce.</a:t>
            </a:r>
          </a:p>
          <a:p>
            <a:r>
              <a:rPr lang="en-US" dirty="0"/>
              <a:t>Note that this also establishes the 123 and 456 cycles on that orange line.</a:t>
            </a:r>
          </a:p>
        </p:txBody>
      </p:sp>
      <p:pic>
        <p:nvPicPr>
          <p:cNvPr id="4" name="Picture 3" descr="A grid of sudoku puzzle&#10;&#10;Description automatically generated">
            <a:extLst>
              <a:ext uri="{FF2B5EF4-FFF2-40B4-BE49-F238E27FC236}">
                <a16:creationId xmlns:a16="http://schemas.microsoft.com/office/drawing/2014/main" id="{2E0CFD9E-9701-ABBB-51E7-EAD250E5882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2F7DDA8-8982-0739-3638-ED8C9E0543F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07BA011-241C-194F-9BA1-05A68F3B5D8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78871D1-BDE4-A2C7-38C4-39DF26BA208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56D3CE4-9D4A-333A-5D68-C9610F8A73E9}"/>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C89250A0-32AC-2268-F319-F9E9AD25DB77}"/>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7CFAE919-01A6-F49B-6510-563671E3BC06}"/>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5DAA7CAC-CB0E-6EED-955E-74327B533212}"/>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2752E4E5-B04A-9E69-9E70-0A243F8A1621}"/>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615DF366-130D-FB5D-5A55-AB5B367BB5AD}"/>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999B6C49-49D1-BD6C-4859-2CAB11EACFC5}"/>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89BACFA8-815A-8149-8FD1-ACA4B48662DA}"/>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1BEB9D39-0365-DC29-0ABD-B1BCB45BE37C}"/>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41E8750A-CFB7-A368-E1CE-148E475A74F7}"/>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91B7F40-5E5E-AB22-9D49-C0C0504DBC4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D291EB9E-E4C2-B3B7-9AC9-A250ED6F5083}"/>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E597475A-1527-22E3-BE8E-1B47ECB55350}"/>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B14D3987-5C85-9829-7A97-7EFFCEBA0D6A}"/>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14F1F0D8-1614-8CDE-B20F-FE1891F69E6A}"/>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B8FDF9D9-2ACE-8441-3055-67779DA3B253}"/>
              </a:ext>
            </a:extLst>
          </p:cNvPr>
          <p:cNvSpPr txBox="1"/>
          <p:nvPr/>
        </p:nvSpPr>
        <p:spPr>
          <a:xfrm>
            <a:off x="6654802" y="3048827"/>
            <a:ext cx="570089" cy="230832"/>
          </a:xfrm>
          <a:prstGeom prst="rect">
            <a:avLst/>
          </a:prstGeom>
          <a:noFill/>
        </p:spPr>
        <p:txBody>
          <a:bodyPr wrap="square" rtlCol="0">
            <a:spAutoFit/>
          </a:bodyPr>
          <a:lstStyle/>
          <a:p>
            <a:pPr algn="ctr"/>
            <a:r>
              <a:rPr lang="en-US" sz="900" dirty="0"/>
              <a:t>45</a:t>
            </a:r>
          </a:p>
        </p:txBody>
      </p:sp>
      <p:sp>
        <p:nvSpPr>
          <p:cNvPr id="35" name="TextBox 34">
            <a:extLst>
              <a:ext uri="{FF2B5EF4-FFF2-40B4-BE49-F238E27FC236}">
                <a16:creationId xmlns:a16="http://schemas.microsoft.com/office/drawing/2014/main" id="{8200A84A-2534-9226-DA86-B75327FAFE6B}"/>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C80C5B87-A151-DA79-A1F3-5431CA51A351}"/>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AFEF40B6-A196-83B8-C44B-FF4E76417C05}"/>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7281BDF-A137-1ECC-E841-A2FC444A661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6DDC36CD-7D90-CB80-03B1-1E58C9337ED5}"/>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40667250-3948-A200-577B-B3473BCD0C3F}"/>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117E679B-0159-A6C5-4E0D-C8459C29376E}"/>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9163AD1B-35E3-3353-C34B-72E521191CB8}"/>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E432547B-51D9-0D7F-3FE0-391787CB68DA}"/>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EEBA052B-D599-877E-614B-5470FFE22ABB}"/>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D7887887-A6BB-D6AD-CD07-CF21A55145E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D8058680-ECE5-235D-4D3C-42E9E3AC9A6D}"/>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1B425C81-9A92-DAC2-A772-F9FEA8F78B1B}"/>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96AE5A43-1814-E0FC-7A93-60EBBA6ED14B}"/>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C2097E9B-F50F-7A81-872D-70BFE00CFBF9}"/>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EDEECEBC-9989-7C5A-7BF9-F9D902F54D67}"/>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68858AF8-FDBE-B520-345E-8BA2CD9A7434}"/>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519A5006-414A-41B1-BF5E-87182DA50B6B}"/>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138F4B22-9F25-1DEF-47C1-AF50ABF38350}"/>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874B855C-53A7-3E33-1B60-616EFC0F9ADF}"/>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631374A2-8632-D6FC-2279-48C652903795}"/>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12346</a:t>
            </a:r>
          </a:p>
        </p:txBody>
      </p:sp>
      <p:sp>
        <p:nvSpPr>
          <p:cNvPr id="44" name="TextBox 43">
            <a:extLst>
              <a:ext uri="{FF2B5EF4-FFF2-40B4-BE49-F238E27FC236}">
                <a16:creationId xmlns:a16="http://schemas.microsoft.com/office/drawing/2014/main" id="{135A9A70-0A11-9374-6273-BF10E4CEE989}"/>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628C81A3-AACF-4E7D-4327-466D23931267}"/>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C5DCC927-ED3A-067B-5AD9-B88431A1BDC2}"/>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E50CFDD1-D412-846F-7927-005FB87E4647}"/>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49" name="TextBox 48">
            <a:extLst>
              <a:ext uri="{FF2B5EF4-FFF2-40B4-BE49-F238E27FC236}">
                <a16:creationId xmlns:a16="http://schemas.microsoft.com/office/drawing/2014/main" id="{33E006C1-28BB-CC2D-F2A5-3ED14A868313}"/>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1237</a:t>
            </a:r>
          </a:p>
        </p:txBody>
      </p:sp>
      <p:sp>
        <p:nvSpPr>
          <p:cNvPr id="50" name="TextBox 49">
            <a:extLst>
              <a:ext uri="{FF2B5EF4-FFF2-40B4-BE49-F238E27FC236}">
                <a16:creationId xmlns:a16="http://schemas.microsoft.com/office/drawing/2014/main" id="{A282FC09-07DB-2484-2426-D3CB2EE97741}"/>
              </a:ext>
            </a:extLst>
          </p:cNvPr>
          <p:cNvSpPr txBox="1"/>
          <p:nvPr/>
        </p:nvSpPr>
        <p:spPr>
          <a:xfrm>
            <a:off x="7157158" y="4297227"/>
            <a:ext cx="570089" cy="230832"/>
          </a:xfrm>
          <a:prstGeom prst="rect">
            <a:avLst/>
          </a:prstGeom>
          <a:noFill/>
        </p:spPr>
        <p:txBody>
          <a:bodyPr wrap="square" rtlCol="0">
            <a:spAutoFit/>
          </a:bodyPr>
          <a:lstStyle/>
          <a:p>
            <a:pPr algn="ctr"/>
            <a:r>
              <a:rPr lang="en-US" sz="900" dirty="0"/>
              <a:t>135</a:t>
            </a:r>
          </a:p>
        </p:txBody>
      </p:sp>
      <p:sp>
        <p:nvSpPr>
          <p:cNvPr id="51" name="TextBox 50">
            <a:extLst>
              <a:ext uri="{FF2B5EF4-FFF2-40B4-BE49-F238E27FC236}">
                <a16:creationId xmlns:a16="http://schemas.microsoft.com/office/drawing/2014/main" id="{670AE7E4-791F-96C7-A343-72A40A25C163}"/>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12347</a:t>
            </a:r>
          </a:p>
        </p:txBody>
      </p:sp>
      <p:sp>
        <p:nvSpPr>
          <p:cNvPr id="52" name="TextBox 51">
            <a:extLst>
              <a:ext uri="{FF2B5EF4-FFF2-40B4-BE49-F238E27FC236}">
                <a16:creationId xmlns:a16="http://schemas.microsoft.com/office/drawing/2014/main" id="{8C8646E4-B2D7-9A51-FBD0-AE969AC63198}"/>
              </a:ext>
            </a:extLst>
          </p:cNvPr>
          <p:cNvSpPr txBox="1"/>
          <p:nvPr/>
        </p:nvSpPr>
        <p:spPr>
          <a:xfrm>
            <a:off x="7157158" y="5052602"/>
            <a:ext cx="570089" cy="230832"/>
          </a:xfrm>
          <a:prstGeom prst="rect">
            <a:avLst/>
          </a:prstGeom>
          <a:noFill/>
        </p:spPr>
        <p:txBody>
          <a:bodyPr wrap="square" rtlCol="0">
            <a:spAutoFit/>
          </a:bodyPr>
          <a:lstStyle/>
          <a:p>
            <a:pPr algn="ctr"/>
            <a:r>
              <a:rPr lang="en-US" sz="900" dirty="0"/>
              <a:t>135</a:t>
            </a:r>
          </a:p>
        </p:txBody>
      </p:sp>
      <p:sp>
        <p:nvSpPr>
          <p:cNvPr id="53" name="TextBox 52">
            <a:extLst>
              <a:ext uri="{FF2B5EF4-FFF2-40B4-BE49-F238E27FC236}">
                <a16:creationId xmlns:a16="http://schemas.microsoft.com/office/drawing/2014/main" id="{24F6A1C7-AB22-90FD-6ABF-C1AC3136AC30}"/>
              </a:ext>
            </a:extLst>
          </p:cNvPr>
          <p:cNvSpPr txBox="1"/>
          <p:nvPr/>
        </p:nvSpPr>
        <p:spPr>
          <a:xfrm>
            <a:off x="4143022" y="2404765"/>
            <a:ext cx="570089" cy="230832"/>
          </a:xfrm>
          <a:prstGeom prst="rect">
            <a:avLst/>
          </a:prstGeom>
          <a:noFill/>
        </p:spPr>
        <p:txBody>
          <a:bodyPr wrap="square" rtlCol="0">
            <a:spAutoFit/>
          </a:bodyPr>
          <a:lstStyle/>
          <a:p>
            <a:pPr algn="ctr"/>
            <a:r>
              <a:rPr lang="en-US" sz="900" dirty="0"/>
              <a:t>98</a:t>
            </a:r>
          </a:p>
        </p:txBody>
      </p:sp>
      <p:sp>
        <p:nvSpPr>
          <p:cNvPr id="54" name="TextBox 53">
            <a:extLst>
              <a:ext uri="{FF2B5EF4-FFF2-40B4-BE49-F238E27FC236}">
                <a16:creationId xmlns:a16="http://schemas.microsoft.com/office/drawing/2014/main" id="{B9ED859A-BE4A-E911-05A0-C4B9F0ADFC2F}"/>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294D78CA-13B6-3821-48ED-14CCBC7C8CC4}"/>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1589</a:t>
            </a:r>
          </a:p>
        </p:txBody>
      </p:sp>
      <p:sp>
        <p:nvSpPr>
          <p:cNvPr id="57" name="TextBox 56">
            <a:extLst>
              <a:ext uri="{FF2B5EF4-FFF2-40B4-BE49-F238E27FC236}">
                <a16:creationId xmlns:a16="http://schemas.microsoft.com/office/drawing/2014/main" id="{BD9E3B26-10F6-D63F-F67F-C2F03D80816C}"/>
              </a:ext>
            </a:extLst>
          </p:cNvPr>
          <p:cNvSpPr txBox="1"/>
          <p:nvPr/>
        </p:nvSpPr>
        <p:spPr>
          <a:xfrm>
            <a:off x="4143022" y="3907597"/>
            <a:ext cx="570089" cy="230832"/>
          </a:xfrm>
          <a:prstGeom prst="rect">
            <a:avLst/>
          </a:prstGeom>
          <a:noFill/>
        </p:spPr>
        <p:txBody>
          <a:bodyPr wrap="square" rtlCol="0">
            <a:spAutoFit/>
          </a:bodyPr>
          <a:lstStyle/>
          <a:p>
            <a:pPr algn="ctr"/>
            <a:r>
              <a:rPr lang="en-US" sz="900" dirty="0"/>
              <a:t>159</a:t>
            </a:r>
          </a:p>
        </p:txBody>
      </p:sp>
      <p:sp>
        <p:nvSpPr>
          <p:cNvPr id="58" name="TextBox 57">
            <a:extLst>
              <a:ext uri="{FF2B5EF4-FFF2-40B4-BE49-F238E27FC236}">
                <a16:creationId xmlns:a16="http://schemas.microsoft.com/office/drawing/2014/main" id="{9541203A-3B90-E152-4367-71FD9D3A080A}"/>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1234</a:t>
            </a:r>
          </a:p>
        </p:txBody>
      </p:sp>
      <p:sp>
        <p:nvSpPr>
          <p:cNvPr id="59" name="TextBox 58">
            <a:extLst>
              <a:ext uri="{FF2B5EF4-FFF2-40B4-BE49-F238E27FC236}">
                <a16:creationId xmlns:a16="http://schemas.microsoft.com/office/drawing/2014/main" id="{89E6D609-346A-8894-803F-1E38D5A9C6B8}"/>
              </a:ext>
            </a:extLst>
          </p:cNvPr>
          <p:cNvSpPr txBox="1"/>
          <p:nvPr/>
        </p:nvSpPr>
        <p:spPr>
          <a:xfrm>
            <a:off x="4143022" y="4909484"/>
            <a:ext cx="570089" cy="230832"/>
          </a:xfrm>
          <a:prstGeom prst="rect">
            <a:avLst/>
          </a:prstGeom>
          <a:noFill/>
        </p:spPr>
        <p:txBody>
          <a:bodyPr wrap="square" rtlCol="0">
            <a:spAutoFit/>
          </a:bodyPr>
          <a:lstStyle/>
          <a:p>
            <a:pPr algn="ctr"/>
            <a:r>
              <a:rPr lang="en-US" sz="900" dirty="0"/>
              <a:t>1589</a:t>
            </a:r>
          </a:p>
        </p:txBody>
      </p:sp>
      <p:sp>
        <p:nvSpPr>
          <p:cNvPr id="61" name="TextBox 60">
            <a:extLst>
              <a:ext uri="{FF2B5EF4-FFF2-40B4-BE49-F238E27FC236}">
                <a16:creationId xmlns:a16="http://schemas.microsoft.com/office/drawing/2014/main" id="{199B6FF8-96F4-0D78-438F-2F5D3445709E}"/>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9EF45551-5FD6-0BEE-8B55-E475DC4B08B1}"/>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C45B1E34-C865-3ED9-513A-D728537DEEB9}"/>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8FB438B9-B2E0-24C1-4685-00FB7D867DC9}"/>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95411F6D-700F-F29B-1E75-C2B19F0F378A}"/>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D40BC96D-1CA7-3BA1-0586-730FB6F0E3EA}"/>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Tree>
    <p:extLst>
      <p:ext uri="{BB962C8B-B14F-4D97-AF65-F5344CB8AC3E}">
        <p14:creationId xmlns:p14="http://schemas.microsoft.com/office/powerpoint/2010/main" val="2495747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72F9A-B16D-A22D-2FE0-736567B05D1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C16102-FFA5-E367-967E-75D768659D4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1C1C626-6424-70DA-9ED6-3A9CC91BAD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15209D7-668F-1470-8BCD-54F70208606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364733F-CB46-754F-D0A6-6D97D753C57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CCA4F6-110C-42B6-1F82-E9643E24721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DB48F84-FA2D-261A-FB5F-C44E68D7310D}"/>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A85076F-E610-CBB3-54AD-7AA088C6A0E4}"/>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B0073B8B-8709-7568-DC56-1CF3F1D2DCA2}"/>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C86B8B6D-4FA2-E0AB-2336-E5602E948668}"/>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E053ED76-26C8-B780-DAEB-641060FBB93E}"/>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37F6FB3A-F43A-70F9-7F5D-9FBB35912664}"/>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94CABFAD-2D70-A9BF-005F-40DD7DB51278}"/>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7965F1CE-474C-6ADE-B38C-65D9E4466D7E}"/>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7FFF17EA-6997-3A78-B02A-162353D87252}"/>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6419422C-D829-B941-1FF3-C43E3D80A3B3}"/>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C2D0AC30-A5E8-C37A-BA2B-EDB07181217A}"/>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52FBACAB-63E9-3A60-9CDD-BC5914945241}"/>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F7AD452-09A9-9DEE-7041-2F45547EA3F9}"/>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6F8F7BB3-26E0-382C-66B8-5B0976755253}"/>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A3FC86D0-BE6A-64A5-109A-CF8B88ED5DD7}"/>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4725B440-8377-1EE8-5AE1-DDA631352C4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BF174C08-CC74-FE08-2E94-597E33A6AC2E}"/>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CD9BA27A-D751-9437-EC84-DF3DBF125356}"/>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B64EC27-DAA0-FDE8-3D15-BF87F8A50BB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97DE90A7-A22F-0121-B3FB-2855F2D7D2CD}"/>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0B44DB87-D59C-A2D4-76A9-18E0295B7F11}"/>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284F9F93-F889-A6C0-7F0D-383C19A960D3}"/>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982E0FC-CAC5-F081-6CED-E17D7D0234BE}"/>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4FE672A1-FF9E-1E2D-F279-D710F0CE9ED8}"/>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3334B174-CF9D-4BBD-41B5-885711DF17B6}"/>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1024B489-D0EB-E0FF-14BA-DA35E74A4288}"/>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887B833D-8585-69D6-B70C-22610811D539}"/>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411D95C6-4F01-CA5A-A1C8-7A43E77FF2D2}"/>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72A665D5-8966-8670-98B3-77DA7223D644}"/>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F76FF224-F13C-EA24-64AF-1FD0607D884C}"/>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34E1B945-BB1B-630A-8542-6DFEBD39E18C}"/>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1F65BA17-2F56-6AED-5328-3F3B7FC7754D}"/>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460B8709-5E25-4196-47A9-893999C01427}"/>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D5DC1D34-1DCB-58DE-9A8A-FDFB42B868B2}"/>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51ED13F-F480-8A4D-0EE0-461E8E062238}"/>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4FA8DD5E-0C7D-D976-1336-72F2BD3F61D8}"/>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13BF4AEA-4D63-9621-2A4B-A57FCA58CC4F}"/>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8278B412-4C12-3E05-92BB-181EBA03AEF1}"/>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5222486A-3D85-782E-38FF-ADE143E9E9C9}"/>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21361180-2C78-8DE7-3C6C-5E4E33E97BB7}"/>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49" name="TextBox 48">
            <a:extLst>
              <a:ext uri="{FF2B5EF4-FFF2-40B4-BE49-F238E27FC236}">
                <a16:creationId xmlns:a16="http://schemas.microsoft.com/office/drawing/2014/main" id="{BC13AE9E-2E2D-C049-51A4-A33EB49E7606}"/>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1237</a:t>
            </a:r>
          </a:p>
        </p:txBody>
      </p:sp>
      <p:sp>
        <p:nvSpPr>
          <p:cNvPr id="50" name="TextBox 49">
            <a:extLst>
              <a:ext uri="{FF2B5EF4-FFF2-40B4-BE49-F238E27FC236}">
                <a16:creationId xmlns:a16="http://schemas.microsoft.com/office/drawing/2014/main" id="{62BEA56B-DF0C-9695-A05C-B3253C60BA6B}"/>
              </a:ext>
            </a:extLst>
          </p:cNvPr>
          <p:cNvSpPr txBox="1"/>
          <p:nvPr/>
        </p:nvSpPr>
        <p:spPr>
          <a:xfrm>
            <a:off x="7157158" y="4297227"/>
            <a:ext cx="570089" cy="230832"/>
          </a:xfrm>
          <a:prstGeom prst="rect">
            <a:avLst/>
          </a:prstGeom>
          <a:noFill/>
        </p:spPr>
        <p:txBody>
          <a:bodyPr wrap="square" rtlCol="0">
            <a:spAutoFit/>
          </a:bodyPr>
          <a:lstStyle/>
          <a:p>
            <a:pPr algn="ctr"/>
            <a:r>
              <a:rPr lang="en-US" sz="900" dirty="0"/>
              <a:t>135</a:t>
            </a:r>
          </a:p>
        </p:txBody>
      </p:sp>
      <p:sp>
        <p:nvSpPr>
          <p:cNvPr id="51" name="TextBox 50">
            <a:extLst>
              <a:ext uri="{FF2B5EF4-FFF2-40B4-BE49-F238E27FC236}">
                <a16:creationId xmlns:a16="http://schemas.microsoft.com/office/drawing/2014/main" id="{017B5771-7B9F-2E0A-EDA1-78B35C3F0F5C}"/>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1237</a:t>
            </a:r>
          </a:p>
        </p:txBody>
      </p:sp>
      <p:sp>
        <p:nvSpPr>
          <p:cNvPr id="52" name="TextBox 51">
            <a:extLst>
              <a:ext uri="{FF2B5EF4-FFF2-40B4-BE49-F238E27FC236}">
                <a16:creationId xmlns:a16="http://schemas.microsoft.com/office/drawing/2014/main" id="{DC30D88C-3327-2DA8-EA02-A6E0CF9BC2AF}"/>
              </a:ext>
            </a:extLst>
          </p:cNvPr>
          <p:cNvSpPr txBox="1"/>
          <p:nvPr/>
        </p:nvSpPr>
        <p:spPr>
          <a:xfrm>
            <a:off x="7157158" y="5052602"/>
            <a:ext cx="570089" cy="230832"/>
          </a:xfrm>
          <a:prstGeom prst="rect">
            <a:avLst/>
          </a:prstGeom>
          <a:noFill/>
        </p:spPr>
        <p:txBody>
          <a:bodyPr wrap="square" rtlCol="0">
            <a:spAutoFit/>
          </a:bodyPr>
          <a:lstStyle/>
          <a:p>
            <a:pPr algn="ctr"/>
            <a:r>
              <a:rPr lang="en-US" sz="900" dirty="0"/>
              <a:t>135</a:t>
            </a:r>
          </a:p>
        </p:txBody>
      </p:sp>
      <p:sp>
        <p:nvSpPr>
          <p:cNvPr id="53" name="TextBox 52">
            <a:extLst>
              <a:ext uri="{FF2B5EF4-FFF2-40B4-BE49-F238E27FC236}">
                <a16:creationId xmlns:a16="http://schemas.microsoft.com/office/drawing/2014/main" id="{0B16490F-F8AD-0F3C-2C42-0ACFAB9BC4E8}"/>
              </a:ext>
            </a:extLst>
          </p:cNvPr>
          <p:cNvSpPr txBox="1"/>
          <p:nvPr/>
        </p:nvSpPr>
        <p:spPr>
          <a:xfrm>
            <a:off x="4143022" y="2404765"/>
            <a:ext cx="570089" cy="230832"/>
          </a:xfrm>
          <a:prstGeom prst="rect">
            <a:avLst/>
          </a:prstGeom>
          <a:noFill/>
        </p:spPr>
        <p:txBody>
          <a:bodyPr wrap="square" rtlCol="0">
            <a:spAutoFit/>
          </a:bodyPr>
          <a:lstStyle/>
          <a:p>
            <a:pPr algn="ctr"/>
            <a:r>
              <a:rPr lang="en-US" sz="900" dirty="0"/>
              <a:t>98</a:t>
            </a:r>
          </a:p>
        </p:txBody>
      </p:sp>
      <p:sp>
        <p:nvSpPr>
          <p:cNvPr id="54" name="TextBox 53">
            <a:extLst>
              <a:ext uri="{FF2B5EF4-FFF2-40B4-BE49-F238E27FC236}">
                <a16:creationId xmlns:a16="http://schemas.microsoft.com/office/drawing/2014/main" id="{F3DE7E5C-9EB9-39D0-085C-E44AD13B8D26}"/>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CD1D9FE5-A5AA-0FB6-B88D-04E7DD52A5C3}"/>
              </a:ext>
            </a:extLst>
          </p:cNvPr>
          <p:cNvSpPr txBox="1"/>
          <p:nvPr/>
        </p:nvSpPr>
        <p:spPr>
          <a:xfrm>
            <a:off x="4143022" y="3406653"/>
            <a:ext cx="570089" cy="230832"/>
          </a:xfrm>
          <a:prstGeom prst="rect">
            <a:avLst/>
          </a:prstGeom>
          <a:noFill/>
        </p:spPr>
        <p:txBody>
          <a:bodyPr wrap="square" rtlCol="0">
            <a:spAutoFit/>
          </a:bodyPr>
          <a:lstStyle/>
          <a:p>
            <a:pPr algn="ctr"/>
            <a:r>
              <a:rPr lang="en-US" sz="900" dirty="0"/>
              <a:t>589</a:t>
            </a:r>
          </a:p>
        </p:txBody>
      </p:sp>
      <p:sp>
        <p:nvSpPr>
          <p:cNvPr id="57" name="TextBox 56">
            <a:extLst>
              <a:ext uri="{FF2B5EF4-FFF2-40B4-BE49-F238E27FC236}">
                <a16:creationId xmlns:a16="http://schemas.microsoft.com/office/drawing/2014/main" id="{E125E9F9-63DA-F32A-1682-1B933389F627}"/>
              </a:ext>
            </a:extLst>
          </p:cNvPr>
          <p:cNvSpPr txBox="1"/>
          <p:nvPr/>
        </p:nvSpPr>
        <p:spPr>
          <a:xfrm>
            <a:off x="4143022" y="3907597"/>
            <a:ext cx="570089" cy="230832"/>
          </a:xfrm>
          <a:prstGeom prst="rect">
            <a:avLst/>
          </a:prstGeom>
          <a:noFill/>
        </p:spPr>
        <p:txBody>
          <a:bodyPr wrap="square" rtlCol="0">
            <a:spAutoFit/>
          </a:bodyPr>
          <a:lstStyle/>
          <a:p>
            <a:pPr algn="ctr"/>
            <a:r>
              <a:rPr lang="en-US" sz="900" dirty="0"/>
              <a:t>19</a:t>
            </a:r>
          </a:p>
        </p:txBody>
      </p:sp>
      <p:sp>
        <p:nvSpPr>
          <p:cNvPr id="58" name="TextBox 57">
            <a:extLst>
              <a:ext uri="{FF2B5EF4-FFF2-40B4-BE49-F238E27FC236}">
                <a16:creationId xmlns:a16="http://schemas.microsoft.com/office/drawing/2014/main" id="{06F1FF1D-AE60-E1CA-4A10-61760B3CC3B4}"/>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59" name="TextBox 58">
            <a:extLst>
              <a:ext uri="{FF2B5EF4-FFF2-40B4-BE49-F238E27FC236}">
                <a16:creationId xmlns:a16="http://schemas.microsoft.com/office/drawing/2014/main" id="{EA68CB9B-0918-70AB-07FA-CEF510BB74D2}"/>
              </a:ext>
            </a:extLst>
          </p:cNvPr>
          <p:cNvSpPr txBox="1"/>
          <p:nvPr/>
        </p:nvSpPr>
        <p:spPr>
          <a:xfrm>
            <a:off x="4143022" y="4909484"/>
            <a:ext cx="570089" cy="230832"/>
          </a:xfrm>
          <a:prstGeom prst="rect">
            <a:avLst/>
          </a:prstGeom>
          <a:noFill/>
        </p:spPr>
        <p:txBody>
          <a:bodyPr wrap="square" rtlCol="0">
            <a:spAutoFit/>
          </a:bodyPr>
          <a:lstStyle/>
          <a:p>
            <a:pPr algn="ctr"/>
            <a:r>
              <a:rPr lang="en-US" sz="900" dirty="0"/>
              <a:t>1589</a:t>
            </a:r>
          </a:p>
        </p:txBody>
      </p:sp>
      <p:sp>
        <p:nvSpPr>
          <p:cNvPr id="61" name="TextBox 60">
            <a:extLst>
              <a:ext uri="{FF2B5EF4-FFF2-40B4-BE49-F238E27FC236}">
                <a16:creationId xmlns:a16="http://schemas.microsoft.com/office/drawing/2014/main" id="{DF4EAA80-7126-328C-D4F0-E2A2401D024C}"/>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CD6A5E46-19B0-791C-480E-79D292711059}"/>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824353FD-FEC3-9FAA-1AAD-EE96CA8E1D37}"/>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1EBC1EF6-62E7-F69C-875C-EB1F5A6A4FC4}"/>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3F457262-3220-2567-43A2-57720F4D8D93}"/>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82733470-C28B-F5F9-969C-11F4E5740A97}"/>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A48688CD-4104-7890-4507-396F295D9CAC}"/>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743594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A4EA1-9626-4791-F947-EEAE4E3777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8EBC8C-7E46-8E63-CD38-7ABC71E3E11E}"/>
              </a:ext>
            </a:extLst>
          </p:cNvPr>
          <p:cNvSpPr>
            <a:spLocks noGrp="1"/>
          </p:cNvSpPr>
          <p:nvPr>
            <p:ph sz="half" idx="1"/>
          </p:nvPr>
        </p:nvSpPr>
        <p:spPr/>
        <p:txBody>
          <a:bodyPr/>
          <a:lstStyle/>
          <a:p>
            <a:r>
              <a:rPr lang="en-US" dirty="0"/>
              <a:t>The 21/3/12 in Column 6 determines the 123 and 456 cycles on the orange line.</a:t>
            </a:r>
          </a:p>
        </p:txBody>
      </p:sp>
      <p:pic>
        <p:nvPicPr>
          <p:cNvPr id="4" name="Picture 3" descr="A grid of sudoku puzzle&#10;&#10;Description automatically generated">
            <a:extLst>
              <a:ext uri="{FF2B5EF4-FFF2-40B4-BE49-F238E27FC236}">
                <a16:creationId xmlns:a16="http://schemas.microsoft.com/office/drawing/2014/main" id="{DDC951C5-86FA-38B9-A353-C3B993D78AF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FB1538-50D2-00BF-811C-E4020717AFA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E1894D4-D26F-CE74-B004-F04AC9E2E95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278F86D-67F7-6B5C-39C8-77A2E3109A4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7C3438F-0C6A-3DCF-5FDD-EFA81B312FEA}"/>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13805430-8F51-A4E3-7333-B92CCE7BB70F}"/>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25CFE6A5-1C19-1644-B755-165B0DBCE131}"/>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95A04F51-165C-0111-AB79-8207530715B0}"/>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C9AA67CB-8F18-24CD-A7EA-9566B0CDAE32}"/>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4E9A023F-0BC9-80D4-17E6-5183F7C41ECA}"/>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843BC9BB-D9ED-13F5-C728-3B91BACF2B3C}"/>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9A2E3F0C-1A3F-204A-BD22-4A28E56FF17F}"/>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A91445CD-E543-55A4-4DA9-2BBB291BB619}"/>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A80F7304-9929-ABDE-092B-779A7194962B}"/>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281CE07E-2ADF-3655-EE1F-CC7CE02FFF2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858C1512-E809-DC50-C9F1-B1D88D6EC0E6}"/>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FF21D859-BE57-1DD3-1B62-764D5B8EFFCE}"/>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556F0567-12CE-202E-CBCD-6F0B0508E2F5}"/>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BE0A476F-C31E-457A-0D22-E74364D9433B}"/>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C2A68BB8-6495-2FBF-53FE-E0534C1F613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26887AE4-E729-F825-AC76-C051C99C22E1}"/>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B2BA82AE-D2D7-5AE1-F1F7-6A2CA972CBE1}"/>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FEB3A28-BA61-4CF1-BD84-789183C1B15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EE41F9FE-6620-CD58-410B-14433DD3D6DE}"/>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8AB7864-BDA2-85C9-1B76-9C8F7474243A}"/>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A8F2182F-CA36-9681-983A-232CFD483806}"/>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F55A3045-5640-A63A-5078-A55131E99A7E}"/>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AF2B0AF8-D7D3-6547-8397-05C2E14D5817}"/>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28228381-CB53-96F4-8170-AEF0E4A16934}"/>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55515E6F-0EE5-32AA-40B3-97884514BB1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78FA3591-D09B-C57A-0C1B-EF755C3FBAC0}"/>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1DB49804-B4ED-11DB-D8B7-2F7372DC87D2}"/>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89FC7110-F048-AC16-098B-0AF910D383A0}"/>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B3C8DD77-BE33-F627-379A-AA70782E5596}"/>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2DF4323A-DC92-D991-5439-95D7714E35D1}"/>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205FA474-038E-73EF-D225-D73335294B71}"/>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D86C01E0-C69C-F7B1-E40C-7908D04E3A1C}"/>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F3881975-8F67-03E6-536A-3BE43711D5C1}"/>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4B4D4757-6D69-0FC7-ED61-747745C845FF}"/>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3241F932-DA69-B3C0-AAD8-5DDE5EE8A060}"/>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F23CCEAB-6D45-9381-DA0F-4C4539C08682}"/>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34A0F096-D80F-A291-35E2-931CECD96A27}"/>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98490B36-2F6A-7BCA-1106-6415FC2F27D1}"/>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AD776B84-F755-9A43-7BFB-A65729EA2DB7}"/>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49" name="TextBox 48">
            <a:extLst>
              <a:ext uri="{FF2B5EF4-FFF2-40B4-BE49-F238E27FC236}">
                <a16:creationId xmlns:a16="http://schemas.microsoft.com/office/drawing/2014/main" id="{26BC769C-3275-07ED-51CD-487BB0566D58}"/>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1237</a:t>
            </a:r>
          </a:p>
        </p:txBody>
      </p:sp>
      <p:sp>
        <p:nvSpPr>
          <p:cNvPr id="50" name="TextBox 49">
            <a:extLst>
              <a:ext uri="{FF2B5EF4-FFF2-40B4-BE49-F238E27FC236}">
                <a16:creationId xmlns:a16="http://schemas.microsoft.com/office/drawing/2014/main" id="{60FF365B-3BD8-91A7-9F45-3AAAE6F34535}"/>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88597426-6DB4-7644-4C13-1B39A108216C}"/>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3" name="TextBox 52">
            <a:extLst>
              <a:ext uri="{FF2B5EF4-FFF2-40B4-BE49-F238E27FC236}">
                <a16:creationId xmlns:a16="http://schemas.microsoft.com/office/drawing/2014/main" id="{C5DAC8E4-E842-67E1-8F95-2311198B39C8}"/>
              </a:ext>
            </a:extLst>
          </p:cNvPr>
          <p:cNvSpPr txBox="1"/>
          <p:nvPr/>
        </p:nvSpPr>
        <p:spPr>
          <a:xfrm>
            <a:off x="4143022" y="2404765"/>
            <a:ext cx="570089" cy="230832"/>
          </a:xfrm>
          <a:prstGeom prst="rect">
            <a:avLst/>
          </a:prstGeom>
          <a:noFill/>
        </p:spPr>
        <p:txBody>
          <a:bodyPr wrap="square" rtlCol="0">
            <a:spAutoFit/>
          </a:bodyPr>
          <a:lstStyle/>
          <a:p>
            <a:pPr algn="ctr"/>
            <a:r>
              <a:rPr lang="en-US" sz="900" dirty="0"/>
              <a:t>98</a:t>
            </a:r>
          </a:p>
        </p:txBody>
      </p:sp>
      <p:sp>
        <p:nvSpPr>
          <p:cNvPr id="54" name="TextBox 53">
            <a:extLst>
              <a:ext uri="{FF2B5EF4-FFF2-40B4-BE49-F238E27FC236}">
                <a16:creationId xmlns:a16="http://schemas.microsoft.com/office/drawing/2014/main" id="{49896641-CA67-65E7-C54F-036A6B33074D}"/>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18F4129F-A659-70D0-FE7A-6F90290DBA73}"/>
              </a:ext>
            </a:extLst>
          </p:cNvPr>
          <p:cNvSpPr txBox="1"/>
          <p:nvPr/>
        </p:nvSpPr>
        <p:spPr>
          <a:xfrm>
            <a:off x="4143022" y="3406653"/>
            <a:ext cx="570089" cy="230832"/>
          </a:xfrm>
          <a:prstGeom prst="rect">
            <a:avLst/>
          </a:prstGeom>
          <a:noFill/>
        </p:spPr>
        <p:txBody>
          <a:bodyPr wrap="square" rtlCol="0">
            <a:spAutoFit/>
          </a:bodyPr>
          <a:lstStyle/>
          <a:p>
            <a:pPr algn="ctr"/>
            <a:r>
              <a:rPr lang="en-US" sz="900" dirty="0"/>
              <a:t>589</a:t>
            </a:r>
          </a:p>
        </p:txBody>
      </p:sp>
      <p:sp>
        <p:nvSpPr>
          <p:cNvPr id="57" name="TextBox 56">
            <a:extLst>
              <a:ext uri="{FF2B5EF4-FFF2-40B4-BE49-F238E27FC236}">
                <a16:creationId xmlns:a16="http://schemas.microsoft.com/office/drawing/2014/main" id="{86B8F4CB-2243-C1D5-2DE5-7278B509AC00}"/>
              </a:ext>
            </a:extLst>
          </p:cNvPr>
          <p:cNvSpPr txBox="1"/>
          <p:nvPr/>
        </p:nvSpPr>
        <p:spPr>
          <a:xfrm>
            <a:off x="4143022" y="3907597"/>
            <a:ext cx="570089" cy="230832"/>
          </a:xfrm>
          <a:prstGeom prst="rect">
            <a:avLst/>
          </a:prstGeom>
          <a:noFill/>
        </p:spPr>
        <p:txBody>
          <a:bodyPr wrap="square" rtlCol="0">
            <a:spAutoFit/>
          </a:bodyPr>
          <a:lstStyle/>
          <a:p>
            <a:pPr algn="ctr"/>
            <a:r>
              <a:rPr lang="en-US" sz="900" dirty="0"/>
              <a:t>19</a:t>
            </a:r>
          </a:p>
        </p:txBody>
      </p:sp>
      <p:sp>
        <p:nvSpPr>
          <p:cNvPr id="58" name="TextBox 57">
            <a:extLst>
              <a:ext uri="{FF2B5EF4-FFF2-40B4-BE49-F238E27FC236}">
                <a16:creationId xmlns:a16="http://schemas.microsoft.com/office/drawing/2014/main" id="{F783B02C-30A8-AB0F-10F0-898DD91FE5D2}"/>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59" name="TextBox 58">
            <a:extLst>
              <a:ext uri="{FF2B5EF4-FFF2-40B4-BE49-F238E27FC236}">
                <a16:creationId xmlns:a16="http://schemas.microsoft.com/office/drawing/2014/main" id="{A393FD1B-3DA3-F86A-FA22-90F9C8CC72B8}"/>
              </a:ext>
            </a:extLst>
          </p:cNvPr>
          <p:cNvSpPr txBox="1"/>
          <p:nvPr/>
        </p:nvSpPr>
        <p:spPr>
          <a:xfrm>
            <a:off x="4143022" y="4909484"/>
            <a:ext cx="570089" cy="230832"/>
          </a:xfrm>
          <a:prstGeom prst="rect">
            <a:avLst/>
          </a:prstGeom>
          <a:noFill/>
        </p:spPr>
        <p:txBody>
          <a:bodyPr wrap="square" rtlCol="0">
            <a:spAutoFit/>
          </a:bodyPr>
          <a:lstStyle/>
          <a:p>
            <a:pPr algn="ctr"/>
            <a:r>
              <a:rPr lang="en-US" sz="900" dirty="0"/>
              <a:t>1589</a:t>
            </a:r>
          </a:p>
        </p:txBody>
      </p:sp>
      <p:sp>
        <p:nvSpPr>
          <p:cNvPr id="61" name="TextBox 60">
            <a:extLst>
              <a:ext uri="{FF2B5EF4-FFF2-40B4-BE49-F238E27FC236}">
                <a16:creationId xmlns:a16="http://schemas.microsoft.com/office/drawing/2014/main" id="{324F924F-7328-0126-1B44-8CB705316238}"/>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D1FEBA63-0F52-555A-8065-226B8C9C278C}"/>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E7271B64-FCE0-0004-6761-92D1889CC319}"/>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4E8EEB4-AD28-966A-FA47-F658964A8C6D}"/>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130DA1BF-13DC-EB14-2670-D5E42D354084}"/>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9B80422F-D8E0-D0A4-7146-DA3A7AC19A26}"/>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97BD5DCE-66E5-8D86-A3F9-1B0AFD5180FC}"/>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6B75D22E-2CED-9B0A-0839-8A7230D1798D}"/>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CCE7074-3547-4585-1EDF-46B81659E90F}"/>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1685112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D970-F5A1-0B76-0852-2CEA4A8BD59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B6AB25-D7BD-538A-CF0F-72ED45B0430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C754FDD-EBB6-3B71-DAE4-8519C7167B3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01253C4-C004-2472-7918-33E9CE00678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5A3AAA2-281C-2EBA-54F3-D2F82532A6D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DFC4D0B-E382-D000-302D-97DA8F540EA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1A1D750-45C1-8F85-1DF0-11EBE911215C}"/>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CB70C32A-4E82-BA40-C126-C19F25734175}"/>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78F1752F-922F-5473-F26E-A086949F2BFE}"/>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BAC90329-5B99-3E7B-7416-1189C61F13B3}"/>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B10169C6-3115-1F54-0E2F-44317052C82C}"/>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4B96D992-DE45-337C-5F2C-E973B7B512D3}"/>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0BB18B2D-37BD-4230-5BDD-9392650BB521}"/>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10E534F0-5FA2-A52F-95BC-76F6491127EA}"/>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4C06CD55-6C95-9D04-4ABE-F3B86B951A0F}"/>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8A122E43-3ACB-7001-EB48-127C66E2CBAF}"/>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F8E8E474-B046-E6A5-FE5F-0C3E13784A9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4801ED31-78D0-EE85-D019-006C81430A87}"/>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C796DE6-5FEC-AF79-181C-08D27E31CFC7}"/>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50D508E9-E1B5-E70E-E83E-559EAE9F20C5}"/>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2FC07AA9-0865-914D-6E52-8635E7B1A6F4}"/>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7762059E-851D-ABCC-F565-5A712C057A5F}"/>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2A75DAD0-081C-E7FE-64BB-D8E5E2BBB578}"/>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CE36E6CB-4632-8C98-2EA8-F5852DDFC220}"/>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99F1DDA-A013-3C69-D5E9-573806FB0DC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6174B0B2-FAD4-DA46-1221-58C6E5D8001C}"/>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A6058E2E-EEA2-2E64-F914-A9FF5F4EF2BA}"/>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EE62C08F-09B6-0008-EC25-708D1E8D21E3}"/>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94F6173-3CD0-3EA4-B886-4169B6E61134}"/>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F4539D0D-12CD-46F2-B18F-A2F96B2BAB12}"/>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A5AB3002-01F1-C035-EC9D-B0CAD41C5041}"/>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D91FEE65-30B0-08DC-DE5D-8515347C454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6D7DF524-3314-AF65-B61A-D64FF1AF6C4F}"/>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84A9CA9-B547-009B-CDF4-DE9F20D0A55F}"/>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DDD1A0FA-ED4A-D2CE-D2D4-92290B57A0A9}"/>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24F7793F-BE94-396C-049D-74FAD5120867}"/>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B3A1F79B-4DE4-90CC-F0C9-65949BB78B7F}"/>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D43D731F-2D67-8B46-28AB-93B070F563AC}"/>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7D362F43-9768-5C4D-D2EB-F56531DB070E}"/>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1BB6D8FA-32E2-FFCE-2C2C-24758BF0C300}"/>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1D785CA2-9330-8541-B686-47619A3B6197}"/>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51F41C80-B4E4-BD58-F2CA-B2C5DAF73210}"/>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9E2E0CD0-4564-5730-D2E4-47E1BDC3A24B}"/>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502FC946-ABA4-B970-FD2E-3E5013F5C2AB}"/>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7CF223AE-E734-1DED-888A-202668DB8091}"/>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F6C6B353-169E-BC53-DC13-13E81CB31CFC}"/>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6C08C017-2B5D-5E2E-03C3-1B836222BF04}"/>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7FE81E9A-1BA1-9084-F49A-1CB529B85B8E}"/>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3" name="TextBox 52">
            <a:extLst>
              <a:ext uri="{FF2B5EF4-FFF2-40B4-BE49-F238E27FC236}">
                <a16:creationId xmlns:a16="http://schemas.microsoft.com/office/drawing/2014/main" id="{654BBD7B-6682-9BF4-E0BD-3A6BDA31EE94}"/>
              </a:ext>
            </a:extLst>
          </p:cNvPr>
          <p:cNvSpPr txBox="1"/>
          <p:nvPr/>
        </p:nvSpPr>
        <p:spPr>
          <a:xfrm>
            <a:off x="4143022" y="2404765"/>
            <a:ext cx="570089" cy="230832"/>
          </a:xfrm>
          <a:prstGeom prst="rect">
            <a:avLst/>
          </a:prstGeom>
          <a:noFill/>
        </p:spPr>
        <p:txBody>
          <a:bodyPr wrap="square" rtlCol="0">
            <a:spAutoFit/>
          </a:bodyPr>
          <a:lstStyle/>
          <a:p>
            <a:pPr algn="ctr"/>
            <a:r>
              <a:rPr lang="en-US" sz="900" dirty="0"/>
              <a:t>98</a:t>
            </a:r>
          </a:p>
        </p:txBody>
      </p:sp>
      <p:sp>
        <p:nvSpPr>
          <p:cNvPr id="54" name="TextBox 53">
            <a:extLst>
              <a:ext uri="{FF2B5EF4-FFF2-40B4-BE49-F238E27FC236}">
                <a16:creationId xmlns:a16="http://schemas.microsoft.com/office/drawing/2014/main" id="{7CBB80E6-273F-222C-64F4-56E1A31872EE}"/>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A8707E0B-4EE8-94A2-FC4B-74FEF6B7C03D}"/>
              </a:ext>
            </a:extLst>
          </p:cNvPr>
          <p:cNvSpPr txBox="1"/>
          <p:nvPr/>
        </p:nvSpPr>
        <p:spPr>
          <a:xfrm>
            <a:off x="4143022" y="3406653"/>
            <a:ext cx="570089" cy="230832"/>
          </a:xfrm>
          <a:prstGeom prst="rect">
            <a:avLst/>
          </a:prstGeom>
          <a:noFill/>
        </p:spPr>
        <p:txBody>
          <a:bodyPr wrap="square" rtlCol="0">
            <a:spAutoFit/>
          </a:bodyPr>
          <a:lstStyle/>
          <a:p>
            <a:pPr algn="ctr"/>
            <a:r>
              <a:rPr lang="en-US" sz="900" dirty="0"/>
              <a:t>589</a:t>
            </a:r>
          </a:p>
        </p:txBody>
      </p:sp>
      <p:sp>
        <p:nvSpPr>
          <p:cNvPr id="57" name="TextBox 56">
            <a:extLst>
              <a:ext uri="{FF2B5EF4-FFF2-40B4-BE49-F238E27FC236}">
                <a16:creationId xmlns:a16="http://schemas.microsoft.com/office/drawing/2014/main" id="{0365C1A7-3607-2171-8F72-537CDD25BED8}"/>
              </a:ext>
            </a:extLst>
          </p:cNvPr>
          <p:cNvSpPr txBox="1"/>
          <p:nvPr/>
        </p:nvSpPr>
        <p:spPr>
          <a:xfrm>
            <a:off x="4143022" y="3907597"/>
            <a:ext cx="570089" cy="230832"/>
          </a:xfrm>
          <a:prstGeom prst="rect">
            <a:avLst/>
          </a:prstGeom>
          <a:noFill/>
        </p:spPr>
        <p:txBody>
          <a:bodyPr wrap="square" rtlCol="0">
            <a:spAutoFit/>
          </a:bodyPr>
          <a:lstStyle/>
          <a:p>
            <a:pPr algn="ctr"/>
            <a:r>
              <a:rPr lang="en-US" sz="900" dirty="0"/>
              <a:t>19</a:t>
            </a:r>
          </a:p>
        </p:txBody>
      </p:sp>
      <p:sp>
        <p:nvSpPr>
          <p:cNvPr id="58" name="TextBox 57">
            <a:extLst>
              <a:ext uri="{FF2B5EF4-FFF2-40B4-BE49-F238E27FC236}">
                <a16:creationId xmlns:a16="http://schemas.microsoft.com/office/drawing/2014/main" id="{D762E6A5-C55F-F0F3-822E-3D006D2EE5AB}"/>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59" name="TextBox 58">
            <a:extLst>
              <a:ext uri="{FF2B5EF4-FFF2-40B4-BE49-F238E27FC236}">
                <a16:creationId xmlns:a16="http://schemas.microsoft.com/office/drawing/2014/main" id="{8B2F5F4D-271B-52B8-0121-A5A9EBEF658E}"/>
              </a:ext>
            </a:extLst>
          </p:cNvPr>
          <p:cNvSpPr txBox="1"/>
          <p:nvPr/>
        </p:nvSpPr>
        <p:spPr>
          <a:xfrm>
            <a:off x="4143022" y="4909484"/>
            <a:ext cx="570089" cy="230832"/>
          </a:xfrm>
          <a:prstGeom prst="rect">
            <a:avLst/>
          </a:prstGeom>
          <a:noFill/>
        </p:spPr>
        <p:txBody>
          <a:bodyPr wrap="square" rtlCol="0">
            <a:spAutoFit/>
          </a:bodyPr>
          <a:lstStyle/>
          <a:p>
            <a:pPr algn="ctr"/>
            <a:r>
              <a:rPr lang="en-US" sz="900" dirty="0"/>
              <a:t>189</a:t>
            </a:r>
          </a:p>
        </p:txBody>
      </p:sp>
      <p:sp>
        <p:nvSpPr>
          <p:cNvPr id="61" name="TextBox 60">
            <a:extLst>
              <a:ext uri="{FF2B5EF4-FFF2-40B4-BE49-F238E27FC236}">
                <a16:creationId xmlns:a16="http://schemas.microsoft.com/office/drawing/2014/main" id="{73F11CA7-97CF-BE92-E34F-C88EACABBF5E}"/>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F486CE18-29BB-AAD9-8B6E-D2418D52B9C3}"/>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F1710649-51C7-4203-C868-BFD0A485150C}"/>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4616B729-E867-6B3B-31A3-55730C4175E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BE8DBD88-B505-99E5-5054-9431F6928C46}"/>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A16BAA54-A38E-C955-E248-931436460F3B}"/>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367F7B14-7E7B-4B84-0254-C9C3632C1889}"/>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A6D19DBF-7CF3-EF24-4BB3-5F1A0B567B1F}"/>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CBB6F5F5-54F9-05B0-CA6C-B16D69E7E797}"/>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77B46F76-CD3F-584C-A8DA-E1A798A275AE}"/>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0682382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AAF8B-E9CC-2098-5746-E38CF28C02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6BD3E4-3515-2977-08B5-6CC993931917}"/>
              </a:ext>
            </a:extLst>
          </p:cNvPr>
          <p:cNvSpPr>
            <a:spLocks noGrp="1"/>
          </p:cNvSpPr>
          <p:nvPr>
            <p:ph sz="half" idx="1"/>
          </p:nvPr>
        </p:nvSpPr>
        <p:spPr/>
        <p:txBody>
          <a:bodyPr/>
          <a:lstStyle/>
          <a:p>
            <a:r>
              <a:rPr lang="en-US" dirty="0"/>
              <a:t>Complete center and bottom center blocks.</a:t>
            </a:r>
          </a:p>
        </p:txBody>
      </p:sp>
      <p:pic>
        <p:nvPicPr>
          <p:cNvPr id="4" name="Picture 3" descr="A grid of sudoku puzzle&#10;&#10;Description automatically generated">
            <a:extLst>
              <a:ext uri="{FF2B5EF4-FFF2-40B4-BE49-F238E27FC236}">
                <a16:creationId xmlns:a16="http://schemas.microsoft.com/office/drawing/2014/main" id="{A107D049-9DC3-7D79-9008-FC590BC224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C45C41E-2709-AAF1-4A01-FD8088EE79D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A7BA352-1B60-EB89-7AAE-21072E3556D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CA6BF8E-0B0B-8E73-F4A5-74BC08363F3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59E207C-0DC9-683F-9171-83166CFB3383}"/>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D3006409-4AEC-5819-7F53-4CBFA0A7440F}"/>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5F6694E9-A449-000C-EE65-32F36652A56E}"/>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E10D9FEB-ED3E-9157-4EEC-57AD7BEB92BF}"/>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D00A2602-C572-C9DB-211D-F082FAE115EB}"/>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5E72CA32-85F1-0BAF-896F-1EE022DCCAF1}"/>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A88AD119-E057-AB7A-3027-3D21B8DAAB7D}"/>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5" name="TextBox 24">
            <a:extLst>
              <a:ext uri="{FF2B5EF4-FFF2-40B4-BE49-F238E27FC236}">
                <a16:creationId xmlns:a16="http://schemas.microsoft.com/office/drawing/2014/main" id="{B744D322-7F9F-CBB4-E631-D6F4F790D87A}"/>
              </a:ext>
            </a:extLst>
          </p:cNvPr>
          <p:cNvSpPr txBox="1"/>
          <p:nvPr/>
        </p:nvSpPr>
        <p:spPr>
          <a:xfrm>
            <a:off x="5147734" y="1903821"/>
            <a:ext cx="570089" cy="230832"/>
          </a:xfrm>
          <a:prstGeom prst="rect">
            <a:avLst/>
          </a:prstGeom>
          <a:noFill/>
        </p:spPr>
        <p:txBody>
          <a:bodyPr wrap="square" rtlCol="0">
            <a:spAutoFit/>
          </a:bodyPr>
          <a:lstStyle/>
          <a:p>
            <a:pPr algn="ctr"/>
            <a:r>
              <a:rPr lang="en-US" sz="900" dirty="0"/>
              <a:t>67</a:t>
            </a:r>
          </a:p>
        </p:txBody>
      </p:sp>
      <p:sp>
        <p:nvSpPr>
          <p:cNvPr id="26" name="TextBox 25">
            <a:extLst>
              <a:ext uri="{FF2B5EF4-FFF2-40B4-BE49-F238E27FC236}">
                <a16:creationId xmlns:a16="http://schemas.microsoft.com/office/drawing/2014/main" id="{5D573106-9D78-5595-51BF-CBB91DE0687A}"/>
              </a:ext>
            </a:extLst>
          </p:cNvPr>
          <p:cNvSpPr txBox="1"/>
          <p:nvPr/>
        </p:nvSpPr>
        <p:spPr>
          <a:xfrm>
            <a:off x="5650090" y="1903821"/>
            <a:ext cx="570089" cy="230832"/>
          </a:xfrm>
          <a:prstGeom prst="rect">
            <a:avLst/>
          </a:prstGeom>
          <a:noFill/>
        </p:spPr>
        <p:txBody>
          <a:bodyPr wrap="square" rtlCol="0">
            <a:spAutoFit/>
          </a:bodyPr>
          <a:lstStyle/>
          <a:p>
            <a:pPr algn="ctr"/>
            <a:r>
              <a:rPr lang="en-US" sz="900" dirty="0"/>
              <a:t>76</a:t>
            </a:r>
          </a:p>
        </p:txBody>
      </p:sp>
      <p:sp>
        <p:nvSpPr>
          <p:cNvPr id="27" name="TextBox 26">
            <a:extLst>
              <a:ext uri="{FF2B5EF4-FFF2-40B4-BE49-F238E27FC236}">
                <a16:creationId xmlns:a16="http://schemas.microsoft.com/office/drawing/2014/main" id="{19B258AA-9C3E-9A09-6C0D-3EB9099DABA7}"/>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8BA9E1BE-B4A3-DF67-ED5A-CBF7AE2C666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1808C8F6-0B64-A1F5-F700-7D8C30854D56}"/>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16BD688-5B87-20EF-43C7-0D836179D61B}"/>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2130F33A-8593-04B3-1DF8-1CBE0E79D764}"/>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116C2CAC-4DE5-D9EA-D1AC-E068D95242F3}"/>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42BE42EC-B3EA-3BEB-9EA0-143649A3B1FD}"/>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AF0F4E9F-7B0E-4BC6-F94F-F2D3B8A6D4D1}"/>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16004152-7AB0-22CF-A01A-9D78E6B3BC5A}"/>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997670EE-3586-41F9-C19C-C95A30A05FD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91D50436-A7EB-619A-106D-8F1E59B9300B}"/>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6A7347A-0FF8-0A7A-8B1B-4187223E2E5A}"/>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52FE5536-7627-F086-2569-31333E7A4FAC}"/>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FA77F97-FFE8-F7A9-299C-F1E0DA96FE4E}"/>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1F9A416A-34F0-4E35-3A4B-3659864FB808}"/>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87942299-871D-525F-A68A-2CEEB82FFDCF}"/>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337BFC76-CDF1-8567-200D-270387D806ED}"/>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91FE9908-872C-0D01-99E7-5FB0386B6F69}"/>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95374B6-E0B7-C5AD-42E4-00DD69CCEC09}"/>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3B0761FD-BAA0-4202-8811-9B109E70B799}"/>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C3556391-AF9E-A1E1-56AB-A560FA52838F}"/>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DD19C8AF-4975-974D-F7EB-9FA5FD123B44}"/>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F66946E2-9CA8-5C4F-1C56-F2923CB7A171}"/>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F1366485-0349-22FA-6EAC-DF5B49DBB2A5}"/>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0828B777-2AA3-4009-F508-BE7295F380DD}"/>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FF11502-C493-CB2F-9B15-32F9555BD61F}"/>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808071D0-9886-6C4A-83EE-21651C6A0339}"/>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89A9183C-9775-3F22-DBD7-F895786ED5B8}"/>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EF93F443-4DB5-DAEF-0877-7F7B02990E57}"/>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3A19E200-2974-E4BC-641E-D87BA0AE24C3}"/>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F3E2D61D-A895-7B3F-FEA7-012F65E75C7E}"/>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36B871D9-666D-6841-4B7A-A4A1880BD7D3}"/>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4B2C566A-5F8C-0FBE-1854-016B912BC0F0}"/>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3" name="TextBox 52">
            <a:extLst>
              <a:ext uri="{FF2B5EF4-FFF2-40B4-BE49-F238E27FC236}">
                <a16:creationId xmlns:a16="http://schemas.microsoft.com/office/drawing/2014/main" id="{24ACE7B7-0266-0754-BFCE-CF0ADCE39C3A}"/>
              </a:ext>
            </a:extLst>
          </p:cNvPr>
          <p:cNvSpPr txBox="1"/>
          <p:nvPr/>
        </p:nvSpPr>
        <p:spPr>
          <a:xfrm>
            <a:off x="4143022" y="2404765"/>
            <a:ext cx="570089" cy="230832"/>
          </a:xfrm>
          <a:prstGeom prst="rect">
            <a:avLst/>
          </a:prstGeom>
          <a:noFill/>
        </p:spPr>
        <p:txBody>
          <a:bodyPr wrap="square" rtlCol="0">
            <a:spAutoFit/>
          </a:bodyPr>
          <a:lstStyle/>
          <a:p>
            <a:pPr algn="ctr"/>
            <a:r>
              <a:rPr lang="en-US" sz="900" dirty="0"/>
              <a:t>98</a:t>
            </a:r>
          </a:p>
        </p:txBody>
      </p:sp>
      <p:sp>
        <p:nvSpPr>
          <p:cNvPr id="54" name="TextBox 53">
            <a:extLst>
              <a:ext uri="{FF2B5EF4-FFF2-40B4-BE49-F238E27FC236}">
                <a16:creationId xmlns:a16="http://schemas.microsoft.com/office/drawing/2014/main" id="{E5A3AD95-5471-18DF-AD05-CB9C967BF196}"/>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CE3D7A36-69B3-1F95-1BF1-1069C1CF9628}"/>
              </a:ext>
            </a:extLst>
          </p:cNvPr>
          <p:cNvSpPr txBox="1"/>
          <p:nvPr/>
        </p:nvSpPr>
        <p:spPr>
          <a:xfrm>
            <a:off x="4143022" y="3406653"/>
            <a:ext cx="570089" cy="230832"/>
          </a:xfrm>
          <a:prstGeom prst="rect">
            <a:avLst/>
          </a:prstGeom>
          <a:noFill/>
        </p:spPr>
        <p:txBody>
          <a:bodyPr wrap="square" rtlCol="0">
            <a:spAutoFit/>
          </a:bodyPr>
          <a:lstStyle/>
          <a:p>
            <a:pPr algn="ctr"/>
            <a:r>
              <a:rPr lang="en-US" sz="900" dirty="0"/>
              <a:t>589</a:t>
            </a:r>
          </a:p>
        </p:txBody>
      </p:sp>
      <p:sp>
        <p:nvSpPr>
          <p:cNvPr id="57" name="TextBox 56">
            <a:extLst>
              <a:ext uri="{FF2B5EF4-FFF2-40B4-BE49-F238E27FC236}">
                <a16:creationId xmlns:a16="http://schemas.microsoft.com/office/drawing/2014/main" id="{10E325B5-9C5A-F962-FE05-A19336261964}"/>
              </a:ext>
            </a:extLst>
          </p:cNvPr>
          <p:cNvSpPr txBox="1"/>
          <p:nvPr/>
        </p:nvSpPr>
        <p:spPr>
          <a:xfrm>
            <a:off x="4143022" y="3907597"/>
            <a:ext cx="570089" cy="230832"/>
          </a:xfrm>
          <a:prstGeom prst="rect">
            <a:avLst/>
          </a:prstGeom>
          <a:noFill/>
        </p:spPr>
        <p:txBody>
          <a:bodyPr wrap="square" rtlCol="0">
            <a:spAutoFit/>
          </a:bodyPr>
          <a:lstStyle/>
          <a:p>
            <a:pPr algn="ctr"/>
            <a:r>
              <a:rPr lang="en-US" sz="900" dirty="0"/>
              <a:t>19</a:t>
            </a:r>
          </a:p>
        </p:txBody>
      </p:sp>
      <p:sp>
        <p:nvSpPr>
          <p:cNvPr id="58" name="TextBox 57">
            <a:extLst>
              <a:ext uri="{FF2B5EF4-FFF2-40B4-BE49-F238E27FC236}">
                <a16:creationId xmlns:a16="http://schemas.microsoft.com/office/drawing/2014/main" id="{1DAF277E-6CD3-AAAB-CEB8-85BBB915073F}"/>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59" name="TextBox 58">
            <a:extLst>
              <a:ext uri="{FF2B5EF4-FFF2-40B4-BE49-F238E27FC236}">
                <a16:creationId xmlns:a16="http://schemas.microsoft.com/office/drawing/2014/main" id="{54266B16-B4C2-8CC8-2A53-24D6F10DF707}"/>
              </a:ext>
            </a:extLst>
          </p:cNvPr>
          <p:cNvSpPr txBox="1"/>
          <p:nvPr/>
        </p:nvSpPr>
        <p:spPr>
          <a:xfrm>
            <a:off x="4143022" y="4909484"/>
            <a:ext cx="570089" cy="230832"/>
          </a:xfrm>
          <a:prstGeom prst="rect">
            <a:avLst/>
          </a:prstGeom>
          <a:noFill/>
        </p:spPr>
        <p:txBody>
          <a:bodyPr wrap="square" rtlCol="0">
            <a:spAutoFit/>
          </a:bodyPr>
          <a:lstStyle/>
          <a:p>
            <a:pPr algn="ctr"/>
            <a:r>
              <a:rPr lang="en-US" sz="900" dirty="0"/>
              <a:t>189</a:t>
            </a:r>
          </a:p>
        </p:txBody>
      </p:sp>
      <p:sp>
        <p:nvSpPr>
          <p:cNvPr id="61" name="TextBox 60">
            <a:extLst>
              <a:ext uri="{FF2B5EF4-FFF2-40B4-BE49-F238E27FC236}">
                <a16:creationId xmlns:a16="http://schemas.microsoft.com/office/drawing/2014/main" id="{EBBD78D5-6BCE-4896-5C5E-DF2F15A57E4D}"/>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AEC8131F-3C57-FE53-1847-F899D9F6EE0F}"/>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3715FF6B-C786-D70E-A5A3-6C2CCE06B6FE}"/>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3A8EABA8-C554-40A3-D384-E54188254D8D}"/>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D4E61C10-C74F-293A-550B-EAB68B35A385}"/>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1BA28552-C1B2-3D51-C446-35E56745E879}"/>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3D1179CE-1A55-9B3D-49BA-1DB6082A38A0}"/>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350A73F4-AEF3-8C30-9D7D-4879AC2DB128}"/>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7FA5E86-7E4C-2AB1-6915-D538C847EA1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02958B43-5D2E-0A3A-1A14-040D1439660C}"/>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A20EA3C6-26CA-CF7C-035F-25B168C39B1D}"/>
              </a:ext>
            </a:extLst>
          </p:cNvPr>
          <p:cNvSpPr txBox="1"/>
          <p:nvPr/>
        </p:nvSpPr>
        <p:spPr>
          <a:xfrm>
            <a:off x="5147734" y="2905709"/>
            <a:ext cx="570089" cy="230832"/>
          </a:xfrm>
          <a:prstGeom prst="rect">
            <a:avLst/>
          </a:prstGeom>
          <a:noFill/>
        </p:spPr>
        <p:txBody>
          <a:bodyPr wrap="square" rtlCol="0">
            <a:spAutoFit/>
          </a:bodyPr>
          <a:lstStyle/>
          <a:p>
            <a:pPr algn="ctr"/>
            <a:r>
              <a:rPr lang="en-US" sz="900" dirty="0"/>
              <a:t>69</a:t>
            </a:r>
          </a:p>
        </p:txBody>
      </p:sp>
      <p:sp>
        <p:nvSpPr>
          <p:cNvPr id="66" name="TextBox 65">
            <a:extLst>
              <a:ext uri="{FF2B5EF4-FFF2-40B4-BE49-F238E27FC236}">
                <a16:creationId xmlns:a16="http://schemas.microsoft.com/office/drawing/2014/main" id="{0F240911-E5CE-2738-CD27-59423721D34E}"/>
              </a:ext>
            </a:extLst>
          </p:cNvPr>
          <p:cNvSpPr txBox="1"/>
          <p:nvPr/>
        </p:nvSpPr>
        <p:spPr>
          <a:xfrm>
            <a:off x="5650090"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6FC9712A-C838-B834-E9BC-5AA6CA5D0C22}"/>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1239</a:t>
            </a:r>
          </a:p>
        </p:txBody>
      </p:sp>
      <p:sp>
        <p:nvSpPr>
          <p:cNvPr id="68" name="TextBox 67">
            <a:extLst>
              <a:ext uri="{FF2B5EF4-FFF2-40B4-BE49-F238E27FC236}">
                <a16:creationId xmlns:a16="http://schemas.microsoft.com/office/drawing/2014/main" id="{37362962-4AE4-975C-CFD7-3591FD79128F}"/>
              </a:ext>
            </a:extLst>
          </p:cNvPr>
          <p:cNvSpPr txBox="1"/>
          <p:nvPr/>
        </p:nvSpPr>
        <p:spPr>
          <a:xfrm>
            <a:off x="5650090" y="4408541"/>
            <a:ext cx="570089" cy="230832"/>
          </a:xfrm>
          <a:prstGeom prst="rect">
            <a:avLst/>
          </a:prstGeom>
          <a:noFill/>
        </p:spPr>
        <p:txBody>
          <a:bodyPr wrap="square" rtlCol="0">
            <a:spAutoFit/>
          </a:bodyPr>
          <a:lstStyle/>
          <a:p>
            <a:pPr algn="ctr"/>
            <a:r>
              <a:rPr lang="en-US" sz="900" dirty="0"/>
              <a:t>69</a:t>
            </a:r>
          </a:p>
        </p:txBody>
      </p:sp>
      <p:sp>
        <p:nvSpPr>
          <p:cNvPr id="69" name="TextBox 68">
            <a:extLst>
              <a:ext uri="{FF2B5EF4-FFF2-40B4-BE49-F238E27FC236}">
                <a16:creationId xmlns:a16="http://schemas.microsoft.com/office/drawing/2014/main" id="{468FDE0A-DB85-EF18-7964-BBB969703C2F}"/>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12379</a:t>
            </a:r>
          </a:p>
        </p:txBody>
      </p:sp>
    </p:spTree>
    <p:extLst>
      <p:ext uri="{BB962C8B-B14F-4D97-AF65-F5344CB8AC3E}">
        <p14:creationId xmlns:p14="http://schemas.microsoft.com/office/powerpoint/2010/main" val="1686668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A58BC-6691-E7C2-67D1-4DB193ED293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F3F98E-E8D3-8A53-F3EB-2944438D0930}"/>
              </a:ext>
            </a:extLst>
          </p:cNvPr>
          <p:cNvSpPr>
            <a:spLocks noGrp="1"/>
          </p:cNvSpPr>
          <p:nvPr>
            <p:ph sz="half" idx="1"/>
          </p:nvPr>
        </p:nvSpPr>
        <p:spPr/>
        <p:txBody>
          <a:bodyPr/>
          <a:lstStyle/>
          <a:p>
            <a:r>
              <a:rPr lang="en-US" dirty="0"/>
              <a:t>Last possible 7 in Column 6.</a:t>
            </a:r>
          </a:p>
        </p:txBody>
      </p:sp>
      <p:pic>
        <p:nvPicPr>
          <p:cNvPr id="4" name="Picture 3" descr="A grid of sudoku puzzle&#10;&#10;Description automatically generated">
            <a:extLst>
              <a:ext uri="{FF2B5EF4-FFF2-40B4-BE49-F238E27FC236}">
                <a16:creationId xmlns:a16="http://schemas.microsoft.com/office/drawing/2014/main" id="{7BBBAB1A-04C8-E062-3D01-4573F2254A8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DE17DB4-C6D1-0ACB-A0DF-42E58FC2967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61B2DC7-15B4-0199-E30E-03B1805F299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97F2AC9-3590-E6C6-67B0-06E8EDA8BF6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EBC110E-670B-2014-903B-101CBFBFF188}"/>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6FE28F85-0262-447F-DBFF-3DFF90D90E40}"/>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7866157F-806D-19B0-C86F-E98477D0AEC0}"/>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47233F40-B681-A126-D7C0-B73E23731834}"/>
              </a:ext>
            </a:extLst>
          </p:cNvPr>
          <p:cNvSpPr txBox="1"/>
          <p:nvPr/>
        </p:nvSpPr>
        <p:spPr>
          <a:xfrm>
            <a:off x="6152446" y="790619"/>
            <a:ext cx="570089" cy="230832"/>
          </a:xfrm>
          <a:prstGeom prst="rect">
            <a:avLst/>
          </a:prstGeom>
          <a:no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6CDD6AA5-50F7-C60D-AA9A-75A7526397C0}"/>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CFFB46AC-B16C-C263-3C7C-5D2C86039E06}"/>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0933810C-2B63-D442-3114-43AFED272757}"/>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7" name="TextBox 26">
            <a:extLst>
              <a:ext uri="{FF2B5EF4-FFF2-40B4-BE49-F238E27FC236}">
                <a16:creationId xmlns:a16="http://schemas.microsoft.com/office/drawing/2014/main" id="{1EEEB7B1-10A7-CA91-26FB-F3EE1F9B9AF4}"/>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4015F335-BBFE-0FD5-A48C-4EBA7924D64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92CD2D84-0EB1-3551-8550-BABF610EAA7E}"/>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9D39AD9F-4A11-2B09-6090-885EA16EBE12}"/>
              </a:ext>
            </a:extLst>
          </p:cNvPr>
          <p:cNvSpPr txBox="1"/>
          <p:nvPr/>
        </p:nvSpPr>
        <p:spPr>
          <a:xfrm>
            <a:off x="7157158" y="790619"/>
            <a:ext cx="570089" cy="230832"/>
          </a:xfrm>
          <a:prstGeom prst="rect">
            <a:avLst/>
          </a:prstGeom>
          <a:no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6A53C4B1-59AC-9D66-8833-704640E08953}"/>
              </a:ext>
            </a:extLst>
          </p:cNvPr>
          <p:cNvSpPr txBox="1"/>
          <p:nvPr/>
        </p:nvSpPr>
        <p:spPr>
          <a:xfrm>
            <a:off x="7157158" y="304882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43829E87-B93C-5C90-984E-E87F1EA7BD8B}"/>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3F994AE5-2F6F-C360-0484-1B789D12C9F4}"/>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BAB6FEE3-CF5C-2D28-7F9B-CA294EC05AE3}"/>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A40F7CEF-26AE-8549-782F-E06DA29FD355}"/>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249A589-31F3-FB78-13FD-D7D0EFB4790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95432586-86F9-30B4-D0EB-F609DE5D2246}"/>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6873D286-B76D-B866-67AF-5B2BA31E16FF}"/>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A3E22611-EC5F-1355-DB72-EC3B403F8027}"/>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44013FB-33DE-EA2D-D90A-958E2944F954}"/>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11E8590F-BDD6-7BA2-834D-6468D00AF9B9}"/>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5D751455-5DBF-52F0-5B1A-1C258F0099AA}"/>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6D9F4BE0-907C-075B-6F45-7BCB66A2266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6FF53187-1A4E-1CEF-67E9-3ECD9374BD59}"/>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49010680-C924-10CE-7DBD-96DD850EE2B7}"/>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6ED4C13F-E52B-70A3-1D79-E3460C490AD1}"/>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317A2952-7855-AA32-2046-0EAC8CEED24A}"/>
              </a:ext>
            </a:extLst>
          </p:cNvPr>
          <p:cNvSpPr txBox="1"/>
          <p:nvPr/>
        </p:nvSpPr>
        <p:spPr>
          <a:xfrm>
            <a:off x="5650090" y="2293451"/>
            <a:ext cx="570089" cy="230832"/>
          </a:xfrm>
          <a:prstGeom prst="rect">
            <a:avLst/>
          </a:prstGeom>
          <a:no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F2E4380D-4AE7-8F29-B029-3902B7BE11D0}"/>
              </a:ext>
            </a:extLst>
          </p:cNvPr>
          <p:cNvSpPr txBox="1"/>
          <p:nvPr/>
        </p:nvSpPr>
        <p:spPr>
          <a:xfrm>
            <a:off x="6152446" y="3549771"/>
            <a:ext cx="570089" cy="230832"/>
          </a:xfrm>
          <a:prstGeom prst="rect">
            <a:avLst/>
          </a:prstGeom>
          <a:no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C18B4A4A-23E2-CBB5-2349-5AD97B223F34}"/>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C3990C87-16B3-B094-02CE-7A9ECD29FB68}"/>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FFBC5481-EAFC-A936-F47A-0785E41F116A}"/>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82A651F4-764F-40F9-99A8-706CC22D3D9E}"/>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695A33F6-C6A1-2485-372F-A74CC4F406CA}"/>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78C53C65-D4E6-D100-3E1B-800510E852B8}"/>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4D04421B-58F9-9CFC-781E-20D03E679115}"/>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1F04E2B1-2A33-55DD-E244-1716B46A0343}"/>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0BA69DC6-091B-C412-CC01-70646C6AB42F}"/>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614E9530-3359-25B5-3E89-56C9F5744F52}"/>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D3EA17AA-0AC2-69D9-DE89-0FD5DF1E94E4}"/>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3" name="TextBox 52">
            <a:extLst>
              <a:ext uri="{FF2B5EF4-FFF2-40B4-BE49-F238E27FC236}">
                <a16:creationId xmlns:a16="http://schemas.microsoft.com/office/drawing/2014/main" id="{31F369C4-8651-927E-D477-EA109753A277}"/>
              </a:ext>
            </a:extLst>
          </p:cNvPr>
          <p:cNvSpPr txBox="1"/>
          <p:nvPr/>
        </p:nvSpPr>
        <p:spPr>
          <a:xfrm>
            <a:off x="4143022" y="2404765"/>
            <a:ext cx="570089" cy="230832"/>
          </a:xfrm>
          <a:prstGeom prst="rect">
            <a:avLst/>
          </a:prstGeom>
          <a:noFill/>
        </p:spPr>
        <p:txBody>
          <a:bodyPr wrap="square" rtlCol="0">
            <a:spAutoFit/>
          </a:bodyPr>
          <a:lstStyle/>
          <a:p>
            <a:pPr algn="ctr"/>
            <a:r>
              <a:rPr lang="en-US" sz="900" dirty="0"/>
              <a:t>98</a:t>
            </a:r>
          </a:p>
        </p:txBody>
      </p:sp>
      <p:sp>
        <p:nvSpPr>
          <p:cNvPr id="54" name="TextBox 53">
            <a:extLst>
              <a:ext uri="{FF2B5EF4-FFF2-40B4-BE49-F238E27FC236}">
                <a16:creationId xmlns:a16="http://schemas.microsoft.com/office/drawing/2014/main" id="{86B97BE8-1E01-23EA-75C2-7CF1A6B8A75A}"/>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DB795DFC-6D52-426C-0BDE-30695FC0FB8B}"/>
              </a:ext>
            </a:extLst>
          </p:cNvPr>
          <p:cNvSpPr txBox="1"/>
          <p:nvPr/>
        </p:nvSpPr>
        <p:spPr>
          <a:xfrm>
            <a:off x="4143022" y="3406653"/>
            <a:ext cx="570089" cy="230832"/>
          </a:xfrm>
          <a:prstGeom prst="rect">
            <a:avLst/>
          </a:prstGeom>
          <a:noFill/>
        </p:spPr>
        <p:txBody>
          <a:bodyPr wrap="square" rtlCol="0">
            <a:spAutoFit/>
          </a:bodyPr>
          <a:lstStyle/>
          <a:p>
            <a:pPr algn="ctr"/>
            <a:r>
              <a:rPr lang="en-US" sz="900" dirty="0"/>
              <a:t>589</a:t>
            </a:r>
          </a:p>
        </p:txBody>
      </p:sp>
      <p:sp>
        <p:nvSpPr>
          <p:cNvPr id="57" name="TextBox 56">
            <a:extLst>
              <a:ext uri="{FF2B5EF4-FFF2-40B4-BE49-F238E27FC236}">
                <a16:creationId xmlns:a16="http://schemas.microsoft.com/office/drawing/2014/main" id="{C2079689-AC94-6FDA-C4A2-05889F6D4AE1}"/>
              </a:ext>
            </a:extLst>
          </p:cNvPr>
          <p:cNvSpPr txBox="1"/>
          <p:nvPr/>
        </p:nvSpPr>
        <p:spPr>
          <a:xfrm>
            <a:off x="4143022" y="3907597"/>
            <a:ext cx="570089" cy="230832"/>
          </a:xfrm>
          <a:prstGeom prst="rect">
            <a:avLst/>
          </a:prstGeom>
          <a:noFill/>
        </p:spPr>
        <p:txBody>
          <a:bodyPr wrap="square" rtlCol="0">
            <a:spAutoFit/>
          </a:bodyPr>
          <a:lstStyle/>
          <a:p>
            <a:pPr algn="ctr"/>
            <a:r>
              <a:rPr lang="en-US" sz="900" dirty="0"/>
              <a:t>19</a:t>
            </a:r>
          </a:p>
        </p:txBody>
      </p:sp>
      <p:sp>
        <p:nvSpPr>
          <p:cNvPr id="58" name="TextBox 57">
            <a:extLst>
              <a:ext uri="{FF2B5EF4-FFF2-40B4-BE49-F238E27FC236}">
                <a16:creationId xmlns:a16="http://schemas.microsoft.com/office/drawing/2014/main" id="{1938CF5D-9986-6004-B23A-B52944631C7C}"/>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59" name="TextBox 58">
            <a:extLst>
              <a:ext uri="{FF2B5EF4-FFF2-40B4-BE49-F238E27FC236}">
                <a16:creationId xmlns:a16="http://schemas.microsoft.com/office/drawing/2014/main" id="{83329F84-FD6C-BE96-FFE5-A5044D4A5C41}"/>
              </a:ext>
            </a:extLst>
          </p:cNvPr>
          <p:cNvSpPr txBox="1"/>
          <p:nvPr/>
        </p:nvSpPr>
        <p:spPr>
          <a:xfrm>
            <a:off x="4143022" y="4909484"/>
            <a:ext cx="570089" cy="230832"/>
          </a:xfrm>
          <a:prstGeom prst="rect">
            <a:avLst/>
          </a:prstGeom>
          <a:noFill/>
        </p:spPr>
        <p:txBody>
          <a:bodyPr wrap="square" rtlCol="0">
            <a:spAutoFit/>
          </a:bodyPr>
          <a:lstStyle/>
          <a:p>
            <a:pPr algn="ctr"/>
            <a:r>
              <a:rPr lang="en-US" sz="900" dirty="0"/>
              <a:t>189</a:t>
            </a:r>
          </a:p>
        </p:txBody>
      </p:sp>
      <p:sp>
        <p:nvSpPr>
          <p:cNvPr id="61" name="TextBox 60">
            <a:extLst>
              <a:ext uri="{FF2B5EF4-FFF2-40B4-BE49-F238E27FC236}">
                <a16:creationId xmlns:a16="http://schemas.microsoft.com/office/drawing/2014/main" id="{FBF50530-751E-652C-8214-DF5F66D64A10}"/>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8C6F81AE-B5E9-D512-F968-ECAF9AE8CC1C}"/>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59ADFF4E-69C5-E679-82B3-0890B05CE1A7}"/>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E6D426A0-C932-7463-C338-DCB452568A7B}"/>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99E1016C-827C-A9AB-DC62-513BFBF9FCAB}"/>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8A6A06B3-8E64-9ADB-2897-417A1993F386}"/>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25069A28-47A1-D47C-29B4-8D04C8F5C0CA}"/>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1BEA4FB3-BA51-72E7-4B3C-8604115D9BD4}"/>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33D6F45E-D491-B4B9-CFC8-26A33D4162C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571E88E7-5D49-C668-2D8E-ACA70E20F4A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E738843F-81E7-85DA-8C3F-B9638CE8357D}"/>
              </a:ext>
            </a:extLst>
          </p:cNvPr>
          <p:cNvSpPr txBox="1"/>
          <p:nvPr/>
        </p:nvSpPr>
        <p:spPr>
          <a:xfrm>
            <a:off x="5147734" y="2905709"/>
            <a:ext cx="570089" cy="230832"/>
          </a:xfrm>
          <a:prstGeom prst="rect">
            <a:avLst/>
          </a:prstGeom>
          <a:noFill/>
        </p:spPr>
        <p:txBody>
          <a:bodyPr wrap="square" rtlCol="0">
            <a:spAutoFit/>
          </a:bodyPr>
          <a:lstStyle/>
          <a:p>
            <a:pPr algn="ctr"/>
            <a:r>
              <a:rPr lang="en-US" sz="900" dirty="0"/>
              <a:t>69</a:t>
            </a:r>
          </a:p>
        </p:txBody>
      </p:sp>
      <p:sp>
        <p:nvSpPr>
          <p:cNvPr id="66" name="TextBox 65">
            <a:extLst>
              <a:ext uri="{FF2B5EF4-FFF2-40B4-BE49-F238E27FC236}">
                <a16:creationId xmlns:a16="http://schemas.microsoft.com/office/drawing/2014/main" id="{E7C63D5D-C3D5-C1AC-3A2A-F1409138D7D1}"/>
              </a:ext>
            </a:extLst>
          </p:cNvPr>
          <p:cNvSpPr txBox="1"/>
          <p:nvPr/>
        </p:nvSpPr>
        <p:spPr>
          <a:xfrm>
            <a:off x="5650090"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B49511F8-BB64-1C5E-8B5E-29520DA7E733}"/>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1239</a:t>
            </a:r>
          </a:p>
        </p:txBody>
      </p:sp>
      <p:sp>
        <p:nvSpPr>
          <p:cNvPr id="68" name="TextBox 67">
            <a:extLst>
              <a:ext uri="{FF2B5EF4-FFF2-40B4-BE49-F238E27FC236}">
                <a16:creationId xmlns:a16="http://schemas.microsoft.com/office/drawing/2014/main" id="{FED98016-2EB9-983A-897D-2A60F568C0FA}"/>
              </a:ext>
            </a:extLst>
          </p:cNvPr>
          <p:cNvSpPr txBox="1"/>
          <p:nvPr/>
        </p:nvSpPr>
        <p:spPr>
          <a:xfrm>
            <a:off x="5650090" y="4408541"/>
            <a:ext cx="570089" cy="230832"/>
          </a:xfrm>
          <a:prstGeom prst="rect">
            <a:avLst/>
          </a:prstGeom>
          <a:noFill/>
        </p:spPr>
        <p:txBody>
          <a:bodyPr wrap="square" rtlCol="0">
            <a:spAutoFit/>
          </a:bodyPr>
          <a:lstStyle/>
          <a:p>
            <a:pPr algn="ctr"/>
            <a:r>
              <a:rPr lang="en-US" sz="900" dirty="0"/>
              <a:t>69</a:t>
            </a:r>
          </a:p>
        </p:txBody>
      </p:sp>
      <p:sp>
        <p:nvSpPr>
          <p:cNvPr id="69" name="TextBox 68">
            <a:extLst>
              <a:ext uri="{FF2B5EF4-FFF2-40B4-BE49-F238E27FC236}">
                <a16:creationId xmlns:a16="http://schemas.microsoft.com/office/drawing/2014/main" id="{83EBF8CF-983A-15DD-EFA2-33F398D652E6}"/>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12379</a:t>
            </a:r>
          </a:p>
        </p:txBody>
      </p:sp>
      <p:sp>
        <p:nvSpPr>
          <p:cNvPr id="70" name="TextBox 69">
            <a:extLst>
              <a:ext uri="{FF2B5EF4-FFF2-40B4-BE49-F238E27FC236}">
                <a16:creationId xmlns:a16="http://schemas.microsoft.com/office/drawing/2014/main" id="{966E7399-6C4B-219A-E560-120DEC5FF03B}"/>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9024DE79-55AB-BC48-76E9-D389C8097830}"/>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212514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3EA87-0E93-EED8-F069-BF683496CA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9C4FC6-9ACB-73A6-9FCD-C3B9D238281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EAC6586-CE64-79D9-F17F-5E500E92459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F1A0435-818D-2C93-FB76-C957CAC5FA5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9A0EED4-BC79-B546-7D6A-20D93B0D962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D42F869-EB3B-2388-026A-50732BDE840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EC2BDFA-3B78-0CA1-12C5-19C5016D1C52}"/>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9C7E86E-6096-3356-C744-D69AD88D7A5F}"/>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DF611510-0282-AE22-D39B-AB13AA1C4DF7}"/>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847C8C6F-A9EA-66AD-6A49-357561ACC7B1}"/>
              </a:ext>
            </a:extLst>
          </p:cNvPr>
          <p:cNvSpPr txBox="1"/>
          <p:nvPr/>
        </p:nvSpPr>
        <p:spPr>
          <a:xfrm>
            <a:off x="6152446" y="790619"/>
            <a:ext cx="570089" cy="230832"/>
          </a:xfrm>
          <a:prstGeom prst="rect">
            <a:avLst/>
          </a:prstGeom>
          <a:solidFill>
            <a:schemeClr val="accent6">
              <a:lumMod val="20000"/>
              <a:lumOff val="80000"/>
            </a:schemeClr>
          </a:solidFill>
        </p:spPr>
        <p:txBody>
          <a:bodyPr wrap="square" rtlCol="0">
            <a:spAutoFit/>
          </a:bodyPr>
          <a:lstStyle/>
          <a:p>
            <a:pPr algn="ctr"/>
            <a:r>
              <a:rPr lang="en-US" sz="900" dirty="0"/>
              <a:t>89</a:t>
            </a:r>
          </a:p>
        </p:txBody>
      </p:sp>
      <p:sp>
        <p:nvSpPr>
          <p:cNvPr id="18" name="TextBox 17">
            <a:extLst>
              <a:ext uri="{FF2B5EF4-FFF2-40B4-BE49-F238E27FC236}">
                <a16:creationId xmlns:a16="http://schemas.microsoft.com/office/drawing/2014/main" id="{D73399AD-AEBF-8711-0394-E129D6C19685}"/>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8EBE92EC-4436-4531-7AA9-B55D88CD9C42}"/>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4DFA44DC-048D-ED68-101A-FFEE929A1086}"/>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7" name="TextBox 26">
            <a:extLst>
              <a:ext uri="{FF2B5EF4-FFF2-40B4-BE49-F238E27FC236}">
                <a16:creationId xmlns:a16="http://schemas.microsoft.com/office/drawing/2014/main" id="{35A32996-23C7-C2E0-D2BA-A4B3D6E8CD49}"/>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AD08C974-C7D1-5EEF-EA14-02E26000056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10687EC3-F28B-4FCF-6C74-D42254FE1667}"/>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D4A1D58-8E5C-EE92-4088-9F29542B70A7}"/>
              </a:ext>
            </a:extLst>
          </p:cNvPr>
          <p:cNvSpPr txBox="1"/>
          <p:nvPr/>
        </p:nvSpPr>
        <p:spPr>
          <a:xfrm>
            <a:off x="7157158" y="790619"/>
            <a:ext cx="570089" cy="230832"/>
          </a:xfrm>
          <a:prstGeom prst="rect">
            <a:avLst/>
          </a:prstGeom>
          <a:solidFill>
            <a:schemeClr val="accent6">
              <a:lumMod val="20000"/>
              <a:lumOff val="80000"/>
            </a:schemeClr>
          </a:solidFill>
        </p:spPr>
        <p:txBody>
          <a:bodyPr wrap="square" rtlCol="0">
            <a:spAutoFit/>
          </a:bodyPr>
          <a:lstStyle/>
          <a:p>
            <a:pPr algn="ctr"/>
            <a:r>
              <a:rPr lang="en-US" sz="900" dirty="0"/>
              <a:t>98</a:t>
            </a:r>
          </a:p>
        </p:txBody>
      </p:sp>
      <p:sp>
        <p:nvSpPr>
          <p:cNvPr id="29" name="TextBox 28">
            <a:extLst>
              <a:ext uri="{FF2B5EF4-FFF2-40B4-BE49-F238E27FC236}">
                <a16:creationId xmlns:a16="http://schemas.microsoft.com/office/drawing/2014/main" id="{403A5C79-D057-3A30-82D3-55B4DF72E9D2}"/>
              </a:ext>
            </a:extLst>
          </p:cNvPr>
          <p:cNvSpPr txBox="1"/>
          <p:nvPr/>
        </p:nvSpPr>
        <p:spPr>
          <a:xfrm>
            <a:off x="7157158" y="3048827"/>
            <a:ext cx="570089" cy="230832"/>
          </a:xfrm>
          <a:prstGeom prst="rect">
            <a:avLst/>
          </a:prstGeom>
          <a:solidFill>
            <a:schemeClr val="accent6">
              <a:lumMod val="20000"/>
              <a:lumOff val="80000"/>
            </a:schemeClr>
          </a:solid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D596C36D-0B2E-80CC-2404-697DA3E98F46}"/>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6E906894-8327-014B-3F39-E02D263B522C}"/>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BF9B5040-AA99-74F1-A9CD-B944E9E8E602}"/>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04DB2561-D1FF-4CC9-1F30-5B771E41FDF5}"/>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EA171623-3F59-7E14-0FAD-E05740A2A17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33301A78-3DDF-552D-8FC5-3D9B7D20CEE6}"/>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480DA58A-0975-E137-579D-9CFD94E759FD}"/>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2327E86A-AB8C-E997-BED2-68A61CAA9882}"/>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7EBAF725-8766-02FD-FC2A-B53271F190BC}"/>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DB8E16E0-DDA4-7C25-2DE2-7E76264BE200}"/>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BAA72788-6B6D-71F5-98EE-4A53380A23EF}"/>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CB0BBB0F-5437-BEA6-C978-1BB56F99CB5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5278FE87-E119-A4A8-9252-6F83FBA5BB3B}"/>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1EA06EF-92C1-B43C-D62A-635846636349}"/>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7F722A0E-5FC7-9BE3-4C66-8AFF2A053E30}"/>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32" name="TextBox 31">
            <a:extLst>
              <a:ext uri="{FF2B5EF4-FFF2-40B4-BE49-F238E27FC236}">
                <a16:creationId xmlns:a16="http://schemas.microsoft.com/office/drawing/2014/main" id="{5A90DAAF-2A57-A6BB-3F93-23FE95433F4F}"/>
              </a:ext>
            </a:extLst>
          </p:cNvPr>
          <p:cNvSpPr txBox="1"/>
          <p:nvPr/>
        </p:nvSpPr>
        <p:spPr>
          <a:xfrm>
            <a:off x="5650090" y="2293451"/>
            <a:ext cx="570089" cy="230832"/>
          </a:xfrm>
          <a:prstGeom prst="rect">
            <a:avLst/>
          </a:prstGeom>
          <a:solidFill>
            <a:schemeClr val="accent6">
              <a:lumMod val="20000"/>
              <a:lumOff val="80000"/>
            </a:schemeClr>
          </a:solidFill>
        </p:spPr>
        <p:txBody>
          <a:bodyPr wrap="square" rtlCol="0">
            <a:spAutoFit/>
          </a:bodyPr>
          <a:lstStyle/>
          <a:p>
            <a:pPr algn="ctr"/>
            <a:r>
              <a:rPr lang="en-US" sz="900" dirty="0"/>
              <a:t>89</a:t>
            </a:r>
          </a:p>
        </p:txBody>
      </p:sp>
      <p:sp>
        <p:nvSpPr>
          <p:cNvPr id="41" name="TextBox 40">
            <a:extLst>
              <a:ext uri="{FF2B5EF4-FFF2-40B4-BE49-F238E27FC236}">
                <a16:creationId xmlns:a16="http://schemas.microsoft.com/office/drawing/2014/main" id="{E01C24F9-DED8-D708-6104-4508272F38EF}"/>
              </a:ext>
            </a:extLst>
          </p:cNvPr>
          <p:cNvSpPr txBox="1"/>
          <p:nvPr/>
        </p:nvSpPr>
        <p:spPr>
          <a:xfrm>
            <a:off x="6152446" y="3549771"/>
            <a:ext cx="570089" cy="230832"/>
          </a:xfrm>
          <a:prstGeom prst="rect">
            <a:avLst/>
          </a:prstGeom>
          <a:solidFill>
            <a:schemeClr val="accent6">
              <a:lumMod val="20000"/>
              <a:lumOff val="80000"/>
            </a:schemeClr>
          </a:solidFill>
        </p:spPr>
        <p:txBody>
          <a:bodyPr wrap="square" rtlCol="0">
            <a:spAutoFit/>
          </a:bodyPr>
          <a:lstStyle/>
          <a:p>
            <a:pPr algn="ctr"/>
            <a:r>
              <a:rPr lang="en-US" sz="900" dirty="0"/>
              <a:t>98</a:t>
            </a:r>
          </a:p>
        </p:txBody>
      </p:sp>
      <p:sp>
        <p:nvSpPr>
          <p:cNvPr id="42" name="TextBox 41">
            <a:extLst>
              <a:ext uri="{FF2B5EF4-FFF2-40B4-BE49-F238E27FC236}">
                <a16:creationId xmlns:a16="http://schemas.microsoft.com/office/drawing/2014/main" id="{7B2B45C7-8B52-4692-8E61-722B25520BD7}"/>
              </a:ext>
            </a:extLst>
          </p:cNvPr>
          <p:cNvSpPr txBox="1"/>
          <p:nvPr/>
        </p:nvSpPr>
        <p:spPr>
          <a:xfrm>
            <a:off x="5147734" y="4050715"/>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827EEB2B-8293-453D-65F0-C253EBEBBF28}"/>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7F5A89D6-445F-C19E-1453-671763B871A3}"/>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151736F-C777-A999-B157-66E0FDFC2652}"/>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C753D07A-74FD-F785-5A48-63C17FD7AA9F}"/>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C0BF8562-E7EC-8313-8BA7-9DDE8F129083}"/>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3A150928-8487-280D-1570-DFD8B45429A1}"/>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0C1C78CE-45A2-4BC9-A009-BFDCF912AC00}"/>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7A5AA10A-B1E8-D095-9CB9-E2BCBA72BE8A}"/>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22BE56B9-FE7F-E45A-6C90-A01109D83B8A}"/>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F0172E11-B378-D62B-2E70-68F44FC07F18}"/>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3" name="TextBox 52">
            <a:extLst>
              <a:ext uri="{FF2B5EF4-FFF2-40B4-BE49-F238E27FC236}">
                <a16:creationId xmlns:a16="http://schemas.microsoft.com/office/drawing/2014/main" id="{E1466A11-B615-2102-65FF-F6A708805BC1}"/>
              </a:ext>
            </a:extLst>
          </p:cNvPr>
          <p:cNvSpPr txBox="1"/>
          <p:nvPr/>
        </p:nvSpPr>
        <p:spPr>
          <a:xfrm>
            <a:off x="4143022"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98</a:t>
            </a:r>
          </a:p>
        </p:txBody>
      </p:sp>
      <p:sp>
        <p:nvSpPr>
          <p:cNvPr id="54" name="TextBox 53">
            <a:extLst>
              <a:ext uri="{FF2B5EF4-FFF2-40B4-BE49-F238E27FC236}">
                <a16:creationId xmlns:a16="http://schemas.microsoft.com/office/drawing/2014/main" id="{753CE2B1-670F-17E9-DBEF-BA0A80E9BF21}"/>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04370A84-37E6-3203-0794-13A7427F950D}"/>
              </a:ext>
            </a:extLst>
          </p:cNvPr>
          <p:cNvSpPr txBox="1"/>
          <p:nvPr/>
        </p:nvSpPr>
        <p:spPr>
          <a:xfrm>
            <a:off x="4143022" y="3406653"/>
            <a:ext cx="570089" cy="230832"/>
          </a:xfrm>
          <a:prstGeom prst="rect">
            <a:avLst/>
          </a:prstGeom>
          <a:noFill/>
        </p:spPr>
        <p:txBody>
          <a:bodyPr wrap="square" rtlCol="0">
            <a:spAutoFit/>
          </a:bodyPr>
          <a:lstStyle/>
          <a:p>
            <a:pPr algn="ctr"/>
            <a:r>
              <a:rPr lang="en-US" sz="900" dirty="0"/>
              <a:t>589</a:t>
            </a:r>
          </a:p>
        </p:txBody>
      </p:sp>
      <p:sp>
        <p:nvSpPr>
          <p:cNvPr id="57" name="TextBox 56">
            <a:extLst>
              <a:ext uri="{FF2B5EF4-FFF2-40B4-BE49-F238E27FC236}">
                <a16:creationId xmlns:a16="http://schemas.microsoft.com/office/drawing/2014/main" id="{4943A47E-77F5-564A-BB50-D97F7C87BF10}"/>
              </a:ext>
            </a:extLst>
          </p:cNvPr>
          <p:cNvSpPr txBox="1"/>
          <p:nvPr/>
        </p:nvSpPr>
        <p:spPr>
          <a:xfrm>
            <a:off x="4143022" y="3907597"/>
            <a:ext cx="570089" cy="230832"/>
          </a:xfrm>
          <a:prstGeom prst="rect">
            <a:avLst/>
          </a:prstGeom>
          <a:noFill/>
        </p:spPr>
        <p:txBody>
          <a:bodyPr wrap="square" rtlCol="0">
            <a:spAutoFit/>
          </a:bodyPr>
          <a:lstStyle/>
          <a:p>
            <a:pPr algn="ctr"/>
            <a:r>
              <a:rPr lang="en-US" sz="900" dirty="0"/>
              <a:t>19</a:t>
            </a:r>
          </a:p>
        </p:txBody>
      </p:sp>
      <p:sp>
        <p:nvSpPr>
          <p:cNvPr id="58" name="TextBox 57">
            <a:extLst>
              <a:ext uri="{FF2B5EF4-FFF2-40B4-BE49-F238E27FC236}">
                <a16:creationId xmlns:a16="http://schemas.microsoft.com/office/drawing/2014/main" id="{F95B8841-CFCC-0545-2F74-8532B1B294F3}"/>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59" name="TextBox 58">
            <a:extLst>
              <a:ext uri="{FF2B5EF4-FFF2-40B4-BE49-F238E27FC236}">
                <a16:creationId xmlns:a16="http://schemas.microsoft.com/office/drawing/2014/main" id="{45E4E778-5EDE-3ADA-A895-579C7BBFC838}"/>
              </a:ext>
            </a:extLst>
          </p:cNvPr>
          <p:cNvSpPr txBox="1"/>
          <p:nvPr/>
        </p:nvSpPr>
        <p:spPr>
          <a:xfrm>
            <a:off x="4143022" y="4909484"/>
            <a:ext cx="570089" cy="230832"/>
          </a:xfrm>
          <a:prstGeom prst="rect">
            <a:avLst/>
          </a:prstGeom>
          <a:noFill/>
        </p:spPr>
        <p:txBody>
          <a:bodyPr wrap="square" rtlCol="0">
            <a:spAutoFit/>
          </a:bodyPr>
          <a:lstStyle/>
          <a:p>
            <a:pPr algn="ctr"/>
            <a:r>
              <a:rPr lang="en-US" sz="900" dirty="0"/>
              <a:t>189</a:t>
            </a:r>
          </a:p>
        </p:txBody>
      </p:sp>
      <p:sp>
        <p:nvSpPr>
          <p:cNvPr id="61" name="TextBox 60">
            <a:extLst>
              <a:ext uri="{FF2B5EF4-FFF2-40B4-BE49-F238E27FC236}">
                <a16:creationId xmlns:a16="http://schemas.microsoft.com/office/drawing/2014/main" id="{8779070F-C327-46EE-6375-E0555532D1CD}"/>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DABD5EBD-B386-07FF-DF7F-4106743FF6C4}"/>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54DC1830-B28F-F926-E823-669C48C69996}"/>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ABBABA5E-AB16-5CD6-0FBA-39060A1833AC}"/>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8929BB2D-ABBE-E42A-F63B-1C823433315E}"/>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32484E62-68A4-50AA-2A5B-084E9EA93B1D}"/>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34636AF4-0271-99DC-DDE8-8E6AB241BAFC}"/>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A6625EC3-21C6-3149-BDF8-8AC6423F049B}"/>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A8C53FC7-267A-B73F-04A7-F1136A9B50BA}"/>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B0256ACB-8A1D-2E4A-22D1-8D8CA02957C5}"/>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5FD33F73-96CB-E398-DBCD-E59F327AECCA}"/>
              </a:ext>
            </a:extLst>
          </p:cNvPr>
          <p:cNvSpPr txBox="1"/>
          <p:nvPr/>
        </p:nvSpPr>
        <p:spPr>
          <a:xfrm>
            <a:off x="5650090" y="3406653"/>
            <a:ext cx="570089" cy="230832"/>
          </a:xfrm>
          <a:prstGeom prst="rect">
            <a:avLst/>
          </a:prstGeom>
          <a:noFill/>
        </p:spPr>
        <p:txBody>
          <a:bodyPr wrap="square" rtlCol="0">
            <a:spAutoFit/>
          </a:bodyPr>
          <a:lstStyle/>
          <a:p>
            <a:pPr algn="ctr"/>
            <a:r>
              <a:rPr lang="en-US" sz="900" dirty="0"/>
              <a:t>689</a:t>
            </a:r>
          </a:p>
        </p:txBody>
      </p:sp>
      <p:sp>
        <p:nvSpPr>
          <p:cNvPr id="67" name="TextBox 66">
            <a:extLst>
              <a:ext uri="{FF2B5EF4-FFF2-40B4-BE49-F238E27FC236}">
                <a16:creationId xmlns:a16="http://schemas.microsoft.com/office/drawing/2014/main" id="{6F81094D-5B23-C2BD-8CA3-F2E357CCFE23}"/>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1239</a:t>
            </a:r>
          </a:p>
        </p:txBody>
      </p:sp>
      <p:sp>
        <p:nvSpPr>
          <p:cNvPr id="68" name="TextBox 67">
            <a:extLst>
              <a:ext uri="{FF2B5EF4-FFF2-40B4-BE49-F238E27FC236}">
                <a16:creationId xmlns:a16="http://schemas.microsoft.com/office/drawing/2014/main" id="{378F6A60-A723-39B5-0E41-76B8B14B140E}"/>
              </a:ext>
            </a:extLst>
          </p:cNvPr>
          <p:cNvSpPr txBox="1"/>
          <p:nvPr/>
        </p:nvSpPr>
        <p:spPr>
          <a:xfrm>
            <a:off x="5650090" y="4408541"/>
            <a:ext cx="570089" cy="230832"/>
          </a:xfrm>
          <a:prstGeom prst="rect">
            <a:avLst/>
          </a:prstGeom>
          <a:noFill/>
        </p:spPr>
        <p:txBody>
          <a:bodyPr wrap="square" rtlCol="0">
            <a:spAutoFit/>
          </a:bodyPr>
          <a:lstStyle/>
          <a:p>
            <a:pPr algn="ctr"/>
            <a:r>
              <a:rPr lang="en-US" sz="900" dirty="0"/>
              <a:t>69</a:t>
            </a:r>
          </a:p>
        </p:txBody>
      </p:sp>
      <p:sp>
        <p:nvSpPr>
          <p:cNvPr id="69" name="TextBox 68">
            <a:extLst>
              <a:ext uri="{FF2B5EF4-FFF2-40B4-BE49-F238E27FC236}">
                <a16:creationId xmlns:a16="http://schemas.microsoft.com/office/drawing/2014/main" id="{54E11E61-7DD8-474E-F70D-BECA5E123825}"/>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12379</a:t>
            </a:r>
          </a:p>
        </p:txBody>
      </p:sp>
      <p:sp>
        <p:nvSpPr>
          <p:cNvPr id="70" name="TextBox 69">
            <a:extLst>
              <a:ext uri="{FF2B5EF4-FFF2-40B4-BE49-F238E27FC236}">
                <a16:creationId xmlns:a16="http://schemas.microsoft.com/office/drawing/2014/main" id="{2D55B6D4-7171-C136-DD06-8E3DEE256942}"/>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51B9796A-C8A3-E1A6-DE95-8A4F6B83AC57}"/>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E25B5D7-C864-E270-C035-B18CA6D483F1}"/>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334412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18132-6F70-2FA5-A87F-481F3210D6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D9B083-56C7-C816-AF08-8F8A3A74D747}"/>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F6F7BFB-B804-E2AD-58FE-C04CE256431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C4997ED-76B3-ECF5-326E-76E4CAB823B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6D7CDDA-5148-BF37-8CAD-DB67121ED75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29FD736-A9FB-7E4C-56E0-84F7AE14C09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502410B-370E-53CD-BC9D-1048F3B63FFF}"/>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2FB027B5-1A88-AB55-D8E4-3BB29C630C5A}"/>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5239A92D-F5EA-FFE3-244D-703F1982E555}"/>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1ED952D5-6769-F4B5-D2D9-671D35606E8F}"/>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E2A96051-C8CA-3D7E-B551-C991F589FE06}"/>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153337CA-D87F-EE4E-27B4-7DDB56CA2E10}"/>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7" name="TextBox 26">
            <a:extLst>
              <a:ext uri="{FF2B5EF4-FFF2-40B4-BE49-F238E27FC236}">
                <a16:creationId xmlns:a16="http://schemas.microsoft.com/office/drawing/2014/main" id="{F76A2D88-4906-F890-4F59-B8314C895EB1}"/>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ADCAE5AD-CF94-B9FC-6ED3-77F0D37F361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6792B44F-353F-EDEC-3839-B064DB88FCB2}"/>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C1D80299-BA30-75C0-119E-D53709DC8C10}"/>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4A11A667-BEFA-314A-7268-90C544CED26A}"/>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52D0AD28-A7E5-9A4A-29BB-F2C81D88FD8A}"/>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F8C7D084-A2F1-DEDA-262B-A5D7AEA109B2}"/>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085AC550-3312-0633-5510-8A9E7D8AD87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91AEC3DC-81DD-A7AA-565B-9999183ED948}"/>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0C73BAEB-7C70-9BE2-ED7A-189AA6054B59}"/>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E3B1CBB9-8609-908B-0FA7-3531E1A6DE8A}"/>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6CB63DD2-737C-FF12-ED63-2D73D8B121B9}"/>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85DC7A3A-2095-2AF9-E473-343DAD529DC1}"/>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30C5A94D-4796-9ACE-F47D-0A233B5E2D6A}"/>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D45FC9A6-8876-BB37-25A6-15C1E69D6F5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D5F8AD5E-E825-19AE-174B-5C9B6AA3D220}"/>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B26D903-DCBB-3434-F636-D11B653C7685}"/>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7F582DA8-61D2-5ACD-36AB-3FCE52FA5C30}"/>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43" name="TextBox 42">
            <a:extLst>
              <a:ext uri="{FF2B5EF4-FFF2-40B4-BE49-F238E27FC236}">
                <a16:creationId xmlns:a16="http://schemas.microsoft.com/office/drawing/2014/main" id="{B2DF7DC2-FE65-47F3-3746-A81BA26E7DFC}"/>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FBC6F52B-07E4-BE26-826C-E26DD582C0FB}"/>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2CF3C83-C36A-E46B-B183-B28FCE0A4864}"/>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7672266B-05E1-3BD7-449C-4F7B7E926F09}"/>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6CF23D66-BA94-50AE-7040-1C9945ED15C5}"/>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32361902-9833-0370-0952-4689F84FC21B}"/>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093D2A11-B343-DFAE-1850-CD7D43900327}"/>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F7344E09-2ED9-7256-F444-7B59C58A9CE1}"/>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0C566FDF-BD9B-6E88-0213-07280B1031FA}"/>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FB7DE522-A8D7-8A2A-39BA-88651D82BD9F}"/>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85A32D39-4E58-D10A-5FB3-819EB36AC63D}"/>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BE26A3D4-7EBD-982C-4C64-B7F60E12DB8F}"/>
              </a:ext>
            </a:extLst>
          </p:cNvPr>
          <p:cNvSpPr txBox="1"/>
          <p:nvPr/>
        </p:nvSpPr>
        <p:spPr>
          <a:xfrm>
            <a:off x="4143022" y="3406653"/>
            <a:ext cx="570089" cy="230832"/>
          </a:xfrm>
          <a:prstGeom prst="rect">
            <a:avLst/>
          </a:prstGeom>
          <a:noFill/>
        </p:spPr>
        <p:txBody>
          <a:bodyPr wrap="square" rtlCol="0">
            <a:spAutoFit/>
          </a:bodyPr>
          <a:lstStyle/>
          <a:p>
            <a:pPr algn="ctr"/>
            <a:r>
              <a:rPr lang="en-US" sz="900" dirty="0"/>
              <a:t>589</a:t>
            </a:r>
          </a:p>
        </p:txBody>
      </p:sp>
      <p:sp>
        <p:nvSpPr>
          <p:cNvPr id="57" name="TextBox 56">
            <a:extLst>
              <a:ext uri="{FF2B5EF4-FFF2-40B4-BE49-F238E27FC236}">
                <a16:creationId xmlns:a16="http://schemas.microsoft.com/office/drawing/2014/main" id="{43F9DDA5-BD81-14C8-9E22-1FD447B0F617}"/>
              </a:ext>
            </a:extLst>
          </p:cNvPr>
          <p:cNvSpPr txBox="1"/>
          <p:nvPr/>
        </p:nvSpPr>
        <p:spPr>
          <a:xfrm>
            <a:off x="4143022" y="3907597"/>
            <a:ext cx="570089" cy="230832"/>
          </a:xfrm>
          <a:prstGeom prst="rect">
            <a:avLst/>
          </a:prstGeom>
          <a:noFill/>
        </p:spPr>
        <p:txBody>
          <a:bodyPr wrap="square" rtlCol="0">
            <a:spAutoFit/>
          </a:bodyPr>
          <a:lstStyle/>
          <a:p>
            <a:pPr algn="ctr"/>
            <a:r>
              <a:rPr lang="en-US" sz="900" dirty="0"/>
              <a:t>19</a:t>
            </a:r>
          </a:p>
        </p:txBody>
      </p:sp>
      <p:sp>
        <p:nvSpPr>
          <p:cNvPr id="58" name="TextBox 57">
            <a:extLst>
              <a:ext uri="{FF2B5EF4-FFF2-40B4-BE49-F238E27FC236}">
                <a16:creationId xmlns:a16="http://schemas.microsoft.com/office/drawing/2014/main" id="{5296DD10-6D64-8168-00E9-CC36C77742F7}"/>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59" name="TextBox 58">
            <a:extLst>
              <a:ext uri="{FF2B5EF4-FFF2-40B4-BE49-F238E27FC236}">
                <a16:creationId xmlns:a16="http://schemas.microsoft.com/office/drawing/2014/main" id="{EE292B41-8A7A-9EC3-8500-BEB249E9D8F2}"/>
              </a:ext>
            </a:extLst>
          </p:cNvPr>
          <p:cNvSpPr txBox="1"/>
          <p:nvPr/>
        </p:nvSpPr>
        <p:spPr>
          <a:xfrm>
            <a:off x="4143022" y="4909484"/>
            <a:ext cx="570089" cy="230832"/>
          </a:xfrm>
          <a:prstGeom prst="rect">
            <a:avLst/>
          </a:prstGeom>
          <a:noFill/>
        </p:spPr>
        <p:txBody>
          <a:bodyPr wrap="square" rtlCol="0">
            <a:spAutoFit/>
          </a:bodyPr>
          <a:lstStyle/>
          <a:p>
            <a:pPr algn="ctr"/>
            <a:r>
              <a:rPr lang="en-US" sz="900" dirty="0"/>
              <a:t>189</a:t>
            </a:r>
          </a:p>
        </p:txBody>
      </p:sp>
      <p:sp>
        <p:nvSpPr>
          <p:cNvPr id="61" name="TextBox 60">
            <a:extLst>
              <a:ext uri="{FF2B5EF4-FFF2-40B4-BE49-F238E27FC236}">
                <a16:creationId xmlns:a16="http://schemas.microsoft.com/office/drawing/2014/main" id="{2F3E11F4-CC75-68C5-F4B0-5D9335A3EB2F}"/>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C71B2CB1-C9B6-0DAA-04D0-018F824A154F}"/>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4222A337-2CAA-B40F-6488-E42E974C274F}"/>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84B036F8-E3FB-8DA1-E51A-1BC4E00F326E}"/>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B59F7C9A-D614-7607-CFCD-2FFEC592F921}"/>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37C7BC45-6FCC-1D1E-9752-AD6A2C900104}"/>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2133FB84-6D21-C092-A80F-81811C0D35A3}"/>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BCBECBA9-7F40-425A-63B9-421731D6A527}"/>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954D11D-2F88-22E7-DCDE-723DF05CD4F8}"/>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0CC81C39-8F25-4AA8-8807-4A0004174A1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F2DCECCD-CE32-D018-897D-77CD6C0D0205}"/>
              </a:ext>
            </a:extLst>
          </p:cNvPr>
          <p:cNvSpPr txBox="1"/>
          <p:nvPr/>
        </p:nvSpPr>
        <p:spPr>
          <a:xfrm>
            <a:off x="5650090" y="3406653"/>
            <a:ext cx="570089" cy="230832"/>
          </a:xfrm>
          <a:prstGeom prst="rect">
            <a:avLst/>
          </a:prstGeom>
          <a:noFill/>
        </p:spPr>
        <p:txBody>
          <a:bodyPr wrap="square" rtlCol="0">
            <a:spAutoFit/>
          </a:bodyPr>
          <a:lstStyle/>
          <a:p>
            <a:pPr algn="ctr"/>
            <a:r>
              <a:rPr lang="en-US" sz="900" dirty="0"/>
              <a:t>68</a:t>
            </a:r>
          </a:p>
        </p:txBody>
      </p:sp>
      <p:sp>
        <p:nvSpPr>
          <p:cNvPr id="67" name="TextBox 66">
            <a:extLst>
              <a:ext uri="{FF2B5EF4-FFF2-40B4-BE49-F238E27FC236}">
                <a16:creationId xmlns:a16="http://schemas.microsoft.com/office/drawing/2014/main" id="{D6D61503-EA2F-55B1-61EC-A5D5D0378731}"/>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8" name="TextBox 67">
            <a:extLst>
              <a:ext uri="{FF2B5EF4-FFF2-40B4-BE49-F238E27FC236}">
                <a16:creationId xmlns:a16="http://schemas.microsoft.com/office/drawing/2014/main" id="{96CF5879-0628-CBFC-2940-E1CB5D1719D3}"/>
              </a:ext>
            </a:extLst>
          </p:cNvPr>
          <p:cNvSpPr txBox="1"/>
          <p:nvPr/>
        </p:nvSpPr>
        <p:spPr>
          <a:xfrm>
            <a:off x="5650090" y="4408541"/>
            <a:ext cx="570089" cy="230832"/>
          </a:xfrm>
          <a:prstGeom prst="rect">
            <a:avLst/>
          </a:prstGeom>
          <a:noFill/>
        </p:spPr>
        <p:txBody>
          <a:bodyPr wrap="square" rtlCol="0">
            <a:spAutoFit/>
          </a:bodyPr>
          <a:lstStyle/>
          <a:p>
            <a:pPr algn="ctr"/>
            <a:r>
              <a:rPr lang="en-US" sz="900" dirty="0"/>
              <a:t>69</a:t>
            </a:r>
          </a:p>
        </p:txBody>
      </p:sp>
      <p:sp>
        <p:nvSpPr>
          <p:cNvPr id="69" name="TextBox 68">
            <a:extLst>
              <a:ext uri="{FF2B5EF4-FFF2-40B4-BE49-F238E27FC236}">
                <a16:creationId xmlns:a16="http://schemas.microsoft.com/office/drawing/2014/main" id="{6D937EA2-FDCD-31BF-446B-A6ECC4EC6DF7}"/>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1237</a:t>
            </a:r>
          </a:p>
        </p:txBody>
      </p:sp>
      <p:sp>
        <p:nvSpPr>
          <p:cNvPr id="70" name="TextBox 69">
            <a:extLst>
              <a:ext uri="{FF2B5EF4-FFF2-40B4-BE49-F238E27FC236}">
                <a16:creationId xmlns:a16="http://schemas.microsoft.com/office/drawing/2014/main" id="{7124232E-ECC4-5687-1BD9-05B8AD2FD2D0}"/>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D087A4D8-778C-2946-F1DF-0372E96574FF}"/>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9305C38-5D1E-0041-DD7C-C64BCFD22D55}"/>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9FAE681-B555-4A7C-DEFE-7B7CDB1059A9}"/>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DE6CF8B0-C6C3-A6A3-B40A-0F08F5B74C08}"/>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3B446479-64BE-B60C-700E-0DEEAEC5CF3A}"/>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91EDF07-1360-25E2-69D8-F78283B57ADB}"/>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2C010AAE-4100-7456-30AA-28A3806D0F51}"/>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45E0BDA0-ECB8-16EA-F1DD-EF3B6CFC94D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09568297-A9C1-AE8C-717E-D531776D2DC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775878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F35C4-1E3C-2A87-EF9D-DACA0B3443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4F1AC8-0D12-58D7-97CC-73C5B94E16F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F0E4634-BB7D-0103-8C43-62E5E309547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FA4CF8C-C939-2AAA-D400-3E3B79EDDD5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29349E3-CCED-FB85-0744-DA2CBD95C0D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AAEF5C6-8150-0153-744D-43087EC4FF5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FD46912-2E9B-7B13-AA40-E2C0BF403C48}"/>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1EF9E4E2-078C-ACC1-D6A5-76C5F9D1776E}"/>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1315BFA9-7E7E-569F-708C-FB1AA2EA025A}"/>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508695E8-7DAF-31B8-B053-D3F79D8FCC4B}"/>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7A29A9DE-3FFD-0642-F126-88E0604C28DA}"/>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DB4229E5-EAE7-B611-5DF6-FE0C171FEDD3}"/>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7" name="TextBox 26">
            <a:extLst>
              <a:ext uri="{FF2B5EF4-FFF2-40B4-BE49-F238E27FC236}">
                <a16:creationId xmlns:a16="http://schemas.microsoft.com/office/drawing/2014/main" id="{B6AF6749-DBA1-08EC-934D-2C516F8404AC}"/>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4A404A6A-79E0-B5B4-D374-88E8AFFED31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E4F2F66E-3BC5-B185-7F74-0A29CCAEEC81}"/>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C1B6E5DF-9D60-76D9-BC35-4BA806330F89}"/>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F2E7BD43-E619-FCAB-A0B5-28FEB04F259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7D67B5D6-D4D1-2FD4-DAC2-376C46F97D9D}"/>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466BBDB9-D1D2-AE72-66D5-2C38162B097D}"/>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91A6B758-B767-3174-4699-C3C66F77992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E8801A30-137A-5A87-403C-FA44F4A25C96}"/>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C6B82915-BF31-A808-A50E-08E6122D1B6F}"/>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84C5FB8A-7B06-AD1B-2296-1B6A3A9BF202}"/>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3973D30-6A60-1A6A-592A-5840403EFC8F}"/>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A5A28450-2530-07C7-607B-3AE82C07205E}"/>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2E9A99E2-9645-F1C6-C404-C4633F48A9E5}"/>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DE6349A2-7956-61E9-4F0D-C2F7B6D8F75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4B8C1E97-5C6C-B433-CA1B-AA0E57042425}"/>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36628BE-1667-8275-6E5B-C4DA0A20EBC3}"/>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848090C8-A9A6-677F-3FD5-48AD0C3CF5A0}"/>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43" name="TextBox 42">
            <a:extLst>
              <a:ext uri="{FF2B5EF4-FFF2-40B4-BE49-F238E27FC236}">
                <a16:creationId xmlns:a16="http://schemas.microsoft.com/office/drawing/2014/main" id="{D04653DC-3FF1-45C7-5C15-3F017C8AFCDF}"/>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84E4BD83-7D2A-B562-020E-C28652C9440D}"/>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F79453D-9FA9-742B-0E8C-41542569A428}"/>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EF7DC5D8-6142-638A-76C6-7537658EF008}"/>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EEAA37DF-A00C-FCB1-B65C-3E7040796740}"/>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3F74952F-A07E-8025-4AE8-68CBC513DA4B}"/>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BD25E829-C16F-C165-E88D-00B145F78612}"/>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41DE9B3A-D885-2ACC-0AD0-C5D73467BFCF}"/>
              </a:ext>
            </a:extLst>
          </p:cNvPr>
          <p:cNvSpPr txBox="1"/>
          <p:nvPr/>
        </p:nvSpPr>
        <p:spPr>
          <a:xfrm>
            <a:off x="6152446" y="4050715"/>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45C0E47C-5850-E7AB-BDB3-407FDAC280EC}"/>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4A4FDC15-7D38-7523-19E8-1D079D6F2407}"/>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4CE77C69-B985-201A-FD86-2979FF2D1833}"/>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F920EF90-DA50-512F-F712-CAFF328C89F5}"/>
              </a:ext>
            </a:extLst>
          </p:cNvPr>
          <p:cNvSpPr txBox="1"/>
          <p:nvPr/>
        </p:nvSpPr>
        <p:spPr>
          <a:xfrm>
            <a:off x="4143022" y="3406653"/>
            <a:ext cx="570089" cy="230832"/>
          </a:xfrm>
          <a:prstGeom prst="rect">
            <a:avLst/>
          </a:prstGeom>
          <a:noFill/>
        </p:spPr>
        <p:txBody>
          <a:bodyPr wrap="square" rtlCol="0">
            <a:spAutoFit/>
          </a:bodyPr>
          <a:lstStyle/>
          <a:p>
            <a:pPr algn="ctr"/>
            <a:r>
              <a:rPr lang="en-US" sz="900" dirty="0"/>
              <a:t>58</a:t>
            </a:r>
          </a:p>
        </p:txBody>
      </p:sp>
      <p:sp>
        <p:nvSpPr>
          <p:cNvPr id="58" name="TextBox 57">
            <a:extLst>
              <a:ext uri="{FF2B5EF4-FFF2-40B4-BE49-F238E27FC236}">
                <a16:creationId xmlns:a16="http://schemas.microsoft.com/office/drawing/2014/main" id="{89B5BF44-88FA-D1CC-563B-D487F2468CB0}"/>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59" name="TextBox 58">
            <a:extLst>
              <a:ext uri="{FF2B5EF4-FFF2-40B4-BE49-F238E27FC236}">
                <a16:creationId xmlns:a16="http://schemas.microsoft.com/office/drawing/2014/main" id="{4607DC8B-34F9-2DD4-EA43-88260E436C37}"/>
              </a:ext>
            </a:extLst>
          </p:cNvPr>
          <p:cNvSpPr txBox="1"/>
          <p:nvPr/>
        </p:nvSpPr>
        <p:spPr>
          <a:xfrm>
            <a:off x="4143022" y="4909484"/>
            <a:ext cx="570089" cy="230832"/>
          </a:xfrm>
          <a:prstGeom prst="rect">
            <a:avLst/>
          </a:prstGeom>
          <a:noFill/>
        </p:spPr>
        <p:txBody>
          <a:bodyPr wrap="square" rtlCol="0">
            <a:spAutoFit/>
          </a:bodyPr>
          <a:lstStyle/>
          <a:p>
            <a:pPr algn="ctr"/>
            <a:r>
              <a:rPr lang="en-US" sz="900" dirty="0"/>
              <a:t>18</a:t>
            </a:r>
          </a:p>
        </p:txBody>
      </p:sp>
      <p:sp>
        <p:nvSpPr>
          <p:cNvPr id="61" name="TextBox 60">
            <a:extLst>
              <a:ext uri="{FF2B5EF4-FFF2-40B4-BE49-F238E27FC236}">
                <a16:creationId xmlns:a16="http://schemas.microsoft.com/office/drawing/2014/main" id="{B7B7217D-A2FC-71BC-FDD8-BBC33B0CB271}"/>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DF50A4FD-CE92-3663-6277-B588C0CE1379}"/>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4ED9FFF7-A9EE-1A26-F190-3E381D21F7DF}"/>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23F702F4-4850-27DE-DC8D-792E72422E8E}"/>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794882A8-7F68-8626-3966-F10830EB53AC}"/>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AC12988F-800C-3CB2-6A4E-39EEEEA94C75}"/>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699AD1A9-BB9F-4038-8960-FC280F9FFAF8}"/>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5B9C7947-A930-C2A7-C064-CDB07AA5D334}"/>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9C4312AF-3716-45E2-E854-4EBE66C8991B}"/>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B4D2EDF9-9648-1C9D-F2EF-BB86D31E587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01FACCE2-1F13-1A62-1A0B-9BE03D55CC93}"/>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8" name="TextBox 67">
            <a:extLst>
              <a:ext uri="{FF2B5EF4-FFF2-40B4-BE49-F238E27FC236}">
                <a16:creationId xmlns:a16="http://schemas.microsoft.com/office/drawing/2014/main" id="{0AF441AD-9411-1848-45FD-20908EC3760E}"/>
              </a:ext>
            </a:extLst>
          </p:cNvPr>
          <p:cNvSpPr txBox="1"/>
          <p:nvPr/>
        </p:nvSpPr>
        <p:spPr>
          <a:xfrm>
            <a:off x="5650090" y="4408541"/>
            <a:ext cx="570089" cy="230832"/>
          </a:xfrm>
          <a:prstGeom prst="rect">
            <a:avLst/>
          </a:prstGeom>
          <a:noFill/>
        </p:spPr>
        <p:txBody>
          <a:bodyPr wrap="square" rtlCol="0">
            <a:spAutoFit/>
          </a:bodyPr>
          <a:lstStyle/>
          <a:p>
            <a:pPr algn="ctr"/>
            <a:r>
              <a:rPr lang="en-US" sz="900" dirty="0"/>
              <a:t>69</a:t>
            </a:r>
          </a:p>
        </p:txBody>
      </p:sp>
      <p:sp>
        <p:nvSpPr>
          <p:cNvPr id="69" name="TextBox 68">
            <a:extLst>
              <a:ext uri="{FF2B5EF4-FFF2-40B4-BE49-F238E27FC236}">
                <a16:creationId xmlns:a16="http://schemas.microsoft.com/office/drawing/2014/main" id="{382097F4-4895-EE77-7F5B-93D3156359C3}"/>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DFF87B74-DD6A-D82F-1A09-1AD7B82F6FED}"/>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3CA3ED19-2B64-EE13-FC1A-0C3A1152EBD1}"/>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757E382-B206-88A5-1AD3-40D7009052F5}"/>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D455980-1A1B-BC16-1079-2F5B69A720B6}"/>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B67A9F6F-3A39-7D98-D4DC-7C15682A0F85}"/>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58D59914-2BF3-D4F3-D11F-DC05C5968F1D}"/>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CA3C7E40-BEFD-8E27-BA29-E17E466CBDD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A16E3188-4FA8-BE5B-2F12-2CAABFB64C7F}"/>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4989F03E-6E9A-9DDA-FC9A-EBBECA8C29C2}"/>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48FEBEDE-D278-8B35-9448-94BDCB097416}"/>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2DB66F7D-7F54-35F6-77BE-4C0193FF129E}"/>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19A438F5-A165-F311-B104-3427A6D6495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829848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C94B-310C-7620-3BD3-143446C0D5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00DD2F-286B-155D-FC83-58AC8CB01D0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6C833E8-8F63-A686-3A14-E0D374A65CE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7391165-4887-3A90-65D3-0017AE31B11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DD386DE-EA0C-E76D-2299-89C883AA229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EAF0ACC-6E1F-28EB-1B8E-D57E55A75B0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2C1392F-6C11-6C95-F790-FF249D9F70A2}"/>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24BEEAE8-BB53-93F0-FE39-E1B08E7DA71F}"/>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1040452C-43F6-D14D-0662-7CDE35594CFC}"/>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674A36AE-40BC-9A5A-3DD4-86A6A266B24E}"/>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F0D0D306-0021-7700-5A1A-92AB8F1B2D2E}"/>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0F18F4FF-30C5-22CB-3457-0B328DD19384}"/>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7" name="TextBox 26">
            <a:extLst>
              <a:ext uri="{FF2B5EF4-FFF2-40B4-BE49-F238E27FC236}">
                <a16:creationId xmlns:a16="http://schemas.microsoft.com/office/drawing/2014/main" id="{419D7C88-9D00-F599-F0FE-E7B969D27B21}"/>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EF6D3C5D-EE10-B088-BD8E-23EA29054710}"/>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61FE4C32-32C6-E017-425B-0EF3F810A37A}"/>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F63B1CC0-24FC-CDFA-EAA5-9384E7539328}"/>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901AF2E7-069C-CE32-482D-128F40A4AE94}"/>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6492BF0A-71BF-1A9C-736A-7D873088FA45}"/>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BF7D21D8-3CAE-7ABA-E89D-C0C80F187F18}"/>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E9794600-D9F7-04EA-3284-C24E7026A3A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23F2BF61-037E-6E04-045F-571F572EDDAA}"/>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715BA0D-A817-0FCF-6C6E-A6DB50ED7D90}"/>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F0334DA6-7AE7-25E4-9739-4B863832FDE4}"/>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C293439-B3B3-DAD8-56B9-2E1D18AF6F2A}"/>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811E61D1-FB2D-DC23-09A6-7382ADFDA059}"/>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F7FF45AC-9937-E279-9F5D-DDBF1F9CC747}"/>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D5A3F345-AA0F-93BB-6992-7CF5FA13133D}"/>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95AA56BA-528E-A618-1A01-9137C6DA1B6C}"/>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909532B-71F6-B2F7-D3A7-E05E0502527C}"/>
              </a:ext>
            </a:extLst>
          </p:cNvPr>
          <p:cNvSpPr txBox="1"/>
          <p:nvPr/>
        </p:nvSpPr>
        <p:spPr>
          <a:xfrm>
            <a:off x="6654802" y="429722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616353E1-8190-A6C9-0E2E-612DDBE05E15}"/>
              </a:ext>
            </a:extLst>
          </p:cNvPr>
          <p:cNvSpPr txBox="1"/>
          <p:nvPr/>
        </p:nvSpPr>
        <p:spPr>
          <a:xfrm>
            <a:off x="6654802" y="5052602"/>
            <a:ext cx="570089" cy="230832"/>
          </a:xfrm>
          <a:prstGeom prst="rect">
            <a:avLst/>
          </a:prstGeom>
          <a:noFill/>
        </p:spPr>
        <p:txBody>
          <a:bodyPr wrap="square" rtlCol="0">
            <a:spAutoFit/>
          </a:bodyPr>
          <a:lstStyle/>
          <a:p>
            <a:pPr algn="ctr"/>
            <a:r>
              <a:rPr lang="en-US" sz="900" dirty="0"/>
              <a:t>98</a:t>
            </a:r>
          </a:p>
        </p:txBody>
      </p:sp>
      <p:sp>
        <p:nvSpPr>
          <p:cNvPr id="43" name="TextBox 42">
            <a:extLst>
              <a:ext uri="{FF2B5EF4-FFF2-40B4-BE49-F238E27FC236}">
                <a16:creationId xmlns:a16="http://schemas.microsoft.com/office/drawing/2014/main" id="{EBAB6E15-70A0-12C2-0C94-534BEEE607DA}"/>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E477C66A-49B8-8FF6-E410-8B352EE06F6D}"/>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93A4D16F-07E9-A0A2-AE97-38ED845D5E23}"/>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D28D6E29-5CEB-F815-2F28-40A6419871D9}"/>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8A5E8310-D560-AE6A-7389-75F58566469A}"/>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18FC1760-9F9E-8CB7-A661-05C28ED31755}"/>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35D42B7E-D689-ED48-C4F2-9B5216921F0F}"/>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9AD4E14D-881A-2694-C0CA-9786BC774539}"/>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5FCF4C6B-24A7-DC70-1813-6959FFB7742C}"/>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1EFA705E-0076-0346-DDAB-F3EB80626CCE}"/>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ABB4B8B3-0B2E-D427-14AC-ECC8C708FDFF}"/>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C5EB9966-688B-E288-1629-9CEC1CAC0422}"/>
              </a:ext>
            </a:extLst>
          </p:cNvPr>
          <p:cNvSpPr txBox="1"/>
          <p:nvPr/>
        </p:nvSpPr>
        <p:spPr>
          <a:xfrm>
            <a:off x="4143022" y="3406653"/>
            <a:ext cx="570089" cy="230832"/>
          </a:xfrm>
          <a:prstGeom prst="rect">
            <a:avLst/>
          </a:prstGeom>
          <a:noFill/>
        </p:spPr>
        <p:txBody>
          <a:bodyPr wrap="square" rtlCol="0">
            <a:spAutoFit/>
          </a:bodyPr>
          <a:lstStyle/>
          <a:p>
            <a:pPr algn="ctr"/>
            <a:r>
              <a:rPr lang="en-US" sz="900" dirty="0"/>
              <a:t>58</a:t>
            </a:r>
          </a:p>
        </p:txBody>
      </p:sp>
      <p:sp>
        <p:nvSpPr>
          <p:cNvPr id="58" name="TextBox 57">
            <a:extLst>
              <a:ext uri="{FF2B5EF4-FFF2-40B4-BE49-F238E27FC236}">
                <a16:creationId xmlns:a16="http://schemas.microsoft.com/office/drawing/2014/main" id="{27756D9F-4F89-0C27-5444-D29D1C4AE9D2}"/>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61" name="TextBox 60">
            <a:extLst>
              <a:ext uri="{FF2B5EF4-FFF2-40B4-BE49-F238E27FC236}">
                <a16:creationId xmlns:a16="http://schemas.microsoft.com/office/drawing/2014/main" id="{84389C41-3EB5-F533-51D6-E48AC4AFF4CE}"/>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B51A8FB4-B7C4-6357-980C-097AB604E533}"/>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FE42E7A0-6310-BA1B-057A-6B077E9EF799}"/>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87675B7-9C9C-DFB8-142D-058FC3E47CC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1482F2B9-E86D-8ECA-A61B-80AA707DBD48}"/>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41383A6B-58E0-CD36-5725-E916A70826E1}"/>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8A216494-7F2D-7217-100F-F83A602A271E}"/>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C7A43A31-C7B6-7239-46D7-2070D1F74357}"/>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CC4CD123-BB0A-D0F9-DEFA-45CA1BD18D88}"/>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A408941D-793B-063D-3A05-BCAF4A06A26C}"/>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3F0FE812-0D35-86B2-230D-DFFAE6E35F5D}"/>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1F6973DE-BAB3-4724-689A-1C54A72DC8A4}"/>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1021FA5B-E874-3988-67D1-D4DE8D5DE359}"/>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BA4E71D6-5220-8828-CC31-C1AA5BAE7412}"/>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E75C65B-39F8-6FF7-EB2A-692129D6F0D3}"/>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A2E36AE-19AC-7B2B-83F5-DD9CD27D8A83}"/>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25E4C470-1631-6724-B2FF-4621DB3E9AEB}"/>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199206A5-AB5D-6C02-3245-31448577BE96}"/>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24B81CD3-1DB1-8D85-98CE-2E313EC3D8B9}"/>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7CF0054C-C401-E0F7-631C-ED4EC5161CCA}"/>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93F78E93-BFDD-D560-1B1C-66825F8DE91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640C80B8-54D8-EA24-8200-972F896DA190}"/>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119BBD4F-0CFE-E486-5EEF-F5EEDC18F9A2}"/>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378083C4-A7B4-9318-6D27-0D96D842A064}"/>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F3C72E17-EEAC-B388-1637-8FA76F697E48}"/>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1006DB70-A902-C74D-EEEF-B9879D134C0F}"/>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2019253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B8F87-475E-DDEA-52CC-221F4EBAD6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C14982-0444-69FD-E226-4D41B881C34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883C0DD-253F-D82D-BC6F-5374FEE40DD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22D9642-1026-5B78-4EAD-01D3FD36F91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C5198A4-7878-472D-F56C-34C0A35F935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D35E524-6E72-9327-5D72-216FC408DCF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FA0F148-5F8E-15F0-B121-AE59F598E664}"/>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27B5DB2C-67AB-BF1A-8F67-82EE0C2E4DE2}"/>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8C2386EF-3899-BE8A-8CFD-04AE2A00AE3C}"/>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AB69A611-46B0-83EE-7F4E-AA70FD11EF01}"/>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93DBECA4-E367-10A5-A9E9-B920E2A115CF}"/>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425738E0-5221-C641-45AB-FF973439804B}"/>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7" name="TextBox 26">
            <a:extLst>
              <a:ext uri="{FF2B5EF4-FFF2-40B4-BE49-F238E27FC236}">
                <a16:creationId xmlns:a16="http://schemas.microsoft.com/office/drawing/2014/main" id="{F8DA97F0-8429-DCF8-5823-CADAFB188F6D}"/>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E0C76A74-F8FD-A66F-326F-7F87C8C8EB9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CBB323C6-2102-7DFF-333D-3A32E8892A1A}"/>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AC407AB7-D05D-C47D-4414-20A5267CF92F}"/>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43438348-200A-973D-0798-6FDE3632131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28F9D757-B258-2D6F-99F1-A6E6357A8EAF}"/>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3351D145-8FD1-772B-B0F4-C94BA5CBC80B}"/>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7E2C83D-8A08-820B-5556-6738CEABB7C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F91B0D80-D6DD-9855-A0C5-F53FC3F6EA8E}"/>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9335EB73-7690-6852-85FD-EDB1B17368BD}"/>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A5709AEA-FA50-98A8-380B-F979C69C5015}"/>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D4EE0486-ACB0-7BD9-A70F-A36D3E848A40}"/>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05A65FC8-56BA-E768-B2DE-C0F41FFDC448}"/>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AA103819-4A99-6E22-3B07-AACF1B9D6CF1}"/>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EF9FD7AA-86E1-96F5-B8FC-C5AA44BA63A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364AA64C-C4A4-F20A-AFCF-4DDE823C44E1}"/>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301104FB-DBD5-EAD2-37EB-7C851151A535}"/>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B401C3F4-5022-3D6B-1D00-A673C3AF70B8}"/>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65F99D6E-1A6C-0F8E-B143-249F48A4599D}"/>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388D2986-F934-71FA-25F2-439AACF6A0FA}"/>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A4EC8D2F-8401-9463-40DA-02B205FF9525}"/>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3B8BDA02-775C-7BA3-FE6A-55FA17DFFAE7}"/>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F6177700-73DA-2FC5-FDE9-39051CB83796}"/>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2D34F174-C04F-9B72-B3EF-55EC3699351B}"/>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2AB604BE-A678-843B-081E-3FD52E6AC771}"/>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AE6347DC-69D4-514A-E1BD-0B38D40AAFB0}"/>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D1BE7557-3251-4B61-3688-A6B07AC306BB}"/>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8" name="TextBox 57">
            <a:extLst>
              <a:ext uri="{FF2B5EF4-FFF2-40B4-BE49-F238E27FC236}">
                <a16:creationId xmlns:a16="http://schemas.microsoft.com/office/drawing/2014/main" id="{538B5B1F-7DB2-6379-F2B1-383CC1055FD1}"/>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61" name="TextBox 60">
            <a:extLst>
              <a:ext uri="{FF2B5EF4-FFF2-40B4-BE49-F238E27FC236}">
                <a16:creationId xmlns:a16="http://schemas.microsoft.com/office/drawing/2014/main" id="{055A4BAD-B1D8-EA29-98D7-9933BD5EB736}"/>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76A8C68B-9B05-088A-3978-EEB706E7E959}"/>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4A32B470-208B-0AF1-81B8-221965D2B427}"/>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CE5428A8-A235-DB07-FDAD-83C151B3192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E3DFD2FE-BF0D-87AB-8E25-46CF04341764}"/>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97162D02-E026-7E4C-449D-9D4229BF66D9}"/>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770479A6-7C90-63E5-EDF8-4C02637BE927}"/>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F3926A4D-0926-A7A6-694C-FEBA377CD32E}"/>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AEC36180-9998-2D55-4E6E-F5E1EE18986C}"/>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B9692968-09A3-CCB7-BE17-9138AD9E0079}"/>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1257F4E5-F6EA-D15F-8458-4AB8378C9C57}"/>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4611B9DD-55DC-5DC0-D312-ED72B4473245}"/>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514132EF-3C93-EC92-E7D0-CC574C8BAB65}"/>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588BDF60-3C5A-F65F-9EEF-456EA906FEB5}"/>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E117AC21-2C9A-8974-21CA-C5C2EE2A5D86}"/>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C833907-95D2-5DB3-0893-C75831921B1C}"/>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7079F8D-F425-7A38-FD51-974B57445656}"/>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AC419E42-F77C-63F5-9BE3-BDEB6CF95162}"/>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7771F63-CEBA-ED9F-8D96-FD07CF1CE9E5}"/>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95C6E443-70DB-808C-FA70-C8BE8103CDE7}"/>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27DE8EFF-04F7-1AB6-7A07-9B54690686F7}"/>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5166ED37-51EE-BE41-6EE0-14BC28C283DC}"/>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8731961F-1667-8A6A-FE48-803AFA89654C}"/>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BD7C866F-927B-8A47-D5A0-543D194A7DA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23EEF61D-FCE4-9211-FC95-C0F743B00185}"/>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E77AADE1-265D-5C74-678F-B74413B28D0B}"/>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BCD1D939-2A43-3D1D-DDE9-CEAAC0CF9B96}"/>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69F549F6-914E-F662-F8CA-01D59821912E}"/>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0D223734-4233-8CF0-189D-ACA742701336}"/>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253409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E20A-F55F-26C7-3B9F-F646A2ECE5A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79B6F6-B3F6-C7F3-9C95-4DC79C569CA7}"/>
              </a:ext>
            </a:extLst>
          </p:cNvPr>
          <p:cNvSpPr>
            <a:spLocks noGrp="1"/>
          </p:cNvSpPr>
          <p:nvPr>
            <p:ph sz="half" idx="1"/>
          </p:nvPr>
        </p:nvSpPr>
        <p:spPr/>
        <p:txBody>
          <a:bodyPr/>
          <a:lstStyle/>
          <a:p>
            <a:r>
              <a:rPr lang="en-US" dirty="0"/>
              <a:t>This cell can’t be 123 or 789. So, it’s on the 456 cycle.</a:t>
            </a:r>
          </a:p>
        </p:txBody>
      </p:sp>
      <p:pic>
        <p:nvPicPr>
          <p:cNvPr id="4" name="Picture 3" descr="A grid of sudoku puzzle&#10;&#10;Description automatically generated">
            <a:extLst>
              <a:ext uri="{FF2B5EF4-FFF2-40B4-BE49-F238E27FC236}">
                <a16:creationId xmlns:a16="http://schemas.microsoft.com/office/drawing/2014/main" id="{522BC470-BC4C-BD4F-3791-921D938737B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2F9AE56-979B-CE01-04AE-A7A7D01094D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D41A27A-1A5E-8E24-74D9-007479FAFC8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BF1EEA5-C2BD-F8B8-4C52-F77528749B9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513B004-3A77-F03F-9DC4-D949D3071C88}"/>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934CC8DF-DE05-1052-93CE-F030C2BC2417}"/>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3DDA80BC-EE0C-BBCC-0B6F-A8D386F5C143}"/>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77243D42-04B9-4E61-774B-EFE400EAB5ED}"/>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7050C769-882E-9543-0FF8-3B064D536E10}"/>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48AA7FF3-30C1-E328-D514-A31B8A433543}"/>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7" name="TextBox 26">
            <a:extLst>
              <a:ext uri="{FF2B5EF4-FFF2-40B4-BE49-F238E27FC236}">
                <a16:creationId xmlns:a16="http://schemas.microsoft.com/office/drawing/2014/main" id="{F0259088-01D6-C85E-4BA9-8BCDCD6BBE2D}"/>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96B1F6A4-D983-FB05-4C46-707D7B1B2B9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35960743-4B0A-56FF-6774-478AD326E1A7}"/>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E50D6FB1-F06C-FC9C-6C30-C0BC767F4535}"/>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CA1F01B5-4D57-2DF8-2A29-433E260EDFF2}"/>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9EE25078-8D5D-56D1-1A1C-4310E09B3B43}"/>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9B33B61C-7F1C-8778-1CF3-6D11D5ED13B6}"/>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6F4DD18-C5E3-9BF2-99EF-1D61A08403E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173A1AF3-12DA-436A-7708-FF4F274AD0AC}"/>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A249BF23-3307-C8CD-A1A7-8B4640C78D0F}"/>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CD90771D-B0A5-FA25-B6C4-989E17224E50}"/>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98A165F4-5E96-1CE6-378C-C49665146BE1}"/>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E897593B-3E86-EC05-8BB1-F515ABF5E357}"/>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DA6E60D9-30E4-6EA2-6370-E06E61E08129}"/>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0F06AEB-6CC4-ABC4-2C42-D409821730E7}"/>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D017EB10-AD8E-2BCD-0DCB-84991E6365F7}"/>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35C2E67F-E113-A30F-B721-93AFB8B7E323}"/>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2633D8A8-A031-B7DB-0E77-CAC185B9A44E}"/>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AF7D2BC5-B882-23D8-53EF-E19ED22B0847}"/>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83BF5C68-F210-1FCE-9AAD-FDEFA382D371}"/>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2EC9629A-235C-CE8B-AF20-03551CFEDC9E}"/>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95A6FD25-CAA9-AE5D-753E-4F5264C02B93}"/>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4F37E23C-10F5-24EC-7654-8D07AFF54170}"/>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2F4747B7-2A42-00C6-66C8-64D7EFF3372D}"/>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A90B94A0-0FBA-B8A9-B2C7-EE6764805B23}"/>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51D873EC-615D-DFB5-7FD3-646E357BFFD8}"/>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D9B3F330-2F5E-AFC2-BA0C-F0E3AD2974C7}"/>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8" name="TextBox 57">
            <a:extLst>
              <a:ext uri="{FF2B5EF4-FFF2-40B4-BE49-F238E27FC236}">
                <a16:creationId xmlns:a16="http://schemas.microsoft.com/office/drawing/2014/main" id="{30E1E605-B733-1244-AA4B-17021FF58CF1}"/>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61" name="TextBox 60">
            <a:extLst>
              <a:ext uri="{FF2B5EF4-FFF2-40B4-BE49-F238E27FC236}">
                <a16:creationId xmlns:a16="http://schemas.microsoft.com/office/drawing/2014/main" id="{2A03980E-208D-70EA-C7FE-7CBEFEF454BC}"/>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1BAD9CB4-1BF2-2587-218E-EB40678F47D8}"/>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AF0652DC-4876-B139-33F3-C8D1675630E6}"/>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91E50218-1622-A554-FD78-899DB7E2E3D6}"/>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C65FBABC-ACD9-C0AC-2D06-D5D39DB88C1E}"/>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35C0CA4D-C771-7271-A253-925A49237898}"/>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2B566870-5BA1-AE4C-B028-3A874F7914E1}"/>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D3D63180-AA9F-946B-8F71-927015D1DE8E}"/>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00E7F3F0-CF61-88E2-E810-FE396EF940A0}"/>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04D10485-504A-4271-A4C2-0BC0FFA212D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9FC5E43B-6303-5129-37D9-8B20BC04F21A}"/>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6D1976BE-9896-05D8-18C0-F2E1821E6AB4}"/>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E8EA3C0F-594D-E7D3-4178-DE915D4AA084}"/>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3888F19A-55C0-407D-72B0-67EA0451C180}"/>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C1184BF-AB44-6BDA-F27E-DC4CA2199950}"/>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4E24611-BAD8-B2E5-9FA9-46B62191E8AF}"/>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997E8BC9-B2FC-B74B-FF58-78E350A3984A}"/>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D6CB4FCC-05C1-EE1D-3B39-DF6E6A1530F0}"/>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BD66E98A-853D-52B6-BD2E-C3DA1597E27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534720C2-8CC3-1E0A-CEC5-4CF945B51C6E}"/>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2BCCFE58-0E48-9359-CDAD-4105BF1A78F6}"/>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A05C0AD0-53A4-5CF0-4C3B-219364A9B606}"/>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A38E30F5-8DDE-3B19-9A18-141CEE4733E8}"/>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F13B5685-D86E-697E-2A8D-18A0C28D0615}"/>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A7057CFA-6A79-501C-3FD8-FF4FAA8A5C6D}"/>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DCC17020-5F26-8B9D-1AAA-9599CAF6CCFC}"/>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3533E793-8BC8-DABA-9098-10D8A0D088DC}"/>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865F6FD9-067A-9880-B61A-DB54B87BFA3F}"/>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773537C8-21CB-0550-5273-82B94C3FD286}"/>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E5A9036F-59F9-1EC7-F6E0-6B96561AFD3A}"/>
              </a:ext>
            </a:extLst>
          </p:cNvPr>
          <p:cNvSpPr txBox="1"/>
          <p:nvPr/>
        </p:nvSpPr>
        <p:spPr>
          <a:xfrm>
            <a:off x="3138310" y="4408541"/>
            <a:ext cx="570089" cy="230832"/>
          </a:xfrm>
          <a:prstGeom prst="rect">
            <a:avLst/>
          </a:prstGeom>
          <a:noFill/>
        </p:spPr>
        <p:txBody>
          <a:bodyPr wrap="square" rtlCol="0">
            <a:spAutoFit/>
          </a:bodyPr>
          <a:lstStyle/>
          <a:p>
            <a:pPr algn="ctr"/>
            <a:r>
              <a:rPr lang="en-US" sz="900" dirty="0"/>
              <a:t>56</a:t>
            </a:r>
          </a:p>
        </p:txBody>
      </p:sp>
    </p:spTree>
    <p:extLst>
      <p:ext uri="{BB962C8B-B14F-4D97-AF65-F5344CB8AC3E}">
        <p14:creationId xmlns:p14="http://schemas.microsoft.com/office/powerpoint/2010/main" val="14163738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8349-059A-7960-4962-D937C13314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48E555-B529-7625-5029-2DA4D6E607C5}"/>
              </a:ext>
            </a:extLst>
          </p:cNvPr>
          <p:cNvSpPr>
            <a:spLocks noGrp="1"/>
          </p:cNvSpPr>
          <p:nvPr>
            <p:ph sz="half" idx="1"/>
          </p:nvPr>
        </p:nvSpPr>
        <p:spPr/>
        <p:txBody>
          <a:bodyPr/>
          <a:lstStyle/>
          <a:p>
            <a:r>
              <a:rPr lang="en-US" dirty="0"/>
              <a:t>Extend the 456 cycle on the line.</a:t>
            </a:r>
          </a:p>
          <a:p>
            <a:r>
              <a:rPr lang="en-US" dirty="0"/>
              <a:t>Then, solve the previous cell.</a:t>
            </a:r>
          </a:p>
        </p:txBody>
      </p:sp>
      <p:pic>
        <p:nvPicPr>
          <p:cNvPr id="4" name="Picture 3" descr="A grid of sudoku puzzle&#10;&#10;Description automatically generated">
            <a:extLst>
              <a:ext uri="{FF2B5EF4-FFF2-40B4-BE49-F238E27FC236}">
                <a16:creationId xmlns:a16="http://schemas.microsoft.com/office/drawing/2014/main" id="{9AEC0AAF-02AE-A13D-F350-C39D937F9E4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9E18022-A23D-374F-3830-1FD8D94D16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0E04C49-5114-2266-C64F-D33A1025035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CD7D26B-2D7D-1A38-20F3-09C5B59B815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71C0CC9-F495-EE70-EAF1-815B7D52B9DC}"/>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22B8F25D-57E7-7335-449C-64260B77332B}"/>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E1EBA54C-170A-D90D-2B45-650C0A89D6F8}"/>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539B7B74-104D-3F9E-7C96-2B48F16523F6}"/>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56C868B6-AB67-B412-A401-0C1FFD7B650D}"/>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0" name="TextBox 19">
            <a:extLst>
              <a:ext uri="{FF2B5EF4-FFF2-40B4-BE49-F238E27FC236}">
                <a16:creationId xmlns:a16="http://schemas.microsoft.com/office/drawing/2014/main" id="{7C44C8B6-E276-8E05-CEBF-66A5DDB4ECDA}"/>
              </a:ext>
            </a:extLst>
          </p:cNvPr>
          <p:cNvSpPr txBox="1"/>
          <p:nvPr/>
        </p:nvSpPr>
        <p:spPr>
          <a:xfrm>
            <a:off x="3640666" y="2547883"/>
            <a:ext cx="570089" cy="230832"/>
          </a:xfrm>
          <a:prstGeom prst="rect">
            <a:avLst/>
          </a:prstGeom>
          <a:noFill/>
        </p:spPr>
        <p:txBody>
          <a:bodyPr wrap="square" rtlCol="0">
            <a:spAutoFit/>
          </a:bodyPr>
          <a:lstStyle/>
          <a:p>
            <a:pPr algn="ctr"/>
            <a:r>
              <a:rPr lang="en-US" sz="900" dirty="0"/>
              <a:t>46</a:t>
            </a:r>
          </a:p>
        </p:txBody>
      </p:sp>
      <p:sp>
        <p:nvSpPr>
          <p:cNvPr id="27" name="TextBox 26">
            <a:extLst>
              <a:ext uri="{FF2B5EF4-FFF2-40B4-BE49-F238E27FC236}">
                <a16:creationId xmlns:a16="http://schemas.microsoft.com/office/drawing/2014/main" id="{BB4CD80B-267B-EC40-BB4C-4948753FCFA4}"/>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321F28C-AB8E-C4D5-8AD9-EA14DA0C143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EAEC4E23-FBEB-C545-26DA-ADFD89F96AAA}"/>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F72C4E09-A815-62C4-BE50-FE35956E0018}"/>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5210C5F9-D1CA-ADA7-1358-EECD2879DDB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5E303B21-9055-FD34-1F61-95CF27411A22}"/>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C4F6601B-06F0-D9FC-DE90-F53621C18484}"/>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2A976E3-AB5E-FC07-B5DC-34C9F5CBA34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1F0D73D8-F479-5C58-5D54-B20DB9BBFFF3}"/>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5AECD11E-C827-9FAE-2557-916ADD163D72}"/>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410AF730-567D-754F-A0C7-A67E9EB20367}"/>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7A750B2B-C9C0-D094-8E9F-6CDFB1778837}"/>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946361DA-4AD5-1ECA-7104-A5CAF1EC092F}"/>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B680DFD8-ACB3-7479-2693-FFC462B1B75B}"/>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561E24B4-DD41-7CA2-C890-22B07632BF63}"/>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CBC88BDF-1DE0-84FC-7974-626065EAA0E9}"/>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C3139075-1337-13DD-C4FB-FDB5BCA91BE4}"/>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C317C4A0-0DFC-3F48-C13E-2494ABB081C4}"/>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596343EA-8827-3198-8209-8B57C9FB0054}"/>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036831A8-7D98-A9E5-0E43-D5561B0B1E38}"/>
              </a:ext>
            </a:extLst>
          </p:cNvPr>
          <p:cNvSpPr txBox="1"/>
          <p:nvPr/>
        </p:nvSpPr>
        <p:spPr>
          <a:xfrm>
            <a:off x="6152446" y="2404765"/>
            <a:ext cx="570089" cy="230832"/>
          </a:xfrm>
          <a:prstGeom prst="rect">
            <a:avLst/>
          </a:prstGeom>
          <a:noFill/>
        </p:spPr>
        <p:txBody>
          <a:bodyPr wrap="square" rtlCol="0">
            <a:spAutoFit/>
          </a:bodyPr>
          <a:lstStyle/>
          <a:p>
            <a:pPr algn="ctr"/>
            <a:r>
              <a:rPr lang="en-US" sz="900" dirty="0"/>
              <a:t>64</a:t>
            </a:r>
          </a:p>
        </p:txBody>
      </p:sp>
      <p:sp>
        <p:nvSpPr>
          <p:cNvPr id="44" name="TextBox 43">
            <a:extLst>
              <a:ext uri="{FF2B5EF4-FFF2-40B4-BE49-F238E27FC236}">
                <a16:creationId xmlns:a16="http://schemas.microsoft.com/office/drawing/2014/main" id="{6079FEC8-7B3E-A26D-09E5-8CA4635B4AAF}"/>
              </a:ext>
            </a:extLst>
          </p:cNvPr>
          <p:cNvSpPr txBox="1"/>
          <p:nvPr/>
        </p:nvSpPr>
        <p:spPr>
          <a:xfrm>
            <a:off x="6152446" y="2794395"/>
            <a:ext cx="570089" cy="230832"/>
          </a:xfrm>
          <a:prstGeom prst="rect">
            <a:avLst/>
          </a:prstGeom>
          <a:noFill/>
        </p:spPr>
        <p:txBody>
          <a:bodyPr wrap="square" rtlCol="0">
            <a:spAutoFit/>
          </a:bodyPr>
          <a:lstStyle/>
          <a:p>
            <a:pPr algn="ctr"/>
            <a:r>
              <a:rPr lang="en-US" sz="900" dirty="0"/>
              <a:t>46</a:t>
            </a:r>
          </a:p>
        </p:txBody>
      </p:sp>
      <p:sp>
        <p:nvSpPr>
          <p:cNvPr id="45" name="TextBox 44">
            <a:extLst>
              <a:ext uri="{FF2B5EF4-FFF2-40B4-BE49-F238E27FC236}">
                <a16:creationId xmlns:a16="http://schemas.microsoft.com/office/drawing/2014/main" id="{05FD144B-48B3-7F94-429B-A374302C2CAD}"/>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8A96E72E-4830-6957-805B-26917ACC7DD5}"/>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9220F46F-FA85-DE12-0229-F3C455E75511}"/>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FE906F61-B56B-C4B5-A918-9E1FB844D431}"/>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858EB366-EA3D-3DCE-6F9D-BB5CA7BD5697}"/>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ACC81A7A-DC0F-218F-6AB6-0521FD117ADC}"/>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8" name="TextBox 57">
            <a:extLst>
              <a:ext uri="{FF2B5EF4-FFF2-40B4-BE49-F238E27FC236}">
                <a16:creationId xmlns:a16="http://schemas.microsoft.com/office/drawing/2014/main" id="{37F22483-C8F6-4DC1-35BE-5AB72FB5FA28}"/>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61" name="TextBox 60">
            <a:extLst>
              <a:ext uri="{FF2B5EF4-FFF2-40B4-BE49-F238E27FC236}">
                <a16:creationId xmlns:a16="http://schemas.microsoft.com/office/drawing/2014/main" id="{EFB55747-E964-5CE3-4561-14A5624B0BD2}"/>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4BBE954E-E522-70B0-65D6-4B70851F58C2}"/>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051AAB9B-5123-B2E4-5227-3F41BAF694D7}"/>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C132DD80-A27B-8488-AF84-CC766D5CFA74}"/>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4A8A2EA6-95B1-978A-E413-290DF62B6F8E}"/>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22E8ABAC-D280-FD1D-4654-1CC652E449C1}"/>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82694F77-DE1A-4EF3-6397-2CD07B52DC3E}"/>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0B460C66-799D-4CA7-7354-748904C7F467}"/>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088A1AAC-154D-896E-5591-573DB5122E3D}"/>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34935224-C0AB-BAD4-3FDB-C983BE87A8D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EDC5494C-5BA7-96DA-E630-76D287011ADC}"/>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88F907E4-FEED-0700-1C20-DBDF094CD4C6}"/>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899EEC51-62B4-C92C-4D7B-B5017208F216}"/>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A0697B6D-7EDF-BA83-8B40-5A72AAC41E5F}"/>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88B27F6-4A2C-FE38-51F2-771EC3677AE8}"/>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4BA0EE0B-6559-CAF1-6FC8-9D58C2B267D2}"/>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B320A4BD-CD58-6543-28E3-156153074A38}"/>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6D946863-1EA8-C105-6820-5368117724DE}"/>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10D9ECB9-5CC4-B906-FA4A-164106EB79B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F3C9069A-D871-4BA3-432B-8D4F40FE4024}"/>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5AC2CED1-AD1C-6612-8A76-E0AC3D699C5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E2149589-7F4D-AE65-858E-5E809E65D4C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57591C74-49E1-5534-7E3D-B15E207B7B52}"/>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66F0C996-0DC3-9E73-7EB8-395E4412D3B0}"/>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88266FB-987A-77BA-EB85-2876C5F602C6}"/>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EEE4E852-AA66-7C5A-3457-B37F9EC4B94C}"/>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5CF8E59A-C402-2207-D23D-D0BAB179522F}"/>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B5F3019-4D87-D420-8038-A3A359DE0663}"/>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CF32AF08-F86D-5747-109E-F64B37B05836}"/>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E304A9A2-7131-C8F1-95CA-84BF14ADB6D1}"/>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67039B46-F5B4-38FF-4687-85F420F930CD}"/>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327388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6CBDC-B574-0F1F-81C3-EC68E59D42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D0459D-EE5C-0E58-A2AF-2C9C4A71049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438B42A-BA3B-39D5-DCF2-8D412CD79A5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50F48BD-8845-E964-FE28-07C4CBBF871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23FEE5C-950E-5723-7F71-3BF157C68DE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2ABE53F-9FE2-3594-2E85-93DB4FCEBC7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C5DE40A-89C5-225F-7042-4E87B22D7A59}"/>
              </a:ext>
            </a:extLst>
          </p:cNvPr>
          <p:cNvSpPr txBox="1"/>
          <p:nvPr/>
        </p:nvSpPr>
        <p:spPr>
          <a:xfrm>
            <a:off x="4645378" y="790619"/>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699B16EA-7205-9A16-8743-8FCDE6B23149}"/>
              </a:ext>
            </a:extLst>
          </p:cNvPr>
          <p:cNvSpPr txBox="1"/>
          <p:nvPr/>
        </p:nvSpPr>
        <p:spPr>
          <a:xfrm>
            <a:off x="5650090" y="790619"/>
            <a:ext cx="570089" cy="230832"/>
          </a:xfrm>
          <a:prstGeom prst="rect">
            <a:avLst/>
          </a:prstGeom>
          <a:no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91D602FA-CCC3-F9F4-D44E-A648B82D3A06}"/>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B45AB9A2-5946-46D5-42C6-45C2694F58CA}"/>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F6ED6395-F56F-8039-F630-D1E4C54CFC43}"/>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2FB80085-FE84-5D25-8E80-24CC3029A447}"/>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615CBAC5-B4B3-EB6D-5888-210E422AF105}"/>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6BCBEEBA-2157-D5E6-E690-C6844438843F}"/>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78D8FF99-784D-CB58-0CD4-F0E055DB646E}"/>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CCE54B23-0084-5247-5365-0D726D1BDD34}"/>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8934FDCD-E451-ECB3-5411-FE3DDA60A621}"/>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0E81888E-72EC-042D-0640-D0B26415A315}"/>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C019526E-93E6-FC9F-83DB-4B3FBBC8BEE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A142A99E-1135-67C3-444A-8E2F873C0210}"/>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FFAB166-E33F-206D-6492-E974054F2E84}"/>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B616CB1D-2D1D-5796-C34C-A5B74CDFD8BB}"/>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49555E92-AB34-7253-EC6D-749C9AF9550C}"/>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BC6BEBE8-2536-A6B8-ACC3-B009739E5903}"/>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E366A4EA-26D6-0ACC-8084-63D063ED2F7B}"/>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7D0DA0B4-4566-A21F-828D-D4828D60AD1E}"/>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D93877CD-4773-253E-06AC-4ECF46D08953}"/>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40F08543-6240-8FF1-46F2-7ED1066382BE}"/>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F9156E4A-6B3E-5D11-5383-32D0F21B64D6}"/>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F7C0CD8D-9B6A-2288-0A32-C11DE128740A}"/>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6EAE8FBA-2384-0080-20E5-517E2DDC8396}"/>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60EE0F41-F809-BD83-F756-6FCFCAD3427B}"/>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DEC98CFD-94EB-CF01-05F8-ED9C95EE2DF0}"/>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1BA46DEB-C711-1267-E7E9-55A9C5370DC0}"/>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330529E5-8CDB-A2AB-026D-589A8FC6DDC4}"/>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0CD1AC63-A18C-1160-FC54-53782F3F7928}"/>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8" name="TextBox 57">
            <a:extLst>
              <a:ext uri="{FF2B5EF4-FFF2-40B4-BE49-F238E27FC236}">
                <a16:creationId xmlns:a16="http://schemas.microsoft.com/office/drawing/2014/main" id="{588CDA19-BEE8-37B3-AED7-D45C71FF8137}"/>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61" name="TextBox 60">
            <a:extLst>
              <a:ext uri="{FF2B5EF4-FFF2-40B4-BE49-F238E27FC236}">
                <a16:creationId xmlns:a16="http://schemas.microsoft.com/office/drawing/2014/main" id="{E2AFF2C5-5423-27B9-3A45-30AE6268C3DC}"/>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00C362FC-BA5F-1007-1A68-C179BD36DB80}"/>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E7263A6C-CC5F-1382-EC3D-4053F396145F}"/>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57001429-DEDC-A3A4-5637-120E5486E8B0}"/>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F6CDF8C4-4900-C422-DAD9-3C5AC3FC3701}"/>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7FEDFE20-CB22-F7E2-F604-4417B51CE3AF}"/>
              </a:ext>
            </a:extLst>
          </p:cNvPr>
          <p:cNvSpPr txBox="1"/>
          <p:nvPr/>
        </p:nvSpPr>
        <p:spPr>
          <a:xfrm>
            <a:off x="5650090" y="3048827"/>
            <a:ext cx="570089" cy="230832"/>
          </a:xfrm>
          <a:prstGeom prst="rect">
            <a:avLst/>
          </a:prstGeom>
          <a:no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ED76972B-6026-3077-8B0E-0A91FE6BB3EC}"/>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92A72DB4-8BF4-C668-9A67-7FFE069664A5}"/>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9F1B7B6D-9775-D156-2293-06B08BE15675}"/>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CBDDEEB1-BB79-3C1D-3798-D038569EAB14}"/>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5CB9D846-7540-89EC-D053-E204B4882E84}"/>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E78FA2E1-4AD6-E70B-2CAB-841A06BC9786}"/>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FD3527FA-5617-B152-9DF8-B47D764CFA99}"/>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CD00F271-0A24-E0CB-4FA5-42022D847591}"/>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490DC1B2-0580-8385-1163-29D91318CFDE}"/>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1E24AB5-C2A4-808F-4954-24E7EBA2ED52}"/>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692E6337-723C-0371-898B-B42894234BE7}"/>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DD1A5AC3-648A-8EC0-A078-888EA7A514E7}"/>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437BA99C-B55E-0015-2693-054D4CB1B8B6}"/>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4523F3C4-B2CE-AD6A-5ABF-28CD4AD63C06}"/>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60DA79CB-E7FE-91F3-0CE4-B0F1B976CC0F}"/>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36F081BF-B0DB-BD4F-602C-4CEC16C9439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454F9ACD-2538-C656-A308-44EC7ECCEE7A}"/>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996D86A-BB0D-6E0C-1551-0D331A1A20A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780CF01B-5F41-7617-1E23-8F4088877F5D}"/>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91A9EC74-0A4E-551B-FD7B-4F7A323071B2}"/>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D9190D9F-663D-9091-A660-9661631D5EF4}"/>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30C2E496-AF7A-3E87-4AC3-1FEA47012FF1}"/>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65828A45-68E6-2A91-EC1C-AFAFC744709B}"/>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CDCCA570-D165-953B-3744-C486DAD547CA}"/>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E3AF2D99-5132-534C-C81B-C0B3CD2A0D3A}"/>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CAAF2884-E5A2-056E-DF06-9C288809F4DD}"/>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6E827654-31EF-C8F1-4B8D-B05612889A65}"/>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47C33966-E266-3300-0EF1-5D99FD4964AA}"/>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930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98F3F-5695-E1AD-9BA8-7571417F98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C38DED-CA5B-CDE4-902C-35A36534CC46}"/>
              </a:ext>
            </a:extLst>
          </p:cNvPr>
          <p:cNvSpPr>
            <a:spLocks noGrp="1"/>
          </p:cNvSpPr>
          <p:nvPr>
            <p:ph sz="half" idx="1"/>
          </p:nvPr>
        </p:nvSpPr>
        <p:spPr/>
        <p:txBody>
          <a:bodyPr/>
          <a:lstStyle/>
          <a:p>
            <a:r>
              <a:rPr lang="en-US" dirty="0"/>
              <a:t>Last possible 6 in Row 8.</a:t>
            </a:r>
          </a:p>
          <a:p>
            <a:r>
              <a:rPr lang="en-US" dirty="0"/>
              <a:t>In Row 5, cell can’t be anything else but 2.</a:t>
            </a:r>
          </a:p>
        </p:txBody>
      </p:sp>
      <p:pic>
        <p:nvPicPr>
          <p:cNvPr id="4" name="Picture 3" descr="A grid of sudoku puzzle&#10;&#10;Description automatically generated">
            <a:extLst>
              <a:ext uri="{FF2B5EF4-FFF2-40B4-BE49-F238E27FC236}">
                <a16:creationId xmlns:a16="http://schemas.microsoft.com/office/drawing/2014/main" id="{AE55E881-FADC-43D3-9ACB-F2DFDD9423E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C75D5A9-2492-D3AD-2C6F-66E80FEEF1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913C138-146A-0AC3-C2F6-73B540399CB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EE3BE35-8088-4ABA-01AC-24FDBE515E8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F046BE7-1FF7-5427-44B3-4EF5BCC3B17C}"/>
              </a:ext>
            </a:extLst>
          </p:cNvPr>
          <p:cNvSpPr txBox="1"/>
          <p:nvPr/>
        </p:nvSpPr>
        <p:spPr>
          <a:xfrm>
            <a:off x="4645378" y="790619"/>
            <a:ext cx="570089" cy="230832"/>
          </a:xfrm>
          <a:prstGeom prst="rect">
            <a:avLst/>
          </a:prstGeom>
          <a:solidFill>
            <a:schemeClr val="accent5">
              <a:lumMod val="20000"/>
              <a:lumOff val="80000"/>
            </a:schemeClr>
          </a:solid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096B30A-A6EF-2D8A-5715-B1A1CFA2FDE5}"/>
              </a:ext>
            </a:extLst>
          </p:cNvPr>
          <p:cNvSpPr txBox="1"/>
          <p:nvPr/>
        </p:nvSpPr>
        <p:spPr>
          <a:xfrm>
            <a:off x="5650090" y="790619"/>
            <a:ext cx="570089" cy="230832"/>
          </a:xfrm>
          <a:prstGeom prst="rect">
            <a:avLst/>
          </a:prstGeom>
          <a:solidFill>
            <a:schemeClr val="accent5">
              <a:lumMod val="20000"/>
              <a:lumOff val="80000"/>
            </a:schemeClr>
          </a:solidFill>
        </p:spPr>
        <p:txBody>
          <a:bodyPr wrap="square" rtlCol="0">
            <a:spAutoFit/>
          </a:bodyPr>
          <a:lstStyle/>
          <a:p>
            <a:pPr algn="ctr"/>
            <a:r>
              <a:rPr lang="en-US" sz="900" dirty="0"/>
              <a:t>21</a:t>
            </a:r>
          </a:p>
        </p:txBody>
      </p:sp>
      <p:sp>
        <p:nvSpPr>
          <p:cNvPr id="11" name="TextBox 10">
            <a:extLst>
              <a:ext uri="{FF2B5EF4-FFF2-40B4-BE49-F238E27FC236}">
                <a16:creationId xmlns:a16="http://schemas.microsoft.com/office/drawing/2014/main" id="{015ED6C2-68A5-86D3-BA4D-8777C5BDA890}"/>
              </a:ext>
            </a:extLst>
          </p:cNvPr>
          <p:cNvSpPr txBox="1"/>
          <p:nvPr/>
        </p:nvSpPr>
        <p:spPr>
          <a:xfrm>
            <a:off x="3138310" y="254788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E7947934-EF4C-8628-022B-433830E70AF0}"/>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9DADD918-E2A0-0808-36A7-397A9964B122}"/>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825ACDBF-8CBB-4C67-6B82-150988FD87A2}"/>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05C9DBA6-DD90-6FA6-7215-7385FE6FDDA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5107994A-D97C-11DD-FDFD-9AD39715F1C3}"/>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4B6A43B1-673E-5F32-6379-F5D8D217CD47}"/>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ABA4D149-038F-E272-7551-0CCB9F283CA7}"/>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757D924C-A6C0-09FA-1091-286AC199D4E8}"/>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F4BE879A-BAA7-4C5A-E54C-3EAFC55DE8C7}"/>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58A2E8FF-C3E1-D798-07B3-30DCC63EA76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18747B20-0128-8230-95D1-6C28FC9314AA}"/>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5BBAE8B5-0EF1-EEC3-614A-65FC28CB4F75}"/>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6A3D8DF5-CDF3-3565-CF47-07D1F48ABF39}"/>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DBDFE4F9-33D4-7EB5-95CF-C37BC4FBBC66}"/>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F24D63CA-36A9-51FB-7A04-974455A1A434}"/>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0C2D8198-7200-CF50-5107-37E1FB7F9630}"/>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3A25B2C4-0E16-4A22-4505-0B580972BAB7}"/>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98DCFBB1-E948-E268-E1CB-3B3CEFDCCDBE}"/>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98B8DDC0-B5CF-9C5C-509E-018DC80D6BBA}"/>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303383FA-CDF6-1106-DA90-5E6DC220F5A4}"/>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A6E1002B-6A12-DA85-0EF0-53459BD8FD1B}"/>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F6C674B0-9526-297F-CE78-FF985DAC07FE}"/>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E149C5E6-4404-62A0-36BE-886C0AA45568}"/>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53543F2D-93C0-FCBB-FAC3-18F9D85086D6}"/>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99F271C1-AC7C-925E-4015-3E06795D5F6B}"/>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45425126-24F0-6562-5EA3-2325C65BFC2E}"/>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CC909209-F137-3BCD-E2E2-7AD1B1E03439}"/>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8" name="TextBox 57">
            <a:extLst>
              <a:ext uri="{FF2B5EF4-FFF2-40B4-BE49-F238E27FC236}">
                <a16:creationId xmlns:a16="http://schemas.microsoft.com/office/drawing/2014/main" id="{56C1A793-C26B-CFF4-6F4A-F3A4150D31FB}"/>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61" name="TextBox 60">
            <a:extLst>
              <a:ext uri="{FF2B5EF4-FFF2-40B4-BE49-F238E27FC236}">
                <a16:creationId xmlns:a16="http://schemas.microsoft.com/office/drawing/2014/main" id="{995C3BD7-B25E-8CCE-1936-0358D1D7D03B}"/>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53DA4DDA-0192-ECF6-52EB-F0A3B53AD5DA}"/>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19A722BC-339A-3A84-C87C-ADD446472CFE}"/>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AE226110-640B-CFD1-3377-808178FC8956}"/>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1FCA3175-E214-E1D4-9C0A-A44FC396401F}"/>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65" name="TextBox 64">
            <a:extLst>
              <a:ext uri="{FF2B5EF4-FFF2-40B4-BE49-F238E27FC236}">
                <a16:creationId xmlns:a16="http://schemas.microsoft.com/office/drawing/2014/main" id="{A42AF083-121C-1CED-D252-0E334603C124}"/>
              </a:ext>
            </a:extLst>
          </p:cNvPr>
          <p:cNvSpPr txBox="1"/>
          <p:nvPr/>
        </p:nvSpPr>
        <p:spPr>
          <a:xfrm>
            <a:off x="5650090" y="3048827"/>
            <a:ext cx="570089" cy="230832"/>
          </a:xfrm>
          <a:prstGeom prst="rect">
            <a:avLst/>
          </a:prstGeom>
          <a:solidFill>
            <a:schemeClr val="accent5">
              <a:lumMod val="20000"/>
              <a:lumOff val="80000"/>
            </a:schemeClr>
          </a:solidFill>
        </p:spPr>
        <p:txBody>
          <a:bodyPr wrap="square" rtlCol="0">
            <a:spAutoFit/>
          </a:bodyPr>
          <a:lstStyle/>
          <a:p>
            <a:pPr algn="ctr"/>
            <a:r>
              <a:rPr lang="en-US" sz="900" dirty="0"/>
              <a:t>12</a:t>
            </a:r>
          </a:p>
        </p:txBody>
      </p:sp>
      <p:sp>
        <p:nvSpPr>
          <p:cNvPr id="48" name="TextBox 47">
            <a:extLst>
              <a:ext uri="{FF2B5EF4-FFF2-40B4-BE49-F238E27FC236}">
                <a16:creationId xmlns:a16="http://schemas.microsoft.com/office/drawing/2014/main" id="{A70BECFC-2454-C5D6-7FCB-D61ED1BD9C8D}"/>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68E1F748-C90D-3B60-FCDB-34DB75DC285C}"/>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64DC3A3-4950-8AEA-681E-ACD8D6E4EA18}"/>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B4736DE9-26AE-20B2-182A-8E85D427DFF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37FEF35B-2180-94BA-2177-21237E29CE32}"/>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DE8128F8-4354-6A77-4399-D139E93A1EA4}"/>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30EA3134-33F6-12B4-3E75-E44F852FCB16}"/>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F2F49146-5E44-AA35-39C2-157A7D9C613F}"/>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77752C1-F0B5-B3C2-FD1F-1FC22DACDC59}"/>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33B6C93-C63E-DAC0-9261-4E0EBDBA16CA}"/>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457F46A5-3217-5F7B-EF3A-1E4BBFDE43D7}"/>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973F55EB-8D55-9D08-F5E7-B031EA3CE879}"/>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30DEA11-1D81-DFDA-81BB-325D0EB495D3}"/>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ED70C170-F2C9-B98F-4881-930EC2233498}"/>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4C4B1161-3018-687B-2ECE-0784A8DEF253}"/>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EB979911-5BA8-9CAD-7782-64F90E9CCD59}"/>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F073BEE6-D37C-0312-9111-AC1B0F308989}"/>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DABD781A-CEC5-D62E-E8C6-0F8F800FD42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21C0A7D-0312-76D1-1140-4D459A5604F9}"/>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99C92161-4206-2AAB-F880-EDDADAA115FA}"/>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18A51E6E-829D-40D7-4729-A85C44FF7691}"/>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182717AD-C8D9-3637-C180-17C341CD12E7}"/>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B27698C5-57E7-CCA9-3AF9-BD8160A99D86}"/>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7BAA1005-A34E-1F60-E808-00C28E7BB7CB}"/>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83BB95A9-8D74-94D3-385F-0FDB6D29DE63}"/>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08E72DF9-7651-121E-DBB1-21E6F30D0CCE}"/>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CFBEC86F-986A-DE68-E285-DE766E847EBB}"/>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D2C84F3A-C101-89AA-BED5-FD369567286A}"/>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5135B64-7091-B35D-A7C0-F23BF8041A96}"/>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752C9155-C858-1059-F7D9-C6375D07C657}"/>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817112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D4F8C-A801-285A-757C-2619D456AF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F0B4D-FB3A-3A28-D343-05C98E83ECC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59DC694-6A55-98D5-AB40-160785A4F6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5FA7D1A-7C0A-8D35-9DAB-1C6A116DA62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7888DD4-8211-804E-4315-A3C8F48B0DD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7A37BC5-9ED8-9A50-F359-004880D63F02}"/>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AD1DAF77-C12A-A59A-819C-DE297413D841}"/>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93E30439-C802-F665-B46F-5630AB277463}"/>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FD88AD4F-9A7A-6F3D-41B6-42B81564CE30}"/>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5077C9ED-1FB5-EBE9-60CC-0EE0E80B88B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092E552A-398C-161E-A226-CEE7C5B6CED6}"/>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519897F3-00FF-736F-404C-E7D6BA5A3AAC}"/>
              </a:ext>
            </a:extLst>
          </p:cNvPr>
          <p:cNvSpPr txBox="1"/>
          <p:nvPr/>
        </p:nvSpPr>
        <p:spPr>
          <a:xfrm>
            <a:off x="6654802" y="2293451"/>
            <a:ext cx="570089" cy="230832"/>
          </a:xfrm>
          <a:prstGeom prst="rect">
            <a:avLst/>
          </a:prstGeom>
          <a:noFill/>
        </p:spPr>
        <p:txBody>
          <a:bodyPr wrap="square" rtlCol="0">
            <a:spAutoFit/>
          </a:bodyPr>
          <a:lstStyle/>
          <a:p>
            <a:pPr algn="ctr"/>
            <a:r>
              <a:rPr lang="en-US" sz="900" dirty="0"/>
              <a:t>123</a:t>
            </a:r>
          </a:p>
        </p:txBody>
      </p:sp>
      <p:sp>
        <p:nvSpPr>
          <p:cNvPr id="35" name="TextBox 34">
            <a:extLst>
              <a:ext uri="{FF2B5EF4-FFF2-40B4-BE49-F238E27FC236}">
                <a16:creationId xmlns:a16="http://schemas.microsoft.com/office/drawing/2014/main" id="{B87D5771-0EE6-0E00-0BE2-0B4DCC27F045}"/>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236F5C2E-E0B4-C27F-794E-77F5831A763A}"/>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5D4229C9-1DC1-1545-D2BC-9C583E78F6E0}"/>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98CA3F6-6589-F25B-AF32-3F1AA3B4C49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144378BB-6873-60F9-FF5A-8ADEB33A0094}"/>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193A468F-D8E0-79E7-B217-C451D56FA26C}"/>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9B10F910-835C-007C-AAA4-09B8603D0371}"/>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8F82BF85-F6B9-A02F-F19D-E735BFB7CA4F}"/>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0E1EFDAF-EDD8-587D-4771-2FE5A4EFE6A3}"/>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01C89059-AAF5-C074-2B86-E98088790ACF}"/>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DCFDAF4F-EE12-2D6D-ECE7-F57912E9D84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A386C278-96C0-A6CD-B80D-813F5B4A0A81}"/>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C316550B-754E-F602-3AFE-8A010A5A7A3D}"/>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8E378609-1BBB-1A87-2312-6CAA6203AA69}"/>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9BA96DE4-00FA-6710-8FBE-4EE927563C92}"/>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A5B99AA2-7FF9-071C-9D51-EE3BDE2065D5}"/>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E1656C90-FE17-54D4-23ED-7426C94AD04C}"/>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82E57B5F-0A23-DAC7-A2BF-6D23E0A191FC}"/>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BE6259C0-2FAD-E439-BDA8-AA97DD814E8E}"/>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53E21E77-83C1-5F3C-14A0-3B4CF9908963}"/>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96C7286A-0659-CFF8-4E21-31DAB1591F9B}"/>
              </a:ext>
            </a:extLst>
          </p:cNvPr>
          <p:cNvSpPr txBox="1"/>
          <p:nvPr/>
        </p:nvSpPr>
        <p:spPr>
          <a:xfrm>
            <a:off x="4645378" y="2293451"/>
            <a:ext cx="570089" cy="230832"/>
          </a:xfrm>
          <a:prstGeom prst="rect">
            <a:avLst/>
          </a:prstGeom>
          <a:noFill/>
        </p:spPr>
        <p:txBody>
          <a:bodyPr wrap="square" rtlCol="0">
            <a:spAutoFit/>
          </a:bodyPr>
          <a:lstStyle/>
          <a:p>
            <a:pPr algn="ctr"/>
            <a:r>
              <a:rPr lang="en-US" sz="900" dirty="0"/>
              <a:t>123</a:t>
            </a:r>
          </a:p>
        </p:txBody>
      </p:sp>
      <p:sp>
        <p:nvSpPr>
          <p:cNvPr id="58" name="TextBox 57">
            <a:extLst>
              <a:ext uri="{FF2B5EF4-FFF2-40B4-BE49-F238E27FC236}">
                <a16:creationId xmlns:a16="http://schemas.microsoft.com/office/drawing/2014/main" id="{5905E161-E57E-00EC-DF7B-E34EFDDCD277}"/>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61" name="TextBox 60">
            <a:extLst>
              <a:ext uri="{FF2B5EF4-FFF2-40B4-BE49-F238E27FC236}">
                <a16:creationId xmlns:a16="http://schemas.microsoft.com/office/drawing/2014/main" id="{97726C39-B675-43EE-5865-72D51BF215EA}"/>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021210F6-B977-1BE7-8EA2-5EE42DA4BE7E}"/>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A5ED31C3-5DDA-BE97-4435-DBC53C4A4572}"/>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6F8995A7-7749-8132-3415-506977A0E1E5}"/>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36585F9D-12B7-FA5B-D34D-93EBD62246D6}"/>
              </a:ext>
            </a:extLst>
          </p:cNvPr>
          <p:cNvSpPr txBox="1"/>
          <p:nvPr/>
        </p:nvSpPr>
        <p:spPr>
          <a:xfrm>
            <a:off x="5147734" y="3295339"/>
            <a:ext cx="570089" cy="230832"/>
          </a:xfrm>
          <a:prstGeom prst="rect">
            <a:avLst/>
          </a:prstGeom>
          <a:noFill/>
        </p:spPr>
        <p:txBody>
          <a:bodyPr wrap="square" rtlCol="0">
            <a:spAutoFit/>
          </a:bodyPr>
          <a:lstStyle/>
          <a:p>
            <a:pPr algn="ctr"/>
            <a:r>
              <a:rPr lang="en-US" sz="900" dirty="0"/>
              <a:t>123</a:t>
            </a:r>
          </a:p>
        </p:txBody>
      </p:sp>
      <p:sp>
        <p:nvSpPr>
          <p:cNvPr id="48" name="TextBox 47">
            <a:extLst>
              <a:ext uri="{FF2B5EF4-FFF2-40B4-BE49-F238E27FC236}">
                <a16:creationId xmlns:a16="http://schemas.microsoft.com/office/drawing/2014/main" id="{262D264F-D3F0-F689-B426-00E74F78DE7F}"/>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3C2803E9-2D26-F087-3B91-21868F397A8D}"/>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3214BF05-93AD-D3CC-4BD8-4BFD253DC228}"/>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3AB6772C-9B7A-FF68-C537-7B77B72BE49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486DFDD8-9D1C-2303-6A5D-E0C0B8DE2F5A}"/>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E0306555-8E30-FB5F-F0E5-ACDE6FE0F05A}"/>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9A4D7BFC-8844-3D7B-4DC6-8A8977DA5A24}"/>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96974E43-648E-DED1-AD10-223F4E905BF9}"/>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4A7B104-5FB9-ABD7-B10A-34C0D8328AD7}"/>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2B6DD641-0A6C-69B9-64D9-F8A22E330A56}"/>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D7F37087-2D03-02E6-2479-D778DE9DA167}"/>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9480261D-11F2-CE59-43D6-2E1256EFC3D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6C67DAAE-431C-F79F-82A7-16225A88854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D7E5CC68-A239-FB0E-042F-331BDC287356}"/>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51EFA493-7863-2A7E-C207-3110502A93E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64115B25-B308-22C5-E32F-8805630EBE90}"/>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0D0D2800-ADB5-717F-D1F2-3574DBF98E28}"/>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EECD6A93-D579-F7E0-F150-9554AB9E0810}"/>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5C1636D-B0B6-470E-C2DF-307BB667E16E}"/>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6FFC5298-9A84-286C-4821-4A13D9214164}"/>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9118EEBA-83D1-9E2B-E0DB-ACFF0D6CC523}"/>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9FDEF27A-AF19-A666-B3C2-BF76FEE0AA69}"/>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CD602C5-4199-C2E2-0F19-A686333CE8B3}"/>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4BD1A9EB-3A94-02A0-8F19-628752F93823}"/>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314F3CAB-F893-7F9B-FF0A-A5856DB82AE3}"/>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FA7BD64-6FA6-8C2A-DD11-2AA269BCFA37}"/>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CAE65829-50FD-EF09-EFD7-BB5C84CEA873}"/>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6AE18303-6F4F-D587-2F5E-EACA3E5BBB2E}"/>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23F7E4DA-027E-FEC4-C4F4-606B112083E8}"/>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F5B82BF5-25FB-F0B8-557D-AE5516D57DD7}"/>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73A30140-3D7C-CF63-CDB8-395DC7667CAA}"/>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E2E9E618-BA57-ABAA-3D78-B574E112F572}"/>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F039CD63-E2ED-CDC8-D23F-FDA89D537F50}"/>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750F89E7-4019-9900-98AC-4EEE648F2933}"/>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7037190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E3DD7-E89F-49F9-AEE2-7D9D84A9EE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9F95FD-C96A-3DD2-03CE-7882529B0EB9}"/>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BB85EB1-8B56-FBB0-A20F-59F0EB85DC8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285E2A3-1B3A-8073-E8E2-60B407620B3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98AA07C-BD7C-81C8-A15C-7DED265F706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E2DEAAA-99CB-3DC2-CB6B-94E897112B74}"/>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BE199F96-059C-F982-FBC8-25AF4CB7EDB9}"/>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CD91A3DD-7249-F505-600E-26EE64AA3A03}"/>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2DFD93D0-D0AC-A61C-4BD7-334BD98236FE}"/>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7FC51125-070E-DA58-D331-5240D511770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39777BC8-EE92-08C6-5516-90126C908565}"/>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227E7285-FE5E-C41F-7A7E-36B9A40D60BB}"/>
              </a:ext>
            </a:extLst>
          </p:cNvPr>
          <p:cNvSpPr txBox="1"/>
          <p:nvPr/>
        </p:nvSpPr>
        <p:spPr>
          <a:xfrm>
            <a:off x="6654802" y="2293451"/>
            <a:ext cx="570089" cy="230832"/>
          </a:xfrm>
          <a:prstGeom prst="rect">
            <a:avLst/>
          </a:prstGeom>
          <a:noFill/>
        </p:spPr>
        <p:txBody>
          <a:bodyPr wrap="square" rtlCol="0">
            <a:spAutoFit/>
          </a:bodyPr>
          <a:lstStyle/>
          <a:p>
            <a:pPr algn="ctr"/>
            <a:r>
              <a:rPr lang="en-US" sz="900" dirty="0"/>
              <a:t>32</a:t>
            </a:r>
          </a:p>
        </p:txBody>
      </p:sp>
      <p:sp>
        <p:nvSpPr>
          <p:cNvPr id="35" name="TextBox 34">
            <a:extLst>
              <a:ext uri="{FF2B5EF4-FFF2-40B4-BE49-F238E27FC236}">
                <a16:creationId xmlns:a16="http://schemas.microsoft.com/office/drawing/2014/main" id="{873EA75B-E192-A3AF-0E4F-20A792BF804D}"/>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DBBF97D8-4350-BAFD-E124-FDF79617DF85}"/>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C7DECD64-06E0-7077-D919-9B48D9FB2B69}"/>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E5166C6A-B1A2-08B1-D9FA-FCF52E36B33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9414BEE0-4A19-8CC3-8A52-C718CE2E61DC}"/>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060A94AA-738C-976A-6D7D-6CB1161A1642}"/>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AF8B755A-77D5-5C5E-1104-DA6B85B54A94}"/>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CCCA77E-418B-1A07-E75D-3F611FE820EF}"/>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D14036F9-9126-613E-BC8E-E2692FAA2878}"/>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C5549769-AFBC-1DEE-95B7-DC44CA17AA0B}"/>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4ED39DA4-1771-C61D-CA70-E501156E74D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70DC1A2A-5FF9-5E45-7F39-8DD8B20878F3}"/>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36CEAFE9-A600-6F04-265F-3254BB6CFAA6}"/>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4722C822-1E28-6486-C9CF-423E7B2F1EC3}"/>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3B4B9BFE-FE8F-62DD-99BD-F398B0E6E1B8}"/>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62816582-FAF4-BDAA-28ED-B075224F703C}"/>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803BC3C7-AAA9-9332-862B-7F23256E74CB}"/>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4076730F-7955-DCBC-EE84-D62E9C121534}"/>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C10D2546-3FF0-AA3B-20AF-3732F34B5F1D}"/>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AB39086A-2453-E128-0A8C-86B1C95F07E4}"/>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E9561052-943F-CB76-6905-0BC2DA659E29}"/>
              </a:ext>
            </a:extLst>
          </p:cNvPr>
          <p:cNvSpPr txBox="1"/>
          <p:nvPr/>
        </p:nvSpPr>
        <p:spPr>
          <a:xfrm>
            <a:off x="4645378" y="2293451"/>
            <a:ext cx="570089" cy="230832"/>
          </a:xfrm>
          <a:prstGeom prst="rect">
            <a:avLst/>
          </a:prstGeom>
          <a:noFill/>
        </p:spPr>
        <p:txBody>
          <a:bodyPr wrap="square" rtlCol="0">
            <a:spAutoFit/>
          </a:bodyPr>
          <a:lstStyle/>
          <a:p>
            <a:pPr algn="ctr"/>
            <a:r>
              <a:rPr lang="en-US" sz="900" dirty="0"/>
              <a:t>23</a:t>
            </a:r>
          </a:p>
        </p:txBody>
      </p:sp>
      <p:sp>
        <p:nvSpPr>
          <p:cNvPr id="58" name="TextBox 57">
            <a:extLst>
              <a:ext uri="{FF2B5EF4-FFF2-40B4-BE49-F238E27FC236}">
                <a16:creationId xmlns:a16="http://schemas.microsoft.com/office/drawing/2014/main" id="{FF68CE1E-C572-FDE3-21D8-6F759DBD5A77}"/>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546907B4-D31C-4BB9-4045-F221482B58B3}"/>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B6C21B6F-CF4B-9C99-9FD6-933545011CEC}"/>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81062F11-B936-9680-2BB2-1FFABDE069D0}"/>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BAE0EC0D-4BC7-DDDF-CB30-EBF40CE27D26}"/>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FEB7E68A-05B8-0414-67A3-911B541D11E4}"/>
              </a:ext>
            </a:extLst>
          </p:cNvPr>
          <p:cNvSpPr txBox="1"/>
          <p:nvPr/>
        </p:nvSpPr>
        <p:spPr>
          <a:xfrm>
            <a:off x="5147734" y="3295339"/>
            <a:ext cx="570089" cy="230832"/>
          </a:xfrm>
          <a:prstGeom prst="rect">
            <a:avLst/>
          </a:prstGeom>
          <a:noFill/>
        </p:spPr>
        <p:txBody>
          <a:bodyPr wrap="square" rtlCol="0">
            <a:spAutoFit/>
          </a:bodyPr>
          <a:lstStyle/>
          <a:p>
            <a:pPr algn="ctr"/>
            <a:r>
              <a:rPr lang="en-US" sz="900" dirty="0"/>
              <a:t>32</a:t>
            </a:r>
          </a:p>
        </p:txBody>
      </p:sp>
      <p:sp>
        <p:nvSpPr>
          <p:cNvPr id="48" name="TextBox 47">
            <a:extLst>
              <a:ext uri="{FF2B5EF4-FFF2-40B4-BE49-F238E27FC236}">
                <a16:creationId xmlns:a16="http://schemas.microsoft.com/office/drawing/2014/main" id="{32465442-2AAB-A390-A424-B985D8CCFEC2}"/>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BF1D6BE2-A2C6-FD61-12AC-88D0BBB0D8FC}"/>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B41FE85F-161F-3CC3-74D5-9E90B241A3CC}"/>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39349C11-960C-9342-AF60-F9B99BA5D36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62E01998-C807-5ABE-927F-64FE335456FC}"/>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33FFD5C4-448C-1434-53D6-624C7CD4508F}"/>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1E26051B-6922-751E-99D7-8F02A8B505BF}"/>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5A88E202-0556-68C4-DF85-9B1049C64932}"/>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672AF81-0C2F-1D4C-1783-3D8CA3154E2A}"/>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352CE0E8-BAD0-C1C9-92CD-E31D3A5CA99B}"/>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41F3F7C1-DE25-B0EC-1BFA-42F1FF7C7F17}"/>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A68997E2-0E62-F4D0-B879-55BDFD9FF31D}"/>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1F96CFC0-7CC8-2C65-BC94-52EEEFE4B843}"/>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8617E417-C08E-F326-74EC-FB70E7D24E9E}"/>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14B707CB-45A3-7BB1-8D4F-35697F64E0F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9F8BB50A-32DB-99D6-478A-BF12217E8D04}"/>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3D2F0DDF-C068-2E78-CA9C-967875796C9A}"/>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98BCED2-7B5F-576D-787E-3DF1EF4E5052}"/>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2398801-5238-DBB4-7B2A-DFB644899B8F}"/>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E858B6AE-9406-9982-105E-907D75C319B0}"/>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2D3BF7B0-16EE-54C0-F556-822C6CFC8A94}"/>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6155563F-11AE-3725-79BF-6BD32BA74830}"/>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F7B716F-C79B-CCC2-76D5-B60C581E12CA}"/>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B1DA1CC7-CEA4-EFB1-D6B7-6ACEF1C646D5}"/>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BD0E3F7A-4616-2059-629D-262223C8621B}"/>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7B61E866-818D-81F2-0772-B91BA4B1E1E3}"/>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26EF7426-3E2B-9FDC-C975-EDE9EFF5AFCD}"/>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DADF95E1-2A25-6C4D-7077-D70356AE1880}"/>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CEA1152C-6562-9069-43DD-47C4D24C4BE6}"/>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D4C98643-2D50-3E45-D019-6B77534E3756}"/>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A8B34A01-2498-7942-A460-09B1CFA95A7B}"/>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A4D086B0-CD2A-CF9B-59A7-C7CB9AE2715A}"/>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9E5B67DD-D025-56C7-8984-C92CDFCB36DD}"/>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DE40A549-1310-79B3-9D14-068949086F02}"/>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397366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076A1-6D8B-4806-11DB-832D11BEEE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E0DC41-45C8-9925-EF17-0149070E2E5A}"/>
              </a:ext>
            </a:extLst>
          </p:cNvPr>
          <p:cNvSpPr>
            <a:spLocks noGrp="1"/>
          </p:cNvSpPr>
          <p:nvPr>
            <p:ph sz="half" idx="1"/>
          </p:nvPr>
        </p:nvSpPr>
        <p:spPr/>
        <p:txBody>
          <a:bodyPr/>
          <a:lstStyle/>
          <a:p>
            <a:r>
              <a:rPr lang="en-US" dirty="0"/>
              <a:t>Since this cell can’t be on the 123 cycle, it must be on the 789 cycle.</a:t>
            </a:r>
          </a:p>
        </p:txBody>
      </p:sp>
      <p:pic>
        <p:nvPicPr>
          <p:cNvPr id="4" name="Picture 3" descr="A grid of sudoku puzzle&#10;&#10;Description automatically generated">
            <a:extLst>
              <a:ext uri="{FF2B5EF4-FFF2-40B4-BE49-F238E27FC236}">
                <a16:creationId xmlns:a16="http://schemas.microsoft.com/office/drawing/2014/main" id="{07CB2E1D-FC86-2699-BA65-AF7B5875BD6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62FC271-1606-354E-CB45-7AF56B3B588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4ABD60B-8400-2D7E-0B6F-EA950805103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84823EE-3A94-1BAF-DDB0-91981CC7CD1D}"/>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0773A688-9D32-F5A6-D6EC-D34A29A347FE}"/>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38559CD4-1724-0284-FBF5-60648D1DD399}"/>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42773F25-3C50-0895-B158-84C7ACC577EE}"/>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84A8C388-D910-F14E-81F1-E2CBE3EAA591}"/>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612D0A2E-AB71-91F5-0819-8F10856AC2E0}"/>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CA4A703E-47A9-C206-32AA-E929A8A2AC2D}"/>
              </a:ext>
            </a:extLst>
          </p:cNvPr>
          <p:cNvSpPr txBox="1"/>
          <p:nvPr/>
        </p:nvSpPr>
        <p:spPr>
          <a:xfrm>
            <a:off x="6654802" y="2293451"/>
            <a:ext cx="570089" cy="230832"/>
          </a:xfrm>
          <a:prstGeom prst="rect">
            <a:avLst/>
          </a:prstGeom>
          <a:noFill/>
        </p:spPr>
        <p:txBody>
          <a:bodyPr wrap="square" rtlCol="0">
            <a:spAutoFit/>
          </a:bodyPr>
          <a:lstStyle/>
          <a:p>
            <a:pPr algn="ctr"/>
            <a:r>
              <a:rPr lang="en-US" sz="900" dirty="0"/>
              <a:t>32</a:t>
            </a:r>
          </a:p>
        </p:txBody>
      </p:sp>
      <p:sp>
        <p:nvSpPr>
          <p:cNvPr id="35" name="TextBox 34">
            <a:extLst>
              <a:ext uri="{FF2B5EF4-FFF2-40B4-BE49-F238E27FC236}">
                <a16:creationId xmlns:a16="http://schemas.microsoft.com/office/drawing/2014/main" id="{663F5A15-1ADF-FD67-583C-A6A003235EBE}"/>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8B984605-5358-BAE3-22E0-34DF58D405C9}"/>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037D0D17-E31F-5C53-F220-BCB29AC185BE}"/>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C51D78DA-22CD-D1B3-E0C9-2311B75FB8C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55832D56-AAF3-F83B-6B0B-0B5E58FEA678}"/>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CE6FF973-FE2E-7B18-25D9-6342239631DC}"/>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051183D5-AB2C-A92F-1621-3303C2FD10EC}"/>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06CB3D9-FF61-B011-044E-04896A844351}"/>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2725C570-EB6B-6A82-40F9-F4968621B2BF}"/>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B5D047A8-92AE-1E2F-C648-B7DD9FC4B8A4}"/>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A4FE98D9-E5CB-9B57-3C72-9B00C2B337E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A7D937BD-3529-B103-D108-3DB47CEE9981}"/>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7887BAAF-7230-5132-949E-8399131008F3}"/>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0673CA95-2CE1-55F0-9071-4ACEEACD9D22}"/>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80CD45D-0DE8-2D7D-3CF0-083C5D10FAD3}"/>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B08F98A2-24DD-7902-897A-4E15C003AA03}"/>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BF7D982B-398E-A67E-66E9-B064DBDE7B62}"/>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5C97CDFA-7D72-7772-B551-C6919472DBD5}"/>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64D942B6-5FA5-DDA7-84CB-DEE2732B2D8B}"/>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9FA03CDE-3C24-9E3A-C385-E7FE15CF1357}"/>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25632033-9AEA-1C41-00F4-35248AB24243}"/>
              </a:ext>
            </a:extLst>
          </p:cNvPr>
          <p:cNvSpPr txBox="1"/>
          <p:nvPr/>
        </p:nvSpPr>
        <p:spPr>
          <a:xfrm>
            <a:off x="4645378" y="2293451"/>
            <a:ext cx="570089" cy="230832"/>
          </a:xfrm>
          <a:prstGeom prst="rect">
            <a:avLst/>
          </a:prstGeom>
          <a:noFill/>
        </p:spPr>
        <p:txBody>
          <a:bodyPr wrap="square" rtlCol="0">
            <a:spAutoFit/>
          </a:bodyPr>
          <a:lstStyle/>
          <a:p>
            <a:pPr algn="ctr"/>
            <a:r>
              <a:rPr lang="en-US" sz="900" dirty="0"/>
              <a:t>23</a:t>
            </a:r>
          </a:p>
        </p:txBody>
      </p:sp>
      <p:sp>
        <p:nvSpPr>
          <p:cNvPr id="58" name="TextBox 57">
            <a:extLst>
              <a:ext uri="{FF2B5EF4-FFF2-40B4-BE49-F238E27FC236}">
                <a16:creationId xmlns:a16="http://schemas.microsoft.com/office/drawing/2014/main" id="{74C27B4A-87E1-192E-6620-2A354C3B95CD}"/>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E3E41629-D1BB-6573-974D-5A2ADDF5342D}"/>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F82C9BAD-5B93-FB6C-02D1-0C5A97BACD4D}"/>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FAE6B6E4-A006-40FF-7393-103CF99197B8}"/>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A1288A6B-C4E4-216A-3BEA-1A872FEAC3A1}"/>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E9D2EAA6-75AE-17AA-D5C5-57BA6A1C641A}"/>
              </a:ext>
            </a:extLst>
          </p:cNvPr>
          <p:cNvSpPr txBox="1"/>
          <p:nvPr/>
        </p:nvSpPr>
        <p:spPr>
          <a:xfrm>
            <a:off x="5147734" y="3295339"/>
            <a:ext cx="570089" cy="230832"/>
          </a:xfrm>
          <a:prstGeom prst="rect">
            <a:avLst/>
          </a:prstGeom>
          <a:noFill/>
        </p:spPr>
        <p:txBody>
          <a:bodyPr wrap="square" rtlCol="0">
            <a:spAutoFit/>
          </a:bodyPr>
          <a:lstStyle/>
          <a:p>
            <a:pPr algn="ctr"/>
            <a:r>
              <a:rPr lang="en-US" sz="900" dirty="0"/>
              <a:t>32</a:t>
            </a:r>
          </a:p>
        </p:txBody>
      </p:sp>
      <p:sp>
        <p:nvSpPr>
          <p:cNvPr id="48" name="TextBox 47">
            <a:extLst>
              <a:ext uri="{FF2B5EF4-FFF2-40B4-BE49-F238E27FC236}">
                <a16:creationId xmlns:a16="http://schemas.microsoft.com/office/drawing/2014/main" id="{6917969C-F16F-2F14-48F9-4D2ACB495286}"/>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D07977D1-FE8D-87A3-0B5E-A1E96A6C72AD}"/>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3F71E27-3527-7852-B8DA-017E0B085150}"/>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3313CA67-C902-6FFB-2B84-F28AA1DAF9A6}"/>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F0779808-B799-F118-44AD-E05E5E998F98}"/>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2A23B8A7-EFAF-792D-7FD2-33907C1D4F3D}"/>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5066E0E8-47A3-AF6B-354B-E845FEC9BF5D}"/>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828B28A4-FEA8-F259-973F-018A77F29009}"/>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21EB0DB-4467-B1AF-FA45-1FE940843BD3}"/>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56A04B1-D3D3-5280-017B-E361B3E883CB}"/>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090B4015-CD99-9355-8282-4FB6B2DADE72}"/>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B1B86F29-EA3E-7450-4A38-31593E2688F2}"/>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ABB4050F-9DD7-C4CD-36BD-6E32D15344AA}"/>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0D194DA1-BEB2-25DA-1B6D-B6CABB32FA7D}"/>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95A76FBD-0CC2-4AB2-7E79-69519E34947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A5C7BD5E-0468-5D2D-07D0-A4B89992F2C1}"/>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A11DFD12-1145-B7B6-539C-8EEAC44F9EDD}"/>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055A4AB9-6B39-A677-E30F-364A0D8F0C4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69DB186F-1E99-607E-E5D6-837F2AB3C585}"/>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C50CC791-9639-B6A7-552F-E1ACD0AC0523}"/>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3724ED38-619C-B39F-7C3C-4B6B0B5A5B46}"/>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99DB1C19-FF4F-629D-B4C1-0845209A19EF}"/>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A88CFC46-3913-C8C5-0FE5-26A7A09560C1}"/>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7E15E8A8-0E9A-D84C-40A4-8237CC9DDCA3}"/>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5CDDE014-E42F-1FE4-D33B-170F2B949EC1}"/>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1151E1BC-F65F-A958-6D60-8AEFF8A307F4}"/>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94EE5499-C0B0-33CD-F722-8D93AB42F039}"/>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E559BF4-28AE-20FD-51EA-FD1EAE27540D}"/>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0DC32132-0416-792F-10DA-CF19FD55B13E}"/>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7F3A68B8-DF9F-19DE-FD53-0C158227DDFD}"/>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5F9171E1-83F2-12DE-9CA5-E4D74A20E18E}"/>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7A47B0D9-2C2C-B3D6-E09D-95C5A650C0B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702E7DFD-2027-6D94-34D9-564E49D7E28B}"/>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3A38E72A-4443-AAAB-5FCA-7585BEA7EFC6}"/>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3" name="TextBox 2">
            <a:extLst>
              <a:ext uri="{FF2B5EF4-FFF2-40B4-BE49-F238E27FC236}">
                <a16:creationId xmlns:a16="http://schemas.microsoft.com/office/drawing/2014/main" id="{8751DD6D-D0AA-4E17-84A5-91D43FE18ABE}"/>
              </a:ext>
            </a:extLst>
          </p:cNvPr>
          <p:cNvSpPr txBox="1"/>
          <p:nvPr/>
        </p:nvSpPr>
        <p:spPr>
          <a:xfrm>
            <a:off x="3138310" y="3406653"/>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40877357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D59E7-E8E4-EDA4-7B97-B7053A1ED3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61184A-54E7-3B5E-B0AF-B9874F3FF347}"/>
              </a:ext>
            </a:extLst>
          </p:cNvPr>
          <p:cNvSpPr>
            <a:spLocks noGrp="1"/>
          </p:cNvSpPr>
          <p:nvPr>
            <p:ph sz="half" idx="1"/>
          </p:nvPr>
        </p:nvSpPr>
        <p:spPr/>
        <p:txBody>
          <a:bodyPr/>
          <a:lstStyle/>
          <a:p>
            <a:r>
              <a:rPr lang="en-US" dirty="0"/>
              <a:t>Extend the 789 cycle.</a:t>
            </a:r>
          </a:p>
          <a:p>
            <a:r>
              <a:rPr lang="en-US" dirty="0"/>
              <a:t>Then, use the result to resolve the previous cell.</a:t>
            </a:r>
          </a:p>
        </p:txBody>
      </p:sp>
      <p:pic>
        <p:nvPicPr>
          <p:cNvPr id="4" name="Picture 3" descr="A grid of sudoku puzzle&#10;&#10;Description automatically generated">
            <a:extLst>
              <a:ext uri="{FF2B5EF4-FFF2-40B4-BE49-F238E27FC236}">
                <a16:creationId xmlns:a16="http://schemas.microsoft.com/office/drawing/2014/main" id="{AD60D5DE-554F-DB93-8FB0-D9454FE958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EB4A53E-9644-9020-28BF-92A784C5859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A5DD7DA-220C-E49D-5430-B8CC3142773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8E59CBC-D110-6768-1501-A2CF51E41798}"/>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DE750790-0C24-CC40-B577-545AAB34894F}"/>
              </a:ext>
            </a:extLst>
          </p:cNvPr>
          <p:cNvSpPr txBox="1"/>
          <p:nvPr/>
        </p:nvSpPr>
        <p:spPr>
          <a:xfrm>
            <a:off x="3640666" y="1903821"/>
            <a:ext cx="570089" cy="230832"/>
          </a:xfrm>
          <a:prstGeom prst="rect">
            <a:avLst/>
          </a:prstGeom>
          <a:noFill/>
        </p:spPr>
        <p:txBody>
          <a:bodyPr wrap="square" rtlCol="0">
            <a:spAutoFit/>
          </a:bodyPr>
          <a:lstStyle/>
          <a:p>
            <a:pPr algn="ctr"/>
            <a:r>
              <a:rPr lang="en-US" sz="900" dirty="0"/>
              <a:t>98</a:t>
            </a:r>
          </a:p>
        </p:txBody>
      </p:sp>
      <p:sp>
        <p:nvSpPr>
          <p:cNvPr id="19" name="TextBox 18">
            <a:extLst>
              <a:ext uri="{FF2B5EF4-FFF2-40B4-BE49-F238E27FC236}">
                <a16:creationId xmlns:a16="http://schemas.microsoft.com/office/drawing/2014/main" id="{A2374B97-B005-55DA-6222-3D70810BFF98}"/>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BF1AFC6B-FDF2-3DAE-2501-FDDC6CDDA486}"/>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282460B5-312C-AD1B-06C1-54C9A4235174}"/>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C4E298A9-2429-FEDF-7F06-7432A94A3774}"/>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019B62C6-1B7A-A82D-C441-3315475744B8}"/>
              </a:ext>
            </a:extLst>
          </p:cNvPr>
          <p:cNvSpPr txBox="1"/>
          <p:nvPr/>
        </p:nvSpPr>
        <p:spPr>
          <a:xfrm>
            <a:off x="6654802" y="2293451"/>
            <a:ext cx="570089" cy="230832"/>
          </a:xfrm>
          <a:prstGeom prst="rect">
            <a:avLst/>
          </a:prstGeom>
          <a:noFill/>
        </p:spPr>
        <p:txBody>
          <a:bodyPr wrap="square" rtlCol="0">
            <a:spAutoFit/>
          </a:bodyPr>
          <a:lstStyle/>
          <a:p>
            <a:pPr algn="ctr"/>
            <a:r>
              <a:rPr lang="en-US" sz="900" dirty="0"/>
              <a:t>32</a:t>
            </a:r>
          </a:p>
        </p:txBody>
      </p:sp>
      <p:sp>
        <p:nvSpPr>
          <p:cNvPr id="35" name="TextBox 34">
            <a:extLst>
              <a:ext uri="{FF2B5EF4-FFF2-40B4-BE49-F238E27FC236}">
                <a16:creationId xmlns:a16="http://schemas.microsoft.com/office/drawing/2014/main" id="{1ECFC1C9-A4B5-9CBD-D90F-0B1DF888E0D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0CD1EE04-7425-837E-9FE5-6ECC4414B5D8}"/>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C24DE99E-F29A-A867-36EF-A1E82F8764B6}"/>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6C3C016-214B-16B5-1C34-824A36F585F5}"/>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63A37838-65A5-70B4-6DCA-F846298A66C6}"/>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1DA4D26-750D-E817-18D6-2215E544DB07}"/>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BFF6997B-8009-D861-60F2-1E73D4B2901A}"/>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E4CFF661-495A-A710-1A79-72D7E5DC1895}"/>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19FF2ECC-5E87-C2F0-CF45-52B6B803F1BE}"/>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3ED8CCA9-94AD-FF06-BA1F-DA98006B4591}"/>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5CD29BFD-C305-FF8E-37E2-5E9860AC38E2}"/>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40057142-5778-020D-2AE5-0D42897AD005}"/>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24C5AD44-A033-2C4A-36A6-721F3649B3C4}"/>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5AC83303-3228-98F3-832E-9BD6D490B820}"/>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C2BE8AF3-06FF-C408-2E04-2014F3E84EFF}"/>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D3F2B860-C6AD-E2EE-B5B9-2D1699BDD6E3}"/>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C0EC301D-339F-B460-CFDF-BB46C7AB10E7}"/>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8EE1F6CC-40A2-2977-6894-DE01FDBD4C63}"/>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840C3113-8712-B57B-B41F-D404A6C9D529}"/>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BAA2DC04-761E-671F-8060-93299ABA9345}"/>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C3B79678-1A0F-CAF3-4295-5C2E97AB182A}"/>
              </a:ext>
            </a:extLst>
          </p:cNvPr>
          <p:cNvSpPr txBox="1"/>
          <p:nvPr/>
        </p:nvSpPr>
        <p:spPr>
          <a:xfrm>
            <a:off x="4645378" y="2293451"/>
            <a:ext cx="570089" cy="230832"/>
          </a:xfrm>
          <a:prstGeom prst="rect">
            <a:avLst/>
          </a:prstGeom>
          <a:noFill/>
        </p:spPr>
        <p:txBody>
          <a:bodyPr wrap="square" rtlCol="0">
            <a:spAutoFit/>
          </a:bodyPr>
          <a:lstStyle/>
          <a:p>
            <a:pPr algn="ctr"/>
            <a:r>
              <a:rPr lang="en-US" sz="900" dirty="0"/>
              <a:t>23</a:t>
            </a:r>
          </a:p>
        </p:txBody>
      </p:sp>
      <p:sp>
        <p:nvSpPr>
          <p:cNvPr id="58" name="TextBox 57">
            <a:extLst>
              <a:ext uri="{FF2B5EF4-FFF2-40B4-BE49-F238E27FC236}">
                <a16:creationId xmlns:a16="http://schemas.microsoft.com/office/drawing/2014/main" id="{B1C9171D-DB6E-E47E-B62C-028ABA256E5C}"/>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60BFAF5D-CEA9-00C4-0BA7-F16CCC6AB7F2}"/>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ADE92E64-C0EE-21FF-FDB1-1541E4B99DE0}"/>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8D2F39A4-DD75-7796-7F18-0CB40279982F}"/>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2D41C92-B706-F560-C168-170E13D1F3CD}"/>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E7E1B066-D881-E2AE-A342-720A0F416EF8}"/>
              </a:ext>
            </a:extLst>
          </p:cNvPr>
          <p:cNvSpPr txBox="1"/>
          <p:nvPr/>
        </p:nvSpPr>
        <p:spPr>
          <a:xfrm>
            <a:off x="5147734" y="3295339"/>
            <a:ext cx="570089" cy="230832"/>
          </a:xfrm>
          <a:prstGeom prst="rect">
            <a:avLst/>
          </a:prstGeom>
          <a:noFill/>
        </p:spPr>
        <p:txBody>
          <a:bodyPr wrap="square" rtlCol="0">
            <a:spAutoFit/>
          </a:bodyPr>
          <a:lstStyle/>
          <a:p>
            <a:pPr algn="ctr"/>
            <a:r>
              <a:rPr lang="en-US" sz="900" dirty="0"/>
              <a:t>32</a:t>
            </a:r>
          </a:p>
        </p:txBody>
      </p:sp>
      <p:sp>
        <p:nvSpPr>
          <p:cNvPr id="48" name="TextBox 47">
            <a:extLst>
              <a:ext uri="{FF2B5EF4-FFF2-40B4-BE49-F238E27FC236}">
                <a16:creationId xmlns:a16="http://schemas.microsoft.com/office/drawing/2014/main" id="{B8436FC0-164D-F5EA-EC18-F33BA9D1AECE}"/>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0E7A3088-C544-7DB4-AE6A-F65DFA3F7AEB}"/>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BFE3EB83-82C4-D9F2-7FA0-B0B8A175CCAB}"/>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4F999937-356A-C00A-1C66-7B08F0EB38C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A96E5AD0-FE10-C4F5-8BCB-05BEAB47EBC1}"/>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1C689A89-ABBD-EC34-8AB4-BC7EC38FB30C}"/>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7C578984-4B29-E882-EB8D-807B4F610AFD}"/>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F9463E52-B00D-955A-12CA-336E33980BEA}"/>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3F9DB6E-6335-95BA-071F-8F96744819AF}"/>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6C36949-4662-EECC-0D88-B05D83C35124}"/>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4DABE23A-F708-D8A5-6517-791CD62BA91C}"/>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0A9DCB86-8BCC-2495-301F-FD0BBE4C7BA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B156B673-A084-48C3-FC2A-C511DF92B29D}"/>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77430D6E-461A-E1C7-7B3C-C932AB0E3915}"/>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64F31AAF-0077-1384-3EC0-A0AB3232F14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BA9F8638-5941-2240-D5D1-57D8D59DFF77}"/>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B448887C-602F-5256-4423-0477BF78C471}"/>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FA67FC6A-8E2F-EFA0-D9D2-1754E90E1AE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555A64BB-AFC6-CEEC-C7B7-A3C270F1EAB5}"/>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DC22449E-DA82-2B00-DFA0-F3FED700EB89}"/>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A9B8C0D7-E5D8-06A2-DC45-C53B4EA001F5}"/>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2299CA0-B201-C2D6-C038-8694F3112C83}"/>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4F5D2D53-81C8-17B0-5896-70232009CB70}"/>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AAACEC95-495D-FFFA-9FFC-5C3D3EAC1177}"/>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0E61BDB7-5277-CEF5-C7E2-95E3395B201E}"/>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061AD215-8C61-2A55-1A17-124722DE4155}"/>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4DC4EF7D-AAE4-CC9C-3CE6-372D723BCBB0}"/>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4021B842-7E1E-17B3-DB61-9F9759182915}"/>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4428468D-C49D-F492-2967-75F6B588C182}"/>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DA1FB755-B7E1-B6DA-A445-C6F739CE8E8A}"/>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62FFEC05-DE42-973C-A9F7-F52A4C238097}"/>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2F355A64-3A02-B47E-1B04-20CD3469BC4A}"/>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D52580F0-4F4E-E9D9-312D-E25F77DB9E64}"/>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DDEBBEA0-2E77-1742-91CA-99FB960BEDC2}"/>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3E6692B-0811-B608-38C3-15DBB0406572}"/>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EEE0F18E-508D-3584-EA48-16554656529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0255182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52403-06BA-2FF1-BC29-70F0050B5D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0CF53C-A5D8-FA15-AB87-DA8E76540D0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9C6A86A-9D1A-C4A4-6D75-87FA5BB9E6E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D4DF8F5-7D3C-0CBA-63BB-26527062E0C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2130F07-D0EF-CD7C-E579-145DBF7A767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6A55928-7E6D-30EA-8996-1A1822983554}"/>
              </a:ext>
            </a:extLst>
          </p:cNvPr>
          <p:cNvPicPr>
            <a:picLocks noChangeAspect="1"/>
          </p:cNvPicPr>
          <p:nvPr/>
        </p:nvPicPr>
        <p:blipFill>
          <a:blip r:embed="rId6"/>
          <a:stretch>
            <a:fillRect/>
          </a:stretch>
        </p:blipFill>
        <p:spPr>
          <a:xfrm>
            <a:off x="4584700" y="2311400"/>
            <a:ext cx="0" cy="0"/>
          </a:xfrm>
          <a:prstGeom prst="rect">
            <a:avLst/>
          </a:prstGeom>
        </p:spPr>
      </p:pic>
      <p:sp>
        <p:nvSpPr>
          <p:cNvPr id="27" name="TextBox 26">
            <a:extLst>
              <a:ext uri="{FF2B5EF4-FFF2-40B4-BE49-F238E27FC236}">
                <a16:creationId xmlns:a16="http://schemas.microsoft.com/office/drawing/2014/main" id="{94589B39-EC86-70FC-9B99-A9DD68B29087}"/>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CD045879-43E0-93AC-9A1B-4CE74EB74BD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8488E11B-1CCA-1281-03A2-391F290B69F2}"/>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1D2393F8-EF4B-01C3-4C66-63079EAD46C8}"/>
              </a:ext>
            </a:extLst>
          </p:cNvPr>
          <p:cNvSpPr txBox="1"/>
          <p:nvPr/>
        </p:nvSpPr>
        <p:spPr>
          <a:xfrm>
            <a:off x="6654802" y="2293451"/>
            <a:ext cx="570089" cy="230832"/>
          </a:xfrm>
          <a:prstGeom prst="rect">
            <a:avLst/>
          </a:prstGeom>
          <a:noFill/>
        </p:spPr>
        <p:txBody>
          <a:bodyPr wrap="square" rtlCol="0">
            <a:spAutoFit/>
          </a:bodyPr>
          <a:lstStyle/>
          <a:p>
            <a:pPr algn="ctr"/>
            <a:r>
              <a:rPr lang="en-US" sz="900" dirty="0"/>
              <a:t>32</a:t>
            </a:r>
          </a:p>
        </p:txBody>
      </p:sp>
      <p:sp>
        <p:nvSpPr>
          <p:cNvPr id="35" name="TextBox 34">
            <a:extLst>
              <a:ext uri="{FF2B5EF4-FFF2-40B4-BE49-F238E27FC236}">
                <a16:creationId xmlns:a16="http://schemas.microsoft.com/office/drawing/2014/main" id="{CE5C5448-7131-029E-5C32-EE72D23B9855}"/>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36B30BF1-A0C9-EF7A-1E12-2053AD2CECF4}"/>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166D40A1-2675-56EA-A3A5-90093CEA8BF1}"/>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EDF03DF3-555D-6273-EB8F-9B749F9B2AD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7CAA83C1-9F84-D4C4-6BF2-A9E7E2743200}"/>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76C2E15D-FDB4-C815-066B-B578637E0D54}"/>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BC02B30D-3389-8726-DA29-1054187133D5}"/>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8C1BA314-7464-533D-3F4F-0FA35188C7E2}"/>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B70651EF-CF36-8B4A-2E72-97BF91A0E4E1}"/>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FB649193-B209-BA43-4425-2ADB03CA1BB5}"/>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A2EB6AFB-D2E0-500E-A7DE-F306147B48F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9386AEBD-65EB-CE6C-434D-04923FA83B81}"/>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74430CB0-F160-1404-BD62-6BB104CC13EA}"/>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BDC76900-E8F1-8241-E1AA-2D5283D87660}"/>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B550F0C1-6232-9130-9235-D3335F193F88}"/>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4C0DB83D-3195-0BD3-0884-EED1FA13B8E4}"/>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5CEB2389-BDDD-CE98-1D9E-6DADBEF7D11D}"/>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82FE82EC-402F-FCA0-A9EA-A12A3D386350}"/>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C480430E-A7DC-9596-35CE-699772773DB1}"/>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DE228210-22F3-FAAA-F487-451F50D1A695}"/>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991C73C2-6D81-A409-C28B-4610D53D5D81}"/>
              </a:ext>
            </a:extLst>
          </p:cNvPr>
          <p:cNvSpPr txBox="1"/>
          <p:nvPr/>
        </p:nvSpPr>
        <p:spPr>
          <a:xfrm>
            <a:off x="4645378" y="2293451"/>
            <a:ext cx="570089" cy="230832"/>
          </a:xfrm>
          <a:prstGeom prst="rect">
            <a:avLst/>
          </a:prstGeom>
          <a:noFill/>
        </p:spPr>
        <p:txBody>
          <a:bodyPr wrap="square" rtlCol="0">
            <a:spAutoFit/>
          </a:bodyPr>
          <a:lstStyle/>
          <a:p>
            <a:pPr algn="ctr"/>
            <a:r>
              <a:rPr lang="en-US" sz="900" dirty="0"/>
              <a:t>23</a:t>
            </a:r>
          </a:p>
        </p:txBody>
      </p:sp>
      <p:sp>
        <p:nvSpPr>
          <p:cNvPr id="58" name="TextBox 57">
            <a:extLst>
              <a:ext uri="{FF2B5EF4-FFF2-40B4-BE49-F238E27FC236}">
                <a16:creationId xmlns:a16="http://schemas.microsoft.com/office/drawing/2014/main" id="{78E2F803-C5A6-DFF5-01CB-34C5E9F4A85B}"/>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525B7C9A-F1DD-E7CC-4BA9-B0C98653308A}"/>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F2A2FC73-8C51-1D94-39E9-2876C282E1CA}"/>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F621455E-7783-0CA1-B683-B986C0E117B0}"/>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A1B0777B-7935-A7DF-17F6-6BE9FFA7D31D}"/>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D680EEFA-D374-DD46-3DD3-708916550FDF}"/>
              </a:ext>
            </a:extLst>
          </p:cNvPr>
          <p:cNvSpPr txBox="1"/>
          <p:nvPr/>
        </p:nvSpPr>
        <p:spPr>
          <a:xfrm>
            <a:off x="5147734" y="3295339"/>
            <a:ext cx="570089" cy="230832"/>
          </a:xfrm>
          <a:prstGeom prst="rect">
            <a:avLst/>
          </a:prstGeom>
          <a:noFill/>
        </p:spPr>
        <p:txBody>
          <a:bodyPr wrap="square" rtlCol="0">
            <a:spAutoFit/>
          </a:bodyPr>
          <a:lstStyle/>
          <a:p>
            <a:pPr algn="ctr"/>
            <a:r>
              <a:rPr lang="en-US" sz="900" dirty="0"/>
              <a:t>32</a:t>
            </a:r>
          </a:p>
        </p:txBody>
      </p:sp>
      <p:sp>
        <p:nvSpPr>
          <p:cNvPr id="48" name="TextBox 47">
            <a:extLst>
              <a:ext uri="{FF2B5EF4-FFF2-40B4-BE49-F238E27FC236}">
                <a16:creationId xmlns:a16="http://schemas.microsoft.com/office/drawing/2014/main" id="{7443E12B-8119-242C-B071-96ACDA5EDC09}"/>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A8777672-6CC6-593D-5BC6-38FC5FF16BE5}"/>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C246996-7565-B978-2C0D-2B96831B1959}"/>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7AFC3AB8-FDE1-AD1E-C1A5-D480F17460F7}"/>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8BE988C2-E0A5-958D-A877-61AE434E78F4}"/>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21CD6D3A-378B-9818-0B31-53BEB5B6C423}"/>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830EF7CA-0981-607C-5306-7AC4238635A0}"/>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FED54796-DF02-4958-BA37-68FCFE358A3D}"/>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9F42A60-4BF1-1A95-C2CE-2DCD70CBA2AC}"/>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9290B77-9C1C-5EBD-9E87-D13CA8EAE279}"/>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38311751-FC1F-282F-9B29-AB987B2D610D}"/>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43A1662F-3CC6-85D0-19DD-9EC2063CB197}"/>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9AB99CF2-51D8-94CF-BD1F-16A23954E6E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94FAD23D-26B5-1674-ED75-72F44969EE1A}"/>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4CAF378D-2A08-411C-8500-5EF7FA7C14D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07BAEE9F-2A98-F9E5-CC96-18EA76111E97}"/>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550507F6-C891-9FA2-5B80-859FD7EBDC68}"/>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A52EE14F-2F35-4581-D02A-EF8D9FD54D6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AFE50ACC-6872-A7B8-1306-E3A2BDA8FCAB}"/>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5E2644E3-3A69-E6A8-3C18-BF7289EA21DB}"/>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2A87358C-9240-78A0-D3F3-D571354C0AE9}"/>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52C22A9C-8968-1189-E30E-E2BC59916915}"/>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7DAF125D-B4FA-CD02-B4C6-4D3F402570D0}"/>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B55E44D8-68F4-B522-77EB-B4E20ACBB17A}"/>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D3AEB135-DD50-6AF0-C1C8-E68A5941AA1B}"/>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241694B5-A02D-121D-789B-6FEBBBC0A6C5}"/>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BF60032C-12F1-5810-EC70-F13D64F3724D}"/>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794E34DB-5AB8-E549-A446-B7485E925DD0}"/>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896C3F0C-32B7-3B6B-2A98-A30A1AC3FD8F}"/>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4359CFD1-E33F-AF2F-E076-AD448E622C38}"/>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FBF34E05-964E-3365-DA4A-497C38BB5CB7}"/>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93E773F6-1A9C-8A6A-5723-F7C09BF2946A}"/>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5A17CBA3-1A0E-809F-24B8-38855F8DE1F5}"/>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D128183E-5040-2183-6F7B-60B50999116D}"/>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EB610FD-8762-B2BA-B2EC-10460455FB3A}"/>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D7B1C382-BFC4-D9CA-5184-57F8956EE172}"/>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A957D3C2-6380-F6B5-C501-8DF90C5EC6F7}"/>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3537A66B-E78A-2F0B-9BEB-3288E263049B}"/>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434662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0D913-2239-ACDC-4BC2-880A65BBD3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A7F951-8D48-DEBE-ED99-9E84D1BB1077}"/>
              </a:ext>
            </a:extLst>
          </p:cNvPr>
          <p:cNvSpPr>
            <a:spLocks noGrp="1"/>
          </p:cNvSpPr>
          <p:nvPr>
            <p:ph sz="half" idx="1"/>
          </p:nvPr>
        </p:nvSpPr>
        <p:spPr/>
        <p:txBody>
          <a:bodyPr>
            <a:normAutofit/>
          </a:bodyPr>
          <a:lstStyle/>
          <a:p>
            <a:r>
              <a:rPr lang="en-US" dirty="0"/>
              <a:t>Last possible 9 in lower left block.</a:t>
            </a:r>
          </a:p>
          <a:p>
            <a:r>
              <a:rPr lang="en-US" dirty="0"/>
              <a:t>Last possible 7 in Column 2.</a:t>
            </a:r>
          </a:p>
        </p:txBody>
      </p:sp>
      <p:pic>
        <p:nvPicPr>
          <p:cNvPr id="4" name="Picture 3" descr="A grid of sudoku puzzle&#10;&#10;Description automatically generated">
            <a:extLst>
              <a:ext uri="{FF2B5EF4-FFF2-40B4-BE49-F238E27FC236}">
                <a16:creationId xmlns:a16="http://schemas.microsoft.com/office/drawing/2014/main" id="{90EEB3E3-F1A7-39CC-7F51-17AAA8A1F9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67C17F4-1893-C2C9-294A-60F49F0E160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5B83143-19DC-CFBB-5920-502A97CAA24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0A4DA9A-546E-F2A1-C597-F1FD5CF3EC73}"/>
              </a:ext>
            </a:extLst>
          </p:cNvPr>
          <p:cNvPicPr>
            <a:picLocks noChangeAspect="1"/>
          </p:cNvPicPr>
          <p:nvPr/>
        </p:nvPicPr>
        <p:blipFill>
          <a:blip r:embed="rId6"/>
          <a:stretch>
            <a:fillRect/>
          </a:stretch>
        </p:blipFill>
        <p:spPr>
          <a:xfrm>
            <a:off x="4584700" y="2311400"/>
            <a:ext cx="0" cy="0"/>
          </a:xfrm>
          <a:prstGeom prst="rect">
            <a:avLst/>
          </a:prstGeom>
        </p:spPr>
      </p:pic>
      <p:sp>
        <p:nvSpPr>
          <p:cNvPr id="27" name="TextBox 26">
            <a:extLst>
              <a:ext uri="{FF2B5EF4-FFF2-40B4-BE49-F238E27FC236}">
                <a16:creationId xmlns:a16="http://schemas.microsoft.com/office/drawing/2014/main" id="{EFD87759-98E1-004D-6374-4E8960F5CD02}"/>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04AD1CC6-09A1-825F-86F3-65C468B2FBC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B770C4F1-56EB-9FF7-70C9-656A5693C6AB}"/>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7B9E0358-C820-9DE2-1AF2-21C6E753E4C6}"/>
              </a:ext>
            </a:extLst>
          </p:cNvPr>
          <p:cNvSpPr txBox="1"/>
          <p:nvPr/>
        </p:nvSpPr>
        <p:spPr>
          <a:xfrm>
            <a:off x="6654802" y="2293451"/>
            <a:ext cx="570089" cy="230832"/>
          </a:xfrm>
          <a:prstGeom prst="rect">
            <a:avLst/>
          </a:prstGeom>
          <a:noFill/>
        </p:spPr>
        <p:txBody>
          <a:bodyPr wrap="square" rtlCol="0">
            <a:spAutoFit/>
          </a:bodyPr>
          <a:lstStyle/>
          <a:p>
            <a:pPr algn="ctr"/>
            <a:r>
              <a:rPr lang="en-US" sz="900" dirty="0"/>
              <a:t>32</a:t>
            </a:r>
          </a:p>
        </p:txBody>
      </p:sp>
      <p:sp>
        <p:nvSpPr>
          <p:cNvPr id="35" name="TextBox 34">
            <a:extLst>
              <a:ext uri="{FF2B5EF4-FFF2-40B4-BE49-F238E27FC236}">
                <a16:creationId xmlns:a16="http://schemas.microsoft.com/office/drawing/2014/main" id="{A5A6AD22-BC6E-FDA0-35AB-B32119DDD41F}"/>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4348CC37-94F0-EED5-C3D8-1A1DDF3947D7}"/>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0A10A70F-65AF-0E94-56BA-3241289D5821}"/>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B6E81A40-434A-1CA8-D3A8-7FFA2F4420E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0BF6A5AD-80D5-BCCF-43C4-0F69EF5904D2}"/>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4A695B8-2B7A-78B8-6F46-7292937F158D}"/>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21423414-5192-34E0-A24B-37C37D18823F}"/>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2464AF3E-E2E0-6163-F694-71830553D58D}"/>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87820C26-FB3F-357C-34E4-760B6424EB5B}"/>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D4F53037-07EF-D75A-6058-041B4938C7A0}"/>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F3C8F806-0EEE-9105-6453-928D7C48965C}"/>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C2D9C438-28A2-867D-AB42-1705D2787357}"/>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E00FC5C5-26D1-83BF-2F29-5DCCDA2F1782}"/>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58E9F996-1DD9-FA62-E924-30244D8F05D7}"/>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B940FF85-6CC6-DF8D-51F8-3FFB9EEE718A}"/>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D80830DD-89BF-6A1B-6A41-E4BF1B836700}"/>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502E9927-355C-C967-7F45-A26826B41B7D}"/>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AD54A0D6-28D7-32D8-4B72-296F7B9D2C27}"/>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5C462BD5-82F5-7D58-7B45-B532541C8681}"/>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F0D73A72-D44D-D00E-6109-20FE4540F3D7}"/>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2CAD759D-A812-8E62-4DCE-18A6A59F46E1}"/>
              </a:ext>
            </a:extLst>
          </p:cNvPr>
          <p:cNvSpPr txBox="1"/>
          <p:nvPr/>
        </p:nvSpPr>
        <p:spPr>
          <a:xfrm>
            <a:off x="4645378" y="2293451"/>
            <a:ext cx="570089" cy="230832"/>
          </a:xfrm>
          <a:prstGeom prst="rect">
            <a:avLst/>
          </a:prstGeom>
          <a:noFill/>
        </p:spPr>
        <p:txBody>
          <a:bodyPr wrap="square" rtlCol="0">
            <a:spAutoFit/>
          </a:bodyPr>
          <a:lstStyle/>
          <a:p>
            <a:pPr algn="ctr"/>
            <a:r>
              <a:rPr lang="en-US" sz="900" dirty="0"/>
              <a:t>23</a:t>
            </a:r>
          </a:p>
        </p:txBody>
      </p:sp>
      <p:sp>
        <p:nvSpPr>
          <p:cNvPr id="58" name="TextBox 57">
            <a:extLst>
              <a:ext uri="{FF2B5EF4-FFF2-40B4-BE49-F238E27FC236}">
                <a16:creationId xmlns:a16="http://schemas.microsoft.com/office/drawing/2014/main" id="{FC1DE85B-0986-7C2F-B09E-8BAC747B62C2}"/>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5F080F4F-8EB5-E989-CDAE-2CDB7B88B09F}"/>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0015314F-8D43-44B8-62A4-FE16041FD358}"/>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4C68BB09-80F4-76E6-B9E9-518EDCCCB926}"/>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4681C15-5F15-90EF-2433-0C88AB527626}"/>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22FADBF6-96AD-C2E0-DE8C-4169F4B98CA1}"/>
              </a:ext>
            </a:extLst>
          </p:cNvPr>
          <p:cNvSpPr txBox="1"/>
          <p:nvPr/>
        </p:nvSpPr>
        <p:spPr>
          <a:xfrm>
            <a:off x="5147734" y="3295339"/>
            <a:ext cx="570089" cy="230832"/>
          </a:xfrm>
          <a:prstGeom prst="rect">
            <a:avLst/>
          </a:prstGeom>
          <a:noFill/>
        </p:spPr>
        <p:txBody>
          <a:bodyPr wrap="square" rtlCol="0">
            <a:spAutoFit/>
          </a:bodyPr>
          <a:lstStyle/>
          <a:p>
            <a:pPr algn="ctr"/>
            <a:r>
              <a:rPr lang="en-US" sz="900" dirty="0"/>
              <a:t>32</a:t>
            </a:r>
          </a:p>
        </p:txBody>
      </p:sp>
      <p:sp>
        <p:nvSpPr>
          <p:cNvPr id="48" name="TextBox 47">
            <a:extLst>
              <a:ext uri="{FF2B5EF4-FFF2-40B4-BE49-F238E27FC236}">
                <a16:creationId xmlns:a16="http://schemas.microsoft.com/office/drawing/2014/main" id="{51706913-2B91-3DC7-49F3-44EFE22F5844}"/>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35E35859-D148-B78D-1E07-2319D632AF01}"/>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D0F79C13-34C9-598D-1C65-2098C7810A7F}"/>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6A88192B-4352-9254-3A5A-9F003B630276}"/>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9B13F859-C6EF-329F-220E-EB4A2AE22341}"/>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7860F18E-13C3-F573-A26B-CADB72F12440}"/>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5BBF2B3C-3DD4-2085-4831-E58716FEA262}"/>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639F82E3-4879-2CAD-4139-9633472FB183}"/>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DEFBCE5-1067-C763-4492-AF9BFE0EFFB2}"/>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5A63A28-5DF8-4C8D-79CD-A25A4ACE50C7}"/>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4006334C-2227-5C19-E3DC-E8FB84E663C1}"/>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DC66A6A3-2910-7AD9-F939-74588F9E5423}"/>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73ED029B-9D26-261E-EB3D-3D84067503F1}"/>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5049F791-E36F-19DD-B7B5-1F1CE9820DEE}"/>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79E34DE6-A3E5-3E11-F672-84806B1B27E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CC3CDF0C-545D-A87B-9FDB-78D67725806B}"/>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0D7ABF4E-DEF6-21F8-C3E5-DC43E4DCAC17}"/>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428534D1-E5EB-75D5-55F5-5D910E2EA2E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C8ABE071-5CA6-299C-6396-95945A44A9D0}"/>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BD3EB944-4E48-CBC4-50D2-B332369CD85B}"/>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CB37BA9D-9EA5-6B0C-C937-29336100D7D1}"/>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AD59EE2B-E817-964B-C964-C2FD5FA538C1}"/>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E0E6C79C-DB8F-8283-FFB5-1D76B9B32660}"/>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392DC4C1-6472-29C4-5B82-A4CB128AB0A0}"/>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499FBABD-8FCF-6200-96C9-33D9ABF87F2B}"/>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6A07CC44-495A-2124-5065-3A6611A933BC}"/>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C3D4C7AF-331C-467F-B8AC-0BCB9CDED3C0}"/>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8E3D9F0B-C577-865A-1E29-F06566F2D0C0}"/>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ED683307-A782-3A7F-3E60-918BD33D3836}"/>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B64A69FD-CB49-96BD-852E-CF5B20835C3A}"/>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DD9A3AFD-D141-D49C-5A93-D95C4FE9435D}"/>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1B5D22B7-067E-0312-10F1-9404714FE154}"/>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D9DCCF85-60FE-0FAE-D0CB-D892EBD7A473}"/>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29C9F621-A22C-F1FB-A646-ACA3B277B64E}"/>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080E196-D8A1-69FA-B4B9-14C0843CC06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2B06A82F-4694-E82A-F6AE-73F8DD8EF9A0}"/>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30DEFC0E-6488-7A38-173C-319A18096C94}"/>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2D120AC0-6BA0-70C3-D43A-B2BDF1161F32}"/>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19" name="TextBox 18">
            <a:extLst>
              <a:ext uri="{FF2B5EF4-FFF2-40B4-BE49-F238E27FC236}">
                <a16:creationId xmlns:a16="http://schemas.microsoft.com/office/drawing/2014/main" id="{BCBB281C-ECB4-392F-92E6-FAFB75871270}"/>
              </a:ext>
            </a:extLst>
          </p:cNvPr>
          <p:cNvSpPr txBox="1"/>
          <p:nvPr/>
        </p:nvSpPr>
        <p:spPr>
          <a:xfrm>
            <a:off x="3716867" y="3741226"/>
            <a:ext cx="462845" cy="584775"/>
          </a:xfrm>
          <a:prstGeom prst="rect">
            <a:avLst/>
          </a:prstGeom>
          <a:noFill/>
        </p:spPr>
        <p:txBody>
          <a:bodyPr wrap="square" rtlCol="0">
            <a:spAutoFit/>
          </a:bodyPr>
          <a:lstStyle/>
          <a:p>
            <a:pPr algn="ctr"/>
            <a:r>
              <a:rPr lang="en-US" sz="3200" dirty="0"/>
              <a:t>9</a:t>
            </a:r>
          </a:p>
        </p:txBody>
      </p:sp>
      <p:sp>
        <p:nvSpPr>
          <p:cNvPr id="78" name="TextBox 77">
            <a:extLst>
              <a:ext uri="{FF2B5EF4-FFF2-40B4-BE49-F238E27FC236}">
                <a16:creationId xmlns:a16="http://schemas.microsoft.com/office/drawing/2014/main" id="{B4CDDAFF-E88F-3F6F-6656-33BE4FAD4E65}"/>
              </a:ext>
            </a:extLst>
          </p:cNvPr>
          <p:cNvSpPr txBox="1"/>
          <p:nvPr/>
        </p:nvSpPr>
        <p:spPr>
          <a:xfrm>
            <a:off x="3716867"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9082873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3E692-C8F1-F077-8453-5AD3DC18044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D6DA21-6345-8B2E-B5BA-47D95605DBDA}"/>
              </a:ext>
            </a:extLst>
          </p:cNvPr>
          <p:cNvSpPr>
            <a:spLocks noGrp="1"/>
          </p:cNvSpPr>
          <p:nvPr>
            <p:ph sz="half" idx="1"/>
          </p:nvPr>
        </p:nvSpPr>
        <p:spPr/>
        <p:txBody>
          <a:bodyPr>
            <a:normAutofit/>
          </a:bodyPr>
          <a:lstStyle/>
          <a:p>
            <a:r>
              <a:rPr lang="en-US" dirty="0"/>
              <a:t>Last possible 2 in Column 1.</a:t>
            </a:r>
          </a:p>
          <a:p>
            <a:r>
              <a:rPr lang="en-US" dirty="0"/>
              <a:t>Last possible 3 in Column 2.</a:t>
            </a:r>
          </a:p>
        </p:txBody>
      </p:sp>
      <p:pic>
        <p:nvPicPr>
          <p:cNvPr id="4" name="Picture 3" descr="A grid of sudoku puzzle&#10;&#10;Description automatically generated">
            <a:extLst>
              <a:ext uri="{FF2B5EF4-FFF2-40B4-BE49-F238E27FC236}">
                <a16:creationId xmlns:a16="http://schemas.microsoft.com/office/drawing/2014/main" id="{44523039-9134-D333-DDAF-24A7FF87CA1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D563D6C-BB16-0432-5301-87B4088972E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7EA6194-44DA-8AC4-B199-71EF2D3BFBC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6B4D1EA-84FB-5C7E-12DC-E78ECAD79FEA}"/>
              </a:ext>
            </a:extLst>
          </p:cNvPr>
          <p:cNvPicPr>
            <a:picLocks noChangeAspect="1"/>
          </p:cNvPicPr>
          <p:nvPr/>
        </p:nvPicPr>
        <p:blipFill>
          <a:blip r:embed="rId6"/>
          <a:stretch>
            <a:fillRect/>
          </a:stretch>
        </p:blipFill>
        <p:spPr>
          <a:xfrm>
            <a:off x="4584700" y="2311400"/>
            <a:ext cx="0" cy="0"/>
          </a:xfrm>
          <a:prstGeom prst="rect">
            <a:avLst/>
          </a:prstGeom>
        </p:spPr>
      </p:pic>
      <p:sp>
        <p:nvSpPr>
          <p:cNvPr id="27" name="TextBox 26">
            <a:extLst>
              <a:ext uri="{FF2B5EF4-FFF2-40B4-BE49-F238E27FC236}">
                <a16:creationId xmlns:a16="http://schemas.microsoft.com/office/drawing/2014/main" id="{5160054C-ED7D-0A09-CDE9-2C665917445B}"/>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688747ED-BDF8-3A45-2326-7F7F645E1CA6}"/>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BE89E14E-CE9C-1A0A-BC94-6A71E3673DED}"/>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071FEC04-57F8-D8F8-938F-86AC6EB6A2FF}"/>
              </a:ext>
            </a:extLst>
          </p:cNvPr>
          <p:cNvSpPr txBox="1"/>
          <p:nvPr/>
        </p:nvSpPr>
        <p:spPr>
          <a:xfrm>
            <a:off x="6654802" y="2293451"/>
            <a:ext cx="570089" cy="230832"/>
          </a:xfrm>
          <a:prstGeom prst="rect">
            <a:avLst/>
          </a:prstGeom>
          <a:noFill/>
        </p:spPr>
        <p:txBody>
          <a:bodyPr wrap="square" rtlCol="0">
            <a:spAutoFit/>
          </a:bodyPr>
          <a:lstStyle/>
          <a:p>
            <a:pPr algn="ctr"/>
            <a:r>
              <a:rPr lang="en-US" sz="900" dirty="0"/>
              <a:t>32</a:t>
            </a:r>
          </a:p>
        </p:txBody>
      </p:sp>
      <p:sp>
        <p:nvSpPr>
          <p:cNvPr id="35" name="TextBox 34">
            <a:extLst>
              <a:ext uri="{FF2B5EF4-FFF2-40B4-BE49-F238E27FC236}">
                <a16:creationId xmlns:a16="http://schemas.microsoft.com/office/drawing/2014/main" id="{6B229AA2-1448-2795-7715-692105254E89}"/>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677AA3ED-61B0-63D4-7648-A21E72C0AAC2}"/>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BA5C9AEF-5EB6-C4FC-0593-66B103C73508}"/>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4B28076E-3059-8936-EBF9-6253A1768E9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7DAEBC2A-F897-C38A-FCAF-36E6C46A5A07}"/>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56084A7C-049C-A08C-6F24-2C06177E1E97}"/>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DA32C87F-629F-B755-5CAF-7B99754F5A00}"/>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227F79E1-28FB-309F-D915-B5A0EAE2C62C}"/>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D580F06E-EBBE-A991-1F73-557C7BA23C31}"/>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6AA48D6B-4F68-72F1-15F0-787AA3789B01}"/>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7DD995C7-22FA-8E5D-ADF5-B622F97380DC}"/>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7F8F4A22-D4FD-EEA5-9ED1-3943ADE2475A}"/>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E9DE26DC-C06B-8171-8B4D-E81B2FE45439}"/>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EA66FB27-138E-588E-0433-C2A654B101EE}"/>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895ECE83-E29B-62CC-F3C1-6939FEEADCC8}"/>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D6D18C75-6C88-D6D1-A7E4-D3F4209C0676}"/>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6329A66F-C8ED-65A2-CA80-B068004F5400}"/>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47" name="TextBox 46">
            <a:extLst>
              <a:ext uri="{FF2B5EF4-FFF2-40B4-BE49-F238E27FC236}">
                <a16:creationId xmlns:a16="http://schemas.microsoft.com/office/drawing/2014/main" id="{072CDCB7-1520-D9C4-77F3-BDD6D549A751}"/>
              </a:ext>
            </a:extLst>
          </p:cNvPr>
          <p:cNvSpPr txBox="1"/>
          <p:nvPr/>
        </p:nvSpPr>
        <p:spPr>
          <a:xfrm>
            <a:off x="6152446" y="4050715"/>
            <a:ext cx="570089" cy="230832"/>
          </a:xfrm>
          <a:prstGeom prst="rect">
            <a:avLst/>
          </a:prstGeom>
          <a:noFill/>
        </p:spPr>
        <p:txBody>
          <a:bodyPr wrap="square" rtlCol="0">
            <a:spAutoFit/>
          </a:bodyPr>
          <a:lstStyle/>
          <a:p>
            <a:pPr algn="ctr"/>
            <a:r>
              <a:rPr lang="en-US" sz="900" dirty="0"/>
              <a:t>23</a:t>
            </a:r>
          </a:p>
        </p:txBody>
      </p:sp>
      <p:sp>
        <p:nvSpPr>
          <p:cNvPr id="50" name="TextBox 49">
            <a:extLst>
              <a:ext uri="{FF2B5EF4-FFF2-40B4-BE49-F238E27FC236}">
                <a16:creationId xmlns:a16="http://schemas.microsoft.com/office/drawing/2014/main" id="{A08BC68D-FEE5-1B95-92BD-EE9D7253CDA0}"/>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BDB43BA3-C2D4-83EE-EFC9-BBC397A31DAB}"/>
              </a:ext>
            </a:extLst>
          </p:cNvPr>
          <p:cNvSpPr txBox="1"/>
          <p:nvPr/>
        </p:nvSpPr>
        <p:spPr>
          <a:xfrm>
            <a:off x="6152446" y="5052602"/>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2332D009-2AAC-F841-C649-0EC200C0733E}"/>
              </a:ext>
            </a:extLst>
          </p:cNvPr>
          <p:cNvSpPr txBox="1"/>
          <p:nvPr/>
        </p:nvSpPr>
        <p:spPr>
          <a:xfrm>
            <a:off x="4645378" y="2293451"/>
            <a:ext cx="570089" cy="230832"/>
          </a:xfrm>
          <a:prstGeom prst="rect">
            <a:avLst/>
          </a:prstGeom>
          <a:noFill/>
        </p:spPr>
        <p:txBody>
          <a:bodyPr wrap="square" rtlCol="0">
            <a:spAutoFit/>
          </a:bodyPr>
          <a:lstStyle/>
          <a:p>
            <a:pPr algn="ctr"/>
            <a:r>
              <a:rPr lang="en-US" sz="900" dirty="0"/>
              <a:t>23</a:t>
            </a:r>
          </a:p>
        </p:txBody>
      </p:sp>
      <p:sp>
        <p:nvSpPr>
          <p:cNvPr id="58" name="TextBox 57">
            <a:extLst>
              <a:ext uri="{FF2B5EF4-FFF2-40B4-BE49-F238E27FC236}">
                <a16:creationId xmlns:a16="http://schemas.microsoft.com/office/drawing/2014/main" id="{6A2995B2-3DC2-3828-2B0C-AA36D7231FD3}"/>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B9B53F97-EB89-15EF-CB50-87ABED51E0FF}"/>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3697BAF7-44DC-8A6E-6625-A4424A995E54}"/>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26154B0E-10F7-6FE5-750C-FCF9BC9B33EE}"/>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B1C6B0DC-9CE9-D771-18A9-A4456315794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9F7E0897-6F81-234C-06AB-4AEC1861EF6A}"/>
              </a:ext>
            </a:extLst>
          </p:cNvPr>
          <p:cNvSpPr txBox="1"/>
          <p:nvPr/>
        </p:nvSpPr>
        <p:spPr>
          <a:xfrm>
            <a:off x="5147734" y="3295339"/>
            <a:ext cx="570089" cy="230832"/>
          </a:xfrm>
          <a:prstGeom prst="rect">
            <a:avLst/>
          </a:prstGeom>
          <a:noFill/>
        </p:spPr>
        <p:txBody>
          <a:bodyPr wrap="square" rtlCol="0">
            <a:spAutoFit/>
          </a:bodyPr>
          <a:lstStyle/>
          <a:p>
            <a:pPr algn="ctr"/>
            <a:r>
              <a:rPr lang="en-US" sz="900" dirty="0"/>
              <a:t>32</a:t>
            </a:r>
          </a:p>
        </p:txBody>
      </p:sp>
      <p:sp>
        <p:nvSpPr>
          <p:cNvPr id="48" name="TextBox 47">
            <a:extLst>
              <a:ext uri="{FF2B5EF4-FFF2-40B4-BE49-F238E27FC236}">
                <a16:creationId xmlns:a16="http://schemas.microsoft.com/office/drawing/2014/main" id="{CF5A3CFA-F4DD-8DEE-311A-16363A9808A3}"/>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DB293F28-04BE-48FE-3D4E-DDB3806BADD5}"/>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DCFDF84-CF4D-D133-1826-5F3987A8F6A2}"/>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0BABF630-B4B4-533A-CC39-205C99992176}"/>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30DF62D4-EB00-742F-B4D5-B8C336C4A3E6}"/>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65B48C62-DFB5-C771-4026-5BE5BEF244E6}"/>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8143A43D-1A3F-F3AD-4ADB-7D8E90673CAB}"/>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C2054182-6F39-D1EF-4E7A-10B54217BB8D}"/>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6037063C-9698-78FE-DF5B-DE9149588D43}"/>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4C8D5288-DE07-A596-1635-DB91A1F02352}"/>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293FC28-3E9F-D96A-31B8-439FBAB955AF}"/>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77D6C535-9441-4772-4F9F-AFEA76415584}"/>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24454350-3414-B158-9458-81AC8AA7EF4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377BFA66-D473-8BE6-4D57-96A4F34672C0}"/>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BB13F569-54A3-4874-DD8E-BB8A25D7AF98}"/>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964D1D2D-C9C4-B1A4-9595-D42ABA7BF82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506874EA-7B94-22F8-493B-AD668584F004}"/>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70A2103B-F669-9750-D656-2847913796A0}"/>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A3911C0E-C1D8-AB04-8CC9-D60C9A7EC55C}"/>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2221A5B9-E775-A501-618F-C3C7946D2588}"/>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7232BF97-9451-B8E4-FDAD-54BAF2D9F456}"/>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028BC579-B950-54BF-DCCD-E051DAD0502E}"/>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921F353B-95DE-FD81-0216-A87F88550AF6}"/>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964227E5-5E7B-FE08-4407-9A74DCD8FEB2}"/>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6121B9EB-2B1D-A86D-B00B-2C18FE9D410A}"/>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54E38D97-5C24-35A6-8FAB-EA4FE695C4CB}"/>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179F051F-EB43-845C-E2CE-C954FDE873C3}"/>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EF5D518E-1019-E31D-1883-BED0BE353D9F}"/>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37D3EF9B-9872-0F8E-1F4D-B64D36E96E86}"/>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57BFD8A6-197B-05BF-3A60-1389CB9CDE2A}"/>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9ADC41B9-6F79-2A09-BB13-0BF07E07B327}"/>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E0BAD5B4-0886-191E-E316-2E778CB6CA4C}"/>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E1F70CD9-8268-868C-C2F9-28141F7C9DA1}"/>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788E7A30-0589-BDD1-4D79-6133499A4914}"/>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CDACB35-D3C2-5BF1-1361-4493B9BB748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09D26731-7715-57D7-35D8-FCF53FE97A26}"/>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FF56BB74-AC79-BA3E-B1D2-5DBBB3DB9959}"/>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0917FF77-517B-2ADA-098E-125D117F70F8}"/>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FF277C05-BA45-ABA1-0983-CB70986445F7}"/>
              </a:ext>
            </a:extLst>
          </p:cNvPr>
          <p:cNvSpPr txBox="1"/>
          <p:nvPr/>
        </p:nvSpPr>
        <p:spPr>
          <a:xfrm>
            <a:off x="3217333" y="374122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15934E6B-2CCE-BC4A-6994-D80FEBE180CC}"/>
              </a:ext>
            </a:extLst>
          </p:cNvPr>
          <p:cNvSpPr txBox="1"/>
          <p:nvPr/>
        </p:nvSpPr>
        <p:spPr>
          <a:xfrm>
            <a:off x="3716867" y="3741226"/>
            <a:ext cx="462845" cy="584775"/>
          </a:xfrm>
          <a:prstGeom prst="rect">
            <a:avLst/>
          </a:prstGeom>
          <a:noFill/>
        </p:spPr>
        <p:txBody>
          <a:bodyPr wrap="square" rtlCol="0">
            <a:spAutoFit/>
          </a:bodyPr>
          <a:lstStyle/>
          <a:p>
            <a:pPr algn="ctr"/>
            <a:r>
              <a:rPr lang="en-US" sz="3200" dirty="0"/>
              <a:t>9</a:t>
            </a:r>
          </a:p>
        </p:txBody>
      </p:sp>
      <p:sp>
        <p:nvSpPr>
          <p:cNvPr id="78" name="TextBox 77">
            <a:extLst>
              <a:ext uri="{FF2B5EF4-FFF2-40B4-BE49-F238E27FC236}">
                <a16:creationId xmlns:a16="http://schemas.microsoft.com/office/drawing/2014/main" id="{372A7654-A375-1519-7083-DD7BBF3D1C3B}"/>
              </a:ext>
            </a:extLst>
          </p:cNvPr>
          <p:cNvSpPr txBox="1"/>
          <p:nvPr/>
        </p:nvSpPr>
        <p:spPr>
          <a:xfrm>
            <a:off x="3716867" y="3237891"/>
            <a:ext cx="462845" cy="584775"/>
          </a:xfrm>
          <a:prstGeom prst="rect">
            <a:avLst/>
          </a:prstGeom>
          <a:noFill/>
        </p:spPr>
        <p:txBody>
          <a:bodyPr wrap="square" rtlCol="0">
            <a:spAutoFit/>
          </a:bodyPr>
          <a:lstStyle/>
          <a:p>
            <a:pPr algn="ctr"/>
            <a:r>
              <a:rPr lang="en-US" sz="3200" dirty="0"/>
              <a:t>7</a:t>
            </a:r>
          </a:p>
        </p:txBody>
      </p:sp>
      <p:sp>
        <p:nvSpPr>
          <p:cNvPr id="79" name="TextBox 78">
            <a:extLst>
              <a:ext uri="{FF2B5EF4-FFF2-40B4-BE49-F238E27FC236}">
                <a16:creationId xmlns:a16="http://schemas.microsoft.com/office/drawing/2014/main" id="{EA68FED4-9DE1-0431-0DCD-540DC57CB7A9}"/>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2620245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8DC92-AA32-9E55-6251-CDD349AAB6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6CA199-E7C0-80C5-3C66-4D3DA39B947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10790FA-89D0-1927-0B53-E7D3AD69F04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BE2A43C-92E4-893E-225F-14FC71A517F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B012C1D-169C-3D9E-3C31-1A0B1735B37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55304BB-095B-271F-F98E-BE6CB3CF26CB}"/>
              </a:ext>
            </a:extLst>
          </p:cNvPr>
          <p:cNvPicPr>
            <a:picLocks noChangeAspect="1"/>
          </p:cNvPicPr>
          <p:nvPr/>
        </p:nvPicPr>
        <p:blipFill>
          <a:blip r:embed="rId6"/>
          <a:stretch>
            <a:fillRect/>
          </a:stretch>
        </p:blipFill>
        <p:spPr>
          <a:xfrm>
            <a:off x="4584700" y="2311400"/>
            <a:ext cx="0" cy="0"/>
          </a:xfrm>
          <a:prstGeom prst="rect">
            <a:avLst/>
          </a:prstGeom>
        </p:spPr>
      </p:pic>
      <p:sp>
        <p:nvSpPr>
          <p:cNvPr id="27" name="TextBox 26">
            <a:extLst>
              <a:ext uri="{FF2B5EF4-FFF2-40B4-BE49-F238E27FC236}">
                <a16:creationId xmlns:a16="http://schemas.microsoft.com/office/drawing/2014/main" id="{2C307BF3-45F2-09B4-BCA7-AD7C8BBA4A21}"/>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35B2F41C-817C-1391-741A-DFC20D73AA7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1D9DA297-FDA6-AC29-EF74-085F2953E686}"/>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DD209B3E-149C-8EBD-9ED0-481D0DDE9C6E}"/>
              </a:ext>
            </a:extLst>
          </p:cNvPr>
          <p:cNvSpPr txBox="1"/>
          <p:nvPr/>
        </p:nvSpPr>
        <p:spPr>
          <a:xfrm>
            <a:off x="6654802" y="2293451"/>
            <a:ext cx="570089" cy="230832"/>
          </a:xfrm>
          <a:prstGeom prst="rect">
            <a:avLst/>
          </a:prstGeom>
          <a:noFill/>
        </p:spPr>
        <p:txBody>
          <a:bodyPr wrap="square" rtlCol="0">
            <a:spAutoFit/>
          </a:bodyPr>
          <a:lstStyle/>
          <a:p>
            <a:pPr algn="ctr"/>
            <a:r>
              <a:rPr lang="en-US" sz="900" dirty="0"/>
              <a:t>32</a:t>
            </a:r>
          </a:p>
        </p:txBody>
      </p:sp>
      <p:sp>
        <p:nvSpPr>
          <p:cNvPr id="35" name="TextBox 34">
            <a:extLst>
              <a:ext uri="{FF2B5EF4-FFF2-40B4-BE49-F238E27FC236}">
                <a16:creationId xmlns:a16="http://schemas.microsoft.com/office/drawing/2014/main" id="{9EF3030A-F602-3810-9FA4-6402683111DD}"/>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83FE38D9-FEF8-3F3B-5A9F-A04B0536A8BD}"/>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4B524D96-47E5-6D46-3D73-F3ABCE456BD1}"/>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C700B1AA-8F07-5920-8F23-25A76342C6F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3688B688-B544-F98D-D79F-F20832C49D62}"/>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724CBCC4-76E2-3D46-0C62-BF6152F8DB18}"/>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9527CBA7-063C-F0CA-4ECE-047F01D1B2FD}"/>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0EBEB7A-6F5E-FEB9-530E-2204BB9A3CFA}"/>
              </a:ext>
            </a:extLst>
          </p:cNvPr>
          <p:cNvSpPr txBox="1"/>
          <p:nvPr/>
        </p:nvSpPr>
        <p:spPr>
          <a:xfrm>
            <a:off x="6152446" y="1903821"/>
            <a:ext cx="570089" cy="230832"/>
          </a:xfrm>
          <a:prstGeom prst="rect">
            <a:avLst/>
          </a:prstGeom>
          <a:noFill/>
        </p:spPr>
        <p:txBody>
          <a:bodyPr wrap="square" rtlCol="0">
            <a:spAutoFit/>
          </a:bodyPr>
          <a:lstStyle/>
          <a:p>
            <a:pPr algn="ctr"/>
            <a:r>
              <a:rPr lang="en-US" sz="900" dirty="0"/>
              <a:t>13</a:t>
            </a:r>
          </a:p>
        </p:txBody>
      </p:sp>
      <p:sp>
        <p:nvSpPr>
          <p:cNvPr id="31" name="TextBox 30">
            <a:extLst>
              <a:ext uri="{FF2B5EF4-FFF2-40B4-BE49-F238E27FC236}">
                <a16:creationId xmlns:a16="http://schemas.microsoft.com/office/drawing/2014/main" id="{329B7BB5-5FFC-86AD-037A-47FA94D5BE20}"/>
              </a:ext>
            </a:extLst>
          </p:cNvPr>
          <p:cNvSpPr txBox="1"/>
          <p:nvPr/>
        </p:nvSpPr>
        <p:spPr>
          <a:xfrm>
            <a:off x="6654802" y="1903821"/>
            <a:ext cx="570089" cy="230832"/>
          </a:xfrm>
          <a:prstGeom prst="rect">
            <a:avLst/>
          </a:prstGeom>
          <a:noFill/>
        </p:spPr>
        <p:txBody>
          <a:bodyPr wrap="square" rtlCol="0">
            <a:spAutoFit/>
          </a:bodyPr>
          <a:lstStyle/>
          <a:p>
            <a:pPr algn="ctr"/>
            <a:r>
              <a:rPr lang="en-US" sz="900" dirty="0"/>
              <a:t>31</a:t>
            </a:r>
          </a:p>
        </p:txBody>
      </p:sp>
      <p:sp>
        <p:nvSpPr>
          <p:cNvPr id="37" name="TextBox 36">
            <a:extLst>
              <a:ext uri="{FF2B5EF4-FFF2-40B4-BE49-F238E27FC236}">
                <a16:creationId xmlns:a16="http://schemas.microsoft.com/office/drawing/2014/main" id="{7396006B-C61B-8BFC-39A0-2786CB02FA06}"/>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BC5F53DE-E8FB-C214-B191-71CBCFDE095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3679930F-1BD2-C56F-4E88-01CFE5D37E9E}"/>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0B5D289A-2F20-14AD-7CAE-A7C3DEC2FBD3}"/>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AA49C5E1-A4BB-FC3D-0F43-34582FE332D4}"/>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AABEA523-88CF-CF3F-B746-C1EEE36504F2}"/>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12A9F6A3-423F-D24B-D9F8-8879C9142E3A}"/>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B262889D-C692-4C5B-D6E1-614ED4B21523}"/>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50" name="TextBox 49">
            <a:extLst>
              <a:ext uri="{FF2B5EF4-FFF2-40B4-BE49-F238E27FC236}">
                <a16:creationId xmlns:a16="http://schemas.microsoft.com/office/drawing/2014/main" id="{F2A4F22C-1E31-3CCA-CA9A-AA85B5F43A28}"/>
              </a:ext>
            </a:extLst>
          </p:cNvPr>
          <p:cNvSpPr txBox="1"/>
          <p:nvPr/>
        </p:nvSpPr>
        <p:spPr>
          <a:xfrm>
            <a:off x="7157158" y="4297227"/>
            <a:ext cx="570089" cy="230832"/>
          </a:xfrm>
          <a:prstGeom prst="rect">
            <a:avLst/>
          </a:prstGeom>
          <a:noFill/>
        </p:spPr>
        <p:txBody>
          <a:bodyPr wrap="square" rtlCol="0">
            <a:spAutoFit/>
          </a:bodyPr>
          <a:lstStyle/>
          <a:p>
            <a:pPr algn="ctr"/>
            <a:r>
              <a:rPr lang="en-US" sz="900" dirty="0"/>
              <a:t>13</a:t>
            </a:r>
          </a:p>
        </p:txBody>
      </p:sp>
      <p:sp>
        <p:nvSpPr>
          <p:cNvPr id="51" name="TextBox 50">
            <a:extLst>
              <a:ext uri="{FF2B5EF4-FFF2-40B4-BE49-F238E27FC236}">
                <a16:creationId xmlns:a16="http://schemas.microsoft.com/office/drawing/2014/main" id="{FB1096D7-E130-F95E-95A1-DE0B2A3DB624}"/>
              </a:ext>
            </a:extLst>
          </p:cNvPr>
          <p:cNvSpPr txBox="1"/>
          <p:nvPr/>
        </p:nvSpPr>
        <p:spPr>
          <a:xfrm>
            <a:off x="6152446" y="5052602"/>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CBFA8CA3-6E48-FE41-8031-461E969DD3C8}"/>
              </a:ext>
            </a:extLst>
          </p:cNvPr>
          <p:cNvSpPr txBox="1"/>
          <p:nvPr/>
        </p:nvSpPr>
        <p:spPr>
          <a:xfrm>
            <a:off x="4645378" y="2293451"/>
            <a:ext cx="570089" cy="230832"/>
          </a:xfrm>
          <a:prstGeom prst="rect">
            <a:avLst/>
          </a:prstGeom>
          <a:noFill/>
        </p:spPr>
        <p:txBody>
          <a:bodyPr wrap="square" rtlCol="0">
            <a:spAutoFit/>
          </a:bodyPr>
          <a:lstStyle/>
          <a:p>
            <a:pPr algn="ctr"/>
            <a:r>
              <a:rPr lang="en-US" sz="900" dirty="0"/>
              <a:t>23</a:t>
            </a:r>
          </a:p>
        </p:txBody>
      </p:sp>
      <p:sp>
        <p:nvSpPr>
          <p:cNvPr id="58" name="TextBox 57">
            <a:extLst>
              <a:ext uri="{FF2B5EF4-FFF2-40B4-BE49-F238E27FC236}">
                <a16:creationId xmlns:a16="http://schemas.microsoft.com/office/drawing/2014/main" id="{8A0FDFDA-1EC1-24E8-78E0-F79D782C239F}"/>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39A54E9C-8415-5987-29F7-C9051D4853AB}"/>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851025C0-7B96-ED68-0BD3-3658865114E2}"/>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AF307A45-F9CE-BC18-EC27-7CAD1437400F}"/>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F003E7E8-2CFF-7568-7130-E2B136809F80}"/>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CFE95167-D044-5CFC-1DFB-9A17BD08B105}"/>
              </a:ext>
            </a:extLst>
          </p:cNvPr>
          <p:cNvSpPr txBox="1"/>
          <p:nvPr/>
        </p:nvSpPr>
        <p:spPr>
          <a:xfrm>
            <a:off x="5147734" y="3295339"/>
            <a:ext cx="570089" cy="230832"/>
          </a:xfrm>
          <a:prstGeom prst="rect">
            <a:avLst/>
          </a:prstGeom>
          <a:noFill/>
        </p:spPr>
        <p:txBody>
          <a:bodyPr wrap="square" rtlCol="0">
            <a:spAutoFit/>
          </a:bodyPr>
          <a:lstStyle/>
          <a:p>
            <a:pPr algn="ctr"/>
            <a:r>
              <a:rPr lang="en-US" sz="900" dirty="0"/>
              <a:t>32</a:t>
            </a:r>
          </a:p>
        </p:txBody>
      </p:sp>
      <p:sp>
        <p:nvSpPr>
          <p:cNvPr id="48" name="TextBox 47">
            <a:extLst>
              <a:ext uri="{FF2B5EF4-FFF2-40B4-BE49-F238E27FC236}">
                <a16:creationId xmlns:a16="http://schemas.microsoft.com/office/drawing/2014/main" id="{498B9A83-33FF-3097-1ECC-B19264DED28C}"/>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F9699E16-1664-B3EA-FEF8-988747CAFCE3}"/>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D9454A6-2FC5-2FC9-3471-08264358EB0E}"/>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E95B72B6-6B08-FEC1-C51E-B9BFF65D8EB9}"/>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E6BB2BD8-39DD-3BF2-8042-644FA75200A9}"/>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80DABFD7-6A9D-A497-74F9-F96147EF56A4}"/>
              </a:ext>
            </a:extLst>
          </p:cNvPr>
          <p:cNvSpPr txBox="1"/>
          <p:nvPr/>
        </p:nvSpPr>
        <p:spPr>
          <a:xfrm>
            <a:off x="5147734" y="4909484"/>
            <a:ext cx="570089" cy="230832"/>
          </a:xfrm>
          <a:prstGeom prst="rect">
            <a:avLst/>
          </a:prstGeom>
          <a:noFill/>
        </p:spPr>
        <p:txBody>
          <a:bodyPr wrap="square" rtlCol="0">
            <a:spAutoFit/>
          </a:bodyPr>
          <a:lstStyle/>
          <a:p>
            <a:pPr algn="ctr"/>
            <a:r>
              <a:rPr lang="en-US" sz="900" dirty="0"/>
              <a:t>21</a:t>
            </a:r>
          </a:p>
        </p:txBody>
      </p:sp>
      <p:sp>
        <p:nvSpPr>
          <p:cNvPr id="70" name="TextBox 69">
            <a:extLst>
              <a:ext uri="{FF2B5EF4-FFF2-40B4-BE49-F238E27FC236}">
                <a16:creationId xmlns:a16="http://schemas.microsoft.com/office/drawing/2014/main" id="{FB658B4B-F862-DB86-765B-A90147489DD2}"/>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F8AD2A67-7893-BAE7-E409-887461314EF4}"/>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A828BD3-E0E7-12A0-4595-6B044BB82737}"/>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B295394-FD15-0F0B-74DE-012AC7E4B7AE}"/>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785FE4E1-4E79-A291-AD68-DC89B978F5F3}"/>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C287BA76-CF3C-0B0F-3F0E-B6290AFD88DE}"/>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F613A46C-3D41-9B0B-DF99-9F61125C175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61553840-33A4-A203-C08A-E6C957A98636}"/>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AD9605D0-57A0-A3AD-191D-C1E96897B42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79F6FB17-0B19-87D6-559B-6D5AA0F2A21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CA47BE50-E6B6-069B-0755-8A18241E2C61}"/>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CE71F28D-6E8F-9A65-AA46-E8C0E471BAB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93D46B6A-ED26-FCAD-A129-BB2B6EE67293}"/>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183EDB12-F79C-CA07-A0DB-BDF2E6347961}"/>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717543CA-FF6E-F1A2-5B10-8F2A531BCD6B}"/>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052E821E-E122-3DDD-DE86-EC5A74BC1F22}"/>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686DB060-79CC-85EB-D422-C99212BEF4B7}"/>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4693DE37-96C4-1862-4E89-22E022B9C8EB}"/>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F61F4986-4B58-B5C7-7FD7-BAABB7313969}"/>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5008968-086E-47AA-04CE-BD0268FEC0DF}"/>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5270D1A2-AE50-BA58-D0A1-86061F777CB3}"/>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F0F501CA-9049-6F3A-551D-5C955CC25D75}"/>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1B19947-3092-237A-7330-58DBB4C51E48}"/>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8282FDCB-1EAE-D1F4-BD54-123D30A6854E}"/>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4D96DA5D-6F6C-53F3-59DD-FA2FCF5386FE}"/>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25C44CA4-02DA-FAC4-C021-806746FECDA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D02F5A39-848D-1DDC-DA7A-A6C597E6922C}"/>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192E189C-A8E3-FAE4-1C33-EBEE9963D386}"/>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AC818A8-DE22-1C99-7B9C-0E56F9C5CD5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AAECC4F4-16B7-FE26-127B-EBE0D3C19F42}"/>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A6AEF231-426B-A113-A7C1-6B32E68ABDDE}"/>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29428708-CA9C-00AD-C041-A73C46C1BC89}"/>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D1F07952-F561-72C5-D87F-73684F584F31}"/>
              </a:ext>
            </a:extLst>
          </p:cNvPr>
          <p:cNvSpPr txBox="1"/>
          <p:nvPr/>
        </p:nvSpPr>
        <p:spPr>
          <a:xfrm>
            <a:off x="3217333" y="374122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E5FB133E-8B19-14DB-4820-0E0119EDA6F0}"/>
              </a:ext>
            </a:extLst>
          </p:cNvPr>
          <p:cNvSpPr txBox="1"/>
          <p:nvPr/>
        </p:nvSpPr>
        <p:spPr>
          <a:xfrm>
            <a:off x="3716867" y="3741226"/>
            <a:ext cx="462845" cy="584775"/>
          </a:xfrm>
          <a:prstGeom prst="rect">
            <a:avLst/>
          </a:prstGeom>
          <a:noFill/>
        </p:spPr>
        <p:txBody>
          <a:bodyPr wrap="square" rtlCol="0">
            <a:spAutoFit/>
          </a:bodyPr>
          <a:lstStyle/>
          <a:p>
            <a:pPr algn="ctr"/>
            <a:r>
              <a:rPr lang="en-US" sz="3200" dirty="0"/>
              <a:t>9</a:t>
            </a:r>
          </a:p>
        </p:txBody>
      </p:sp>
      <p:sp>
        <p:nvSpPr>
          <p:cNvPr id="78" name="TextBox 77">
            <a:extLst>
              <a:ext uri="{FF2B5EF4-FFF2-40B4-BE49-F238E27FC236}">
                <a16:creationId xmlns:a16="http://schemas.microsoft.com/office/drawing/2014/main" id="{83D956D1-1D54-B312-2897-FB9CC73EA17D}"/>
              </a:ext>
            </a:extLst>
          </p:cNvPr>
          <p:cNvSpPr txBox="1"/>
          <p:nvPr/>
        </p:nvSpPr>
        <p:spPr>
          <a:xfrm>
            <a:off x="3716867" y="3237891"/>
            <a:ext cx="462845" cy="584775"/>
          </a:xfrm>
          <a:prstGeom prst="rect">
            <a:avLst/>
          </a:prstGeom>
          <a:noFill/>
        </p:spPr>
        <p:txBody>
          <a:bodyPr wrap="square" rtlCol="0">
            <a:spAutoFit/>
          </a:bodyPr>
          <a:lstStyle/>
          <a:p>
            <a:pPr algn="ctr"/>
            <a:r>
              <a:rPr lang="en-US" sz="3200" dirty="0"/>
              <a:t>7</a:t>
            </a:r>
          </a:p>
        </p:txBody>
      </p:sp>
      <p:sp>
        <p:nvSpPr>
          <p:cNvPr id="79" name="TextBox 78">
            <a:extLst>
              <a:ext uri="{FF2B5EF4-FFF2-40B4-BE49-F238E27FC236}">
                <a16:creationId xmlns:a16="http://schemas.microsoft.com/office/drawing/2014/main" id="{AD6C0966-BBD9-51FF-14B9-DC477AFF6A34}"/>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D56292B8-DF5D-B852-49F2-B2EC04B62A06}"/>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5065382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A095E-C9DC-EE68-D718-215D92E5F84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AFF44A-511E-BC93-0979-96E8A6F6E6E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FC7D94C-DB69-8BFC-9038-DF45A90D8FD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CB2DDE-F85E-B997-C280-46E09D60C21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6CF604B-B041-E99F-559F-B22AAC2A87F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26D726A-3E4A-F340-6A93-82356D0E1A09}"/>
              </a:ext>
            </a:extLst>
          </p:cNvPr>
          <p:cNvPicPr>
            <a:picLocks noChangeAspect="1"/>
          </p:cNvPicPr>
          <p:nvPr/>
        </p:nvPicPr>
        <p:blipFill>
          <a:blip r:embed="rId6"/>
          <a:stretch>
            <a:fillRect/>
          </a:stretch>
        </p:blipFill>
        <p:spPr>
          <a:xfrm>
            <a:off x="4584700" y="2311400"/>
            <a:ext cx="0" cy="0"/>
          </a:xfrm>
          <a:prstGeom prst="rect">
            <a:avLst/>
          </a:prstGeom>
        </p:spPr>
      </p:pic>
      <p:sp>
        <p:nvSpPr>
          <p:cNvPr id="27" name="TextBox 26">
            <a:extLst>
              <a:ext uri="{FF2B5EF4-FFF2-40B4-BE49-F238E27FC236}">
                <a16:creationId xmlns:a16="http://schemas.microsoft.com/office/drawing/2014/main" id="{DAF38C6B-24F2-694E-79E3-B86C00EFC10B}"/>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95D24D9F-F9BE-42B5-552C-4B4CFC3268A0}"/>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B32D480E-B6A0-5827-FDED-C0744A977CAF}"/>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95B0FF7D-88FD-79E3-284A-8E26A4574734}"/>
              </a:ext>
            </a:extLst>
          </p:cNvPr>
          <p:cNvSpPr txBox="1"/>
          <p:nvPr/>
        </p:nvSpPr>
        <p:spPr>
          <a:xfrm>
            <a:off x="6654802" y="2293451"/>
            <a:ext cx="570089" cy="230832"/>
          </a:xfrm>
          <a:prstGeom prst="rect">
            <a:avLst/>
          </a:prstGeom>
          <a:solidFill>
            <a:schemeClr val="accent4">
              <a:lumMod val="20000"/>
              <a:lumOff val="80000"/>
            </a:schemeClr>
          </a:solidFill>
        </p:spPr>
        <p:txBody>
          <a:bodyPr wrap="square" rtlCol="0">
            <a:spAutoFit/>
          </a:bodyPr>
          <a:lstStyle/>
          <a:p>
            <a:pPr algn="ctr"/>
            <a:r>
              <a:rPr lang="en-US" sz="900" dirty="0"/>
              <a:t>32</a:t>
            </a:r>
          </a:p>
        </p:txBody>
      </p:sp>
      <p:sp>
        <p:nvSpPr>
          <p:cNvPr id="35" name="TextBox 34">
            <a:extLst>
              <a:ext uri="{FF2B5EF4-FFF2-40B4-BE49-F238E27FC236}">
                <a16:creationId xmlns:a16="http://schemas.microsoft.com/office/drawing/2014/main" id="{04541E04-9682-7230-A2E0-197068CC65A8}"/>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3AF64EFE-55EF-7A68-0F48-062465E9D631}"/>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9EF2FAC5-95A5-7845-EE03-2FBA194CB1B4}"/>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B9EA108-1488-1B5B-0861-DC37FD769BB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E396C687-E265-7A85-A047-43025063E48D}"/>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19F76D24-FDA8-AB7C-A6FB-0CCBAE6EE7C0}"/>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0FD6CEB7-A3FA-2754-F514-5418DB18D4C0}"/>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0947CE90-6A1B-ADC4-129D-0029C7ADD7A6}"/>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150159E4-B655-55AF-309E-F11AD48CBE2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DD055C47-9DEB-2223-5982-3F5FCBAE70DD}"/>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58CAF9D3-EA4E-ABD1-C547-E09C92832B75}"/>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F73D2435-DF31-B666-1146-2CFF335BB440}"/>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96863EA-7FF2-0F3B-52CA-F61F6E64C17A}"/>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8756FD39-5ECD-FDE3-6F5D-4016701A0ECF}"/>
              </a:ext>
            </a:extLst>
          </p:cNvPr>
          <p:cNvSpPr txBox="1"/>
          <p:nvPr/>
        </p:nvSpPr>
        <p:spPr>
          <a:xfrm>
            <a:off x="6654802" y="3295339"/>
            <a:ext cx="570089" cy="230832"/>
          </a:xfrm>
          <a:prstGeom prst="rect">
            <a:avLst/>
          </a:prstGeom>
          <a:noFill/>
        </p:spPr>
        <p:txBody>
          <a:bodyPr wrap="square" rtlCol="0">
            <a:spAutoFit/>
          </a:bodyPr>
          <a:lstStyle/>
          <a:p>
            <a:pPr algn="ctr"/>
            <a:r>
              <a:rPr lang="en-US" sz="900" dirty="0"/>
              <a:t>123</a:t>
            </a:r>
          </a:p>
        </p:txBody>
      </p:sp>
      <p:sp>
        <p:nvSpPr>
          <p:cNvPr id="46" name="TextBox 45">
            <a:extLst>
              <a:ext uri="{FF2B5EF4-FFF2-40B4-BE49-F238E27FC236}">
                <a16:creationId xmlns:a16="http://schemas.microsoft.com/office/drawing/2014/main" id="{761B15E5-0239-2C32-0798-96952C56D6B6}"/>
              </a:ext>
            </a:extLst>
          </p:cNvPr>
          <p:cNvSpPr txBox="1"/>
          <p:nvPr/>
        </p:nvSpPr>
        <p:spPr>
          <a:xfrm>
            <a:off x="7157158" y="3406653"/>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59E7B8C2-200E-1A01-733B-BB8D33381112}"/>
              </a:ext>
            </a:extLst>
          </p:cNvPr>
          <p:cNvSpPr txBox="1"/>
          <p:nvPr/>
        </p:nvSpPr>
        <p:spPr>
          <a:xfrm>
            <a:off x="6152446" y="5052602"/>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05CC845E-C104-A43C-DC82-1EB7C7D02D4B}"/>
              </a:ext>
            </a:extLst>
          </p:cNvPr>
          <p:cNvSpPr txBox="1"/>
          <p:nvPr/>
        </p:nvSpPr>
        <p:spPr>
          <a:xfrm>
            <a:off x="4645378" y="2293451"/>
            <a:ext cx="570089" cy="230832"/>
          </a:xfrm>
          <a:prstGeom prst="rect">
            <a:avLst/>
          </a:prstGeom>
          <a:solidFill>
            <a:schemeClr val="accent4">
              <a:lumMod val="20000"/>
              <a:lumOff val="80000"/>
            </a:schemeClr>
          </a:solidFill>
        </p:spPr>
        <p:txBody>
          <a:bodyPr wrap="square" rtlCol="0">
            <a:spAutoFit/>
          </a:bodyPr>
          <a:lstStyle/>
          <a:p>
            <a:pPr algn="ctr"/>
            <a:r>
              <a:rPr lang="en-US" sz="900" dirty="0"/>
              <a:t>23</a:t>
            </a:r>
          </a:p>
        </p:txBody>
      </p:sp>
      <p:sp>
        <p:nvSpPr>
          <p:cNvPr id="58" name="TextBox 57">
            <a:extLst>
              <a:ext uri="{FF2B5EF4-FFF2-40B4-BE49-F238E27FC236}">
                <a16:creationId xmlns:a16="http://schemas.microsoft.com/office/drawing/2014/main" id="{1AA3D5E4-4C51-1C27-45AA-C373FFBCA43B}"/>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258FDD0C-6F8B-B92F-0325-115ED9FFCC96}"/>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23A15E8B-C89C-D978-EC9E-E6D1D1A900A1}"/>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19CF0291-F6B6-333C-830F-2DEB2334BE5F}"/>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8D4D02AE-8962-C5D2-BFEB-CF3214AE16EC}"/>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64" name="TextBox 63">
            <a:extLst>
              <a:ext uri="{FF2B5EF4-FFF2-40B4-BE49-F238E27FC236}">
                <a16:creationId xmlns:a16="http://schemas.microsoft.com/office/drawing/2014/main" id="{12458FD7-DC7F-7FD5-1CAE-857916FBAB7A}"/>
              </a:ext>
            </a:extLst>
          </p:cNvPr>
          <p:cNvSpPr txBox="1"/>
          <p:nvPr/>
        </p:nvSpPr>
        <p:spPr>
          <a:xfrm>
            <a:off x="5147734" y="3295339"/>
            <a:ext cx="570089" cy="230832"/>
          </a:xfrm>
          <a:prstGeom prst="rect">
            <a:avLst/>
          </a:prstGeom>
          <a:solidFill>
            <a:schemeClr val="accent4">
              <a:lumMod val="20000"/>
              <a:lumOff val="80000"/>
            </a:schemeClr>
          </a:solidFill>
        </p:spPr>
        <p:txBody>
          <a:bodyPr wrap="square" rtlCol="0">
            <a:spAutoFit/>
          </a:bodyPr>
          <a:lstStyle/>
          <a:p>
            <a:pPr algn="ctr"/>
            <a:r>
              <a:rPr lang="en-US" sz="900" dirty="0"/>
              <a:t>32</a:t>
            </a:r>
          </a:p>
        </p:txBody>
      </p:sp>
      <p:sp>
        <p:nvSpPr>
          <p:cNvPr id="48" name="TextBox 47">
            <a:extLst>
              <a:ext uri="{FF2B5EF4-FFF2-40B4-BE49-F238E27FC236}">
                <a16:creationId xmlns:a16="http://schemas.microsoft.com/office/drawing/2014/main" id="{5BEB1F9F-9BD8-377F-708E-E24406656D9C}"/>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9CF6C49E-DE91-094C-B47B-71CF61E39582}"/>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AA28D0C-CA77-B80B-0300-B11E88A841F6}"/>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E0882A7F-5A9B-F1B3-B067-28C944C63082}"/>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11D77ACA-5E63-EF7E-8CE9-202310701437}"/>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69" name="TextBox 68">
            <a:extLst>
              <a:ext uri="{FF2B5EF4-FFF2-40B4-BE49-F238E27FC236}">
                <a16:creationId xmlns:a16="http://schemas.microsoft.com/office/drawing/2014/main" id="{845609A6-A822-0E81-6938-5210D04ABE10}"/>
              </a:ext>
            </a:extLst>
          </p:cNvPr>
          <p:cNvSpPr txBox="1"/>
          <p:nvPr/>
        </p:nvSpPr>
        <p:spPr>
          <a:xfrm>
            <a:off x="5147734" y="4909484"/>
            <a:ext cx="570089" cy="230832"/>
          </a:xfrm>
          <a:prstGeom prst="rect">
            <a:avLst/>
          </a:prstGeom>
          <a:noFill/>
        </p:spPr>
        <p:txBody>
          <a:bodyPr wrap="square" rtlCol="0">
            <a:spAutoFit/>
          </a:bodyPr>
          <a:lstStyle/>
          <a:p>
            <a:pPr algn="ctr"/>
            <a:r>
              <a:rPr lang="en-US" sz="900" dirty="0"/>
              <a:t>21</a:t>
            </a:r>
          </a:p>
        </p:txBody>
      </p:sp>
      <p:sp>
        <p:nvSpPr>
          <p:cNvPr id="70" name="TextBox 69">
            <a:extLst>
              <a:ext uri="{FF2B5EF4-FFF2-40B4-BE49-F238E27FC236}">
                <a16:creationId xmlns:a16="http://schemas.microsoft.com/office/drawing/2014/main" id="{F7AFF2E8-09FB-C1B1-9D8D-396EACF1EBEB}"/>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5A551F5E-A664-11AB-2A49-9A6BDFDA1DCB}"/>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1CA8A651-0582-6BB4-81EE-6A14993B7D67}"/>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67368375-18B0-B2AB-DC56-32A2A13F28AE}"/>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054175D-D6F2-0DF2-11F1-55AF2BC18B9C}"/>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8C149410-B1E9-2EB9-39BE-6AF049FA7177}"/>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3F16C047-8E63-0AD9-53A0-4A14DEC3E485}"/>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1EA1F2E1-DF0A-38CC-0996-02CF55471E94}"/>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EEB329AC-7230-5DB8-7011-ED11DC3451B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63EF8CE3-0462-C74D-3900-2A809E568048}"/>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A0DC4E67-0943-26C8-29DA-529534E1C159}"/>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03C83C4B-DAD7-9A79-DF72-239101373F9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D91E8B45-62BD-C280-60A7-C9A5EBD96770}"/>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7069F2FA-D6CA-CBD8-A8E7-8CD9D77D3CB9}"/>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4F68759A-CC60-73DF-326A-6D88E00FD95E}"/>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39438D7E-2015-D866-B9C9-189B05B961B9}"/>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7A2748E4-3FB1-3319-3132-EC0FF5EFBCDE}"/>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62E1B257-C40C-9A2B-D4EB-231813661B68}"/>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CC90177E-E154-6F5C-55F2-4C6BAE37CE76}"/>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76191E20-F008-EFB7-44EE-2E0E5C3AE040}"/>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5757FFB0-9F7C-715A-2B17-A34E429927F6}"/>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CE1A4DFF-CD13-273D-61D1-C57598AB8F02}"/>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8A3200F1-9DC3-C58F-E058-D09D2B5512F5}"/>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A80EA61B-3BBF-4031-7FF8-37444760E8E4}"/>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364895C7-1F18-C460-095F-CC9A316E8FF2}"/>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19232CBC-F593-9B33-EF75-CB7DD2E8B914}"/>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77564A35-D381-A513-B3B6-FE66C8AE8F1B}"/>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FFC64AD8-9FBE-DA0C-2379-2ED45AD6724B}"/>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EB39375-D6C8-3CEC-75D0-7CAB07CC08C9}"/>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E098EB11-8A51-6630-6040-9EF898ADAD2D}"/>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5A26BC69-BE2C-C899-2205-6D9D6F69B348}"/>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D44FB15D-E04F-3D98-77B6-BB94C668F233}"/>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BAEFB8EA-68B0-C96E-66A2-9131CB18D685}"/>
              </a:ext>
            </a:extLst>
          </p:cNvPr>
          <p:cNvSpPr txBox="1"/>
          <p:nvPr/>
        </p:nvSpPr>
        <p:spPr>
          <a:xfrm>
            <a:off x="3217333" y="374122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EFA9CDEF-C9FB-399E-5B0F-CD05062D1343}"/>
              </a:ext>
            </a:extLst>
          </p:cNvPr>
          <p:cNvSpPr txBox="1"/>
          <p:nvPr/>
        </p:nvSpPr>
        <p:spPr>
          <a:xfrm>
            <a:off x="3716867" y="3741226"/>
            <a:ext cx="462845" cy="584775"/>
          </a:xfrm>
          <a:prstGeom prst="rect">
            <a:avLst/>
          </a:prstGeom>
          <a:noFill/>
        </p:spPr>
        <p:txBody>
          <a:bodyPr wrap="square" rtlCol="0">
            <a:spAutoFit/>
          </a:bodyPr>
          <a:lstStyle/>
          <a:p>
            <a:pPr algn="ctr"/>
            <a:r>
              <a:rPr lang="en-US" sz="3200" dirty="0"/>
              <a:t>9</a:t>
            </a:r>
          </a:p>
        </p:txBody>
      </p:sp>
      <p:sp>
        <p:nvSpPr>
          <p:cNvPr id="78" name="TextBox 77">
            <a:extLst>
              <a:ext uri="{FF2B5EF4-FFF2-40B4-BE49-F238E27FC236}">
                <a16:creationId xmlns:a16="http://schemas.microsoft.com/office/drawing/2014/main" id="{3B53A751-9C8D-6D73-C417-EAAA3642CD09}"/>
              </a:ext>
            </a:extLst>
          </p:cNvPr>
          <p:cNvSpPr txBox="1"/>
          <p:nvPr/>
        </p:nvSpPr>
        <p:spPr>
          <a:xfrm>
            <a:off x="3716867" y="3237891"/>
            <a:ext cx="462845" cy="584775"/>
          </a:xfrm>
          <a:prstGeom prst="rect">
            <a:avLst/>
          </a:prstGeom>
          <a:noFill/>
        </p:spPr>
        <p:txBody>
          <a:bodyPr wrap="square" rtlCol="0">
            <a:spAutoFit/>
          </a:bodyPr>
          <a:lstStyle/>
          <a:p>
            <a:pPr algn="ctr"/>
            <a:r>
              <a:rPr lang="en-US" sz="3200" dirty="0"/>
              <a:t>7</a:t>
            </a:r>
          </a:p>
        </p:txBody>
      </p:sp>
      <p:sp>
        <p:nvSpPr>
          <p:cNvPr id="79" name="TextBox 78">
            <a:extLst>
              <a:ext uri="{FF2B5EF4-FFF2-40B4-BE49-F238E27FC236}">
                <a16:creationId xmlns:a16="http://schemas.microsoft.com/office/drawing/2014/main" id="{C42F243E-2046-8436-D876-5E807EE99E1C}"/>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9BC53F97-4FE5-29CB-2D5D-C6B49C30FC00}"/>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B0D57FA2-18F4-3EAC-DFF4-58BEF9E0F20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DFC2EE1B-2C51-FEBD-AB7C-B1E588F6639D}"/>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4AEF1487-DA6D-68C0-CBF5-59285CB01338}"/>
              </a:ext>
            </a:extLst>
          </p:cNvPr>
          <p:cNvSpPr txBox="1"/>
          <p:nvPr/>
        </p:nvSpPr>
        <p:spPr>
          <a:xfrm>
            <a:off x="7213604"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1588142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A003-A2A2-3007-42C4-E22C9C7221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967775-510C-82E8-CAB9-691C1113541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30598A8-0982-4DF9-BE47-E35D5AD31C9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1E49B20-6B00-8AF3-4EB3-82F422485DD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63897ED-A24A-6EA8-A6C2-ECE5F6F0923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1EA5581-B2A3-6671-06B3-E2953E9C4C78}"/>
              </a:ext>
            </a:extLst>
          </p:cNvPr>
          <p:cNvPicPr>
            <a:picLocks noChangeAspect="1"/>
          </p:cNvPicPr>
          <p:nvPr/>
        </p:nvPicPr>
        <p:blipFill>
          <a:blip r:embed="rId6"/>
          <a:stretch>
            <a:fillRect/>
          </a:stretch>
        </p:blipFill>
        <p:spPr>
          <a:xfrm>
            <a:off x="4584700" y="2311400"/>
            <a:ext cx="0" cy="0"/>
          </a:xfrm>
          <a:prstGeom prst="rect">
            <a:avLst/>
          </a:prstGeom>
        </p:spPr>
      </p:pic>
      <p:sp>
        <p:nvSpPr>
          <p:cNvPr id="27" name="TextBox 26">
            <a:extLst>
              <a:ext uri="{FF2B5EF4-FFF2-40B4-BE49-F238E27FC236}">
                <a16:creationId xmlns:a16="http://schemas.microsoft.com/office/drawing/2014/main" id="{F819EB45-1DCD-88CE-9AEB-2CEF68904554}"/>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90D949B8-7A82-1F4E-83D5-4AF602A8B56A}"/>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E1B32E83-1C25-3C46-5AF1-9A905CBAE4B5}"/>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31EBB0A3-3C9A-7162-C4D2-F441BDA08EE6}"/>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C8B58C26-6AC3-C883-3EFA-2AA2CC24AF92}"/>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A53F69EC-EFE0-C27A-06E9-1580C8BBF9D5}"/>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D55D95E-08E8-82BB-9AE1-78C2A9F41D7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6284D04E-84AC-422D-B266-07E3B9E90907}"/>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0BB3B2D0-5595-43DD-965B-D585CFFEE95B}"/>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DADA0D57-6706-E2D1-C242-842F36A5A4B8}"/>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CE2EDA01-36C8-8819-55DB-446CD0415CDB}"/>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4FDED2A4-6177-45FB-3F33-F3B897411B77}"/>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58EE9782-CB58-7E3B-9655-7CD54B10A6D9}"/>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B5A7401E-A2CC-C448-7B8F-87FA41BA48CF}"/>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6D660677-DD54-83DF-7E0E-A25CFD51FD39}"/>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29A620CF-3469-0A01-65E7-AA5917A77BFA}"/>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4BEAFFB0-8C01-DECB-5D32-69EBE72213CB}"/>
              </a:ext>
            </a:extLst>
          </p:cNvPr>
          <p:cNvSpPr txBox="1"/>
          <p:nvPr/>
        </p:nvSpPr>
        <p:spPr>
          <a:xfrm>
            <a:off x="6654802" y="3295339"/>
            <a:ext cx="570089" cy="230832"/>
          </a:xfrm>
          <a:prstGeom prst="rect">
            <a:avLst/>
          </a:prstGeom>
          <a:noFill/>
        </p:spPr>
        <p:txBody>
          <a:bodyPr wrap="square" rtlCol="0">
            <a:spAutoFit/>
          </a:bodyPr>
          <a:lstStyle/>
          <a:p>
            <a:pPr algn="ctr"/>
            <a:r>
              <a:rPr lang="en-US" sz="900" dirty="0"/>
              <a:t>12</a:t>
            </a:r>
          </a:p>
        </p:txBody>
      </p:sp>
      <p:sp>
        <p:nvSpPr>
          <p:cNvPr id="58" name="TextBox 57">
            <a:extLst>
              <a:ext uri="{FF2B5EF4-FFF2-40B4-BE49-F238E27FC236}">
                <a16:creationId xmlns:a16="http://schemas.microsoft.com/office/drawing/2014/main" id="{90F74142-8709-BECE-4C3A-224E6FEF55DA}"/>
              </a:ext>
            </a:extLst>
          </p:cNvPr>
          <p:cNvSpPr txBox="1"/>
          <p:nvPr/>
        </p:nvSpPr>
        <p:spPr>
          <a:xfrm>
            <a:off x="4645378" y="4408541"/>
            <a:ext cx="570089" cy="230832"/>
          </a:xfrm>
          <a:prstGeom prst="rect">
            <a:avLst/>
          </a:prstGeom>
          <a:noFill/>
        </p:spPr>
        <p:txBody>
          <a:bodyPr wrap="square" rtlCol="0">
            <a:spAutoFit/>
          </a:bodyPr>
          <a:lstStyle/>
          <a:p>
            <a:pPr algn="ctr"/>
            <a:r>
              <a:rPr lang="en-US" sz="900" dirty="0"/>
              <a:t>32</a:t>
            </a:r>
          </a:p>
        </p:txBody>
      </p:sp>
      <p:sp>
        <p:nvSpPr>
          <p:cNvPr id="61" name="TextBox 60">
            <a:extLst>
              <a:ext uri="{FF2B5EF4-FFF2-40B4-BE49-F238E27FC236}">
                <a16:creationId xmlns:a16="http://schemas.microsoft.com/office/drawing/2014/main" id="{EB062F3F-569D-A83D-5F55-0056AB136A3B}"/>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537778DE-D461-C7D7-2839-3C021D2BE45D}"/>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AD2C50E4-0CD4-57DF-2161-29CDD2F70D41}"/>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231A91D2-B702-823B-2F18-3EB52752FF8F}"/>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A463EAE5-9554-1BF3-51F4-A72E192F8226}"/>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20177EAF-3458-94C4-3597-EB634195EE74}"/>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C72F576A-1FF1-F3EE-06D0-031CD49D6440}"/>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DB29AFE2-487E-0B6F-548E-5193850F6861}"/>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7" name="TextBox 66">
            <a:extLst>
              <a:ext uri="{FF2B5EF4-FFF2-40B4-BE49-F238E27FC236}">
                <a16:creationId xmlns:a16="http://schemas.microsoft.com/office/drawing/2014/main" id="{E27A4875-590B-72A5-4DFB-ABB85ACFFF31}"/>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a:t>
            </a:r>
          </a:p>
        </p:txBody>
      </p:sp>
      <p:sp>
        <p:nvSpPr>
          <p:cNvPr id="70" name="TextBox 69">
            <a:extLst>
              <a:ext uri="{FF2B5EF4-FFF2-40B4-BE49-F238E27FC236}">
                <a16:creationId xmlns:a16="http://schemas.microsoft.com/office/drawing/2014/main" id="{2F14CB2D-CD91-08B4-C999-EA1CEAF23641}"/>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0FC26D47-85AD-DF43-168A-CCF229D2285B}"/>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EDFD4D3-C827-47DC-5C9B-63B675AD263B}"/>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21714A9C-920C-4C4C-F8CE-14EF8E0F95D0}"/>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7A456612-FB45-F3F5-0CFA-A6CF8A296B14}"/>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B19C9209-D915-CD67-02C7-B1D7DE941051}"/>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E41502C-0AE4-F2CF-F3FF-71191776FF2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A6D006EE-99B7-D287-CBD2-C0ED26DD525E}"/>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CBBE0A02-4342-9D7E-9960-A37CE613F05E}"/>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A2053AAD-3452-A36C-507D-38DF4131F4BB}"/>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0D369DC0-A7F0-80F5-5C35-1E88C336E4AC}"/>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11657370-621E-99BE-697E-ED589EB3DE0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7FF5A152-201E-C6A6-55E6-FA8E755B7E77}"/>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11432273-A6DA-D4A3-CD9C-6901DBA47900}"/>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27CA463E-49BA-9C98-0719-129869617E99}"/>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866AD857-DA1C-C5ED-D97B-1E0820990A36}"/>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6E0A4501-3379-5741-517B-24FBAAA9C32F}"/>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F2887E5D-8DC8-EADA-7639-2AC4A30DD670}"/>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34195AA4-DEFF-8A04-29DB-A7379A825D4A}"/>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0AC0340-653D-BF95-6861-3FC4427CAA1F}"/>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CCDAB1EF-0BED-AA0C-E87F-06952FF77022}"/>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7796044A-C6E8-70E9-88CA-2061382C952E}"/>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AF62ADD1-AFD2-B869-A76F-8CA3DADB08DC}"/>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9FF47D79-2424-7876-2792-11C7BCE03636}"/>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FC8A1077-8458-2AE9-53EB-10C7F762927B}"/>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68490169-8F0E-74AB-29EC-772258F44A2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871F69F2-B2A9-EF25-1B02-4F6F14710F33}"/>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643ACA00-B156-4B74-CFF9-68384C6D9A71}"/>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4C2F172-DF19-B1DF-8CB4-0327C25CEB9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A501EE2C-5DD4-A975-5B27-C7FE82DBC5E9}"/>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38EE66F-C6EA-E34C-5490-D26BFA0187D1}"/>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8C310F05-F2B6-9048-DF77-F0530C4B9287}"/>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473D0548-B76E-D792-577D-EBDCFD408EFF}"/>
              </a:ext>
            </a:extLst>
          </p:cNvPr>
          <p:cNvSpPr txBox="1"/>
          <p:nvPr/>
        </p:nvSpPr>
        <p:spPr>
          <a:xfrm>
            <a:off x="3217333" y="374122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07AA7C80-50B4-188D-88FF-AF106A5E79D8}"/>
              </a:ext>
            </a:extLst>
          </p:cNvPr>
          <p:cNvSpPr txBox="1"/>
          <p:nvPr/>
        </p:nvSpPr>
        <p:spPr>
          <a:xfrm>
            <a:off x="3716867" y="3741226"/>
            <a:ext cx="462845" cy="584775"/>
          </a:xfrm>
          <a:prstGeom prst="rect">
            <a:avLst/>
          </a:prstGeom>
          <a:noFill/>
        </p:spPr>
        <p:txBody>
          <a:bodyPr wrap="square" rtlCol="0">
            <a:spAutoFit/>
          </a:bodyPr>
          <a:lstStyle/>
          <a:p>
            <a:pPr algn="ctr"/>
            <a:r>
              <a:rPr lang="en-US" sz="3200" dirty="0"/>
              <a:t>9</a:t>
            </a:r>
          </a:p>
        </p:txBody>
      </p:sp>
      <p:sp>
        <p:nvSpPr>
          <p:cNvPr id="78" name="TextBox 77">
            <a:extLst>
              <a:ext uri="{FF2B5EF4-FFF2-40B4-BE49-F238E27FC236}">
                <a16:creationId xmlns:a16="http://schemas.microsoft.com/office/drawing/2014/main" id="{711E7202-3C9E-5515-01F1-BAAD470D3B76}"/>
              </a:ext>
            </a:extLst>
          </p:cNvPr>
          <p:cNvSpPr txBox="1"/>
          <p:nvPr/>
        </p:nvSpPr>
        <p:spPr>
          <a:xfrm>
            <a:off x="3716867" y="3237891"/>
            <a:ext cx="462845" cy="584775"/>
          </a:xfrm>
          <a:prstGeom prst="rect">
            <a:avLst/>
          </a:prstGeom>
          <a:noFill/>
        </p:spPr>
        <p:txBody>
          <a:bodyPr wrap="square" rtlCol="0">
            <a:spAutoFit/>
          </a:bodyPr>
          <a:lstStyle/>
          <a:p>
            <a:pPr algn="ctr"/>
            <a:r>
              <a:rPr lang="en-US" sz="3200" dirty="0"/>
              <a:t>7</a:t>
            </a:r>
          </a:p>
        </p:txBody>
      </p:sp>
      <p:sp>
        <p:nvSpPr>
          <p:cNvPr id="79" name="TextBox 78">
            <a:extLst>
              <a:ext uri="{FF2B5EF4-FFF2-40B4-BE49-F238E27FC236}">
                <a16:creationId xmlns:a16="http://schemas.microsoft.com/office/drawing/2014/main" id="{C4ACB810-FFC3-100B-F9DD-41C97CC4AEA3}"/>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5ADA4321-1E87-6EA1-E778-A2FE39985B94}"/>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4FA9E345-A0B3-4279-9EC1-9423CC7EBF8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D91D1548-492F-7A2D-6F7F-D3B6C0A02D5B}"/>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5A353B09-5D74-CE99-62D6-A5B1E5701335}"/>
              </a:ext>
            </a:extLst>
          </p:cNvPr>
          <p:cNvSpPr txBox="1"/>
          <p:nvPr/>
        </p:nvSpPr>
        <p:spPr>
          <a:xfrm>
            <a:off x="7213604" y="424456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D1928568-E746-9166-B343-5BA6433DE1DC}"/>
              </a:ext>
            </a:extLst>
          </p:cNvPr>
          <p:cNvSpPr txBox="1"/>
          <p:nvPr/>
        </p:nvSpPr>
        <p:spPr>
          <a:xfrm>
            <a:off x="7213604" y="3237891"/>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33F5E7B8-4DC8-0497-049C-B8903C729466}"/>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2E32807F-4D35-68DC-6CBC-48E181844A1A}"/>
              </a:ext>
            </a:extLst>
          </p:cNvPr>
          <p:cNvSpPr txBox="1"/>
          <p:nvPr/>
        </p:nvSpPr>
        <p:spPr>
          <a:xfrm>
            <a:off x="6214537" y="4747898"/>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4BAEBDEA-C9EB-FE9B-88BA-7596592FC683}"/>
              </a:ext>
            </a:extLst>
          </p:cNvPr>
          <p:cNvSpPr txBox="1"/>
          <p:nvPr/>
        </p:nvSpPr>
        <p:spPr>
          <a:xfrm>
            <a:off x="4715935" y="2231221"/>
            <a:ext cx="462845" cy="584775"/>
          </a:xfrm>
          <a:prstGeom prst="rect">
            <a:avLst/>
          </a:prstGeom>
          <a:noFill/>
        </p:spPr>
        <p:txBody>
          <a:bodyPr wrap="square" rtlCol="0">
            <a:spAutoFit/>
          </a:bodyPr>
          <a:lstStyle/>
          <a:p>
            <a:pPr algn="ctr"/>
            <a:r>
              <a:rPr lang="en-US" sz="3200" dirty="0"/>
              <a:t>3</a:t>
            </a:r>
          </a:p>
        </p:txBody>
      </p:sp>
      <p:sp>
        <p:nvSpPr>
          <p:cNvPr id="84" name="TextBox 83">
            <a:extLst>
              <a:ext uri="{FF2B5EF4-FFF2-40B4-BE49-F238E27FC236}">
                <a16:creationId xmlns:a16="http://schemas.microsoft.com/office/drawing/2014/main" id="{1FDA517E-9818-ED4E-A602-098FCCAF2D63}"/>
              </a:ext>
            </a:extLst>
          </p:cNvPr>
          <p:cNvSpPr txBox="1"/>
          <p:nvPr/>
        </p:nvSpPr>
        <p:spPr>
          <a:xfrm>
            <a:off x="6714071" y="223122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4B172494-7EF6-C083-46D3-FF7F181B7D0D}"/>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1661805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AF4E6-09B3-384C-EF77-2107DB72C8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923642-A732-E94A-5220-760C8760CF6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B2364C3-FC67-32B3-FEC0-7CE978D5E40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1D29AAE-E6DC-19B5-559F-67710009DB3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3149C94-E57C-D27F-B65C-4626C7FB3BF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1E60E58-EAAF-4B7D-604E-19CAA4B20F1E}"/>
              </a:ext>
            </a:extLst>
          </p:cNvPr>
          <p:cNvPicPr>
            <a:picLocks noChangeAspect="1"/>
          </p:cNvPicPr>
          <p:nvPr/>
        </p:nvPicPr>
        <p:blipFill>
          <a:blip r:embed="rId6"/>
          <a:stretch>
            <a:fillRect/>
          </a:stretch>
        </p:blipFill>
        <p:spPr>
          <a:xfrm>
            <a:off x="4584700" y="2311400"/>
            <a:ext cx="0" cy="0"/>
          </a:xfrm>
          <a:prstGeom prst="rect">
            <a:avLst/>
          </a:prstGeom>
        </p:spPr>
      </p:pic>
      <p:sp>
        <p:nvSpPr>
          <p:cNvPr id="27" name="TextBox 26">
            <a:extLst>
              <a:ext uri="{FF2B5EF4-FFF2-40B4-BE49-F238E27FC236}">
                <a16:creationId xmlns:a16="http://schemas.microsoft.com/office/drawing/2014/main" id="{AA41885E-43EC-0403-048C-2129E6C93C19}"/>
              </a:ext>
            </a:extLst>
          </p:cNvPr>
          <p:cNvSpPr txBox="1"/>
          <p:nvPr/>
        </p:nvSpPr>
        <p:spPr>
          <a:xfrm>
            <a:off x="4216401"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749BE58-8421-ACB4-8F53-5E9D514C26B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A1406BE8-216C-54E1-1BF1-0DEAC81463E4}"/>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3AD2D711-4278-DA94-6520-AB9F0854F3E5}"/>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21" name="TextBox 20">
            <a:extLst>
              <a:ext uri="{FF2B5EF4-FFF2-40B4-BE49-F238E27FC236}">
                <a16:creationId xmlns:a16="http://schemas.microsoft.com/office/drawing/2014/main" id="{D43B4EC3-F6CD-79A6-80E2-D529828906D0}"/>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84C38574-2B36-3676-C720-3BCC5E5E44FE}"/>
              </a:ext>
            </a:extLst>
          </p:cNvPr>
          <p:cNvSpPr txBox="1"/>
          <p:nvPr/>
        </p:nvSpPr>
        <p:spPr>
          <a:xfrm>
            <a:off x="3716867"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2CEA5403-3F77-171D-CCD9-4E030D8595D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03FB16A1-E039-3C68-AEA9-3ED30B94DB56}"/>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1FCA9A4-C3EC-DF30-CA0F-ADAC6C56A564}"/>
              </a:ext>
            </a:extLst>
          </p:cNvPr>
          <p:cNvSpPr txBox="1"/>
          <p:nvPr/>
        </p:nvSpPr>
        <p:spPr>
          <a:xfrm>
            <a:off x="5715003" y="1224551"/>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156EEB1D-5073-67C5-7868-EC137307179F}"/>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7030A00D-A093-63C2-BBDE-B0990AADA5D1}"/>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1E68956B-3DF7-B1FA-BE91-DA8133C6023E}"/>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D4D10E68-B2FE-5BAF-6D5E-F6ED8E658DD1}"/>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BFB9B734-A5D0-4465-4B43-533E4B5672D5}"/>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8D6A023A-1714-D1DF-9FC9-44EC2A28F141}"/>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77C32477-3693-99BB-0147-AD0AE95FADFD}"/>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61" name="TextBox 60">
            <a:extLst>
              <a:ext uri="{FF2B5EF4-FFF2-40B4-BE49-F238E27FC236}">
                <a16:creationId xmlns:a16="http://schemas.microsoft.com/office/drawing/2014/main" id="{C8E26685-B2EB-F346-06D6-0281CC4DCFCF}"/>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B86AFFDA-C776-13B8-69C9-F3703E4D96DA}"/>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15B4AE83-B4BB-1436-E69A-E1DCD01A1250}"/>
              </a:ext>
            </a:extLst>
          </p:cNvPr>
          <p:cNvSpPr txBox="1"/>
          <p:nvPr/>
        </p:nvSpPr>
        <p:spPr>
          <a:xfrm>
            <a:off x="4715935" y="323789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2C74958-98E7-4340-574B-6D90BFC8C54D}"/>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238DBD45-B172-F6C9-9D39-1D08DEE96475}"/>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CD0BE0D0-EE70-949E-B4E2-CBE2EDC58223}"/>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190CA68-894C-824B-230B-08E59F4486DB}"/>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0A6FD966-79B4-6016-CD86-4857D37C4CB9}"/>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968E9FA3-6062-36E4-84BF-5CE672A351B3}"/>
              </a:ext>
            </a:extLst>
          </p:cNvPr>
          <p:cNvSpPr txBox="1"/>
          <p:nvPr/>
        </p:nvSpPr>
        <p:spPr>
          <a:xfrm>
            <a:off x="5215469"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DA385F12-8128-D771-B7B5-C331307C668E}"/>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AB6E5E1-6E1C-F1B5-5129-64C10E773F3D}"/>
              </a:ext>
            </a:extLst>
          </p:cNvPr>
          <p:cNvSpPr txBox="1"/>
          <p:nvPr/>
        </p:nvSpPr>
        <p:spPr>
          <a:xfrm>
            <a:off x="5215469" y="273455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2F640A8-72E2-2250-D3A8-7ED01359D90F}"/>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8F8C9B58-46E6-ADCA-86FC-2732F81BEFDF}"/>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8B2AB040-D44F-B2FE-2D12-7103AF6B86B9}"/>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25EE47F-DBA2-0304-B07F-CBCCF6A8FDB6}"/>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74" name="TextBox 73">
            <a:extLst>
              <a:ext uri="{FF2B5EF4-FFF2-40B4-BE49-F238E27FC236}">
                <a16:creationId xmlns:a16="http://schemas.microsoft.com/office/drawing/2014/main" id="{D2BBD45D-3231-A262-6DDB-A1703E2F63FD}"/>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3B96D7A9-9E30-4D5B-0810-D4B2AA9B7E49}"/>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0BEC953B-542E-AAFA-419D-2B1D11B4AB9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798369B5-D7DA-6B25-C293-74F8C8600567}"/>
              </a:ext>
            </a:extLst>
          </p:cNvPr>
          <p:cNvSpPr txBox="1"/>
          <p:nvPr/>
        </p:nvSpPr>
        <p:spPr>
          <a:xfrm>
            <a:off x="5715003" y="3237891"/>
            <a:ext cx="462845" cy="584775"/>
          </a:xfrm>
          <a:prstGeom prst="rect">
            <a:avLst/>
          </a:prstGeom>
          <a:noFill/>
        </p:spPr>
        <p:txBody>
          <a:bodyPr wrap="square" rtlCol="0">
            <a:spAutoFit/>
          </a:bodyPr>
          <a:lstStyle/>
          <a:p>
            <a:pPr algn="ctr"/>
            <a:r>
              <a:rPr lang="en-US" sz="3200" dirty="0"/>
              <a:t>6</a:t>
            </a:r>
          </a:p>
        </p:txBody>
      </p:sp>
      <p:sp>
        <p:nvSpPr>
          <p:cNvPr id="16" name="TextBox 15">
            <a:extLst>
              <a:ext uri="{FF2B5EF4-FFF2-40B4-BE49-F238E27FC236}">
                <a16:creationId xmlns:a16="http://schemas.microsoft.com/office/drawing/2014/main" id="{86DC2F9D-F32F-7A96-EE36-D1C5982FBC5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AE76745F-C4CA-94D8-D376-FAF89D7441EF}"/>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07A96380-F24E-5BF5-E0F9-90F2D0950C59}"/>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A559E85D-CFDF-8654-FB35-9BFC61598C7C}"/>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B278D31E-0A4A-AA8F-7F1B-E8D78FE22CAC}"/>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62C60B82-6154-CCAB-ED37-1469CD6B7B2B}"/>
              </a:ext>
            </a:extLst>
          </p:cNvPr>
          <p:cNvSpPr txBox="1"/>
          <p:nvPr/>
        </p:nvSpPr>
        <p:spPr>
          <a:xfrm>
            <a:off x="5715003" y="4244561"/>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C8B5DC49-7314-E812-9C11-186764213438}"/>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E8D30EE1-7C2A-76AE-C46C-5B7D57A6311A}"/>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4309FFD4-7ED2-4A45-562F-63F6663F53F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310BEF2D-9179-5346-1A4D-9026507097F7}"/>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842BCC72-0367-928B-D332-3340AA806866}"/>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FEA733D-265D-70BF-8A9E-D1BB4336C24A}"/>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22" name="TextBox 21">
            <a:extLst>
              <a:ext uri="{FF2B5EF4-FFF2-40B4-BE49-F238E27FC236}">
                <a16:creationId xmlns:a16="http://schemas.microsoft.com/office/drawing/2014/main" id="{2517ED8A-B42E-2EBD-9241-5D6C043738D4}"/>
              </a:ext>
            </a:extLst>
          </p:cNvPr>
          <p:cNvSpPr txBox="1"/>
          <p:nvPr/>
        </p:nvSpPr>
        <p:spPr>
          <a:xfrm>
            <a:off x="3716867" y="424456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67A6447E-3BD6-352B-84DE-A8D4CA196E60}"/>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6" name="TextBox 65">
            <a:extLst>
              <a:ext uri="{FF2B5EF4-FFF2-40B4-BE49-F238E27FC236}">
                <a16:creationId xmlns:a16="http://schemas.microsoft.com/office/drawing/2014/main" id="{C467C1CF-B2E3-3456-1BC3-B9AE008AAAEA}"/>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ECE8941D-C1F2-CEE9-751B-336A267B3AFC}"/>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956A766E-BBD0-6DC5-608C-D9BBF35BB77B}"/>
              </a:ext>
            </a:extLst>
          </p:cNvPr>
          <p:cNvSpPr txBox="1"/>
          <p:nvPr/>
        </p:nvSpPr>
        <p:spPr>
          <a:xfrm>
            <a:off x="5715003"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9236C29-206A-8BFA-557F-B5C75324DE05}"/>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B37DCC9B-041F-5952-6B0A-9485C1A50FD6}"/>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D293A37E-5648-802C-F8B5-936DD3BA3B3A}"/>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6317D02D-2D7C-9738-FE8A-803DB2C38B26}"/>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88C8E926-F3BD-070C-A704-1A91CA4E4075}"/>
              </a:ext>
            </a:extLst>
          </p:cNvPr>
          <p:cNvSpPr txBox="1"/>
          <p:nvPr/>
        </p:nvSpPr>
        <p:spPr>
          <a:xfrm>
            <a:off x="3217333" y="374122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15F89692-2594-820B-AD6B-148F63D8BC62}"/>
              </a:ext>
            </a:extLst>
          </p:cNvPr>
          <p:cNvSpPr txBox="1"/>
          <p:nvPr/>
        </p:nvSpPr>
        <p:spPr>
          <a:xfrm>
            <a:off x="3716867" y="3741226"/>
            <a:ext cx="462845" cy="584775"/>
          </a:xfrm>
          <a:prstGeom prst="rect">
            <a:avLst/>
          </a:prstGeom>
          <a:noFill/>
        </p:spPr>
        <p:txBody>
          <a:bodyPr wrap="square" rtlCol="0">
            <a:spAutoFit/>
          </a:bodyPr>
          <a:lstStyle/>
          <a:p>
            <a:pPr algn="ctr"/>
            <a:r>
              <a:rPr lang="en-US" sz="3200" dirty="0"/>
              <a:t>9</a:t>
            </a:r>
          </a:p>
        </p:txBody>
      </p:sp>
      <p:sp>
        <p:nvSpPr>
          <p:cNvPr id="78" name="TextBox 77">
            <a:extLst>
              <a:ext uri="{FF2B5EF4-FFF2-40B4-BE49-F238E27FC236}">
                <a16:creationId xmlns:a16="http://schemas.microsoft.com/office/drawing/2014/main" id="{EE4CE15C-DBCE-8143-7651-FA21EE0D887B}"/>
              </a:ext>
            </a:extLst>
          </p:cNvPr>
          <p:cNvSpPr txBox="1"/>
          <p:nvPr/>
        </p:nvSpPr>
        <p:spPr>
          <a:xfrm>
            <a:off x="3716867" y="3237891"/>
            <a:ext cx="462845" cy="584775"/>
          </a:xfrm>
          <a:prstGeom prst="rect">
            <a:avLst/>
          </a:prstGeom>
          <a:noFill/>
        </p:spPr>
        <p:txBody>
          <a:bodyPr wrap="square" rtlCol="0">
            <a:spAutoFit/>
          </a:bodyPr>
          <a:lstStyle/>
          <a:p>
            <a:pPr algn="ctr"/>
            <a:r>
              <a:rPr lang="en-US" sz="3200" dirty="0"/>
              <a:t>7</a:t>
            </a:r>
          </a:p>
        </p:txBody>
      </p:sp>
      <p:sp>
        <p:nvSpPr>
          <p:cNvPr id="79" name="TextBox 78">
            <a:extLst>
              <a:ext uri="{FF2B5EF4-FFF2-40B4-BE49-F238E27FC236}">
                <a16:creationId xmlns:a16="http://schemas.microsoft.com/office/drawing/2014/main" id="{58522041-CB3A-D85B-B5C4-EE19A96550F6}"/>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088F0427-559E-E526-DD84-12F80564E6A9}"/>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47" name="TextBox 46">
            <a:extLst>
              <a:ext uri="{FF2B5EF4-FFF2-40B4-BE49-F238E27FC236}">
                <a16:creationId xmlns:a16="http://schemas.microsoft.com/office/drawing/2014/main" id="{6E51C6D1-474D-F439-2800-7A92B67F6DC1}"/>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2C0C2E17-82E4-3FC0-300C-683ACD56F4C4}"/>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CAF62616-B87D-FC4F-03BD-F19262EB1C28}"/>
              </a:ext>
            </a:extLst>
          </p:cNvPr>
          <p:cNvSpPr txBox="1"/>
          <p:nvPr/>
        </p:nvSpPr>
        <p:spPr>
          <a:xfrm>
            <a:off x="7213604" y="424456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5C13DA1-91AA-3D97-8EAB-A10B456B0D89}"/>
              </a:ext>
            </a:extLst>
          </p:cNvPr>
          <p:cNvSpPr txBox="1"/>
          <p:nvPr/>
        </p:nvSpPr>
        <p:spPr>
          <a:xfrm>
            <a:off x="7213604" y="3237891"/>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FF83919F-0DA4-FB7A-6E03-2D19DD558820}"/>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1388ECCE-25BF-8C5E-AA30-8B3C73033B34}"/>
              </a:ext>
            </a:extLst>
          </p:cNvPr>
          <p:cNvSpPr txBox="1"/>
          <p:nvPr/>
        </p:nvSpPr>
        <p:spPr>
          <a:xfrm>
            <a:off x="6214537" y="4747898"/>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D7BB57F7-4BBF-5A87-3972-55D261631B53}"/>
              </a:ext>
            </a:extLst>
          </p:cNvPr>
          <p:cNvSpPr txBox="1"/>
          <p:nvPr/>
        </p:nvSpPr>
        <p:spPr>
          <a:xfrm>
            <a:off x="4715935" y="2231221"/>
            <a:ext cx="462845" cy="584775"/>
          </a:xfrm>
          <a:prstGeom prst="rect">
            <a:avLst/>
          </a:prstGeom>
          <a:noFill/>
        </p:spPr>
        <p:txBody>
          <a:bodyPr wrap="square" rtlCol="0">
            <a:spAutoFit/>
          </a:bodyPr>
          <a:lstStyle/>
          <a:p>
            <a:pPr algn="ctr"/>
            <a:r>
              <a:rPr lang="en-US" sz="3200" dirty="0"/>
              <a:t>3</a:t>
            </a:r>
          </a:p>
        </p:txBody>
      </p:sp>
      <p:sp>
        <p:nvSpPr>
          <p:cNvPr id="84" name="TextBox 83">
            <a:extLst>
              <a:ext uri="{FF2B5EF4-FFF2-40B4-BE49-F238E27FC236}">
                <a16:creationId xmlns:a16="http://schemas.microsoft.com/office/drawing/2014/main" id="{43C987A0-2007-33FD-35F4-06029B7D513B}"/>
              </a:ext>
            </a:extLst>
          </p:cNvPr>
          <p:cNvSpPr txBox="1"/>
          <p:nvPr/>
        </p:nvSpPr>
        <p:spPr>
          <a:xfrm>
            <a:off x="6714071" y="2231221"/>
            <a:ext cx="462845" cy="584775"/>
          </a:xfrm>
          <a:prstGeom prst="rect">
            <a:avLst/>
          </a:prstGeom>
          <a:noFill/>
        </p:spPr>
        <p:txBody>
          <a:bodyPr wrap="square" rtlCol="0">
            <a:spAutoFit/>
          </a:bodyPr>
          <a:lstStyle/>
          <a:p>
            <a:pPr algn="ctr"/>
            <a:r>
              <a:rPr lang="en-US" sz="3200" dirty="0"/>
              <a:t>2</a:t>
            </a:r>
          </a:p>
        </p:txBody>
      </p:sp>
      <p:sp>
        <p:nvSpPr>
          <p:cNvPr id="85" name="TextBox 84">
            <a:extLst>
              <a:ext uri="{FF2B5EF4-FFF2-40B4-BE49-F238E27FC236}">
                <a16:creationId xmlns:a16="http://schemas.microsoft.com/office/drawing/2014/main" id="{FD7D06EE-163A-F017-9DE1-BD841F515CCA}"/>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8129387-7D0E-70F7-E29A-0BB7346E979F}"/>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46" name="TextBox 45">
            <a:extLst>
              <a:ext uri="{FF2B5EF4-FFF2-40B4-BE49-F238E27FC236}">
                <a16:creationId xmlns:a16="http://schemas.microsoft.com/office/drawing/2014/main" id="{871F8D00-EE49-1184-03AC-8EEF46EC2BAC}"/>
              </a:ext>
            </a:extLst>
          </p:cNvPr>
          <p:cNvSpPr txBox="1"/>
          <p:nvPr/>
        </p:nvSpPr>
        <p:spPr>
          <a:xfrm>
            <a:off x="4715935" y="424456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5AC5ABD2-4768-E566-0AA8-D0C6F7583EAE}"/>
              </a:ext>
            </a:extLst>
          </p:cNvPr>
          <p:cNvSpPr txBox="1"/>
          <p:nvPr/>
        </p:nvSpPr>
        <p:spPr>
          <a:xfrm>
            <a:off x="5215469"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146910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9958</TotalTime>
  <Words>3056</Words>
  <Application>Microsoft Macintosh PowerPoint</Application>
  <PresentationFormat>Widescreen</PresentationFormat>
  <Paragraphs>2605</Paragraphs>
  <Slides>54</Slides>
  <Notes>54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396</cp:revision>
  <cp:lastPrinted>2025-12-02T00:08:17Z</cp:lastPrinted>
  <dcterms:created xsi:type="dcterms:W3CDTF">2024-03-19T02:13:08Z</dcterms:created>
  <dcterms:modified xsi:type="dcterms:W3CDTF">2026-08-09T19:35:20Z</dcterms:modified>
</cp:coreProperties>
</file>