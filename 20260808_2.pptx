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5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3" r:id="rId13"/>
    <p:sldId id="544" r:id="rId14"/>
    <p:sldId id="545" r:id="rId15"/>
    <p:sldId id="546" r:id="rId16"/>
    <p:sldId id="547" r:id="rId17"/>
    <p:sldId id="551" r:id="rId18"/>
    <p:sldId id="552" r:id="rId19"/>
    <p:sldId id="553" r:id="rId20"/>
    <p:sldId id="554" r:id="rId21"/>
    <p:sldId id="555" r:id="rId22"/>
    <p:sldId id="556" r:id="rId23"/>
    <p:sldId id="557" r:id="rId24"/>
    <p:sldId id="558" r:id="rId25"/>
    <p:sldId id="559" r:id="rId26"/>
    <p:sldId id="560" r:id="rId27"/>
    <p:sldId id="561" r:id="rId28"/>
    <p:sldId id="562" r:id="rId29"/>
    <p:sldId id="563" r:id="rId30"/>
    <p:sldId id="564" r:id="rId31"/>
    <p:sldId id="565" r:id="rId32"/>
    <p:sldId id="566" r:id="rId33"/>
    <p:sldId id="567" r:id="rId34"/>
    <p:sldId id="568" r:id="rId35"/>
    <p:sldId id="569" r:id="rId36"/>
    <p:sldId id="570" r:id="rId37"/>
    <p:sldId id="571" r:id="rId38"/>
    <p:sldId id="572" r:id="rId39"/>
    <p:sldId id="573" r:id="rId40"/>
    <p:sldId id="574" r:id="rId41"/>
    <p:sldId id="575" r:id="rId42"/>
    <p:sldId id="576" r:id="rId43"/>
    <p:sldId id="577" r:id="rId44"/>
    <p:sldId id="578" r:id="rId45"/>
    <p:sldId id="581" r:id="rId46"/>
    <p:sldId id="582" r:id="rId47"/>
    <p:sldId id="583" r:id="rId48"/>
    <p:sldId id="584" r:id="rId49"/>
    <p:sldId id="585" r:id="rId50"/>
    <p:sldId id="586" r:id="rId51"/>
    <p:sldId id="587" r:id="rId52"/>
    <p:sldId id="588" r:id="rId53"/>
    <p:sldId id="589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670"/>
  </p:normalViewPr>
  <p:slideViewPr>
    <p:cSldViewPr snapToGrid="0">
      <p:cViewPr varScale="1">
        <p:scale>
          <a:sx n="113" d="100"/>
          <a:sy n="113" d="100"/>
        </p:scale>
        <p:origin x="14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F98C6-ECE9-A96D-9E94-C85AA1D24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A51B59-788A-A47C-EC42-F0392DFA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5CD337-6342-856A-9F4B-30C0285EC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CBB7B-779E-23C9-2B31-3FDB81F573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248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9E059-F08A-3A09-FB4F-226E9999E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4CCD30-D077-7646-E670-BAD90F976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77489A-64A7-0C17-18FF-C9313D1E9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646593-21BE-54B1-4C8D-6D6D1C372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6497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7F6D2-FB08-6B88-03BE-B29CB2A62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AD21B0-B232-B9D4-99F9-B23FE8B1A6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DFD364-796F-5EA7-EC3D-2BB6BC7B0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AE95D-3088-FBC2-CD81-0AEF1743F3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5250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E0E21-E9B6-5667-4396-1383755D4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E564C-B096-C303-02C8-D0DE14A62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2023A-131D-CC52-485F-D00D6EE11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09DFCB-4EF2-FDD0-119F-B1BF867DF1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1394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DD6B-7C6C-2AC4-729B-0918D5044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0AA7AD-652D-4200-45E6-43FEBDA131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16CD94-EFC2-9325-54F7-43AE671201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01EB3-2AF8-4478-D144-EBDB8EEC53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605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10344-7D0A-B5A4-6FBD-57822CB68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8A567-3722-41A6-1C69-B2E2EBDBA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FE9ADC-BE7F-04D5-EB1E-770CB84C6C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13335-CF3E-BD15-8215-F961215DA6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6621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EA117-F1A6-AA7F-36E5-99583536B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A50FD-04EB-5BCE-7F4E-42FDAA653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5641FF-66BA-FA67-F91C-ADA8611BF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93DB2-1762-E39B-132A-70FCD3AAEA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4080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7766E-01CA-019E-A59C-443EEC8C0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DB4AB6-3C75-E586-3333-03A09C2667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2A1B73-B310-54EA-B6AC-56CA97570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ECBE1-9A41-4A69-1BF8-83426ED1C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319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6F361-4392-C893-0CE1-EE2AC021D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0D6642-7CD4-A476-54F5-7A4A37B1A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42E020-4E33-07D1-F802-9FC0FAD85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9DA3B-2B13-4103-0F4F-6F8C823E9C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9568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FE426-1033-95EE-1351-19AD4228A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1758F-9D34-1731-9DAB-3AF5712AC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4AC6F-B48A-8017-225E-91A7FD12A4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2188A-17F9-F602-E8EA-A55F4E8F7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3646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AAD9D-45AE-4AFF-CD73-2D8213BED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75C4C5-944A-9B29-D9F6-57A7F58A1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C54C43-AB77-7BE8-1A3D-934BF43AD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B57AB-3A85-600A-B25C-652657ABE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7293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02315-81E3-CD88-6194-BD1B67B39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052A1-BB84-FE9E-12E4-16E728F5C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FBAB6-F48A-DD3A-D602-817E794D8E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B807E3-6BD3-8CE5-7D53-3E6323090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952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61C0E-52B7-BC21-42FE-1F84698BE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D1BF4A-020A-ABC0-E411-1A41E7E50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87A0C5-8989-FDDA-E6AD-055C91F4F5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121958-C39A-0FA8-DCA2-44C20A3004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15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F76C1-D39F-93B4-4644-BC3DA4CF6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969F5-519C-AD7B-E1B9-DF3FB2263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C0DA57-5216-2AFE-ADF4-C865D028B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AAFCD2-8F97-3513-6E15-0A9DA5A4F2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244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C1F89-C187-D3B1-E187-892CF256A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E036DD-CA95-B7C3-367B-149C8064DD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1CD97-34A5-5626-A2EE-CC40FEBCC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28AFD-2FD0-DD1B-DA68-7560C474A1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9691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82774-6C99-DBB7-8638-34F5DD5D2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0E1840-AD48-4CEF-9CEA-2FB728AE0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12E112-A44C-882C-6691-262470AB2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07091-3E80-E4F1-9214-2DF3E779B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8846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532C4-8692-1BDD-91A3-8AD251499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F4A72-8A13-22CF-10F4-42DEC6096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503D6E-90FC-DD28-D5DB-849C0E3193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CB323-AA29-3204-28EA-DE73009C46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4296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55688-E7C7-7A62-AD3A-DCB6B63E8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7E3A4-1280-C775-172E-660C8047D8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4A1DA2-E2B4-AF1C-7FE6-06B81C29B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A7EA26-FC24-50EA-504E-40D9139A35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4957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91505-D2D1-DACE-8C8F-1659E6B75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94609-0E9C-6220-C46E-626BF8C91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1DD196-3E7C-59A2-18D1-96785D04A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479B31-D8EF-04B3-A566-CC15A82BA3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0302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4C19-E604-306E-012F-EFD152A93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BFE66D-1830-890C-E8E8-399272614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3DA324-BE3E-F085-9FE4-EAF0540656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5F9B3-D5AC-6535-614A-63CC414B2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571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B0E4-5823-7711-59E2-503083385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2B451-3673-0359-299A-C166DB5B9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C4995-2320-A152-AC6A-CE67D6202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6B074-9D03-A363-7C01-60E648123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917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91E0A-3852-EDB6-8C39-B3840D2AB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A2BF0E-A62B-B0FD-BFE4-C051ACE95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0F852-4C3B-7833-49E0-C71482C52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162FD-909C-C48E-3D25-3D6EADA044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1710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E1F10-F17C-1435-88C0-6284E0DE1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E9F11E-0205-66A4-FA74-FD7F91C8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9EE1E-3C97-7AC2-31B1-56C1D2A5E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65367B-D748-B2AE-2435-D6C93B009F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6855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A1091-F9F2-885C-55B9-B20F9920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561F7-FC7E-5848-861B-E023CFB4A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815740-BF5D-7ED2-4958-C2B693652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9D3D2-6E7F-B69B-F3D9-790BE1415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3693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43D80-BFB1-3491-6186-8766BDDA6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EB1FE8-E780-3F2B-3256-1A4EABF81B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7403A9-2EA3-F377-B8A6-5EB20EC846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C5023-B1C8-406E-D9C1-BE1D3F5177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6420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79605-B437-DC6A-06B9-87CDED6C7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1AF38F-51D9-CA83-8663-B3EA71D885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291E97-C0D8-B5C6-AAB2-14CA173D57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15AB9-3F93-C76E-48C5-5F4CCCABE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5504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AEEE0-FD1E-6B03-9CDF-EFF42044B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0843D4-DF0E-80BC-FC8B-1D055092D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58199-FECD-F69E-E92D-2E1002C345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476AA-80F0-4C96-BEFE-3F7911C881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5400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343D0-1684-3F57-E877-2A75B5FD3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EDB8C-86CF-4670-99B0-CEEB0C669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57A90-D7C6-2AB1-6D6D-88F939CD0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DF3BA-F92F-FFBC-2F6C-4345572D3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0628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BCD65-8854-4E99-A4FB-0CD7A3C7E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3BD3F1-72C1-CF2E-5562-094E89DBC9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5F7583-F78E-746B-8E92-2FA0B2C8F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74F36-866E-E77A-F04E-A969EF4AC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40811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8B8A6-7339-DB67-65C2-2E8B05504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F8236-AD8E-0136-899B-3196F29168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257104-22F4-3155-CA40-95016844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CAFA4-ED49-561D-FECD-3F7D74713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1455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E1072-75E6-2FBC-C5F4-AA41D4CCD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1BCCB-163C-4F31-99FF-893C8216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15401C-9A79-DF7D-654F-9B8C79F9D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9BA95-8FD2-BDC3-B668-85DBE37A95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4192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7AFEF-C8D0-A502-333B-434A8DEB1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2FB768-B76E-E2DE-15A9-015B321B5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F7A70-962A-6D7E-CBC5-B55C6793C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A578F-3D45-EFF2-C801-D428452456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2109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E9566-FCB7-6CB9-308B-8AED473C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2581AE-4162-CE45-662A-7E9D2D0905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2A2477-AA4A-3110-723E-F18003AC85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B682A-1B7D-7E84-05E9-8636C7A9BF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62063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CBFD0-6BE9-0586-3B79-A83251B71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BAB8A3-909B-D329-5EB4-88879C533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35DA4F-14DE-DAB9-8EAF-4BC991662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76D61-34DE-39BD-AF1B-46B4C80DBB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954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7C781-D850-68DE-DE55-496014970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371E-51A3-9040-07C5-1D2F2184F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244FF6-996B-DE9C-442E-75673C7F9C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CDDD9F-9E06-14C4-F9DF-76D12B23CD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8662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F0C13-D63D-EAF5-EB42-88AE53120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EB2303-016F-5CD9-59EB-00CB6D824B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12E52-C34B-3598-B874-6F091A6F48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A7D3C-0E65-A1CE-44EB-6B84B9D7C0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409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8E4C7-CB96-B650-7B19-D7F22C951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A61C40-2B40-EA86-B4E0-F51440FF1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CFAAE8-F327-16D7-A37D-088BC74F6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9CE94-4832-083F-3AE9-BA6811E374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6833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43BC2-B3F7-33A1-D7FC-65F7C67D2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D4604-CB1C-CB97-BD45-92F4F069F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BAF4A-29B8-010B-A20A-478B75543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72B3F-46E8-F2C9-7843-67DE834CD9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4981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C55F-0BD6-3FBA-1766-FCFC7EDA8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508852-4ABE-76BC-1800-C4D0D24DB4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6C0F0-A082-ABC8-A943-04BBAD2F7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EDED7-2753-949B-748D-99A6D2480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62806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09AF6-7723-E5B0-FB42-29AF5C8A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B925F8-A3F9-514C-5D7B-EB307A3C5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76826-7B84-5F1D-4543-78B4F582B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189EB-2952-36D4-0F79-92F62DE337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5548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94B56-0185-8A49-B9EC-267A1A3C7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0D48D4-7890-C28A-CA4F-029F81B8C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CACF9C-AA03-D458-126B-AA1A39931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B157-5B46-405B-A3AB-ED0845722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66951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1B0E7-77F2-9F8F-041F-CF327AAB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478201-748D-6BCB-00D0-3D47CA67B9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B5AE48-2E1C-E68C-CBFD-686A8CB1D4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CA6195-B712-FBCE-F9EE-312CFF9151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837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6BA48-4D7F-49E4-3116-7DE3529E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11816E-5C3B-F2A6-BF47-76218B22D7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A7930D-D614-32E8-AAA6-EBBB3A98E7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6E8ED-A311-4EFB-5A09-AFF9F6FF6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50344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3F60B-E588-B7D4-6EA0-81DCBB843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00E7BD-B910-22DA-C39D-281A41971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14DEB-4E17-57AF-105E-3A4AC8F33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F2127-4C5F-C53B-FB8B-328489F10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490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32F3E-E734-D19A-42B5-E98877DF6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0DD73B-9511-C733-1DE0-7BB50D0906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8A8D8-5FC2-C445-8514-193A2B8094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C7E837-A699-2C07-1228-5F81DF2190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8037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7D23-435E-B167-F4B0-8F9019001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52504F-6F7E-C42D-DDE9-B4B2C6648A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68222-C186-FAF7-C106-14F67345D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97462-A28B-A2D5-5BD0-93413B34F0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902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7D280-01CF-D6A8-2878-B56E96D32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2289AB-5AC7-8C0F-EF50-309E94BEE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E4C3C2-5672-41F2-33A3-6D593B3FFF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7CDC2-47CA-0DB2-9228-2D3EC5791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27961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469C-D01C-8BAF-16DC-A1BC7234A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55101-110A-87A9-067F-0928E8B45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8FDBB3-855E-5B48-B673-69098CD6E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192C0-B21E-4314-B4A0-1350E0021F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85883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B009-310F-BFE7-3695-43E568640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4C8BBF-526C-199F-191A-3825EB71E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1C747-03D8-B015-5496-C6599CC47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5BE27-F99D-E28B-667D-2CC8F4839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84380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DFE80-6B78-6281-72F6-61DF6FC33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0CCB67-AEF8-8D60-D3EB-CADCA9510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B0AC3E-9247-A20A-06CD-61514A721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88F179-E2DC-8608-9E64-D808C17A96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64083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051DA-800C-44B2-84BF-3030588A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641084-54BF-D8B2-4161-10BADCB32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21F5F6-2081-DD46-BB23-3CA932DF8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188A00-10A2-1734-6460-7813E7116C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82954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D562-6011-13E7-B8FD-886DCD36A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BF7512-45B5-3214-3C5A-6F68DC6864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3003F-A481-137B-61B2-FFE880244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A6CA0-D2EB-7BA8-9176-A57183AC5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503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9BEDE6-3E6B-8A90-7F75-A180B9B5F1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-23296"/>
            <a:ext cx="4756207" cy="53213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A34D5-776A-3D59-F4B8-1554C5CEA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3E9163-3DA5-FB85-39F9-14A000E279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Only one orange line has digits on it. From the given 1, we can determine the low digit cycle.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979C5B-62B3-DBFC-C346-3A20FC7FDD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8FD1DD-BB3E-0598-CE4A-1204F9B16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87904A-15A6-5F8D-DB31-CAB6D18A16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D1B79D-46AB-C2F7-AB1A-25FD1327BE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270484-12A2-1D26-0753-32F7C3EC9C0B}"/>
              </a:ext>
            </a:extLst>
          </p:cNvPr>
          <p:cNvSpPr txBox="1"/>
          <p:nvPr/>
        </p:nvSpPr>
        <p:spPr>
          <a:xfrm>
            <a:off x="4645378" y="10450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BE03E2-471E-2BD5-6A41-6796190FD168}"/>
              </a:ext>
            </a:extLst>
          </p:cNvPr>
          <p:cNvSpPr txBox="1"/>
          <p:nvPr/>
        </p:nvSpPr>
        <p:spPr>
          <a:xfrm>
            <a:off x="5650090" y="10450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E8A542-CC15-61FC-A3B8-721188C960F6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553EE8-A569-6DE8-CD66-E0EF56E7EBDC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A80192-3498-DF87-7820-F161A55B4582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678374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A3EEF-2E10-0869-855C-496C16E96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02C18C-F596-1D66-CA92-2E50977020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From the given 5 we can determine the middle digit cycle, and thus the high digit cycle, too.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5EF2253-6C5A-FA7F-B9FB-A9F9FA24A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4082BF-FD58-BF8D-D1D1-649D98D1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AACF3F-3511-C58C-C98B-55A231859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661CB85-B161-F78B-E265-105D4BD59C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852517-F686-6475-4519-56D61A27BFD9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A8C82C-7350-E3C2-524C-38C4C0B276A8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CC3D86-C281-D08C-908C-F3D92102E202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D85B8D-5557-6EFA-752E-7B7C657290A6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C6A412-7769-DB78-7B8F-3D9834A43C5D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AA97A6-188D-3DE4-3530-F5E942400E88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EEBF49-AB1F-B539-FC40-A7B91CFC41A2}"/>
              </a:ext>
            </a:extLst>
          </p:cNvPr>
          <p:cNvSpPr txBox="1"/>
          <p:nvPr/>
        </p:nvSpPr>
        <p:spPr>
          <a:xfrm>
            <a:off x="4143022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BB0143-C5B7-7883-3FB7-5BE68D8812C6}"/>
              </a:ext>
            </a:extLst>
          </p:cNvPr>
          <p:cNvSpPr txBox="1"/>
          <p:nvPr/>
        </p:nvSpPr>
        <p:spPr>
          <a:xfrm>
            <a:off x="5147734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51AA9A-D5F7-0BCC-20F5-C49A6C8BCD59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4CE896-4974-FF73-02B8-FB46F7C5D1F6}"/>
              </a:ext>
            </a:extLst>
          </p:cNvPr>
          <p:cNvSpPr txBox="1"/>
          <p:nvPr/>
        </p:nvSpPr>
        <p:spPr>
          <a:xfrm>
            <a:off x="5147734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DE6150-3170-CE4A-5027-888E1973968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9DEC1E-6ED2-E8BC-43AD-54A4151DD01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9955CD-5BCB-438C-B5E1-1EDEA663B8D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4E3BC9-40C0-B90F-34A2-E56647473B96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</p:spTree>
    <p:extLst>
      <p:ext uri="{BB962C8B-B14F-4D97-AF65-F5344CB8AC3E}">
        <p14:creationId xmlns:p14="http://schemas.microsoft.com/office/powerpoint/2010/main" val="3045391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6347E-0447-A6ED-CA1F-B9B2DF2A5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1C41C3-FD03-CD9F-FB9E-E055BDB74B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upper left and upper center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C521225-0EC2-51DE-AB3F-43B44EBFC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5F1758B-7D8E-EE80-4963-C9711C82E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F54973-3BDD-C8AC-4948-DDCDB8A279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E6B2E7-4152-0E39-5ABC-2A56324EA0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EE666C-BBD1-867B-6985-4AA72014615F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054149-1364-F064-A2C5-FFF51DBC6C15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499395-CFB6-98AF-46A9-D70697846599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F08569-CC93-FDEE-B7E6-6377F16DEFB1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5AB43-BD5C-6BAF-6E4B-97F36AE06A61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CF6F1F-0E01-C553-7562-36DD1F76F57A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EC2718-887A-00B2-83D5-1E10631173A2}"/>
              </a:ext>
            </a:extLst>
          </p:cNvPr>
          <p:cNvSpPr txBox="1"/>
          <p:nvPr/>
        </p:nvSpPr>
        <p:spPr>
          <a:xfrm>
            <a:off x="4143022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CDEDFF-67A9-8CC4-B13E-B3F3F8A7E39D}"/>
              </a:ext>
            </a:extLst>
          </p:cNvPr>
          <p:cNvSpPr txBox="1"/>
          <p:nvPr/>
        </p:nvSpPr>
        <p:spPr>
          <a:xfrm>
            <a:off x="5147734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A2870B-BD4F-BB37-4F94-8288CA2C375D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C95EF4-6DF4-AFB9-A9F4-F10E61645B9E}"/>
              </a:ext>
            </a:extLst>
          </p:cNvPr>
          <p:cNvSpPr txBox="1"/>
          <p:nvPr/>
        </p:nvSpPr>
        <p:spPr>
          <a:xfrm>
            <a:off x="5147734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443D77-13C1-8CD9-F939-446C76519A3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AD7F01-D16E-6D20-D906-7F057A144EE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3C8C6C-5AAA-F18A-31C5-FC29B54BB87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BB656D-23CC-44C3-6E9B-74D2898177AF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84CF10-04EE-0050-FC76-CCD6AE52127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D3C7AE-19EC-0AC8-0E77-1F8880E1678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E0CEE9-3CF5-F0C2-F79E-A893E4F9FBA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57B2CD-B726-7F20-CD6A-2B1EC149448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45477E-82AE-1756-F985-EDFEFDD842E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8C33E2-3423-70CC-3329-836A2A3096B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</p:spTree>
    <p:extLst>
      <p:ext uri="{BB962C8B-B14F-4D97-AF65-F5344CB8AC3E}">
        <p14:creationId xmlns:p14="http://schemas.microsoft.com/office/powerpoint/2010/main" val="1767747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62856-4165-45C7-5662-B06EA82DA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7F8F4C-539E-160E-E1E9-98D5C43150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7 in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17B776A-9687-48FB-B7C4-872B68E56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AD378D-47F7-E832-3C92-D44C8A819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4A035B7-118F-C84F-D5E0-79425E60F0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AB13D2-409D-3E52-3016-1A036DF0C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D35033-0179-7BB2-53EB-8BB8C03F989E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B87036-DC37-6F5B-C9B5-5749F0CBE24D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D968A2-CE33-AF38-B5D1-5C9EF90CE112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83DC96-7E03-67E9-B9EE-88BB914BA48D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F93408-633E-27C6-D97F-B82A82AC0E72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34352B-9A56-081B-2A81-2FDA91685208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0050EE-DB2B-3503-868B-07A2CF662200}"/>
              </a:ext>
            </a:extLst>
          </p:cNvPr>
          <p:cNvSpPr txBox="1"/>
          <p:nvPr/>
        </p:nvSpPr>
        <p:spPr>
          <a:xfrm>
            <a:off x="5147734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71CB8A-AFEB-3E4F-7801-AF9C928378BD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30B052-7D07-E079-48F4-2607C5703E94}"/>
              </a:ext>
            </a:extLst>
          </p:cNvPr>
          <p:cNvSpPr txBox="1"/>
          <p:nvPr/>
        </p:nvSpPr>
        <p:spPr>
          <a:xfrm>
            <a:off x="5147734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99375F-6798-F5A2-8D5E-92AD382FF6C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824E67-6DFB-F496-EB75-FA7698A29B8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422925-91EF-E94D-06CA-E414A2E85F7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D79225-DBDD-DAA4-FAE1-E5B3AA086E09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B1AF5E-77C0-01AF-3F64-14507320BAD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54E198-F579-2091-47D9-E64E0F14E28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33D742-7D6C-D0C4-BF5B-A7B64030B7A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568CA5-F1B7-ED65-7512-7D63FEDE451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DBD0DE-91CD-1084-2C99-CFB416ADFDA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6A0DE0-B5EF-C121-6EB7-645C50E8CF3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8A20DF-B907-0462-E672-BFE0037F797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30861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4283F-5135-3AC6-D34E-3814255B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882F2C-63FD-082C-D24E-557849D261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9BDBBAD-59AD-A06A-9314-6D5344682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20463B-0783-886C-A5F3-88E36233A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43EA9AD-1E3F-D1EF-49A4-8435DB939A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756EF03-502A-4099-691D-FDFDB365A3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5479FC-0FED-6BEB-0123-A7025FCF23AB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617A28-4CDA-DEFE-2B9E-0153D2F73A36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01F89C-DAFD-736E-0D69-417477135E31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77BA11-FA44-FF53-0D94-B541A029E615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FD718B-C870-4059-2FBE-BE93EF47ADB2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0826CC-1A8C-DE27-41E5-B9916E515B17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133EBF-21B2-9B09-B3A1-A77DFFE0BFE5}"/>
              </a:ext>
            </a:extLst>
          </p:cNvPr>
          <p:cNvSpPr txBox="1"/>
          <p:nvPr/>
        </p:nvSpPr>
        <p:spPr>
          <a:xfrm>
            <a:off x="5147734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120FB5-280B-0797-5E6E-AECA69D43D0E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FC1596-3B62-C028-C7BC-0456BDE84BFF}"/>
              </a:ext>
            </a:extLst>
          </p:cNvPr>
          <p:cNvSpPr txBox="1"/>
          <p:nvPr/>
        </p:nvSpPr>
        <p:spPr>
          <a:xfrm>
            <a:off x="5147734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5EBB30-E722-64A2-B2DF-0085EE82DCD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D057A-D8CF-C550-5728-E9A33EB8B1F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A2224E-1863-0F33-4577-2163C43AC37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85982D-0F5C-6DB1-183A-242861E2DAFB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EC623D-39B8-C9FF-F719-C1CE0548742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02AF53-18E9-D5CA-7AF7-578CE72191B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BF2CA4-7DA2-1AEE-17C0-6B59AF296CF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2023C5-1D5D-7214-0624-C66A3B019E2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92810F-C642-1C81-B68A-7D5FCFB7895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56F72C-7F28-656D-11EA-9445B37BE7E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D3F5B2-F080-2E75-D718-136EB49BE14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757596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B2BF9-FB74-B9C1-3018-63D53C511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F5C8B1-5FDB-94CA-DD8F-E938ACF679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FDE41E0-E842-2AF6-8001-9B2283231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A8311D-CDE3-7BBC-DD22-D3A6FBECB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7AB5CE8-E5D2-8B4A-46E9-0CD4CA7E30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697140-B7CD-9875-B378-DA70630D04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E7EB33-E7A2-CC79-B0C2-888B9C0512DC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45D0D2-88EC-3E8F-EDD7-33AD0279E791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FD8B5F-0929-A203-6D79-78AC2EF1EF9D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A167D9-A8B9-009E-D3EE-28397657EA06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138623-C45B-120D-2C90-DCC03B6F01FA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A0F4F5-30C2-F576-0449-494958247955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57FB4B-8FE6-2A1F-CCD0-617B7284405A}"/>
              </a:ext>
            </a:extLst>
          </p:cNvPr>
          <p:cNvSpPr txBox="1"/>
          <p:nvPr/>
        </p:nvSpPr>
        <p:spPr>
          <a:xfrm>
            <a:off x="5147734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91DF77-D971-E670-EB6C-C9D0190989B7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B58C7F-4485-CC81-A477-5708859A3EA5}"/>
              </a:ext>
            </a:extLst>
          </p:cNvPr>
          <p:cNvSpPr txBox="1"/>
          <p:nvPr/>
        </p:nvSpPr>
        <p:spPr>
          <a:xfrm>
            <a:off x="5147734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4C5A7D-B0A3-8C30-B390-C975FD14523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8D2663-3CB1-91F9-AFD2-87494233B6D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38E92D-139A-F0C6-56B7-5B5C1EF51E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511B14-1987-8642-1F46-82D48D1D6EB2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8E6065-F47B-1811-EA03-BB7D11A724F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CA4A30-2716-6F53-DCD9-DA7E64BE5C8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868A7E-E2BF-599C-CC94-ED3DA800E8E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813331-D954-D25B-DB80-02A6CF3FF01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46A23D-7936-3818-4AE6-D34F6FCB5DC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DAC8A-EA92-3B9B-011B-A7753E77DC5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5BC07A-AF91-92BE-4C22-B7A73D02D35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107151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0D7FA-97AB-DD25-8F0A-C2EEA88D6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961684-A159-E359-86E1-52338077161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Note 456/457/4567/4567 quartet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77782A3-68B6-565B-8333-55BD88875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8753056-0075-0856-1AD6-AD8DD4B76C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C4962BA-8D57-051F-35D1-5BC6E3F2AC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AD97AFE-E487-321E-AD79-D56F407085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F8E063-BA2E-ABFD-72A6-E92BE4F30905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0A8743-2AA1-C78E-0DD6-1EDE094F639A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F24E2B-1007-56A6-AF8D-168D19169415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6EEC9-B48B-4D75-3386-00C0361EA8EC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1BFE7A-5308-1DD8-1929-1291617955FD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99AF5B-077A-51C9-D534-7FD77563C5E4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994D4E-289A-BB3A-F129-EB7F79611374}"/>
              </a:ext>
            </a:extLst>
          </p:cNvPr>
          <p:cNvSpPr txBox="1"/>
          <p:nvPr/>
        </p:nvSpPr>
        <p:spPr>
          <a:xfrm>
            <a:off x="5147734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CD387-6D10-77EF-C720-963EA8699633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DD4AD6-21D8-2F8F-3450-D0187DAE1BBD}"/>
              </a:ext>
            </a:extLst>
          </p:cNvPr>
          <p:cNvSpPr txBox="1"/>
          <p:nvPr/>
        </p:nvSpPr>
        <p:spPr>
          <a:xfrm>
            <a:off x="5147734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4F6968-EC7A-DFC1-AE9F-A5D76D6A0B4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F73F80-7423-80BE-0389-53B9595B509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ED08A2-0F7C-A52C-6450-101322B09FD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5D9AB3-D247-9853-C0FA-645C404D147A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141911-4C92-D361-3A4A-B158209144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C6658D-9A59-871C-A935-CAF2877ABDC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CD7C20-68AE-B7EE-AE2D-69164F63D81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1BA355D-CF58-624C-86CB-E079D186D53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CDE5FF-3B40-0920-1E26-A6612318EA0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196D26-116B-0DB1-2C8E-17C0539B8E4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D8A73C-F641-0FAF-920B-5A7C89DB70E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387973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F1328-FDE0-2586-2831-AC10751DB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CB8035-B347-AB18-B48F-92E2D3042E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824932C-FE3B-1EE4-EA77-ADC31B12E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543B80-1538-ACFD-E4B4-87DA0192A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E99C36-4ECF-22BD-A84E-1712D187B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36F1A11-62C1-361E-1980-523BF2B868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4B00DA-65A7-7E02-56E9-731084C565CC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8E2CAE-06F6-5B17-A82A-14DC0325338F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3CD796-39E1-466E-A0E5-AAEEC46CEDD7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EF707A-E355-BE06-0174-BB71035097FA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38BB95-BE9E-39EB-6B44-D20B5FCEF5D9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C403D8-EE38-2E70-EA95-10383F6E7CE4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6812DC-2495-9862-73FE-FE823DBB26AD}"/>
              </a:ext>
            </a:extLst>
          </p:cNvPr>
          <p:cNvSpPr txBox="1"/>
          <p:nvPr/>
        </p:nvSpPr>
        <p:spPr>
          <a:xfrm>
            <a:off x="5147734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C2C4C8-3802-1F91-E356-E6FA80311755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694BE2-8B15-FC0A-FBC8-343FC676896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BA1FCE-578B-24F8-3022-A9612BB9736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82BC8A-5AD9-2592-A12A-34D73A26F03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794DB6-8F8C-30D7-6418-8332300F262B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15764B-CCB4-20A1-48B6-D9983160FF0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481995-97D1-339F-74E0-D2FD0FD4325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E8B4F3-80C2-E858-6908-E6B68885CA2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97323-DC2F-FA31-8189-87E7A208923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0F313F-6D1C-7B19-CF86-8C238DB550F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64C1DE-62C2-A9FB-BDDB-819986787A3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32A114-5F4F-F912-0A97-8A4A9FB66C0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3B7D40-68EF-7816-5C69-879B3DFD523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92040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8365C-7BAE-84B9-B863-7C9FD8C2F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B1796D-1304-24C5-E978-035CD2FD22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On the other orange line in the upper right block, there are two adjacent cells that can’t be 7, 8, or 9. So, we know where the 789 cycle is.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902144C-89B1-AC51-D3D3-3D5140283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4C0CF52-25F5-76C6-6BDE-2F6B632798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089E5B-C367-26FE-2479-E471C4D18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C33008-4DA9-701C-F311-DB78A044D0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5FC67A-4CF7-8A9D-2289-191765D759A1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9705C6-D915-829E-BAD5-AE19C3750148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91B3EB-BF9B-890B-C52F-4B715A3CBB91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52C0CA-277E-73C4-1FC5-DA27D20784A7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108405-AE5C-BD40-DF90-F20C249B115D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FC831F-A16F-53A8-38FC-705FB868D7BF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C06BA7-C4D1-E552-33AA-67F80D2F2B53}"/>
              </a:ext>
            </a:extLst>
          </p:cNvPr>
          <p:cNvSpPr txBox="1"/>
          <p:nvPr/>
        </p:nvSpPr>
        <p:spPr>
          <a:xfrm>
            <a:off x="5147734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CDCA19-2826-6489-0B45-2473AF6F9247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1DE756-4CF8-5F70-EF31-2BACA3C2920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A8B5CD-90F5-19BB-B3D6-95674D7244A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DACFC5-EDF3-3170-6143-4DF40F93D1B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AA84CA-B908-2F65-505D-BF61161B28DE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12EC2B-B1EB-CD2A-C7D9-CA11DE6130A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B662B9-BE95-583A-CBD1-E9C63574F06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43F946-83D9-066B-5A16-9E3DDBEC0EF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09E93B-B902-A865-750A-2E151E927DD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0214F4-6C4C-9B15-B95B-17C359EC629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60B11C-0E5D-672D-304C-176F6E9AEE0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97FD89-38A6-D123-6C2B-1DA1FBDC116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D8A9D3-75CE-25C5-C757-89222162F3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C51EF0-19D4-8BCC-D3F1-7F25CF209D1C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5ED874-614C-2D90-47C0-21BE6EC72A85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F80913-8F28-8449-F25A-998847F64D88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</p:spTree>
    <p:extLst>
      <p:ext uri="{BB962C8B-B14F-4D97-AF65-F5344CB8AC3E}">
        <p14:creationId xmlns:p14="http://schemas.microsoft.com/office/powerpoint/2010/main" val="3447074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B116E-3D46-3469-0A94-584B26E59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F45F1A-7712-F1BD-B0C9-D06FA2D29AB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We also know that there can be no other 123 in Row 1, so the 123 and 456 cycles are also determined.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55B5E7A-FE62-352F-C78A-341ECA30C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6B3467-0EB8-EC53-A563-724E8D830C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CA994F9-4E87-D5C0-ADD9-1435AD919C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03D3F95-5F8F-2779-FA5B-0163DEA4D9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098331-5F8C-318F-FBBA-AA1E5C4EF79A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98B5A6-B62A-48A8-3922-651C4CEFBF73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C11797-F9BF-C92B-71DF-396C7E840432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A32BE0-740A-F09D-D006-8BB5F944FFED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8ADCF5-F0FB-449D-7A6E-88CFAF95EB7D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DEA048-D93C-5994-7ED5-AD780B47C89B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8EDA75-2722-4F0B-7963-89AADD985CCB}"/>
              </a:ext>
            </a:extLst>
          </p:cNvPr>
          <p:cNvSpPr txBox="1"/>
          <p:nvPr/>
        </p:nvSpPr>
        <p:spPr>
          <a:xfrm>
            <a:off x="5147734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0FB6A0-A3F7-A13A-1F3E-24F8BCB21305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293CFE-69E6-679B-64CE-044E3595C35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81BAE1-06BD-6AEE-268E-BBED3D06E0D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BE2779-5982-C141-4DBB-99732AAAF64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46FFE7-EA47-9F96-F7BB-B588564ECEAA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5C2A9E-9A0A-D7A5-B00A-E9E7B156CF5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35C799-9383-6E65-8184-CFB2EBA7102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940FCD-A84C-4E8F-71F9-393E1CDF654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8708AB-DEAE-BA44-8FFF-BC712DAEC30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28487E-11E7-72DD-2777-6F50B30212B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88090D-12FA-1C6C-019B-6F6212D8356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CC3CD4-4AA5-C0BA-93CB-946FCCFF433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A72334-3A9C-184B-C436-1C88502773A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1E72F7-5E8B-AE0D-CC6A-AD20DE7D9102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7AB513-7090-F5EE-94FE-C9BF8A054F13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F543EF-5630-7C53-43D5-F4036851254B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150B34-821D-E1C8-1733-406CA2854B37}"/>
              </a:ext>
            </a:extLst>
          </p:cNvPr>
          <p:cNvSpPr txBox="1"/>
          <p:nvPr/>
        </p:nvSpPr>
        <p:spPr>
          <a:xfrm>
            <a:off x="6654802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AD526A-E7DF-4363-3BC3-CCDD7525A29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5F40AF-BF80-B728-B670-8F6F4468A865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FAE8E9-C558-C964-CACC-BD99B83E546E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24A6C0-F2F5-E238-7098-E07E13C3D31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17605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57A25-C6AE-8256-8182-30367BCB0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6F9F88-B92D-6A44-5814-97C623830D8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E66F83-8A16-31BC-1F19-5A8EFE7FC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9C52FA1-3249-45B5-1AD1-021E85412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E6955E1-C580-0B18-E2A6-14321F690A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1C990E-CC0F-E83F-0C29-531953452C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5A5B9C-1B7C-B36E-6702-1D4AED97934C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94E21E-67BB-C5ED-DF7D-2520E164D46E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D72892-B4BA-560C-7C4F-7CB3AEE28726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62518A-7A7E-F160-3DFB-9DA0097283C8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C86A33-627E-0C2A-417C-0921C978D134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DDAB62-80EF-B69A-889A-7F9568DF8977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E9588-FAAF-EAB0-51AE-4985C03D72E7}"/>
              </a:ext>
            </a:extLst>
          </p:cNvPr>
          <p:cNvSpPr txBox="1"/>
          <p:nvPr/>
        </p:nvSpPr>
        <p:spPr>
          <a:xfrm>
            <a:off x="5147734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769B4B-C004-902B-1ABF-CB5154E6CC4C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CB21E0-0DB4-C93A-B093-7DFA4B3744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3383D9-EFC2-1AA5-716E-FDA2D1E0620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8774AB-FD34-E124-7840-14D85039A27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081C3A-0781-098E-6F8B-C8FCCDAFDE01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2416F6-BBEE-3329-643A-A9BDB0DCCD8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FFF4F3-0EB8-F0D6-7BC2-0A720B5CEC7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FEE02A-2BD0-BBD1-CDBB-388D0BC4348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B952A9-4FBC-9B6C-E3EE-19F490B36F0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5325BB-31CF-1E13-377E-2DE125F8E18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2D8875-E0B4-2542-2A11-40F3242985B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9C21A5-0522-5F42-09D0-CDB6E4F2775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5FB63-54BB-5A9F-C217-F9362335CD63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CD3440-563B-9522-77DF-C8B360BC5052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A4A56E-B7DC-F449-6072-D19F8F249EF8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7BBA58-7538-8A92-2701-056D7E8E00C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38163E-0232-8203-2375-9EB1ACA758FB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0F9C47-B00C-1884-6037-D5AE219D196B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2DA231-9F14-9D6D-38DF-FBE81189D30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12EDC7-AB3C-C2D2-5A19-89229AF4094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EF6590-A012-6F99-E166-663FEF6925B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44011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32505-99EB-AB98-C5B8-4F3C5F48F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B51C77-1E91-EF4B-232F-6F5E9252F0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97A31B-4437-90F8-BBF8-2E27A4CAA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E95152A-27A3-BD6E-26BB-A9A51CBAF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F41CA5C-5538-CE01-0906-8897AD512E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768D73C-FB27-123F-6F2C-724A15DF3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0AA1B-CF7D-750B-7760-A57E0DB82B78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8D7CB-845C-A083-DF29-6899040EE4E8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87F3F5-73BF-76EB-E9E6-F03DFCDB832F}"/>
              </a:ext>
            </a:extLst>
          </p:cNvPr>
          <p:cNvSpPr txBox="1"/>
          <p:nvPr/>
        </p:nvSpPr>
        <p:spPr>
          <a:xfrm>
            <a:off x="313831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0A2D3A-4E53-1C6B-DF60-88095B58A8D8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69E24-1E76-F7B5-99CE-5548E3242AA6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EFF64F-A298-2802-14B5-722FDF74BFF7}"/>
              </a:ext>
            </a:extLst>
          </p:cNvPr>
          <p:cNvSpPr txBox="1"/>
          <p:nvPr/>
        </p:nvSpPr>
        <p:spPr>
          <a:xfrm>
            <a:off x="364066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CADF67-704E-42C1-45E3-C9562DB2B2C0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957CC8-1705-3B4E-AB4F-FE46A0DF93B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C9FB09-6117-C978-0636-80B08CBE952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0C51EB-2B97-381D-A331-C0014A68BFD4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52E24D-B984-0078-E8C9-76BF964A463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0AF1AD-CB41-4BA3-0FEC-8C5D6F2C2A0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E7E06F-0107-0F68-51BD-FD805C65A90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AA08EA-F815-8DC9-F77E-DF986F98980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BBF3BE-4CD0-51F5-403D-2648D9B66B9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16E91-D337-819C-CD9A-125C5ECE196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6F99D7-6419-9DB6-6994-C2C0FDF5DE98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2F0F00-24D1-7A01-9FB3-EF127210B6BA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172D81-36C7-A04C-67C9-711EBDFD370B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78F21D-A9D7-D6ED-5145-52E3C9566A2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9464F0-536F-8C5C-541B-78C27CD9AA08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AAAE47-8567-401B-ECC7-712DDC9F1B90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3F5973-86F4-D609-DCEE-1332C426700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BDFFA0-5C86-48BC-E3D9-ECCAAC5DE75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C4CD9C-9C46-16D0-2AF4-FFB3B42695B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899E3F9-482B-41D6-C780-897ED454E99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E3A561-5696-0758-74CC-124ADF1B40B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B397B1-34EA-8631-833B-70176C351B0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47718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2DFBF-9FCE-0C84-C91B-893616631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469334-4BD5-C850-AB3F-AEC6898B8A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F177E5-683C-83A0-6D68-109BF9F0E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880A6E2-4253-BE6A-77B7-8C425C45C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4A7A11-3A12-5C47-6CE0-6898AED823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396C0A1-D29D-5C29-D4BE-4F5C889E2D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910D32-DF9C-02E3-0217-8E953FF66669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96516E-76C8-D5BD-CC08-6CFEA165622A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B4A793-E060-EC68-D591-172F495A55A1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C9FABE-7BE5-B417-23D1-82E9D806F080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322F8-E858-CFA2-DEE8-F609FDC6F5C8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99B79F-E3B1-FE4D-41F8-1490A9474DB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C8FB59-6D3F-FFD7-60EF-3106D417780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631367-2304-BA3C-6C2C-543BFC07C77A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E4694B-5833-14E7-6FBB-55D2D3A22CE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F6A354-D4B6-3180-4E17-D248758F505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D4E249D-42E7-7F55-5512-1DCE10EAE8B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9CB6E5-78CE-6C84-A9DE-6737FB295D2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E8F1E1-B4A8-1F17-9A11-74970FAF849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FEAFF7-E6F4-1644-9824-85939B9BD65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F0FBAB-B132-8E60-9FBE-7276B92D81FC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44CE3B-5C82-3B0B-886D-4CDB53E60EB5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E0BA20-DB29-6F6E-91CA-318D700F545F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4BEC00-20EA-72C8-96CA-61BC81E937F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A9DCD6-25A1-4FC1-65A4-E7A51465AE49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B6C726-91B3-7DAC-465C-50F8813B44F1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BB7AB9-3FEF-1C03-59B1-5791A4FC03E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243814-6803-119C-42CA-390FF97CB51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36325B-E7BC-7759-DD53-44F6B40C92D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19386-1E82-3888-8D53-02CD3F4641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ED61E5A-73B6-91B3-9282-418F3D0BFDE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A04AA7-8A82-F418-F1CE-895AC46306B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9B7603-0D2F-F915-B6AD-743C3454BF5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D4FEE9-B5BA-DD7A-9278-5D8A994CB38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698425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EF0E2-8A8D-F73A-242A-03DC5AC2D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70B4E4-CBAB-ACF0-7549-7938B20F8E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20B2D6-C784-671B-512A-188C5EE42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F462F2-60FF-C890-F427-DC26F2D56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F07D493-27EF-4947-1DC3-EB756ADF4F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7B8F24-500A-21BD-D885-197B394C76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665958-47DE-6882-D049-5182C4C4694A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C7F4C4-3E48-8F6B-6511-EAD3A6772C74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A859AB-2C81-1E27-4E43-E2D9C9CA3D21}"/>
              </a:ext>
            </a:extLst>
          </p:cNvPr>
          <p:cNvSpPr txBox="1"/>
          <p:nvPr/>
        </p:nvSpPr>
        <p:spPr>
          <a:xfrm>
            <a:off x="5650090" y="15459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BF425C-DDF2-D034-BDC9-590F2EE1D95F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48B90E-17F5-F082-7F41-356C6F804308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4F557C-96AF-9F18-ED72-98395216A1B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23660A-515F-1627-0D1D-3D2C100F8A1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DC9E66-139B-BC4A-6CCA-C3B05B5C3B79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E1C783-2F1C-A0D6-B475-D0B83B805ED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EAB11F-3DDD-518D-D8F6-68E3256DE2B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F60733-EA2D-43B6-8ECE-8D19CF77C59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8DF012-65E5-01ED-759E-348DA617445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DA291F-024F-E7D0-D371-74B539D3E36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B2BDB5-98CD-B407-9F03-D89BFEA4A0F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3CD7E9-2416-5D6A-5C09-07BECDC130BD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C4360D-5209-99DB-EBA4-1E9B16296468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E86D85-AE04-F90B-C118-F11C3A5C0159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B8DD94-7915-D658-C523-FC2BC557CFA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81B7650-9232-55D2-C77F-C6A567647E97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E51BD9-7785-538D-D171-697ACCA7F36F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4C3B76-421C-ECA8-147C-98534182F55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2CF1B5-A07B-6F5D-5BB8-445605909E5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757C05-0B14-7CA1-87E1-34BC0B06EA4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9BD8E-94BB-6CB6-20F8-3C780E28DAE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3F26A9-346F-9B85-FCB5-9C7D37F79A0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8C5245-8AC1-C2A1-0838-5E6AF850B0C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B94212-1243-0298-B0D6-86922F64E94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9F19EF-728D-13BC-9DCF-CEC7BDC73B2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238780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47DED-4EC0-27CA-4945-09862CE75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7E0BDA-87E7-02DD-991F-AACC9578FC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86C0F6-5A72-3996-1578-18FDF6CFCE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28EFCA7-AB8F-DD5E-694D-0B02D60466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09C793E-D365-3A06-0608-A8D69CAEF5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19C2A2E-2935-9D54-068B-C8B7B8E255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5AE2C1-BA48-AF2D-E479-E01614E958A3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E87EF0-5C32-119A-3C25-D7D29D20A16B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845B20-C5CF-3F20-C1C6-F190F5A04E2F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3DA17F-5CB0-63DD-119C-E6A8F323539A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2A354F-E6CA-76F2-E7B2-4934369E7E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1B873B-239C-F051-D6EC-90EDFD34C1D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F593A4-53E3-7467-0DEA-B880AAAE7289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164675-226D-798A-F920-F70CEDCCB34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32B030-AF3A-8727-034C-6E42B42FBE7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34DCB4-E38D-D944-B0FC-3A6CF4EB95B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98092A-8CC7-3BC2-06EB-510F2F69187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111E38-29BE-7D80-95B1-C0D89A474FC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FBF324-0707-8854-1754-C7F36DA16EA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65C61E-FE79-700C-22C5-DC687D873044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9AD6C2-F841-6708-CFA2-86D68DDB8730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A45EC7-2D70-B2BE-E48C-D9E74EA51E3B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9468AF-5118-308A-B047-E3AD2B0520D8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7E7477-2FC2-B42C-86CA-5EF44B26C69B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004599-489E-132A-1654-BE50D02B382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82B0FF-0E74-2F2E-DA22-83BCBCF4ACE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250D16-FEEF-7FB0-2F99-D25B3439869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01D84C-0913-C1CA-F253-F192CE37732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F425CF-B80A-30AE-E397-53AD2BE3FB3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5A733D-986F-F039-3C24-47F6B8DC1DE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710032-4130-8BBC-EDEB-6350210C6AD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F99760-8911-B3EE-C6E8-025ED77A443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BE7699-228A-B5FE-EF39-BED56F232AA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3D8A19-8A3D-6FBB-DBD2-54DA06C9BF0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78192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CC715-3432-9138-A88B-BDDAF714A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419BB5-AE9B-71F8-6838-12A70F37B3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D27D891-9E7E-319E-4BD4-BF4409F1F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CC2A069-589C-F959-4D34-E47F77521F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7648348-2B8F-0EB0-C8C6-33084108B8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4466D91-8E7E-7694-2901-BA70541F89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486E0E-9F1A-9E3A-9E81-ABD77D7F512B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69C1FD-9CC3-3321-8ADC-227A093CF33E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423CF4-B2D8-7C59-42D5-33C1FD3E307E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D1EC1F-699E-584F-9797-2D7C3B9F40E2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222FAD-99B4-23F2-ED65-231F2337D4B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47E6D3-85E6-E7B9-9251-6CE636785FF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32F726-76F3-2586-3E51-94BD132BF9AD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45D7BA-B841-2677-8EF1-A203C66F2B3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7BF880-7EE1-ABC7-F94B-B25BC4D351F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4F02DF-CBE6-67E7-93C8-869065037C2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BD5C5E-3464-96B4-3D08-BCFD9339B68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898B2C-E65E-0951-A26F-66E0942F85B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C057E6-3B42-0B01-3B32-907EA48361D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12CF47-F2E9-CD65-3EF5-5EF7A7783140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2AD961-F01F-6756-8FF3-50E545D82F7E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5562DD-002B-32F3-8836-FB75F4F5741B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4C7FE5-8F17-DBEB-C733-00A945C4972F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54D6FA6-AF35-165D-A9E4-54C99A628B48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7768E0-1D83-F722-17D1-3149FC99F5E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4C13E4-079B-0436-F70A-3D4AF409433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16C3A3-2EA3-2EFB-7342-47B5DC90C07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300A6-4CF0-90CF-5D58-AB16DBC5AD0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A91EA0-31CC-747A-7A75-8556FFFB22B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377063-283E-9421-73A2-16B72C65054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9D9406-10EF-210F-C4F2-690AD7B6788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6E8D02-E733-9BF1-FDF2-FF47EF597B9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1A99E3-FB83-6CEE-8143-5A493C265FB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5CC4601-519F-957A-0218-2BE385C04E2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AFC9E0D-CFA9-5C40-E055-B0582E19F22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F692E2D-C41D-439F-1117-3B8AA72EDD9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15047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21013-1170-F06C-BA91-82AC54D4A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AAF6CF-3B1D-E4F1-3011-5B0835C4F5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orange line in the lower right block has two consecutive cells that can’t be 789. So, the 789 cycle is determined.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5DA17E9-6792-0E2B-F386-4B5D396F6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B6A9412-0E88-59BB-A75F-B9FE298749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BD755E1-FA8C-ABF4-71A3-7AD57A5F5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2F20E7-C1BC-C6A3-8366-678AB9C1F8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36907D-D3E3-07D3-D356-B7C5AD2431C1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9704CE-6557-7766-F61D-2EBA0CC78C74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1CC23C-90C3-A6EC-B062-DAAA22DE228B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1C0355-6DB4-391F-1255-329DFEF6065E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D620DE-3773-C958-0C6A-C471D7EA4B2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4AD693-CC52-C383-0D37-DDC613D8794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0D5904-58E7-2289-345E-01225668E35C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D112A4-ED20-833C-0AC2-EAAA4CAACFD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8D0043-7C6B-F576-F2E7-2B89A328A82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7E71FD-EF3C-0117-6B73-9A7BABD786A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55D2DF-478D-EEC8-2414-7E695FF5AE6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C33442-231F-7FBA-E9A8-87290830022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61B5AC-9A5D-82AF-DD55-8E859327728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9AAFF7-6FEC-E9F0-5371-AF39E1ADC0B9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5680EB-DC2B-8A2B-B3A6-AC9E1A6C4588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DAD0A9-430B-7DD2-57A1-87989DA33D21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A5455E-D437-D603-3B85-CEA3F6CB9381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3A4667-AF9B-81CD-4E51-0F20389758B4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E208F9-5F14-8169-00D0-0A6741985CE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4773BA-5511-6ED6-0ABB-765A62F3D70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E80302-A965-9047-E533-AD7BFC23903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5A75A0-6A9C-C86A-0F88-E97537CA6D3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20C2D1-F5BC-E774-644B-6A23A9372A1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657CB3-72A0-D9B0-463A-B68559F8100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0FDEC1-61E5-E4CE-99C7-52919758B96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E1332E-FE0A-51B0-5FE5-F265778A7F0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0786FC-1485-BC63-01E1-40DF4E56E19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4CE681-D985-4C82-9652-96AB361F586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81C4FA-9606-31D1-FCDF-7C107DAB69E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5C585B-040B-3D3C-DD58-0CE6FF870FC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E630C7-9266-8BAB-EA4F-8164D48A1877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08EA8E-52E4-F89C-B9EF-5087DA81FE51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</p:spTree>
    <p:extLst>
      <p:ext uri="{BB962C8B-B14F-4D97-AF65-F5344CB8AC3E}">
        <p14:creationId xmlns:p14="http://schemas.microsoft.com/office/powerpoint/2010/main" val="20326263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38CDD-23A6-C5F3-9AF4-548E5AD07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69094B-4C2C-5A79-9A65-B9CA690A1D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other orange line now has two consecutive cells that can’t be 789. So, the 789 cycle is determined.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2333026-8346-F9AE-CAD9-7C3132923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483BC2-5322-E5BD-1120-EF63C94757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E72DE89-F3C8-CB7B-6551-E692B57F99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0212B1-7CEB-A8F4-B76D-1CE6225C92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FB409C-D30F-A8E8-E77E-06AB30B97921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31839C-3757-FDB4-AED2-DB89354E24AC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D32D04-21F2-DEF6-4026-F96B7C1C04D2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008032-11D6-ED7E-3660-AF4291E87315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061333-B8C9-0C67-7F2E-5CBF778B0A1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05580B-29C0-83C3-531F-D78DD07289C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0C778A-FB5E-7AD6-62A8-24F0745417C3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EDB5D6-B253-0257-C32A-320DF719BB0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61F2CF-2E2E-5451-888F-AA06BEC465E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861B3A-FC03-A44D-4C41-326788891A4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8AC01F-78F6-CCC8-D3F3-478A5155AEB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95ECA7-C0F2-488A-CC14-E5AC55DD957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B4AF86-A563-599A-0797-B225E291377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394F78-22B3-F548-66DB-EF949AC47883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498A60-1BF9-BA39-CD07-ECAA11C9CBD9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058F21-334E-085F-1C3D-3BF2C0A5466D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2C4FB9-2CCB-EC89-4D7B-87B2F69C2FA0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A1E53C-7DBF-D34A-36A2-4EF4B009693B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8706B6-0CA0-5719-6993-D4296C729A4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ADC5F-88AB-63D5-A783-FFDD202528D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3CE49-6C6C-4421-87CD-876C683E688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8332FB-DCE8-1027-B36A-C65B7387EA5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0BE54A-EF2C-0A69-E6AF-F6A3F9BE4E4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060164-649F-58BF-DA06-B66E7825631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5B94E9-9863-321C-DB68-A9D5CC8E933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B894F3-97D2-8ACF-DE0C-F69FF0843E0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59B4E5-974D-7607-567F-3E98BE14983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932784-6542-3E5E-880D-513F6BA5889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940F20-16FA-B527-BF67-B56F3B75AED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A4F81B0-9FB1-EBBC-59CE-ED99AE2C8B3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7008F1-A03C-DCFB-E708-9029B48754D5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D582EE-2188-C355-699F-9200F4D20F23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FF908-6B8F-FD07-66F1-E29005BF8A22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689B37-8348-0AA4-A7EA-112EB841C5FF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88C606-2E14-05D7-80B4-8BE8D1770A94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4AE1C4-5C34-6550-50F8-37514A2E7B5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2739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A613-4B94-C67F-18F7-626ED35F4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5BF2C3-960B-50A8-31FD-48559F420F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C9865C-246A-2116-B6E1-39D6B3B38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BC39965-E128-2813-DFF0-460A6BE8A4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DE3EF96-8BEE-1C80-8AAF-4380298CA9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B384BA1-A02A-2EE8-F55E-3482895092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BE4148-A1FA-624E-6CF7-75E87FF874EC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00C1B7-20C4-9B45-F316-81CF1258DB66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47E68F-038D-0D41-7E46-0F4DBD6F38FA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0C25A7-45E6-F358-41F6-51411B8419F4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D9031E-8AFB-A6E3-C580-822DCC9476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4ED401-D6A7-C630-6B96-9BAB8B4B733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95A28A-FDE4-D656-E5E1-140B88D78A0D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A2FB81-3344-982B-9CCC-70D344D7059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107AF5-6C44-4061-EF60-859076F19E2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BAE116-8764-09B6-8C1F-6610902CB51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D61B4B-79BB-81EE-F069-A51A5D24816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D114A7-D79D-5D99-0CB6-D8BD6A5AA97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C032E1-FA66-558C-8A63-2148CE4D226D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4737E0-DC22-9AD8-B197-5DA9E5F08CEB}"/>
              </a:ext>
            </a:extLst>
          </p:cNvPr>
          <p:cNvSpPr txBox="1"/>
          <p:nvPr/>
        </p:nvSpPr>
        <p:spPr>
          <a:xfrm>
            <a:off x="7157158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A33564-CE33-75B0-B552-3F224EFC9767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ADFB47-525A-9455-D443-2AA15EDFE5E4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EF6928-E237-B0DE-4B63-3CA0CDB05120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E64B7E-F522-8044-9BB9-C68F9604ED1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4B670B-6858-4EB9-82B7-430E4C3BBCF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25539D-2B88-8E8F-E561-B8E4344399C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CA7122-04D0-3FF3-6F13-D1B81662349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22D4FD-2839-9FBC-A33F-16EBA5B5298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9332F2-CF21-2626-A348-74EFB27F77B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DB9092-3301-2D41-3C8A-659ACD1F6A3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2EEDD-83B8-D43C-3085-06E7075F71F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00F64B-18A6-1D17-BB53-D21A29C22ED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A4FFD8-8158-6E70-96D1-ADD0F3EE62C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8413A7-EEB7-D4DC-7459-D078BDFEDE2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DC1E97-4CC3-38C0-CC58-0B62E9EA79E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80CA6F-F3DA-2B20-0E09-63AFC1A47AB4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267DC5-B974-556E-C7FC-B59C25FCC539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B90BE9-05B3-ACAB-2331-2652245E92B2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CBB547-56F7-332F-448F-46DE22D5AD09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73398C-59FE-F0E1-2783-45DCFC02CD90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14F17C-8988-4FAB-FBAF-56D1E4EA1A2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82B2DD-9305-AA0A-E42A-7F55EC2A736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20110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B8580-FC7A-74FB-5396-2A56E40FA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207410-D757-E18E-0905-8DA18620B4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B159F28-04E7-6A56-A3DE-12580E655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B1CC00-62BA-A03D-F027-E1E9E479D2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8A84F05-C773-DA33-5DE3-C6952479C5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4585AD7-491D-7B5D-3B64-54C26DE64E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6FD10B-1C68-F60F-1BC1-1C4BAD8D09D5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3C516E-0CC5-D145-1BE1-426F6580D1D4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07DC9B-6BFA-3B78-D7CB-6FB1482AF43F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A18EEF-6C42-9B71-8498-6A583FFABA22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E37F5A-7359-A83F-B930-A57515FE01E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AB9969-9B45-A09E-2833-6991F3041EA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04CEB4-233B-27E3-F36B-0C4F60C306F7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9C582D-52FD-F7AC-DB85-4073F821406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0B659F-FAF0-D952-C612-C51B657E6B0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18885C-A1FD-B5F5-5E99-F05B358EB0F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D86FD2-BAF4-FDC9-D9F9-AED0BB65268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15B392-40D0-AA32-E422-02C45630220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989A31-B91B-A755-1D47-1EBC853079CD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E6E918-5389-25C8-51B8-9C774D140222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DEC495-C7F6-22FC-3FD7-791AA2DB9ADA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9FE1A0-1210-6FF1-10E8-685B27C3A0FF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D6D4BC-1D57-52A2-4507-544D19B4727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5AE750-47F6-64B1-E236-D9646599478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599F7F-FA5A-D992-A9AE-D4AF2BDDF7A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930D0D-C190-C180-14F7-7C2C05E8EDF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EC656E-395E-CAD4-1B95-CEA9A3089B1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0C7B9F-21C6-FF5E-859A-745765F2D9A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2670F6-1DCB-BFCD-91C4-9826620B9AA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DEDA40-DFDE-CCB3-4CE3-80C4AA1C380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5D7D2DF-DFA0-9269-4B51-19F292FD740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9268B7-D629-76EC-E861-A1BA5952469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6B3CBE-3438-186A-5294-2AB0CE272B0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C1E431-B2F3-5993-8959-D6994235FAC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4BF267-4A03-F5C0-1D00-2F913E18E919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D2C75E-0F04-F355-26EF-6E854ECFEC16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8125B22-6998-1BD1-4FC1-74098C46619D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69B780-A137-03CA-6848-47F9D0B5F62B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AA47134-2D51-9A23-84D5-B254BD896DE3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A47370-A268-2898-3FFB-D792BB29903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34E888E-3A3E-D2D5-A8AE-9A503CBAA96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DB81B1-4C6F-032E-694E-6DA35AFC48D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873180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86B81-B268-F247-B4D8-F916E0252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ECD0F8-FDCB-B28C-0886-88FEBC7B29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D287B4-B0D4-3144-C24E-EF5A45E50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7318C9-E34F-34BE-D4E5-2A9C9BB68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2CEB029-19D2-40EE-90AE-B75FD73ABF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FBD70C-B8DE-AFA3-1777-583A9C6F56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485903-D141-E65F-E339-2F4421EF2C72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89EAEA-421E-C864-AD7A-124F3475AA3B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503BF5-A5DE-B9BB-4079-C4BBA0CE6D50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22CEA2-DD61-0BB3-CE95-ED2F95EA14DB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DA65BA-64AD-E9BE-3D25-2EEFAA684CF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208E14-2F90-F8FB-FD9F-C121E8E397F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F73EE5-172A-E04A-E58C-E229C0454ACE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C06420-D644-42EE-425D-29E7AF1388F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4DE7F1-1831-B753-B303-A4BD864E8CC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C2256F-BA64-8E00-C1AD-892C2C9635A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6812AE-2DE5-118E-E798-08170F05B01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FD3B5C-7206-516C-B498-615337CDF4E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F50351-6FCA-9118-909F-0EFDC97C0379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14EC70-FCA5-176C-0B62-50390C32846D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EEA44AD-873F-7C5A-9472-C38DA19DA878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A32CD7-34FF-0628-CF79-B995CC044ECB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57E24F-0746-1E11-4AF9-7294DB52C0A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9228AE-E539-E060-A84D-C3CA1C1C712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B3D630-A681-3CC9-89A1-1DF5B5CEF29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E32269-83EC-B1C7-B9B3-24E5DE89F09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916411-717E-4CD1-0EE3-5E7760D1299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03AC03-2A63-BF68-9215-0964C65A28A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C29E0F8-55DD-F99E-AA80-3B5E77E0C6F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CE6C08-6743-A109-6A6A-27604F31D81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A4E9F1-EC55-11BA-9C76-0598D694053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B4D680-D938-BF5E-990E-0E33771E539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9867FE-DB30-C71B-762C-545F958A0B1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683BA5-7319-6339-F4F5-72ED770CCDA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5C56BC-D9D7-1AF1-4908-253FD2F0414A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6F359E-0292-FD57-E2C0-58B00F755190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EAA499-9309-5EF9-7E6A-DFE242E1D64A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9A6928-5AA2-A0DF-C3FB-438534DCC139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849BC8-BE92-36B7-7808-7DBE3A40F46E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443663-4A42-C98C-D954-68818E287D3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B6F430B-582E-0E31-01A1-B4632BFB662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C52C25B-3856-8EF8-1FD3-21CB9E6640B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82473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47E28-F8FC-A601-583B-0F4498571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0C528A-CF49-AD23-39F8-8DA38A9B6B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right center and bottom right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28642D-51E9-6BA6-CFB1-7EF08BD5B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280E1E-7111-5095-73B8-D244A9E5BC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F38981F-55C3-F6BB-DA87-89D6F3CC3D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192F39-B24A-AFB5-F1C3-08FC16C434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ECF1D5-4DAB-0A99-5D5D-392339459109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9BCBCA-0932-C607-75DB-7562FF375B1B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4551DD-A4F9-DD07-C508-0230C729E779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828AD6-3A7E-891A-9F89-F242B9BB04EB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353C8A-4FD0-13E3-85BE-D6EDB7BF26F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7A8C52-93F2-29DB-A7B3-0B7791D3BB5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F59E23-F7DD-9BBB-D6F1-5659E3C3B244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CB8F11-6289-EE5B-DECA-6B8B7119A5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7BDACC-0B8D-27BD-EDDC-958BCE48E4C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D7032C-3E2F-3405-0796-E44A42CCC88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E2EE92-50F1-EF1F-BD49-83E7913F7B0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FA00B7-64B5-7179-2ED9-46155506088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EF90DA-C612-BDD8-2F55-99E77B74B6C7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17B5ED-AB10-9F3E-B2BF-6D5943E58CDE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1E51F4-80AB-05CD-CA5B-5EFB466866A8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E8118A-593E-8420-1F8D-35A62C6CA16C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81CDD26-799A-CD9F-F6C1-9C065C7BF13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8325BA-7038-6E7B-B559-C9D0EBA5709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3A569F-A89F-4AB9-7E01-6BA40543207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560115-65AA-9026-9967-0A2A6A0345F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D99451-3B98-A999-43DD-CBEAEB3A4C0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FEB675-1E4B-9E9F-50F1-4E75AE49A3B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2F3AA2-6C3F-8AF8-EC77-8CE761C12FC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68B5D-6981-C1AE-A9B5-66C5CDEBEC5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790DA6-BBB0-8811-EB3C-CC3FA0FAA53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9F14B4-7614-D29C-9E2F-18752F548C3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DC76BC-13D7-7F87-FC85-935668AF9E8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410C46-FF45-7EA4-09F6-3618082AF6A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75B3F2-226B-AFB7-4D5A-569E6F7AAA12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85266A-B286-AE4C-C053-D291747F84FA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6CCE3A-02A2-EC68-B3EC-E500D6CC399E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7BC53A-B487-9E0D-B7E3-6B6F5D2F236E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348CEE-6267-B667-9165-61BCC369F65F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745F250-B63B-5A0C-6A77-CA2E2F0A64C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62076D-1C0D-F8A9-BD4A-745D2AB3057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C62770-839B-EEAB-DD9D-73B1BA60E8F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BC5CE9-99DE-2F18-7E8C-F360DF46F8E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30A003-5AD1-80B5-D755-E13C1ACA9354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CD5916-08AD-81C0-C770-0783B873F5CB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0FED7C-5E13-65F2-80BC-C3260FC295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2ABA74-D549-95EA-D286-3D5C47AD87D9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B77304-0DC6-64EC-DF59-DA8240EAB548}"/>
              </a:ext>
            </a:extLst>
          </p:cNvPr>
          <p:cNvSpPr txBox="1"/>
          <p:nvPr/>
        </p:nvSpPr>
        <p:spPr>
          <a:xfrm>
            <a:off x="6654802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D4FDE3-01EF-7183-D5FD-8675B5A0790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ED3CF2-89D2-3B19-149D-37381CB76AD6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B8A730-D109-D57F-2B6E-730EF03B225A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37BAFF6-735F-609E-2AED-0B8554E5453B}"/>
              </a:ext>
            </a:extLst>
          </p:cNvPr>
          <p:cNvSpPr txBox="1"/>
          <p:nvPr/>
        </p:nvSpPr>
        <p:spPr>
          <a:xfrm>
            <a:off x="7157158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</p:spTree>
    <p:extLst>
      <p:ext uri="{BB962C8B-B14F-4D97-AF65-F5344CB8AC3E}">
        <p14:creationId xmlns:p14="http://schemas.microsoft.com/office/powerpoint/2010/main" val="11268256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984B4-B700-312F-B60C-732F5D2D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94843A-91BA-DE87-CD35-A170C72F5E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right block, one of the two adjacent cells on the line must be on the 456 cycle, and 4 and 6 are precluded. Since 5 is required, these two cells can’t be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D58600-F356-D8F5-E0E5-6426C08FF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DBD0CE-7799-7432-F250-094811EB23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0291F7-D8DC-465B-B920-E5C60F14C6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0670AA1-574E-FC50-8B9D-9BC024655B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AA9163-BF94-A790-048E-001B41A949D1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A42998-7A4D-F15F-8364-F251509C8B01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5ECA0D-B106-B010-7E17-4BCE88457028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DFDC1B-91B6-42B4-2598-A9B17616879A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6487A2-227E-36D1-D155-5BF524E9AB8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147479-47AD-E110-0550-2905730B50F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C19559-5A9F-B0EF-9BCE-51A4BA30D41A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25C2B9-BFA5-CC70-167A-401BF0A5B91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0B6A9C-14D3-BD75-9A06-573126AFB5A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22E3F0-F2C3-609F-E850-B46A27E5603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C1CBFC-2644-C6A9-BC6D-C481BD6D004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1C46C5-5ADE-C311-6394-9BB855D6F40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185D31-5722-FCD4-9CA8-C8DAC4AFAD6F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20EA1D-EDE9-DB22-16A3-16F94DB2554B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F3E0F9-99BF-AC0A-3855-37E3078DA67E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BEF88BB-A6CE-9750-68E5-67F05745318F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38253B-BF49-9F1E-E250-CF793EDC854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26D2B6-2382-5447-D868-339866FE199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08AD51-CB0B-AB05-46DD-6B67CC07855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88317C-F47D-D56B-3BBA-65843699EAA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9D5C1E-C416-2BF4-535F-58EB6B21B19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561E69-F4BC-FF05-A3F3-C8BA69FEB90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5F65EF-198F-ADAE-1FAD-79F73869F00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342435-89D2-738D-4346-E27D2CAFD8F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C1E2FB-3331-9CB8-60A8-8CDB6CCDCC7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58F5C2-4F38-6B8D-6A9B-852F5C77393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36AC77-33E8-8583-88F1-54A511E03A0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E9762E-403B-4C53-1496-2DF255EB615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22291A-48B7-48AC-7E39-11278CB8F343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2FB81D-57AB-56A6-6E59-5637B2FFEA7A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D5943A-86D5-3BC1-89DB-309D75561A93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EB6173-F106-A6D3-1AFB-3874F0D8DED0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5350886-E1C5-4E50-AD8D-88269A7472A6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A22E9D-036D-EE8D-8FA9-E0E41074DFF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86FBCA-3742-C921-1DAA-B6DD9CF6306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7C0D52-F4BE-CAB6-E0FC-BC544E2F72D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E4379A-27B8-25D5-A0D6-548852B7D81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5D0742-2C99-3AF0-47CE-07C031E2AD99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F7B4AB-675E-4793-C4AA-EEB30DD02222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B829E0B-E247-94EF-35EE-12398C1FCAE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38FACE8-FF07-5361-9D38-8B5DD5A91155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9D63AC-559E-2CA2-E791-EE59816EFB0E}"/>
              </a:ext>
            </a:extLst>
          </p:cNvPr>
          <p:cNvSpPr txBox="1"/>
          <p:nvPr/>
        </p:nvSpPr>
        <p:spPr>
          <a:xfrm>
            <a:off x="6654802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4C8EA9-56A0-2D69-8374-5C11A70D861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84101AF-F49C-3DB7-92F8-38878CC87531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0FE8AB-9B0F-82DA-48CF-CF3EA6924650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3033124-A827-36A2-670A-39736E5554D9}"/>
              </a:ext>
            </a:extLst>
          </p:cNvPr>
          <p:cNvSpPr txBox="1"/>
          <p:nvPr/>
        </p:nvSpPr>
        <p:spPr>
          <a:xfrm>
            <a:off x="7157158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</p:spTree>
    <p:extLst>
      <p:ext uri="{BB962C8B-B14F-4D97-AF65-F5344CB8AC3E}">
        <p14:creationId xmlns:p14="http://schemas.microsoft.com/office/powerpoint/2010/main" val="33380630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26820-EAFC-1DAD-9406-1E245BD5A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399FC0-553F-F9BD-1555-13C5A19E52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3 and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FF7B5BB-95A6-F90F-D5B3-6E44997AC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BC86F57-BDEE-2892-8E3E-69BBF57123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DB19FD-F081-CBE0-3676-D427C216CF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2D12E0-32D6-172C-8B8C-07302F9A4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5AF9CC-07FB-7074-84BF-89C0D1DDC505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2CBF5B-26C0-BD9F-B60B-F35606250B19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A280A0-A79E-50A9-0178-95C92DD32D76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570A2A-9EDA-DE0B-BC49-263E10340A55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FFE611-4276-B2D9-F596-BD3C357FF0D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0C3A65-6F1B-6E5A-6544-2BD22E62CBD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03D79B-8425-F015-BAB6-0986ED0DF0EB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07B0B8-8483-5020-3E67-638E6D5A3DD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67AE1B-A714-1CEC-C025-C9DB43490C8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95D48B-7918-6710-0D23-BF66BEB8E7A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CC40CA-B344-B391-A2B3-28E28ADEF43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F75D15-BBA7-0103-8B40-7866C31F765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405266-2850-A61C-34E3-379C8DCECC68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1F6AF4-43BF-8C64-EEA6-A7D926622442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EF49E8D-C570-BD94-0051-234C065E07D7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F7DE86-5CBC-1BFB-9BD2-3A82518A6ACB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2DD6A8-88D5-125B-AFBF-68AC61A7CAC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144B19-8FFD-3C83-B1FB-1CF94568B8C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EF0134-0D83-38E4-99D5-FD65B1DA441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C2ED56-5819-0085-DFB2-A36EEAB2D49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723957-6572-3D2E-7289-EE99A5FC16A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06940-F867-9A51-1505-E6F9FCC6338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ACFEB1-4D5A-585B-5E7D-676D90A0CF5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F2D564-1069-BAFF-4944-9FD560009BE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B2AF71-D395-4ECA-19EF-FA11336049C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20CF9F-876C-C548-8FE8-C52549FAA6C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85EDA03-1937-567B-314C-1DC2A09CBD1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C82019F-D932-CDBC-9CB1-DDB222058C1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FE262F-C47E-F6E6-4B6B-6331953BCFF9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54A26D-F7C2-1661-9E97-7F18E03E5C0B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4D49D3-AEE2-D77B-1B00-BD6C0401289D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3092F2-EC0E-63D1-4D04-5EC4B408AF18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25D415-A88C-1A5B-6289-FED1CC18C06E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98A7E6-F19E-F3C4-FF9F-62CC1CEA5BD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EB2673-2EFB-8345-815C-DC0D5CB579D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28DC14-5B7B-2B80-AD63-14EED2F7D5A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8374B3-5066-445F-F440-F9B7EE19ACC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D871E9-ABBC-F626-953E-099CB37E8A54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572621-BF80-42C1-3DD8-11D74803BE73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9ED38D-2142-08D8-CA45-D2D518E8CB3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1624C7-98DC-8C7B-68BF-71B86FDA16B6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22F46E-BC1D-CCFA-F807-4C508464F52D}"/>
              </a:ext>
            </a:extLst>
          </p:cNvPr>
          <p:cNvSpPr txBox="1"/>
          <p:nvPr/>
        </p:nvSpPr>
        <p:spPr>
          <a:xfrm>
            <a:off x="6654802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0DE1EE-4A65-CE53-FF4A-2D762AFD9A3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CE8BE39-FE2A-E0FF-D3B8-FAF6D1718B75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ECA240-3E34-9227-7491-F39E44988F12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6650C8-6778-49BE-3159-51E7AA3F6A4B}"/>
              </a:ext>
            </a:extLst>
          </p:cNvPr>
          <p:cNvSpPr txBox="1"/>
          <p:nvPr/>
        </p:nvSpPr>
        <p:spPr>
          <a:xfrm>
            <a:off x="7157158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A35F9D-A727-1349-61B2-FC287E1E75C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8B9E15-1CD9-F43F-4425-8809BAEB97CD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0C2A639-2C55-90C5-5E60-CA82E40EDC7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7BDA1B2-2C1E-1FDE-1A14-0BA5D80D387A}"/>
              </a:ext>
            </a:extLst>
          </p:cNvPr>
          <p:cNvSpPr txBox="1"/>
          <p:nvPr/>
        </p:nvSpPr>
        <p:spPr>
          <a:xfrm>
            <a:off x="4645378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E3010D-AC6C-B9EF-D25E-A576E844B76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19183A-EED4-ADB4-4246-063FF60A00D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3557A69-CDB8-51AD-3284-330D5C075B7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</p:spTree>
    <p:extLst>
      <p:ext uri="{BB962C8B-B14F-4D97-AF65-F5344CB8AC3E}">
        <p14:creationId xmlns:p14="http://schemas.microsoft.com/office/powerpoint/2010/main" val="34452773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5B7C3-90AA-C87B-4AAF-50018E7FD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8010D6-6A25-4C8F-B929-105DEA159DC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4, note the 12/46/1234/12346/123 quintet.</a:t>
            </a:r>
          </a:p>
          <a:p>
            <a:r>
              <a:rPr lang="en-US" dirty="0"/>
              <a:t>Complete Row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D63ACD-0AA9-646B-2B04-E7331D5F8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6C93DDE-4731-37C9-09B4-247FCF208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6CF758-2535-5AAB-8007-0AB477F8F9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281BF4-1889-6E50-EBDB-B3EC0E8304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53D651-FE2F-B58E-CE46-DF41679E5846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B9A06B-D36F-CD00-2CBE-4619D8FACD03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EDBB71-06B1-1241-596B-2E5393721766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7B8767-F7EC-9C2A-0BAE-F8CC3217E967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9712E9-264C-5A2B-1E2F-A4DD878FB81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3B5B83-C560-7CB7-AE13-8AF812A346F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758D3E-885F-65E0-08B9-04DF789A9D53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AA1B-755A-C852-8591-F9F6C5A6C8D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26A286-2002-D003-5CDF-BEC5747456C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A787A8-4944-4CF2-3D4B-BCD074BDB2E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B5A2E7-31B6-C2A7-78B9-23A3684ADAE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889489-A76D-1920-1D4C-8DA3248B428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B13D22-FE0E-1B20-92E3-6DEE0BC01EC1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F5E53B-F3F1-F0B9-A2BE-E87BBDFE1A0D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ED4D28-DA12-1525-FCD8-6E021369BEE5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20D038-B34F-4E8D-BCD0-48906F5D7BF9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FA0F6A-D3DB-79C7-73CC-569CD0E53A0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60155E-2671-B0A6-E345-7E5A7C67601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59B4E6-E3FD-CD4E-2CA7-97A66B6C56A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540B2E-8159-A72B-9B1A-C7E90E35C83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94E2CA-79A5-AF6C-537E-3FFB9D8B9F3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A9ACAA-18BA-7ABD-047B-3DFEBDBB4A6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456DD0-00F0-DEBC-F56B-DA4D7BB695E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823880-D4DA-160A-B22C-3399273B0F7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FD06E9-A56D-0983-E68B-6778B52CBCD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D1FD2E-11D4-FA07-88C8-6DD5B20F551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762977-17A7-3022-3FE3-30E3CB4F076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01AE271-C3D8-6129-84DF-1062F278FFD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E16481-E442-CACF-CD2F-6ED15C978657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D4C8D9-E9F0-709E-E5B9-2D6E1CDCBE22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034B5F-872C-68A4-6C70-E8DDEDAA13E9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C3D172-175C-49CF-42B5-37028E6083B4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04731A8-BE08-9937-D215-F76F4F3B6DAE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66D8146-0C09-3168-A6B3-061B5AF496D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89800B-DB3F-7978-45BB-91229982A57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37D373-6DBB-33F1-A4F7-3E4D47B7F59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FCED24-03C6-8385-A72D-95982686DAA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A098F7-E86B-9C7C-FA7A-295FC12B6A68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A162CD2-0929-7C23-DFCA-258874E3EC6B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B2F995F-E0E8-3546-F270-062A10146EF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79F0B2-E5F2-DA23-5335-0F37965DB18E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89DDDCF-47B0-74DE-8F8B-7036EB834762}"/>
              </a:ext>
            </a:extLst>
          </p:cNvPr>
          <p:cNvSpPr txBox="1"/>
          <p:nvPr/>
        </p:nvSpPr>
        <p:spPr>
          <a:xfrm>
            <a:off x="6654802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4C15B6-ECD0-13B5-F5DC-7BAA7EBB4AA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CEE46EA-E783-2402-F4A9-A014B515381F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5BB9C82-4085-A7E0-1A7C-4519142423B7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D2D45C-98E9-211D-77FD-2E9F3C989C9F}"/>
              </a:ext>
            </a:extLst>
          </p:cNvPr>
          <p:cNvSpPr txBox="1"/>
          <p:nvPr/>
        </p:nvSpPr>
        <p:spPr>
          <a:xfrm>
            <a:off x="7157158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02063A-F5D3-5D6B-A2A9-D499F82D355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0129865-6C4E-5289-D725-D58E96C88ABA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3520BD-8C90-3DA0-ED8D-ED8009BECF1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FDEE62-5421-53F6-3589-F9A10DDB426B}"/>
              </a:ext>
            </a:extLst>
          </p:cNvPr>
          <p:cNvSpPr txBox="1"/>
          <p:nvPr/>
        </p:nvSpPr>
        <p:spPr>
          <a:xfrm>
            <a:off x="4645378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D789A6-358B-9548-A139-F43278DF043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1780D7E-2D32-E2BA-CB53-91892F651E4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C13D8A-9CA6-5A3A-0619-FE74B46B4A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F6BD5D0-C4DE-5984-D31A-9C544EE53E77}"/>
              </a:ext>
            </a:extLst>
          </p:cNvPr>
          <p:cNvSpPr txBox="1"/>
          <p:nvPr/>
        </p:nvSpPr>
        <p:spPr>
          <a:xfrm>
            <a:off x="5147734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419590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B840D-0C04-4C1F-FBB9-9AC67FF49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A30FBE-1445-C69D-53C4-C2402E641A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the 59 cell must be 5 (not 9) two steps away from the 7 on the line.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509C362-AE8F-6C11-FCAB-5EB009C64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B1177C1-93EE-A61E-7C6C-9056A453B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D08BDF8-F44B-2971-3EE1-AD48B88ACA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1FC1808-30B0-151D-64BF-C06733D077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554AB5-24E8-0710-6162-F2D89AA84AC7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2AB036-125E-2E63-3BF7-A0A95190B1C6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55D287-0986-C41E-5AF1-706776297C3F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FBEBDD-6851-C5BA-E121-5191AA90195C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DA8BF1-E8A8-63C5-1998-473AA275109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F7AA3B-952A-7E05-0743-9A2E170EFCB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21EFF2-802A-1994-6501-15FD1B30C761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E80B80-17F4-65DC-36DC-F4589C9BE11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16D40E-8E4B-8722-3142-06F7AE94972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C6EEFE-A41D-73E7-AD1B-3B012960FDE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BB6E7D-F6D4-FBBF-778C-A19270BAC9A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243951-4B14-7518-1DE5-C3D3A0D5E89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CAFBAB-E977-A84D-3596-59512E2CF4B2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8FEA4B-9F63-9EBD-6783-5B4AE0236DB8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1FAE99-50CE-EB9D-754C-BADA76E6BA90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D35C62-F34B-B376-C5F2-1D86F804167A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9B0DA5-6EE6-F778-C5A4-E48D1ED5C0A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EF2E0D-F95D-6C1B-79D0-A15072826A6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FC5F47-EDA1-73E6-7B04-08CDA2A5496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83270A-2C38-A8BE-9A70-B7BD4E54D3B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8AD7C5-A756-66C8-D05C-F67F2681F50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877BB4-6DA8-843C-6611-FFE4F9919CA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3840BF-C2DD-1F48-A576-1ADDD98EEAE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80B62E-2A7C-BC7B-5B01-45B8216969D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32E4A8-069D-F636-343A-5414644477E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E7EAE6-6232-CF03-D2C6-8F324E427FA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EC520E-28D5-2E75-90CD-0D9AEF46D3A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9F50131-09CB-3AFE-436A-4E9B61935BA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FD4646-E40A-D6CF-9F26-DEA21090C2E8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950C82-B0C6-EB3D-F6FE-AB97A217CFFE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26B9CB-9504-27C8-59E5-C7370D93F654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42F308-E50C-744E-76BA-473AE898B00A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05517D-35FC-D0C5-69A9-D7FFC4C91106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A1DA54-04B4-6308-ED92-1B67DD7BD9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BA76DB-C378-5A79-C1AC-2F67761C2AE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782E48-ABA1-9FAC-4C6B-7271433208B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6765D3-D404-DC82-5E4E-B6698FE0ED2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22F4C0-B3C0-FD77-E68B-8A6545701BE0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198B40-8C5B-CE8E-4412-CB45D7965E17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FEEFAC-2910-A990-1BFE-B622A06940E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FB5E73-6B1C-2B05-316B-19B1B688BB39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4F6935-07EF-DDC4-5FBF-3D390650D74C}"/>
              </a:ext>
            </a:extLst>
          </p:cNvPr>
          <p:cNvSpPr txBox="1"/>
          <p:nvPr/>
        </p:nvSpPr>
        <p:spPr>
          <a:xfrm>
            <a:off x="6654802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2CA997F-2793-B683-1CF0-DF4BDD2C70D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FCEE99-D5DF-63F3-B2CD-281A1D2145D2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22FBFD-3699-1DD9-6004-DE0514A11763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DE4C12-C360-85EA-CDE6-8F28665F2F4A}"/>
              </a:ext>
            </a:extLst>
          </p:cNvPr>
          <p:cNvSpPr txBox="1"/>
          <p:nvPr/>
        </p:nvSpPr>
        <p:spPr>
          <a:xfrm>
            <a:off x="7157158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631EB53-E48D-CBC7-A212-CAA353CAE1E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62F8638-789B-4D5C-6DD9-316C65C0E77B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4D30232-5A31-979B-6445-37A393C0655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431DFB4-1E07-98E4-F3C8-710AF736466A}"/>
              </a:ext>
            </a:extLst>
          </p:cNvPr>
          <p:cNvSpPr txBox="1"/>
          <p:nvPr/>
        </p:nvSpPr>
        <p:spPr>
          <a:xfrm>
            <a:off x="4645378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7ACE7C-DCA8-50AA-3ACB-DD216BE518F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0BE064-9F9A-BA2D-72D4-DA81709A730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B789B0A-CCD3-FEC2-5DBB-46B5743FD87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F6DCB41-1717-8BB1-A810-B41064540BE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199286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D072F-8D37-248C-F1F5-378087A8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453AA8-683E-8EB8-55A9-0A3F47F2EE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r>
              <a:rPr lang="en-US" dirty="0"/>
              <a:t>Note that this also establishes the 123 and 456 cycles on that orange line.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E0CFD9E-9701-ABBB-51E7-EAD250E58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2F7DDA8-8982-0739-3638-ED8C9E0543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7BA011-241C-194F-9BA1-05A68F3B5D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78871D1-BDE4-A2C7-38C4-39DF26BA20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6D3CE4-9D4A-333A-5D68-C9610F8A73E9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9250A0-32AC-2268-F319-F9E9AD25DB77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FAE919-01A6-F49B-6510-563671E3BC06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AA7CAC-CB0E-6EED-955E-74327B533212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52E4E5-B04A-9E69-9E70-0A243F8A16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5DF366-130D-FB5D-5A55-AB5B367BB5A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9B6C49-49D1-BD6C-4859-2CAB11EACFC5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BACFA8-815A-8149-8FD1-ACA4B48662D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EB9D39-0365-DC29-0ABD-B1BCB45BE37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E8750A-CFB7-A368-E1CE-148E475A74F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1B7F40-5E5E-AB22-9D49-C0C0504DBC4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91EB9E-E4C2-B3B7-9AC9-A250ED6F508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97475A-1527-22E3-BE8E-1B47ECB55350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D3987-5C85-9829-7A97-7EFFCEBA0D6A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F1F0D8-1614-8CDE-B20F-FE1891F69E6A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FDF9D9-2ACE-8441-3055-67779DA3B253}"/>
              </a:ext>
            </a:extLst>
          </p:cNvPr>
          <p:cNvSpPr txBox="1"/>
          <p:nvPr/>
        </p:nvSpPr>
        <p:spPr>
          <a:xfrm>
            <a:off x="6654802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00A84A-2534-9226-DA86-B75327FAFE6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0C5B87-A151-DA79-A1F3-5431CA51A35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EF40B6-A196-83B8-C44B-FF4E76417C0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281BDF-A137-1ECC-E841-A2FC444A661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DC36CD-7D90-CB80-03B1-1E58C9337ED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667250-3948-A200-577B-B3473BCD0C3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17E679B-0159-A6C5-4E0D-C8459C29376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63AD1B-35E3-3353-C34B-72E521191CB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32547B-51D9-0D7F-3FE0-391787CB68D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BA052B-D599-877E-614B-5470FFE22AB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887887-A6BB-D6AD-CD07-CF21A55145E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58680-ECE5-235D-4D3C-42E9E3AC9A6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25C81-9A92-DAC2-A772-F9FEA8F78B1B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AE5A43-1814-E0FC-7A93-60EBBA6ED14B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097E9B-F50F-7A81-872D-70BFE00CFBF9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EECEBC-9989-7C5A-7BF9-F9D902F54D67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858AF8-FDBE-B520-345E-8BA2CD9A7434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9A5006-414A-41B1-BF5E-87182DA50B6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8F4B22-9F25-1DEF-47C1-AF50ABF3835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4B855C-53A7-3E33-1B60-616EFC0F9AD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1374A2-8632-D6FC-2279-48C65290379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5A9A70-0A11-9374-6273-BF10E4CEE989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8C81A3-AACF-4E7D-4327-466D23931267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5DCC927-ED3A-067B-5AD9-B88431A1BDC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0CFDD1-D412-846F-7927-005FB87E4647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E006C1-28BB-CC2D-F2A5-3ED14A86831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282FC09-07DB-2484-2426-D3CB2EE97741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0AE7E4-791F-96C7-A343-72A40A25C163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8646E4-B2D7-9A51-FBD0-AE969AC63198}"/>
              </a:ext>
            </a:extLst>
          </p:cNvPr>
          <p:cNvSpPr txBox="1"/>
          <p:nvPr/>
        </p:nvSpPr>
        <p:spPr>
          <a:xfrm>
            <a:off x="7157158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F6A1C7-AB22-90FD-6ABF-C1AC3136AC3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ED859A-BE4A-E911-05A0-C4B9F0ADFC2F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94D78CA-13B6-3821-48ED-14CCBC7C8CC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9E3B26-10F6-D63F-F67F-C2F03D8081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41203A-3B90-E152-4367-71FD9D3A080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E6D609-346A-8894-803F-1E38D5A9C6B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9B6FF8-96F4-0D78-438F-2F5D3445709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EF45551-5FD6-0BEE-8B55-E475DC4B08B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5B1E34-C865-3ED9-513A-D728537DEEB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B438B9-B2E0-24C1-4685-00FB7D867DC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5411F6D-700F-F29B-1E75-C2B19F0F378A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0BC96D-1CA7-3BA1-0586-730FB6F0E3EA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495747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72F9A-B16D-A22D-2FE0-736567B05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C16102-FFA5-E367-967E-75D768659D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1C1C626-6424-70DA-9ED6-3A9CC91BA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15209D7-668F-1470-8BCD-54F7020860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364733F-CB46-754F-D0A6-6D97D753C5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ECCA4F6-110C-42B6-1F82-E9643E2472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B48F84-FA2D-261A-FB5F-C44E68D7310D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85076F-E610-CBB3-54AD-7AA088C6A0E4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073B8B-8709-7568-DC56-1CF3F1D2DCA2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6B8B6D-4FA2-E0AB-2336-E5602E948668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53ED76-26C8-B780-DAEB-641060FBB93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F6FB3A-F43A-70F9-7F5D-9FBB3591266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CABFAD-2D70-A9BF-005F-40DD7DB51278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65F1CE-474C-6ADE-B38C-65D9E4466D7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FF17EA-6997-3A78-B02A-162353D8725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19422C-D829-B941-1FF3-C43E3D80A3B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D0AC30-A5E8-C37A-BA2B-EDB07181217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FBACAB-63E9-3A60-9CDD-BC591494524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7AD452-09A9-9DEE-7041-2F45547EA3F9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8F7BB3-26E0-382C-66B8-5B0976755253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FC86D0-BE6A-64A5-109A-CF8B88ED5DD7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25B440-8377-1EE8-5AE1-DDA631352C4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174C08-CC74-FE08-2E94-597E33A6AC2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9BA27A-D751-9437-EC84-DF3DBF12535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64EC27-DAA0-FDE8-3D15-BF87F8A50BB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DE90A7-A22F-0121-B3FB-2855F2D7D2C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44DB87-D59C-A2D4-76A9-18E0295B7F1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4F9F93-F889-A6C0-7F0D-383C19A960D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82E0FC-CAC5-F081-6CED-E17D7D0234B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E672A1-FF9E-1E2D-F279-D710F0CE9ED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334B174-CF9D-4BBD-41B5-885711DF17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24B489-D0EB-E0FF-14BA-DA35E74A428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87B833D-8585-69D6-B70C-22610811D53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1D95C6-4F01-CA5A-A1C8-7A43E77FF2D2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2A665D5-8966-8670-98B3-77DA7223D644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6FF224-F13C-EA24-64AF-1FD0607D884C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4E1B945-BB1B-630A-8542-6DFEBD39E18C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F65BA17-2F56-6AED-5328-3F3B7FC7754D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60B8709-5E25-4196-47A9-893999C0142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DC1D34-1DCB-58DE-9A8A-FDFB42B868B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1ED13F-F480-8A4D-0EE0-461E8E06223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A8DD5E-0C7D-D976-1336-72F2BD3F61D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BF4AEA-4D63-9621-2A4B-A57FCA58CC4F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78B412-4C12-3E05-92BB-181EBA03AEF1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22486A-3D85-782E-38FF-ADE143E9E9C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361180-2C78-8DE7-3C6C-5E4E33E97BB7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13AE9E-2E2D-C049-51A4-A33EB49E760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BEA56B-DF0C-9695-A05C-B3253C60BA6B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B5771-7B9F-2E0A-EDA1-78B35C3F0F5C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30D88C-3327-2DA8-EA02-A6E0CF9BC2AF}"/>
              </a:ext>
            </a:extLst>
          </p:cNvPr>
          <p:cNvSpPr txBox="1"/>
          <p:nvPr/>
        </p:nvSpPr>
        <p:spPr>
          <a:xfrm>
            <a:off x="7157158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B16490F-F8AD-0F3C-2C42-0ACFAB9BC4E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DE7E5C-9EB9-39D0-085C-E44AD13B8D26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D1D9FE5-A5AA-0FB6-B88D-04E7DD52A5C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125E9F9-63DA-F32A-1682-1B933389F62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F1FF1D-AE60-E1CA-4A10-61760B3CC3B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A68CB9B-0918-70AB-07FA-CEF510BB74D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F4EAA80-7126-328C-D4F0-E2A2401D024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D6A5E46-19B0-791C-480E-79D29271105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24353FD-FEC3-9FAA-1AAD-EE96CA8E1D3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EBC1EF6-62E7-F69C-875C-EB1F5A6A4FC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F457262-3220-2567-43A2-57720F4D8D93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733470-C28B-F5F9-969C-11F4E5740A97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8688CD-4104-7890-4507-396F295D9CA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435942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A4EA1-9626-4791-F947-EEAE4E377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8EBC8C-7E46-8E63-CD38-7ABC71E3E11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21/3/12 in Column 6 determines the 123 and 456 cycles on the orange line.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DC951C5-86FA-38B9-A353-C3B993D78A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7FB1538-50D2-00BF-811C-E4020717A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E1894D4-D26F-CE74-B004-F04AC9E2E9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278F86D-67F7-6B5C-39C8-77A2E3109A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C3438F-0C6A-3DCF-5FDD-EFA81B312FEA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805430-8F51-A4E3-7333-B92CCE7BB70F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CFE6A5-1C19-1644-B755-165B0DBCE131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04F51-165C-0111-AB79-8207530715B0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AA67CB-8F18-24CD-A7EA-9566B0CDAE3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9A023F-0BC9-80D4-17E6-5183F7C41EC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3BC9BB-D9ED-13F5-C728-3B91BACF2B3C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2E3F0C-1A3F-204A-BD22-4A28E56FF17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1445CD-E543-55A4-4DA9-2BBB291BB61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0F7304-9929-ABDE-092B-779A7194962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1CE07E-2ADF-3655-EE1F-CC7CE02FFF2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8C1512-E809-DC50-C9F1-B1D88D6EC0E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21D859-BE57-1DD3-1B62-764D5B8EFFCE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6F0567-12CE-202E-CBCD-6F0B0508E2F5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0A476F-C31E-457A-0D22-E74364D9433B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2A68BB8-6495-2FBF-53FE-E0534C1F613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887AE4-E729-F825-AC76-C051C99C22E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BA82AE-D2D7-5AE1-F1F7-6A2CA972CBE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EB3A28-BA61-4CF1-BD84-789183C1B15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41F9FE-6620-CD58-410B-14433DD3D6D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AB7864-BDA2-85C9-1B76-9C8F7474243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F2182F-CA36-9681-983A-232CFD48380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5A3045-5640-A63A-5078-A55131E99A7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2B0AF8-D7D3-6547-8397-05C2E14D581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8228381-CB53-96F4-8170-AEF0E4A1693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5515E6F-0EE5-32AA-40B3-97884514BB1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FA3591-D09B-C57A-0C1B-EF755C3FBAC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B49804-B4ED-11DB-D8B7-2F7372DC87D2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FC7110-F048-AC16-098B-0AF910D383A0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C8DD77-BE33-F627-379A-AA70782E5596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F4323A-DC92-D991-5439-95D7714E35D1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5FA474-038E-73EF-D225-D73335294B71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6C01E0-C69C-F7B1-E40C-7908D04E3A1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881975-8F67-03E6-536A-3BE43711D5C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4D4757-6D69-0FC7-ED61-747745C845F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41F932-DA69-B3C0-AAD8-5DDE5EE8A06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3CCEAB-6D45-9381-DA0F-4C4539C08682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4A0F096-D80F-A291-35E2-931CECD96A27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490B36-2F6A-7BCA-1106-6415FC2F27D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776B84-F755-9A43-7BFB-A65729EA2DB7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BC769C-3275-07ED-51CD-487BB0566D5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0FF365B-3BD8-91A7-9F45-3AAAE6F34535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597426-6DB4-7644-4C13-1B39A108216C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DAC8E4-E842-67E1-8F95-2311198B39C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896641-CA67-65E7-C54F-036A6B33074D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8F4129F-A659-70D0-FE7A-6F90290DBA7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B8F4CB-2243-C1D5-2DE5-7278B509AC0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83B02C-30A8-AB0F-10F0-898DD91FE5D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393FD1B-3DA3-F86A-FA22-90F9C8CC72B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24F924F-7328-0126-1B44-8CB70531623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FEBA63-0F52-555A-8065-226B8C9C278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271B64-FCE0-0004-6761-92D1889CC31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E8EEB4-AD28-966A-FA47-F658964A8C6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0DA1BF-13DC-EB14-2670-D5E42D354084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B80422F-D8E0-D0A4-7146-DA3A7AC19A26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BD5DCE-66E5-8D86-A3F9-1B0AFD5180F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75D22E-2CED-9B0A-0839-8A7230D1798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CCE7074-3547-4585-1EDF-46B81659E90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685112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3D970-F5A1-0B76-0852-2CEA4A8BD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B6AB25-D7BD-538A-CF0F-72ED45B043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C754FDD-EBB6-3B71-DAE4-8519C7167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1253C4-C004-2472-7918-33E9CE0067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A3AAA2-281C-2EBA-54F3-D2F82532A6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DFC4D0B-E382-D000-302D-97DA8F540E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A1D750-45C1-8F85-1DF0-11EBE911215C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70C32A-4E82-BA40-C126-C19F25734175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1752F-922F-5473-F26E-A086949F2BFE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C90329-5B99-3E7B-7416-1189C61F13B3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0169C6-3115-1F54-0E2F-44317052C82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96D992-DE45-337C-5F2C-E973B7B512D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18B2D-37BD-4230-5BDD-9392650BB521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E534F0-5FA2-A52F-95BC-76F6491127E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06CD55-6C95-9D04-4ABE-F3B86B951A0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122E43-3ACB-7001-EB48-127C66E2CBA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E8E474-B046-E6A5-FE5F-0C3E13784A9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01ED31-78D0-EE85-D019-006C81430A8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796DE6-5FEC-AF79-181C-08D27E31CFC7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D508E9-E1B5-E70E-E83E-559EAE9F20C5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C07AA9-0865-914D-6E52-8635E7B1A6F4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62059E-851D-ABCC-F565-5A712C057A5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75DAD0-081C-E7FE-64BB-D8E5E2BBB57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36E6CB-4632-8C98-2EA8-F5852DDFC22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9F1DDA-A013-3C69-D5E9-573806FB0D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74B0B2-FAD4-DA46-1221-58C6E5D8001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058E2E-EEA2-2E64-F914-A9FF5F4EF2B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62C08F-09B6-0008-EC25-708D1E8D21E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4F6173-3CD0-3EA4-B886-4169B6E6113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539D0D-12CD-46F2-B18F-A2F96B2BAB1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AB3002-01F1-C035-EC9D-B0CAD41C504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1FEE65-30B0-08DC-DE5D-8515347C454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7DF524-3314-AF65-B61A-D64FF1AF6C4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4A9CA9-B547-009B-CDF4-DE9F20D0A55F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D1A0FA-ED4A-D2CE-D2D4-92290B57A0A9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4F7793F-BE94-396C-049D-74FAD5120867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A1F79B-4DE4-90CC-F0C9-65949BB78B7F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3D731F-2D67-8B46-28AB-93B070F563AC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362F43-9768-5C4D-D2EB-F56531DB070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B6D8FA-32E2-FFCE-2C2C-24758BF0C30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785CA2-9330-8541-B686-47619A3B619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F41C80-B4E4-BD58-F2CA-B2C5DAF7321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2E0CD0-4564-5730-D2E4-47E1BDC3A24B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02FC946-ABA4-B970-FD2E-3E5013F5C2AB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F223AE-E734-1DED-888A-202668DB809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C6B353-169E-BC53-DC13-13E81CB31CFC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08C017-2B5D-5E2E-03C3-1B836222BF04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FE81E9A-1BA1-9084-F49A-1CB529B85B8E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54BBD7B-6682-9BF4-E0BD-3A6BDA31EE9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BB80E6-273F-222C-64F4-56E1A31872EE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8707E0B-4EE8-94A2-FC4B-74FEF6B7C03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65C1A7-3607-2171-8F72-537CDD25BED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62E6A5-C55F-F0F3-822E-3D006D2EE5A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B2F5F4D-271B-52B8-0121-A5A9EBEF658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3F11CA7-97CF-BE92-E34F-C88EACABBF5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486CE18-29BB-AAD9-8B6E-D2418D52B9C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1710649-51C7-4203-C868-BFD0A485150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616B729-E867-6B3B-31A3-55730C4175E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8DBD88-B505-99E5-5054-9431F6928C46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16BAA54-A38E-C955-E248-931436460F3B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7F7B14-7E7B-4B84-0254-C9C3632C188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D19DBF-7CF3-EF24-4BB3-5F1A0B567B1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B6F5F5-54F9-05B0-CA6C-B16D69E7E79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7B46F76-CD3F-584C-A8DA-E1A798A275A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0682382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AF8B-E9CC-2098-5746-E38CF28C0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6BD3E4-3515-2977-08B5-6CC9939319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center and bottom center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107D049-9DC3-7D79-9008-FC590BC22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45C41E-2709-AAF1-4A01-FD8088EE7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7BA352-1B60-EB89-7AAE-21072E355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CA6BF8E-0B0B-8E73-F4A5-74BC08363F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9E207C-0DC9-683F-9171-83166CFB3383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06409-4AEC-5819-7F53-4CBFA0A7440F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6694E9-A449-000C-EE65-32F36652A56E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0D9FEB-ED3E-9157-4EEC-57AD7BEB92BF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0A2602-C572-C9DB-211D-F082FAE115E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72CA32-85F1-0BAF-896F-1EE022DCCAF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AD119-E057-AB7A-3027-3D21B8DAAB7D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44D322-7F9F-CBB4-E631-D6F4F790D87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573106-9D78-5595-51BF-CBB91DE0687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B258AA-9C3E-9A09-6C0D-3EB9099DABA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A9E1BE-B4A3-DF67-ED5A-CBF7AE2C666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08C8F6-0B64-A1F5-F700-7D8C30854D5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6BD688-5B87-20EF-43C7-0D836179D61B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0F33A-8593-04B3-1DF8-1CBE0E79D764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6C2CAC-4DE5-D9EA-D1AC-E068D95242F3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BE42EC-B3EA-3BEB-9EA0-143649A3B1F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0F4E9F-7B0E-4BC6-F94F-F2D3B8A6D4D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004152-7AB0-22CF-A01A-9D78E6B3BC5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7670EE-3586-41F9-C19C-C95A30A05FD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D50436-A7EB-619A-106D-8F1E59B9300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7347A-0FF8-0A7A-8B1B-4187223E2E5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FE5536-7627-F086-2569-31333E7A4FA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77F97-FFE8-F7A9-299C-F1E0DA96FE4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9A416A-34F0-4E35-3A4B-3659864FB80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942299-871D-525F-A68A-2CEEB82FFDC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37BFC76-CDF1-8567-200D-270387D806E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FE9908-872C-0D01-99E7-5FB0386B6F6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5374B6-E0B7-C5AD-42E4-00DD69CCEC09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0761FD-BAA0-4202-8811-9B109E70B799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556391-AF9E-A1E1-56AB-A560FA52838F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19C8AF-4975-974D-F7EB-9FA5FD123B44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6946E2-9CA8-5C4F-1C56-F2923CB7A171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1366485-0349-22FA-6EAC-DF5B49DBB2A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28B777-2AA3-4009-F508-BE7295F380D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F11502-C493-CB2F-9B15-32F9555BD61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8071D0-9886-6C4A-83EE-21651C6A033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A9183C-9775-3F22-DBD7-F895786ED5B8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F93F443-4DB5-DAEF-0877-7F7B02990E57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A19E200-2974-E4BC-641E-D87BA0AE24C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3E2D61D-A895-7B3F-FEA7-012F65E75C7E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6B871D9-666D-6841-4B7A-A4A1880BD7D3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2C566A-5F8C-0FBE-1854-016B912BC0F0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ACE7B7-0266-0754-BFCE-CF0ADCE39C3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5A3AD95-5471-18DF-AD05-CB9C967BF196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3D7A36-69B3-1F95-1BF1-1069C1CF962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E325B5-9C5A-F962-FE05-A1933626196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AF277E-6CD3-AAAB-CEB8-85BBB915073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266B16-B4C2-8CC8-2A53-24D6F10DF70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BD78D5-6BCE-4896-5C5E-DF2F15A57E4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C8131F-3C57-FE53-1847-F899D9F6EE0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715FF6B-C786-D70E-A5A3-6C2CCE06B6F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A8EABA8-C554-40A3-D384-E54188254D8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4E61C10-C74F-293A-550B-EAB68B35A385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BA28552-C1B2-3D51-C446-35E56745E879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1179CE-1A55-9B3D-49BA-1DB6082A38A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0A73F4-AEF3-8C30-9D7D-4879AC2DB12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7FA5E86-7E4C-2AB1-6915-D538C847EA1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2958B43-5D2E-0A3A-1A14-040D1439660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20EA3C6-26CA-CF7C-035F-25B168C39B1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F240911-E5CE-2738-CD27-59423721D34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FC9712A-C838-B834-E9BC-5AA6CA5D0C2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7362962-4AE4-975C-CFD7-3591FD79128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8FDE0A-DB85-EF18-7964-BBB969703C2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12379</a:t>
            </a:r>
          </a:p>
        </p:txBody>
      </p:sp>
    </p:spTree>
    <p:extLst>
      <p:ext uri="{BB962C8B-B14F-4D97-AF65-F5344CB8AC3E}">
        <p14:creationId xmlns:p14="http://schemas.microsoft.com/office/powerpoint/2010/main" val="16866683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A58BC-6691-E7C2-67D1-4DB193ED2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F3F98E-E8D3-8A53-F3EB-2944438D093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7 in Column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BBBAB1A-04C8-E062-3D01-4573F2254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E17DB4-C6D1-0ACB-A0DF-42E58FC29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61B2DC7-15B4-0199-E30E-03B1805F29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7F2AC9-3590-E6C6-67B0-06E8EDA8BF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BC110E-670B-2014-903B-101CBFBFF188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E28F85-0262-447F-DBFF-3DFF90D90E40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66157F-806D-19B0-C86F-E98477D0AEC0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233F40-B681-A126-D7C0-B73E23731834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DD6AA5-50F7-C60D-AA9A-75A7526397C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FB46AC-B16C-C263-3C7C-5D2C86039E0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33810C-2B63-D442-3114-43AFED272757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EEB7B1-10A7-CA91-26FB-F3EE1F9B9AF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15F335-BBFE-0FD5-A48C-4EBA7924D64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CD2D84-0EB1-3551-8550-BABF610EAA7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39AD9F-4A11-2B09-6090-885EA16EBE12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53C4B1-59AC-9D66-8833-704640E08953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829E87-B93C-5C90-984E-E87F1EA7BD8B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994AE5-2F6F-C360-0484-1B789D12C9F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B6FEE3-CF5C-2D28-7F9B-CA294EC05AE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0F7CEF-26AE-8549-782F-E06DA29FD35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49A589-31F3-FB78-13FD-D7D0EFB4790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432586-86F9-30B4-D0EB-F609DE5D224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73D286-B76D-B866-67AF-5B2BA31E16F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E22611-EC5F-1355-DB72-EC3B403F802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4013FB-33DE-EA2D-D90A-958E2944F95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E8590F-BDD6-7BA2-834D-6468D00AF9B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751455-5DBF-52F0-5B1A-1C258F0099A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9F4BE0-907C-075B-6F45-7BCB66A2266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F53187-1A4E-1CEF-67E9-3ECD9374BD5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010680-C924-10CE-7DBD-96DD850EE2B7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ED4C13F-E52B-70A3-1D79-E3460C490AD1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7A2952-7855-AA32-2046-0EAC8CEED24A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E4380D-4AE7-8F29-B029-3902B7BE11D0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8B4A4A-23E2-CBB5-2349-5AD97B223F34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990C87-16B3-B094-02CE-7A9ECD29FB6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BC5481-EAFC-A936-F47A-0785E41F116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A651F4-764F-40F9-99A8-706CC22D3D9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5A33F6-C6A1-2485-372F-A74CC4F406C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C53C65-D4E6-D100-3E1B-800510E852B8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D04421B-58F9-9CFC-781E-20D03E679115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F04E2B1-2A33-55DD-E244-1716B46A034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A69DC6-091B-C412-CC01-70646C6AB42F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4E9530-3359-25B5-3E89-56C9F5744F52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3EA17AA-0AC2-69D9-DE89-0FD5DF1E94E4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F369C4-8651-927E-D477-EA109753A27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B97BE8-1E01-23EA-75C2-7CF1A6B8A75A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795DFC-6D52-426C-0BDE-30695FC0FB8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079689-AC94-6FDA-C4A2-05889F6D4AE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938CF5D-9986-6004-B23A-B52944631C7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3329F84-FD6C-BE96-FFE5-A5044D4A5C4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BF50530-751E-652C-8214-DF5F66D64A1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C6F81AE-B5E9-D512-F968-ECAF9AE8CC1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ADFF4E-69C5-E679-82B3-0890B05CE1A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6D426A0-C932-7463-C338-DCB452568A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9E1016C-827C-A9AB-DC62-513BFBF9FCAB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A6A06B3-8E64-9ADB-2897-417A1993F386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069A28-47A1-D47C-29B4-8D04C8F5C0C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EA4FB3-BA51-72E7-4B3C-8604115D9BD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D6F45E-D491-B4B9-CFC8-26A33D4162C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71E88E7-5D49-C668-2D8E-ACA70E20F4A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738843F-81E7-85DA-8C3F-B9638CE8357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C63D5D-C3D5-C1AC-3A2A-F1409138D7D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49511F8-BB64-1C5E-8B5E-29520DA7E7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ED98016-2EB9-983A-897D-2A60F568C0F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3EBF8CF-983A-15DD-EFA2-33F398D652E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66E7399-6C4B-219A-E560-120DEC5FF03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24DE79-55AB-BC48-76E9-D389C809783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2125143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3EA87-0E93-EED8-F069-BF683496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9C4FC6-9ACB-73A6-9FCD-C3B9D23828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EAC6586-CE64-79D9-F17F-5E500E924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F1A0435-818D-2C93-FB76-C957CAC5FA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A0EED4-BC79-B546-7D6A-20D93B0D9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42F869-EB3B-2388-026A-50732BDE84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C2BDFA-3B78-0CA1-12C5-19C5016D1C52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C7E86E-6096-3356-C744-D69AD88D7A5F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11510-0282-AE22-D39B-AB13AA1C4DF7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7C8C6F-A9EA-66AD-6A49-357561ACC7B1}"/>
              </a:ext>
            </a:extLst>
          </p:cNvPr>
          <p:cNvSpPr txBox="1"/>
          <p:nvPr/>
        </p:nvSpPr>
        <p:spPr>
          <a:xfrm>
            <a:off x="6152446" y="79061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3399AD-AEBF-8711-0394-E129D6C1968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BE92EC-4436-4531-7AA9-B55D88CD9C4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FA44DC-048D-ED68-101A-FFEE929A1086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A32996-23C7-C2E0-D2BA-A4B3D6E8CD4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08C974-C7D1-5EEF-EA14-02E26000056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687EC3-F28B-4FCF-6C74-D42254FE166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4A1D58-8E5C-EE92-4088-9F29542B70A7}"/>
              </a:ext>
            </a:extLst>
          </p:cNvPr>
          <p:cNvSpPr txBox="1"/>
          <p:nvPr/>
        </p:nvSpPr>
        <p:spPr>
          <a:xfrm>
            <a:off x="7157158" y="79061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3A5C79-D057-3A30-82D3-55B4DF72E9D2}"/>
              </a:ext>
            </a:extLst>
          </p:cNvPr>
          <p:cNvSpPr txBox="1"/>
          <p:nvPr/>
        </p:nvSpPr>
        <p:spPr>
          <a:xfrm>
            <a:off x="7157158" y="304882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96C36D-0B2E-80CC-2404-697DA3E98F46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906894-8327-014B-3F39-E02D263B522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9B5040-AA99-74F1-A9CD-B944E9E8E60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DB2561-D1FF-4CC9-1F30-5B771E41FDF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171623-3F59-7E14-0FAD-E05740A2A17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301A78-3DDF-552D-8FC5-3D9B7D20CEE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0DA58A-0975-E137-579D-9CFD94E759F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27E86A-AB8C-E997-BED2-68A61CAA988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BAF725-8766-02FD-FC2A-B53271F190B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E16E0-DDA4-7C25-2DE2-7E76264BE20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A72788-6B6D-71F5-98EE-4A53380A23E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0BBB0F-5437-BEA6-C978-1BB56F99CB5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78FE87-E119-A4A8-9252-6F83FBA5BB3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EA06EF-92C1-B43C-D62A-635846636349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722A0E-5FC7-9BE3-4C66-8AFF2A053E30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90DAAF-2A57-A6BB-3F93-23FE95433F4F}"/>
              </a:ext>
            </a:extLst>
          </p:cNvPr>
          <p:cNvSpPr txBox="1"/>
          <p:nvPr/>
        </p:nvSpPr>
        <p:spPr>
          <a:xfrm>
            <a:off x="5650090" y="229345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1C24F9-DED8-D708-6104-4508272F38EF}"/>
              </a:ext>
            </a:extLst>
          </p:cNvPr>
          <p:cNvSpPr txBox="1"/>
          <p:nvPr/>
        </p:nvSpPr>
        <p:spPr>
          <a:xfrm>
            <a:off x="6152446" y="354977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2B45C7-8B52-4692-8E61-722B25520BD7}"/>
              </a:ext>
            </a:extLst>
          </p:cNvPr>
          <p:cNvSpPr txBox="1"/>
          <p:nvPr/>
        </p:nvSpPr>
        <p:spPr>
          <a:xfrm>
            <a:off x="5147734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7EEB2B-8293-453D-65F0-C253EBEBBF2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5A89D6-445F-C19E-1453-671763B871A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51736F-C777-A999-B157-66E0FDFC265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53D07A-74FD-F785-5A48-63C17FD7AA9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BF8562-E7EC-8313-8BA7-9DDE8F129083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150928-8487-280D-1570-DFD8B45429A1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1C78CE-45A2-4BC9-A009-BFDCF912AC0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A5AA10A-B1E8-D095-9CB9-E2BCBA72BE8A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BE56B9-FE7F-E45A-6C90-A01109D83B8A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172E11-B378-D62B-2E70-68F44FC07F18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1466A11-B615-2102-65FF-F6A708805BC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53CE2B1-670F-17E9-DBEF-BA0A80E9BF21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4370A84-37E6-3203-0794-13A7427F950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43A47E-77F5-564A-BB50-D97F7C87BF1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5B8841-CFCC-0545-2F74-8532B1B294F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5E4E778-5EDE-3ADA-A895-579C7BBFC83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779070F-C327-46EE-6375-E0555532D1C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ABD5EBD-B386-07FF-DF7F-4106743FF6C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DC1830-B28F-F926-E823-669C48C6999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BBABA5E-AB16-5CD6-0FBA-39060A1833A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929BB2D-ABBE-E42A-F63B-1C823433315E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2484E62-68A4-50AA-2A5B-084E9EA93B1D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636AF4-0271-99DC-DDE8-8E6AB241BAF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625EC3-21C6-3149-BDF8-8AC6423F049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C53FC7-267A-B73F-04A7-F1136A9B50B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256ACB-8A1D-2E4A-22D1-8D8CA02957C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FD33F73-96CB-E398-DBCD-E59F327AECC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F81094D-5B23-C2BD-8CA3-F2E357CCFE2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78F6A60-A723-39B5-0E41-76B8B14B140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4E11E61-7DD8-474E-F70D-BECA5E12382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D55B6D4-7171-C136-DD06-8E3DEE25694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1B9796A-C8A3-E1A6-DE95-8A4F6B83AC5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25B5D7-C864-E270-C035-B18CA6D483F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3344125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18132-6F70-2FA5-A87F-481F3210D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D9B083-56C7-C816-AF08-8F8A3A74D74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6F7BFB-B804-E2AD-58FE-C04CE2564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C4997ED-76B3-ECF5-326E-76E4CAB82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6D7CDDA-5148-BF37-8CAD-DB67121ED7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9FD736-A9FB-7E4C-56E0-84F7AE14C0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02410B-370E-53CD-BC9D-1048F3B63FFF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B027B5-1A88-AB55-D8E4-3BB29C630C5A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39A92D-F5EA-FFE3-244D-703F1982E555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D952D5-6769-F4B5-D2D9-671D35606E8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A96051-C8CA-3D7E-B551-C991F589FE0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3337CA-D87F-EE4E-27B4-7DDB56CA2E10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6A2D88-4906-F890-4F59-B8314C895EB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CAE5AD-CF94-B9FC-6ED3-77F0D37F361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92B44F-353F-EDEC-3839-B064DB88FCB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D80299-BA30-75C0-119E-D53709DC8C10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11A667-BEFA-314A-7268-90C544CED26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D0AD28-A7E5-9A4A-29BB-F2C81D88FD8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C7D084-A2F1-DEDA-262B-A5D7AEA109B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5AC550-3312-0633-5510-8A9E7D8AD87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AEC3DC-81DD-A7AA-565B-9999183ED94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73BAEB-7C70-9BE2-ED7A-189AA6054B5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B1CBB9-8609-908B-0FA7-3531E1A6DE8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B63DD2-737C-FF12-ED63-2D73D8B121B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DC7A3A-2095-2AF9-E473-343DAD529DC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C5A94D-4796-9ACE-F47D-0A233B5E2D6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5FC9A6-8876-BB37-25A6-15C1E69D6F5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F8AD5E-E825-19AE-174B-5C9B6AA3D22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26D903-DCBB-3434-F636-D11B653C7685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582DA8-61D2-5ACD-36AB-3FCE52FA5C30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2DF7DC2-FE65-47F3-3746-A81BA26E7DF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BC6F52B-07E4-BE26-826C-E26DD582C0F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CF3C83-C36A-E46B-B183-B28FCE0A486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72266B-05E1-3BD7-449C-4F7B7E926F0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F23D66-BA94-50AE-7040-1C9945ED15C5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361902-9833-0370-0952-4689F84FC21B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93D2A11-B343-DFAE-1850-CD7D4390032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344E09-2ED9-7256-F444-7B59C58A9CE1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566FDF-BD9B-6E88-0213-07280B1031FA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7DE522-A8D7-8A2A-39BA-88651D82BD9F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5A32D39-4E58-D10A-5FB3-819EB36AC63D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26A3D4-7EBD-982C-4C64-B7F60E12DB8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3F9DDA5-BD81-14C8-9E22-1FD447B0F61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296DD10-6D64-8168-00E9-CC36C77742F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E292B41-8A7A-9EC3-8500-BEB249E9D8F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F3E11F4-CC75-68C5-F4B0-5D9335A3EB2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1B2CB1-C9B6-0DAA-04D0-018F824A154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222A337-2CAA-B40F-6488-E42E974C274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B036F8-E3FB-8DA1-E51A-1BC4E00F326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59F7C9A-D614-7607-CFCD-2FFEC592F921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7C7BC45-6FCC-1D1E-9752-AD6A2C900104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133FB84-6D21-C092-A80F-81811C0D35A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BECBA9-7F40-425A-63B9-421731D6A52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954D11D-2F88-22E7-DCDE-723DF05CD4F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C81C39-8F25-4AA8-8807-4A0004174A1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2DCECCD-CE32-D018-897D-77CD6C0D020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D61503-EA2F-55B1-61EC-A5D5D03787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6CF5879-0628-CBFC-2940-E1CB5D1719D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937EA2-FDCD-31BF-446B-A6ECC4EC6DF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24232E-ECC4-5687-1BD9-05B8AD2FD2D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087A4D8-778C-2946-F1DF-0372E96574F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305C38-5D1E-0041-DD7C-C64BCFD22D5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FAE681-B555-4A7C-DEFE-7B7CDB1059A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6CF8B0-C6C3-A6A3-B40A-0F08F5B74C0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446479-64BE-B60C-700E-0DEEAEC5CF3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1EDF07-1360-25E2-69D8-F78283B57AD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C010AAE-4100-7456-30AA-28A3806D0F5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5E0BDA0-ECB8-16EA-F1DD-EF3B6CFC94D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568297-A9C1-AE8C-717E-D531776D2DC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758780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F35C4-1E3C-2A87-EF9D-DACA0B344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4F1AC8-0D12-58D7-97CC-73C5B94E16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F0E4634-BB7D-0103-8C43-62E5E3095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FA4CF8C-C939-2AAA-D400-3E3B79EDD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9349E3-CCED-FB85-0744-DA2CBD95C0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AEF5C6-8150-0153-744D-43087EC4FF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D46912-2E9B-7B13-AA40-E2C0BF403C48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9E4E2-078C-ACC1-D6A5-76C5F9D1776E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15BFA9-7E7E-569F-708C-FB1AA2EA025A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8695E8-7DAF-31B8-B053-D3F79D8FCC4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29A9DE-3FFD-0642-F126-88E0604C28D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4229E5-EAE7-B611-5DF6-FE0C171FEDD3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AF6749-DBA1-08EC-934D-2C516F8404A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404A6A-79E0-B5B4-D374-88E8AFFED31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F2F66E-3BC5-B185-7F74-0A29CCAEEC8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B6E5DF-9D60-76D9-BC35-4BA806330F89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E7BD43-E619-FCAB-A0B5-28FEB04F259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67B5D6-D4D1-2FD4-DAC2-376C46F97D9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6BBDB9-D1D2-AE72-66D5-2C38162B097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A6B758-B767-3174-4699-C3C66F77992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801A30-137A-5A87-403C-FA44F4A25C9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82915-BF31-A808-A50E-08E6122D1B6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C5FB8A-7B06-AD1B-2296-1B6A3A9BF20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973D30-6A60-1A6A-592A-5840403EFC8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A28450-2530-07C7-607B-3AE82C07205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9A99E2-9645-F1C6-C404-C4633F48A9E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E6349A2-7956-61E9-4F0D-C2F7B6D8F75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8C1E97-5C6C-B433-CA1B-AA0E5704242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6628BE-1667-8275-6E5B-C4DA0A20EBC3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8090C8-A9A6-677F-3FD5-48AD0C3CF5A0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4653DC-3FF1-45C7-5C15-3F017C8AFCD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E4BD83-7D2A-B562-020E-C28652C9440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79453D-9FA9-742B-0E8C-41542569A42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7DC5D8-6142-638A-76C6-7537658EF00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AA37DF-A00C-FCB1-B65C-3E7040796740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F74952F-A07E-8025-4AE8-68CBC513DA4B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D25E829-C16F-C165-E88D-00B145F7861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1DE9B3A-D885-2ACC-0AD0-C5D73467BFCF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C0E47C-5850-E7AB-BDB3-407FDAC280EC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4FDC15-7D38-7523-19E8-1D079D6F2407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E77C69-B985-201A-FD86-2979FF2D1833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20EF90-DA50-512F-F712-CAFF328C89F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B5BF44-88FA-D1CC-563B-D487F2468C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07DC8B-34F9-2DD4-EA43-88260E436C3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7B7217D-A2FC-71BC-FDD8-BBC33B0CB27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50A4FD-CE92-3663-6277-B588C0CE137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ED9FFF7-A9EE-1A26-F190-3E381D21F7D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F702F4-4850-27DE-DC8D-792E72422E8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94882A8-7F68-8626-3966-F10830EB53AC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C12988F-800C-3CB2-6A4E-39EEEEA94C75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9AD1A9-BB9F-4038-8960-FC280F9FFAF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9C7947-A930-C2A7-C064-CDB07AA5D33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4312AF-3716-45E2-E854-4EBE66C8991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4D2EDF9-9648-1C9D-F2EF-BB86D31E587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ACCE2-1F13-1A62-1A0B-9BE03D55CC9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AF441AD-9411-1848-45FD-20908EC3760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82097F4-4895-EE77-7F5B-93D3156359C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F87B74-DD6A-D82F-1A09-1AD7B82F6FE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A3ED19-2B64-EE13-FC1A-0C3A1152EBD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57E382-B206-88A5-1AD3-40D7009052F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D455980-1A1B-BC16-1079-2F5B69A720B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7A9F6F-3A39-7D98-D4DC-7C15682A0F8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8D59914-2BF3-D4F3-D11F-DC05C5968F1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3C7E40-BEFD-8E27-BA29-E17E466CBDD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16E3188-4FA8-BE5B-2F12-2CAABFB64C7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989F03E-6E9A-9DDA-FC9A-EBBECA8C29C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8FEBEDE-D278-8B35-9448-94BDCB09741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B66F7D-7F54-35F6-77BE-4C0193FF129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A438F5-A165-F311-B104-3427A6D6495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298482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2C94B-310C-7620-3BD3-143446C0D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00DD2F-286B-155D-FC83-58AC8CB01D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C833E8-8F63-A686-3A14-E0D374A65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7391165-4887-3A90-65D3-0017AE31B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DD386DE-EA0C-E76D-2299-89C883AA22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AF0ACC-6E1F-28EB-1B8E-D57E55A75B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C1392F-6C11-6C95-F790-FF249D9F70A2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EEAE8-BB53-93F0-FE39-E1B08E7DA71F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40452C-43F6-D14D-0662-7CDE35594CFC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4A36AE-40BC-9A5A-3DD4-86A6A266B24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D0D306-0021-7700-5A1A-92AB8F1B2D2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18F4FF-30C5-22CB-3457-0B328DD19384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9D7C88-9D00-F599-F0FE-E7B969D27B2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6D3C5D-EE10-B088-BD8E-23EA2905471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FE4C32-32C6-E017-425B-0EF3F810A37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3B1CC0-24FC-CDFA-EAA5-9384E7539328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1AF2E7-069C-CE32-482D-128F40A4AE9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92BF0A-71BF-1A9C-736A-7D873088FA4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7D21D8-3CAE-7ABA-E89D-C0C80F187F1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794600-D9F7-04EA-3284-C24E7026A3A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F2BF61-037E-6E04-045F-571F572EDDA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5BA0D-A817-0FCF-6C6E-A6DB50ED7D9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334DA6-7AE7-25E4-9739-4B863832FDE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293439-B3B3-DAD8-56B9-2E1D18AF6F2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1E61D1-FB2D-DC23-09A6-7382ADFDA05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FF45AC-9937-E279-9F5D-DDBF1F9CC74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A3F345-AA0F-93BB-6992-7CF5FA13133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5AA56BA-528E-A618-1A01-9137C6DA1B6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09532B-71F6-B2F7-D3A7-E05E0502527C}"/>
              </a:ext>
            </a:extLst>
          </p:cNvPr>
          <p:cNvSpPr txBox="1"/>
          <p:nvPr/>
        </p:nvSpPr>
        <p:spPr>
          <a:xfrm>
            <a:off x="6654802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6353E1-8190-A6C9-0E2E-612DDBE05E15}"/>
              </a:ext>
            </a:extLst>
          </p:cNvPr>
          <p:cNvSpPr txBox="1"/>
          <p:nvPr/>
        </p:nvSpPr>
        <p:spPr>
          <a:xfrm>
            <a:off x="6654802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AB6E15-70A0-12C2-0C94-534BEEE607D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77C66A-49B8-8FF6-E410-8B352EE06F6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A4D16F-07E9-A0A2-AE97-38ED845D5E2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8D6E29-5CEB-F815-2F28-40A6419871D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5E8310-D560-AE6A-7389-75F58566469A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FC1760-9F9E-8CB7-A661-05C28ED31755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D42B7E-D689-ED48-C4F2-9B5216921F0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D4E14D-881A-2694-C0CA-9786BC774539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CF4C6B-24A7-DC70-1813-6959FFB7742C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FA705E-0076-0346-DDAB-F3EB80626CCE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B4B8B3-0B2E-D427-14AC-ECC8C708FDFF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5EB9966-688B-E288-1629-9CEC1CAC042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7756D9F-4F89-0C27-5444-D29D1C4AE9D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389C41-3EB5-F533-51D6-E48AC4AFF4C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1A8FB4-B7C4-6357-980C-097AB604E53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E42E7A0-6310-BA1B-057A-6B077E9EF79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87675B7-9C9C-DFB8-142D-058FC3E47CC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482F2B9-E86D-8ECA-A61B-80AA707DBD48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383A6B-58E0-CD36-5725-E916A70826E1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216494-7F2D-7217-100F-F83A602A271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A43A31-C7B6-7239-46D7-2070D1F7435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C4CD123-BB0A-D0F9-DEFA-45CA1BD18D8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408941D-793B-063D-3A05-BCAF4A06A26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F0FE812-0D35-86B2-230D-DFFAE6E35F5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F6973DE-BAB3-4724-689A-1C54A72DC8A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21FA5B-E874-3988-67D1-D4DE8D5DE35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4E71D6-5220-8828-CC31-C1AA5BAE741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75C65B-39F8-6FF7-EB2A-692129D6F0D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2E36AE-19AC-7B2B-83F5-DD9CD27D8A8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5E4C470-1631-6724-B2FF-4621DB3E9AE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99206A5-AB5D-6C02-3245-31448577BE9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B81CD3-1DB1-8D85-98CE-2E313EC3D8B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CF0054C-C401-E0F7-631C-ED4EC5161CC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3F78E93-BFDD-D560-1B1C-66825F8DE91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40C80B8-54D8-EA24-8200-972F896DA19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9BBD4F-0CFE-E486-5EEF-F5EEDC18F9A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8083C4-A7B4-9318-6D27-0D96D842A06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C72E17-EEAC-B388-1637-8FA76F697E4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06DB70-A902-C74D-EEEF-B9879D134C0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019253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B8F87-475E-DDEA-52CC-221F4EBAD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C14982-0444-69FD-E226-4D41B881C3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83C0DD-253F-D82D-BC6F-5374FEE40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2D9642-1026-5B78-4EAD-01D3FD36F9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5198A4-7878-472D-F56C-34C0A35F93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35E524-6E72-9327-5D72-216FC408DC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A0F148-5F8E-15F0-B121-AE59F598E664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B5DB2C-67AB-BF1A-8F67-82EE0C2E4DE2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2386EF-3899-BE8A-8CFD-04AE2A00AE3C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69A611-46B0-83EE-7F4E-AA70FD11EF0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DBECA4-E367-10A5-A9E9-B920E2A115C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5738E0-5221-C641-45AB-FF973439804B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DA97F0-8429-DCF8-5823-CADAFB188F6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C76A74-F8FD-A66F-326F-7F87C8C8EB9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B323C6-2102-7DFF-333D-3A32E8892A1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C407AB7-D05D-C47D-4414-20A5267CF92F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438348-200A-973D-0798-6FDE3632131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F9D757-B258-2D6F-99F1-A6E6357A8EA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51D145-8FD1-772B-B0F4-C94BA5CBC80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E2C83D-8A08-820B-5556-6738CEABB7C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1B0D80-D6DD-9855-A0C5-F53FC3F6EA8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35EB73-7690-6852-85FD-EDB1B17368B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709AEA-FA50-98A8-380B-F979C69C501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E0486-ACB0-7BD9-A70F-A36D3E848A4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A65FC8-56BA-E768-B2DE-C0F41FFDC44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103819-4A99-6E22-3B07-AACF1B9D6CF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9FD7AA-86E1-96F5-B8FC-C5AA44BA63A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4AA64C-C4A4-F20A-AFCF-4DDE823C44E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1104FB-DBD5-EAD2-37EB-7C851151A53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01C3F4-5022-3D6B-1D00-A673C3AF70B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F99D6E-1A6C-0F8E-B143-249F48A4599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8D2986-F934-71FA-25F2-439AACF6A0F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EC8D2F-8401-9463-40DA-02B205FF9525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8BDA02-775C-7BA3-FE6A-55FA17DFFAE7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6177700-73DA-2FC5-FDE9-39051CB8379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34F174-C04F-9B72-B3EF-55EC3699351B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B604BE-A678-843B-081E-3FD52E6AC771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E6347DC-69D4-514A-E1BD-0B38D40AAFB0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BE7557-3251-4B61-3688-A6B07AC306BB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8B5B1F-7DB2-6379-F2B1-383CC1055FD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55A4BAD-B1D8-EA29-98D7-9933BD5EB73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6A8C68B-9B05-088A-3978-EEB706E7E95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2B470-208B-0AF1-81B8-221965D2B42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E5428A8-A235-DB07-FDAD-83C151B3192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DFD2FE-BF0D-87AB-8E25-46CF04341764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7162D02-E026-7E4C-449D-9D4229BF66D9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70479A6-7C90-63E5-EDF8-4C02637BE9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926A4D-0926-A7A6-694C-FEBA377CD32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EC36180-9998-2D55-4E6E-F5E1EE18986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9692968-09A3-CCB7-BE17-9138AD9E007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257F4E5-F6EA-D15F-8458-4AB8378C9C5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11B9DD-55DC-5DC0-D312-ED72B447324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14132EF-3C93-EC92-E7D0-CC574C8BAB6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88BDF60-3C5A-F65F-9EEF-456EA906FEB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17AC21-2C9A-8974-21CA-C5C2EE2A5D8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833907-95D2-5DB3-0893-C75831921B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079F8D-F425-7A38-FD51-974B5744565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419E42-F77C-63F5-9BE3-BDEB6CF9516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7771F63-CEBA-ED9F-8D96-FD07CF1CE9E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C6E443-70DB-808C-FA70-C8BE8103CDE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7DE8EFF-04F7-1AB6-7A07-9B54690686F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166ED37-51EE-BE41-6EE0-14BC28C283D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31961F-1667-8A6A-FE48-803AFA89654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7C866F-927B-8A47-D5A0-543D194A7DA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EEF61D-FCE4-9211-FC95-C0F743B0018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7AADE1-265D-5C74-678F-B74413B28D0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D1D939-2A43-3D1D-DDE9-CEAAC0CF9B9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9F549F6-914E-F662-F8CA-01D59821912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223734-4233-8CF0-189D-ACA74270133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53409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FE20A-F55F-26C7-3B9F-F646A2EC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79B6F6-B3F6-C7F3-9C95-4DC79C569C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cell can’t be 123 or 789. So, it’s on the 456 cycle.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2BC470-BC4C-BD4F-3791-921D93873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F9AE56-979B-CE01-04AE-A7A7D0109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D41A27A-1A5E-8E24-74D9-007479FAFC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F1EEA5-C2BD-F8B8-4C52-F77528749B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13B004-3A77-F03F-9DC4-D949D3071C88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4CC8DF-DE05-1052-93CE-F030C2BC2417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DA80BC-EE0C-BBCC-0B6F-A8D386F5C143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243D42-04B9-4E61-774B-EFE400EAB5E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50C769-882E-9543-0FF8-3B064D536E1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AA7FF3-30C1-E328-D514-A31B8A433543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259088-01D6-C85E-4BA9-8BCDCD6BBE2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B1F6A4-D983-FB05-4C46-707D7B1B2B9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960743-4B0A-56FF-6774-478AD326E1A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0D6FB1-F06C-FC9C-6C30-C0BC767F4535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1F01B5-4D57-2DF8-2A29-433E260EDFF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E25078-8D5D-56D1-1A1C-4310E09B3B4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33B61C-7F1C-8778-1CF3-6D11D5ED13B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F4DD18-C5E3-9BF2-99EF-1D61A08403E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3A1AF3-12DA-436A-7708-FF4F274AD0A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49BF23-3307-C8CD-A1A7-8B4640C78D0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90771D-B0A5-FA25-B6C4-989E17224E5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A165F4-5E96-1CE6-378C-C49665146BE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897593B-3E86-EC05-8BB1-F515ABF5E3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6E60D9-30E4-6EA2-6370-E06E61E0812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F06AEB-6CC4-ABC4-2C42-D409821730E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17EB10-AD8E-2BCD-0DCB-84991E6365F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C2E67F-E113-A30F-B721-93AFB8B7E32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33D8A8-A031-B7DB-0E77-CAC185B9A44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7D2BC5-B882-23D8-53EF-E19ED22B084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BF5C68-F210-1FCE-9AAD-FDEFA382D37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C9629A-235C-CE8B-AF20-03551CFEDC9E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5A6FD25-CAA9-AE5D-753E-4F5264C02B93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37E23C-10F5-24EC-7654-8D07AFF5417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4747B7-2A42-00C6-66C8-64D7EFF3372D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90B94A0-0FBA-B8A9-B2C7-EE6764805B23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1D873EC-615D-DFB5-7FD3-646E357BFFD8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9B3F330-2F5E-AFC2-BA0C-F0E3AD2974C7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0E1E605-B733-1244-AA4B-17021FF58CF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A03980E-208D-70EA-C7FE-7CBEFEF454B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BAD9CB4-1BF2-2587-218E-EB40678F47D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0652DC-4876-B139-33F3-C8D1675630E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1E50218-1622-A554-FD78-899DB7E2E3D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65FBABC-ACD9-C0AC-2D06-D5D39DB88C1E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C0CA4D-C771-7271-A253-925A49237898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566870-5BA1-AE4C-B028-3A874F7914E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63180-AA9F-946B-8F71-927015D1DE8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E7F3F0-CF61-88E2-E810-FE396EF940A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4D10485-504A-4271-A4C2-0BC0FFA212D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C5E43B-6303-5129-37D9-8B20BC04F21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1976BE-9896-05D8-18C0-F2E1821E6AB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EA3C0F-594D-E7D3-4178-DE915D4AA08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88F19A-55C0-407D-72B0-67EA0451C18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1184BF-AB44-6BDA-F27E-DC4CA219995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E24611-BAD8-B2E5-9FA9-46B62191E8A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97E8BC9-B2FC-B74B-FF58-78E350A3984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6CB4FCC-05C1-EE1D-3B39-DF6E6A1530F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D66E98A-853D-52B6-BD2E-C3DA1597E27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4720C2-8CC3-1E0A-CEC5-4CF945B51C6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BCCFE58-0E48-9359-CDAD-4105BF1A78F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05C0AD0-53A4-5CF0-4C3B-219364A9B60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8E30F5-8DDE-3B19-9A18-141CEE4733E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3B5685-D86E-697E-2A8D-18A0C28D061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057CFA-6A79-501C-3FD8-FF4FAA8A5C6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C17020-5F26-8B9D-1AAA-9599CAF6CCF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533E793-8BC8-DABA-9098-10D8A0D088D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5F6FD9-067A-9880-B61A-DB54B87BFA3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3537C8-21CB-0550-5273-82B94C3FD28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A9036F-59F9-1EC7-F6E0-6B96561AFD3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4163738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28349-059A-7960-4962-D937C1331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48E555-B529-7625-5029-2DA4D6E607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Extend the 456 cycle on the line.</a:t>
            </a:r>
          </a:p>
          <a:p>
            <a:r>
              <a:rPr lang="en-US" dirty="0"/>
              <a:t>Then, solve the previous cell.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EC0AAF-02AE-A13D-F350-C39D937F9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E18022-A23D-374F-3830-1FD8D94D1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0E04C49-5114-2266-C64F-D33A102503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D7D26B-2D7D-1A38-20F3-09C5B59B81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1C0CC9-F495-EE70-EAF1-815B7D52B9DC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8F25D-57E7-7335-449C-64260B77332B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EBA54C-170A-D90D-2B45-650C0A89D6F8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9B7B74-104D-3F9E-7C96-2B48F16523F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C868B6-AB67-B412-A401-0C1FFD7B650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44C8B6-E276-8E05-CEBF-66A5DDB4ECDA}"/>
              </a:ext>
            </a:extLst>
          </p:cNvPr>
          <p:cNvSpPr txBox="1"/>
          <p:nvPr/>
        </p:nvSpPr>
        <p:spPr>
          <a:xfrm>
            <a:off x="3640666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4CD80B-267B-EC40-BB4C-4948753FCFA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21F28C-AB8E-C4D5-8AD9-EA14DA0C143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EC4E23-FBEB-C545-26DA-ADFD89F96AA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2C4E09-A815-62C4-BE50-FE35956E0018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10C5F9-D1CA-ADA7-1358-EECD2879DDB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303B21-9055-FD34-1F61-95CF27411A2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4F6601B-06F0-D9FC-DE90-F53621C1848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A976E3-AB5E-FC07-B5DC-34C9F5CBA34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0D73D8-F479-5C58-5D54-B20DB9BBFFF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ECD11E-C827-9FAE-2557-916ADD163D7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0AF730-567D-754F-A0C7-A67E9EB2036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50B2B-C9C0-D094-8E9F-6CDFB177883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6361DA-4AD5-1ECA-7104-A5CAF1EC092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80DFD8-ACB3-7479-2693-FFC462B1B75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1E24B4-DD41-7CA2-C890-22B07632BF6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C88BDF-1DE0-84FC-7974-626065EAA0E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139075-1337-13DD-C4FB-FDB5BCA91BE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17C4A0-0DFC-3F48-C13E-2494ABB081C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6343EA-8827-3198-8209-8B57C9FB005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6831A8-7D98-A9E5-0E43-D5561B0B1E3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79FEC8-7B3E-A26D-09E5-8CA4635B4AAF}"/>
              </a:ext>
            </a:extLst>
          </p:cNvPr>
          <p:cNvSpPr txBox="1"/>
          <p:nvPr/>
        </p:nvSpPr>
        <p:spPr>
          <a:xfrm>
            <a:off x="6152446" y="279439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FD144B-48B3-7F94-429B-A374302C2CAD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A96E72E-4830-6957-805B-26917ACC7DD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220F46F-FA85-DE12-0229-F3C455E75511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E906F61-B56B-C4B5-A918-9E1FB844D431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8EB366-EA3D-3DCE-6F9D-BB5CA7BD5697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81A7A-DC0F-218F-6AB6-0521FD117ADC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7F22483-C8F6-4DC1-35BE-5AB72FB5FA2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55747-E964-5CE3-4561-14A5624B0BD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BE954E-E522-70B0-65D6-4B70851F58C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1AAB9B-5123-B2E4-5227-3F41BAF694D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132DD80-A27B-8488-AF84-CC766D5CFA7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8A2EA6-95B1-978A-E413-290DF62B6F8E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E8ABAC-D280-FD1D-4654-1CC652E449C1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694F77-DE1A-4EF3-6397-2CD07B52DC3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B460C66-799D-4CA7-7354-748904C7F46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88A1AAC-154D-896E-5591-573DB5122E3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935224-C0AB-BAD4-3FDB-C983BE87A8D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C5494C-5BA7-96DA-E630-76D287011AD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F907E4-FEED-0700-1C20-DBDF094CD4C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99EEC51-62B4-C92C-4D7B-B5017208F21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0697B6D-7EDF-BA83-8B40-5A72AAC41E5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8B27F6-4A2C-FE38-51F2-771EC3677A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A0EE0B-6559-CAF1-6FC8-9D58C2B267D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20A4BD-CD58-6543-28E3-156153074A3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D946863-1EA8-C105-6820-5368117724D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0D9ECB9-5CC4-B906-FA4A-164106EB79B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3C9069A-D871-4BA3-432B-8D4F40FE402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AC2CED1-AD1C-6612-8A76-E0AC3D699C5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2149589-7F4D-AE65-858E-5E809E65D4C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591C74-49E1-5534-7E3D-B15E207B7B5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F0C996-0DC3-9E73-7EB8-395E4412D3B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88266FB-987A-77BA-EB85-2876C5F602C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E4E852-AA66-7C5A-3457-B37F9EC4B94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F8E59A-C402-2207-D23D-D0BAB179522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5F3019-4D87-D420-8038-A3A359DE066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F32AF08-F86D-5747-109E-F64B37B0583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04A9A2-7131-C8F1-95CA-84BF14ADB6D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7039B46-F5B4-38FF-4687-85F420F930C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273886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6CBDC-B574-0F1F-81C3-EC68E59D4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DD0459D-EE5C-0E58-A2AF-2C9C4A7104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38B42A-BA3B-39D5-DCF2-8D412CD79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50F48BD-8845-E964-FE28-07C4CBBF87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23FEE5C-950E-5723-7F71-3BF157C68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ABE53F-9FE2-3594-2E85-93DB4FCEBC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5DE40A-89C5-225F-7042-4E87B22D7A59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9B16EA-7205-9A16-8743-8FCDE6B23149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602FA-CCC3-F9F4-D44E-A648B82D3A06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5AB9A2-5946-46D5-42C6-45C2694F58C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ED6395-F56F-8039-F630-D1E4C54CFC4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B80085-FE84-5D25-8E80-24CC3029A44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15CBAC5-B4B3-EB6D-5888-210E422AF10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CBEEBA-2157-D5E6-E690-C6844438843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D8FF99-784D-CB58-0CD4-F0E055DB646E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E54B23-0084-5247-5365-0D726D1BDD3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34FDCD-E451-ECB3-5411-FE3DDA60A62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81888E-72EC-042D-0640-D0B26415A31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19526E-93E6-FC9F-83DB-4B3FBBC8BEE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2A99E-1135-67C3-444A-8E2F873C021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FAB166-E33F-206D-6492-E974054F2E8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16CB1D-2D1D-5796-C34C-A5B74CDFD8B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555E92-AB34-7253-EC6D-749C9AF9550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6BEBE8-2536-A6B8-ACC3-B009739E590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66A4EA-26D6-0ACC-8084-63D063ED2F7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D0DA0B4-4566-A21F-828D-D4828D60AD1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3877CD-4773-253E-06AC-4ECF46D0895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F08543-6240-8FF1-46F2-7ED1066382B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156E4A-6B3E-5D11-5383-32D0F21B64D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C0CD8D-9B6A-2288-0A32-C11DE128740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E8FBA-2384-0080-20E5-517E2DDC8396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EE0F41-F809-BD83-F756-6FCFCAD3427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C98CFD-94EB-CF01-05F8-ED9C95EE2DF0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A46DEB-C711-1267-E7E9-55A9C5370DC0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30529E5-8CDB-A2AB-026D-589A8FC6DDC4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CD1AC63-A18C-1160-FC54-53782F3F7928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8CDA19-BEE8-37B3-AED7-D45C71FF813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AFF2C5-5423-27B9-3A45-30AE6268C3D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C362FC-BA5F-1007-1A68-C179BD36DB8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263A6C-CC5F-1382-EC3D-4053F396145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001429-DEDC-A3A4-5637-120E5486E8B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CDF8C4-4900-C422-DAD9-3C5AC3FC3701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FEDFE20-CB22-F7E2-F604-4417B51CE3AF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D76972B-6026-3077-8B0E-0A91FE6BB3E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A72DB4-8BF4-C668-9A67-7FFE069664A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F1B7B6D-9775-D156-2293-06B08BE1567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DDEEB1-BB79-3C1D-3798-D038569EAB1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CB9D846-7540-89EC-D053-E204B4882E8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78FA2E1-4AD6-E70B-2CAB-841A06BC978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D3527FA-5617-B152-9DF8-B47D764CFA9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D00F271-0A24-E0CB-4FA5-42022D84759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0DC1B2-0580-8385-1163-29D91318CFD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E24AB5-C2A4-808F-4954-24E7EBA2ED5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2E6337-723C-0371-898B-B42894234BE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1A5AC3-648A-8EC0-A078-888EA7A514E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7BA99C-B55E-0015-2693-054D4CB1B8B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523F3C4-B2CE-AD6A-5ABF-28CD4AD63C0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0DA79CB-E7FE-91F3-0CE4-B0F1B976CC0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F081BF-B0DB-BD4F-602C-4CEC16C9439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4F9ACD-2538-C656-A308-44EC7ECCEE7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96D86A-BB0D-6E0C-1551-0D331A1A20A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0CF01B-5F41-7617-1E23-8F4088877F5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A9EC74-0A4E-551B-FD7B-4F7A323071B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190D9F-663D-9091-A660-9661631D5EF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C2E496-AF7A-3E87-4AC3-1FEA47012FF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5828A45-68E6-2A91-EC1C-AFAFC744709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CCA570-D165-953B-3744-C486DAD547C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3AF2D99-5132-534C-C81B-C0B3CD2A0D3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AF2884-E5A2-056E-DF06-9C288809F4D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E827654-31EF-C8F1-4B8D-B05612889A6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7C33966-E266-3300-0EF1-5D99FD4964A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9304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98F3F-5695-E1AD-9BA8-7571417F9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C38DED-CA5B-CDE4-902C-35A36534CC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6 in Row 8.</a:t>
            </a:r>
          </a:p>
          <a:p>
            <a:r>
              <a:rPr lang="en-US" dirty="0"/>
              <a:t>Last possible 2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E55E881-FADC-43D3-9ACB-F2DFDD9423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75D5A9-2492-D3AD-2C6F-66E80FEEF1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913C138-146A-0AC3-C2F6-73B540399C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EE3BE35-8088-4ABA-01AC-24FDBE515E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046BE7-1FF7-5427-44B3-4EF5BCC3B17C}"/>
              </a:ext>
            </a:extLst>
          </p:cNvPr>
          <p:cNvSpPr txBox="1"/>
          <p:nvPr/>
        </p:nvSpPr>
        <p:spPr>
          <a:xfrm>
            <a:off x="4645378" y="790619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96B30A-A6EF-2D8A-5715-B1A1CFA2FDE5}"/>
              </a:ext>
            </a:extLst>
          </p:cNvPr>
          <p:cNvSpPr txBox="1"/>
          <p:nvPr/>
        </p:nvSpPr>
        <p:spPr>
          <a:xfrm>
            <a:off x="5650090" y="790619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5ED6C2-68A5-86D3-BA4D-8777C5BDA890}"/>
              </a:ext>
            </a:extLst>
          </p:cNvPr>
          <p:cNvSpPr txBox="1"/>
          <p:nvPr/>
        </p:nvSpPr>
        <p:spPr>
          <a:xfrm>
            <a:off x="3138310" y="254788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947934-EF4C-8628-022B-433830E70AF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ADD918-E2A0-0808-36A7-397A9964B12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5ACDBF-8CBB-4C67-6B82-150988FD87A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9DBA6-DD90-6FA6-7215-7385FE6FDDA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07994A-D97C-11DD-FDFD-9AD39715F1C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6A43B1-673E-5F32-6379-F5D8D217CD47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BA4D149-038F-E272-7551-0CCB9F283CA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7D924C-A6C0-09FA-1091-286AC199D4E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BE879A-BAA7-4C5A-E54C-3EAFC55DE8C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A2E8FF-C3E1-D798-07B3-30DCC63EA76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747B20-0128-8230-95D1-6C28FC9314A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BAE8B5-0EF1-EEC3-614A-65FC28CB4F7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3D8DF5-CDF3-3565-CF47-07D1F48ABF3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DFE4F9-33D4-7EB5-95CF-C37BC4FBBC6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4D63CA-36A9-51FB-7A04-974455A1A43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2D8198-7200-CF50-5107-37E1FB7F963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A25B2C4-0E16-4A22-4505-0B580972BAB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DCFBB1-E948-E268-E1CB-3B3CEFDCCDB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B8DDC0-B5CF-9C5C-509E-018DC80D6BB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3383FA-CDF6-1106-DA90-5E6DC220F5A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E1002B-6A12-DA85-0EF0-53459BD8FD1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C674B0-9526-297F-CE78-FF985DAC07FE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149C5E6-4404-62A0-36BE-886C0AA4556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543F2D-93C0-FCBB-FAC3-18F9D85086D6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9F271C1-AC7C-925E-4015-3E06795D5F6B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425126-24F0-6562-5EA3-2325C65BFC2E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909209-F137-3BCD-E2E2-7AD1B1E03439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C1A793-C26B-CFF4-6F4A-F3A4150D31F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5C3BD7-B25E-8CCE-1936-0358D1D7D03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DA4DDA-0192-ECF6-52EB-F0A3B53AD5D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A722BC-339A-3A84-C87C-ADD446472CF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226110-640B-CFD1-3377-808178FC895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CA3175-E214-E1D4-9C0A-A44FC396401F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42AF083-121C-1CED-D252-0E334603C124}"/>
              </a:ext>
            </a:extLst>
          </p:cNvPr>
          <p:cNvSpPr txBox="1"/>
          <p:nvPr/>
        </p:nvSpPr>
        <p:spPr>
          <a:xfrm>
            <a:off x="5650090" y="304882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70BECFC-2454-C5D6-7FCB-D61ED1BD9C8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E1F748-C90D-3B60-FCDB-34DB75DC285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64DC3A3-4950-8AEA-681E-ACD8D6E4EA1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4736DE9-26AE-20B2-182A-8E85D427DFF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7FEF35B-2180-94BA-2177-21237E29CE3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E8128F8-4354-6A77-4399-D139E93A1EA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EA3134-33F6-12B4-3E75-E44F852FCB1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2F49146-5E44-AA35-39C2-157A7D9C613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7752C1-F0B5-B3C2-FD1F-1FC22DACDC5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B6C93-C63E-DAC0-9261-4E0EBDBA16C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57F46A5-3217-5F7B-EF3A-1E4BBFDE43D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73F55EB-8D55-9D08-F5E7-B031EA3CE87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30DEA11-1D81-DFDA-81BB-325D0EB495D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D70C170-F2C9-B98F-4881-930EC223349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C4B1161-3018-687B-2ECE-0784A8DEF25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B979911-5BA8-9CAD-7782-64F90E9CCD5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73BEE6-D37C-0312-9111-AC1B0F30898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BD781A-CEC5-D62E-E8C6-0F8F800FD42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1C0A7D-0312-76D1-1140-4D459A5604F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C92161-4206-2AAB-F880-EDDADAA115F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8A51E6E-829D-40D7-4729-A85C44FF769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2717AD-C8D9-3637-C180-17C341CD12E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7698C5-57E7-CCA9-3AF9-BD8160A99D8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AA1005-A34E-1F60-E808-00C28E7BB7C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BB95A9-8D74-94D3-385F-0FDB6D29DE6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E72DF9-7651-121E-DBB1-21E6F30D0CC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BEC86F-986A-DE68-E285-DE766E847EB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C84F3A-C101-89AA-BED5-FD369567286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135B64-7091-B35D-A7C0-F23BF8041A9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C9155-C858-1059-F7D9-C6375D07C65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171122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D4F8C-A801-285A-757C-2619D456A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2F0B4D-FB3A-3A28-D343-05C98E83EC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59DC694-6A55-98D5-AB40-160785A4F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5FA7D1A-7C0A-8D35-9DAB-1C6A116DA6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888DD4-8211-804E-4315-A3C8F48B0D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7A37BC5-9ED8-9A50-F359-004880D63F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D1DAF77-C12A-A59A-819C-DE297413D84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30439-C802-F665-B46F-5630AB27746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88AD4F-9A7A-6F3D-41B6-42B81564CE3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77C9ED-1FB5-EBE9-60CC-0EE0E80B88B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2E552A-398C-161E-A226-CEE7C5B6CED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9897F3-00FF-736F-404C-E7D6BA5A3AAC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7D5771-0EE6-0E00-0BE2-0B4DCC27F04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6F5C2E-E0B4-C27F-794E-77F5831A763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4229C9-1DC1-1545-D2BC-9C583E78F6E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8CA3F6-6589-F25B-AF32-3F1AA3B4C49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4378BB-6873-60F9-FF5A-8ADEB33A009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3A468F-D8E0-79E7-B217-C451D56FA26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10F910-835C-007C-AAA4-09B8603D037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82BF85-F6B9-A02F-F19D-E735BFB7CA4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1EFDAF-EDD8-587D-4771-2FE5A4EFE6A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C89059-AAF5-C074-2B86-E98088790AC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FDAF4F-EE12-2D6D-ECE7-F57912E9D84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86C278-96C0-A6CD-B80D-813F5B4A0A8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16550B-754E-F602-3AFE-8A010A5A7A3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E378609-1BBB-1A87-2312-6CAA6203AA6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A96DE4-00FA-6710-8FBE-4EE927563C9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B99AA2-7FF9-071C-9D51-EE3BDE2065D5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1656C90-FE17-54D4-23ED-7426C94AD04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E57B5F-0A23-DAC7-A2BF-6D23E0A191FC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6259C0-2FAD-E439-BDA8-AA97DD814E8E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E21E77-83C1-5F3C-14A0-3B4CF9908963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C7286A-0659-CFF8-4E21-31DAB1591F9B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905E161-E57E-00EC-DF7B-E34EFDDCD27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7726C39-B675-43EE-5865-72D51BF215E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21210F6-B977-1BE7-8EA2-5EE42DA4BE7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ED31C3-5DDA-BE97-4435-DBC53C4A457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F8995A7-7749-8132-3415-506977A0E1E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585F9D-12B7-FA5B-D34D-93EBD62246D6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2D264F-D3F0-F689-B426-00E74F78DE7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2803E9-2D26-F087-3B91-21868F397A8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14BF05-93AD-D3CC-4BD8-4BFD253DC22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AB6772C-9B7A-FF68-C537-7B77B72BE49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86DFDD8-9D1C-2303-6A5D-E0C0B8DE2F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0306555-8E30-FB5F-F0E5-ACDE6FE0F05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A4D7BFC-8844-3D7B-4DC6-8A8977DA5A2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6974E43-648E-DED1-AD10-223F4E905BF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A7B104-5FB9-ABD7-B10A-34C0D8328AD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6DD641-0A6C-69B9-64D9-F8A22E330A5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F37087-2D03-02E6-2479-D778DE9DA16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480261D-11F2-CE59-43D6-2E1256EFC3D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C67DAAE-431C-F79F-82A7-16225A88854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7E5CC68-A239-FB0E-042F-331BDC28735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1EFA493-7863-2A7E-C207-3110502A93E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4115B25-B308-22C5-E32F-8805630EBE9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0D2800-ADB5-717F-D1F2-3574DBF98E2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CD6A93-D579-F7E0-F150-9554AB9E081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C1636D-B0B6-470E-C2DF-307BB667E16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FC5298-9A84-286C-4821-4A13D921416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18EEBA-83D1-9E2B-E0DB-ACFF0D6CC52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DEF27A-AF19-A666-B3C2-BF76FEE0AA6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D602C5-4199-C2E2-0F19-A686333CE8B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D1A9EB-3A94-02A0-8F19-628752F9382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14F3CAB-F893-7F9B-FF0A-A5856DB82AE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A7BD64-6FA6-8C2A-DD11-2AA269BCFA3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AE65829-50FD-EF09-EFD7-BB5C84CEA87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AE18303-6F4F-D587-2F5E-EACA3E5BBB2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F7E4DA-027E-FEC4-C4F4-606B112083E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B82BF5-25FB-F0B8-557D-AE5516D57DD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A30140-3D7C-CF63-CDB8-395DC7667CA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E9E618-BA57-ABAA-3D78-B574E112F57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039CD63-E2ED-CDC8-D23F-FDA89D537F5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0F89E7-4019-9900-98AC-4EEE648F293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7037190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E3DD7-E89F-49F9-AEE2-7D9D84A9E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9F95FD-C96A-3DD2-03CE-7882529B0E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BB85EB1-8B56-FBB0-A20F-59F0EB85D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85E2A3-1B3A-8073-E8E2-60B407620B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8AA07C-BD7C-81C8-A15C-7DED265F70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2DEAAA-99CB-3DC2-CB6B-94E897112B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E199F96-059C-F982-FBC8-25AF4CB7ED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91A3DD-7249-F505-600E-26EE64AA3A0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FD93D0-D0AC-A61C-4BD7-334BD98236F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C51125-070E-DA58-D331-5240D511770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777BC8-EE92-08C6-5516-90126C90856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7E7285-FE5E-C41F-7A7E-36B9A40D60BB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EA75B-E192-A3AF-0E4F-20A792BF804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BF97D8-4350-BAFD-E124-FDF79617DF8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DECD64-06E0-7077-D919-9B48D9FB2B6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166C6A-B1A2-08B1-D9FA-FCF52E36B33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14BEE0-4A19-8CC3-8A52-C718CE2E61D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0A94AA-738C-976A-6D7D-6CB1161A164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8B755A-77D5-5C5E-1104-DA6B85B54A9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CCA77E-418B-1A07-E75D-3F611FE820E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4036F9-9126-613E-BC8E-E2692FAA287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5549769-AFBC-1DEE-95B7-DC44CA17AA0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ED39DA4-1771-C61D-CA70-E501156E74D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DC1A2A-5FF9-5E45-7F39-8DD8B20878F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CEAFE9-A600-6F04-265F-3254BB6CFAA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22C822-1E28-6486-C9CF-423E7B2F1EC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4B9BFE-FE8F-62DD-99BD-F398B0E6E1B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816582-FAF4-BDAA-28ED-B075224F703C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3BC3C7-AAA9-9332-862B-7F23256E74C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076730F-7955-DCBC-EE84-D62E9C121534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0D2546-3FF0-AA3B-20AF-3732F34B5F1D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B39086A-2453-E128-0A8C-86B1C95F07E4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561052-943F-CB76-6905-0BC2DA659E29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68CE1E-C572-FDE3-21D8-6F759DBD5A7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6907B4-D31C-4BB9-4045-F221482B58B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C21B6F-CF4B-9C99-9FD6-933545011CE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1062F11-B936-9680-2BB2-1FFABDE069D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E0EC0D-4BC7-DDDF-CB30-EBF40CE27D2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B7E68A-05B8-0414-67A3-911B541D11E4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465442-2AAB-A390-A424-B985D8CCFEC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1D6BE2-A2C6-FD61-12AC-88D0BBB0D8F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1FE85F-161F-3CC3-74D5-9E90B241A3C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349C11-960C-9342-AF60-F9B99BA5D36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2E01998-C807-5ABE-927F-64FE335456F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FFD5C4-448C-1434-53D6-624C7CD4508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E26051B-6922-751E-99D7-8F02A8B505B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A88E202-0556-68C4-DF85-9B1049C6493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72AF81-0C2F-1D4C-1783-3D8CA3154E2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2CE0E8-BAD0-C1C9-92CD-E31D3A5CA99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1F3F7C1-DE25-B0EC-1BFA-42F1FF7C7F1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68997E2-0E62-F4D0-B879-55BDFD9FF31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F96CFC0-7CC8-2C65-BC94-52EEEFE4B84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617E417-C08E-F326-74EC-FB70E7D24E9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B707CB-45A3-7BB1-8D4F-35697F64E0F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F8BB50A-32DB-99D6-478A-BF12217E8D0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2F0DDF-C068-2E78-CA9C-967875796C9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8BCED2-7B5F-576D-787E-3DF1EF4E505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398801-5238-DBB4-7B2A-DFB644899B8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58B6AE-9406-9982-105E-907D75C319B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3BF7B0-16EE-54C0-F556-822C6CFC8A9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55563F-11AE-3725-79BF-6BD32BA7483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F7B716F-C79B-CCC2-76D5-B60C581E12C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DA1CC7-CEA4-EFB1-D6B7-6ACEF1C646D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0E3F7A-4616-2059-629D-262223C8621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61E866-818D-81F2-0772-B91BA4B1E1E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EF7426-3E2B-9FDC-C975-EDE9EFF5AF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ADF95E1-2A25-6C4D-7077-D70356AE188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A1152C-6562-9069-43DD-47C4D24C4BE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C98643-2D50-3E45-D019-6B77534E375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B34A01-2498-7942-A460-09B1CFA95A7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D086B0-CD2A-CF9B-59A7-C7CB9AE2715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E5B67DD-D025-56C7-8984-C92CDFCB36D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E40A549-1310-79B3-9D14-068949086F0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397366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076A1-6D8B-4806-11DB-832D11BEE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E0DC41-45C8-9925-EF17-0149070E2E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this cell can’t be on the 123 cycle, it must be on the 789 cycle.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CB2E1D-FC86-2699-BA65-AF7B5875BD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62FC271-1606-354E-CB45-7AF56B3B58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ABD60B-8400-2D7E-0B6F-EA95080510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84823EE-3A94-1BAF-DDB0-91981CC7CD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773A688-9D32-F5A6-D6EC-D34A29A347F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559CD4-1724-0284-FBF5-60648D1DD39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773F25-3C50-0895-B158-84C7ACC577E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A8C388-D910-F14E-81F1-E2CBE3EAA59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2D0A2E-AB71-91F5-0819-8F10856AC2E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4A703E-47A9-C206-32AA-E929A8A2AC2D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3F5A15-1ADF-FD67-583C-A6A003235EB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984605-5358-BAE3-22E0-34DF58D405C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7D0D17-E31F-5C53-F220-BCB29AC185B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1D78DA-22CD-D1B3-E0C9-2311B75FB8C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832D56-AAF3-F83B-6B0B-0B5E58FEA67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6FF973-FE2E-7B18-25D9-6342239631D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51183D5-AB2C-A92F-1621-3303C2FD10E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CB3D9-FF61-B011-044E-04896A84435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25C570-EB6B-6A82-40F9-F4968621B2B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D047A8-92AE-1E2F-C648-B7DD9FC4B8A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FE98D9-E5CB-9B57-3C72-9B00C2B337E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D937BD-3529-B103-D108-3DB47CEE998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87BAAF-7230-5132-949E-8399131008F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73CA95-2CE1-55F0-9071-4ACEEACD9D2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0CD45D-0DE8-2D7D-3CF0-083C5D10FAD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8F98A2-24DD-7902-897A-4E15C003AA03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7D982B-398E-A67E-66E9-B064DBDE7B6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97CDFA-7D72-7772-B551-C6919472DBD5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D942B6-5FA5-DDA7-84CB-DEE2732B2D8B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FA03CDE-3C24-9E3A-C385-E7FE15CF1357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5632033-9AEA-1C41-00F4-35248AB24243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4C27B4A-87E1-192E-6620-2A354C3B95C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E41629-D1BB-6573-974D-5A2ADDF534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82C9BAD-5B93-FB6C-02D1-0C5A97BACD4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E6B6E4-A006-40FF-7393-103CF99197B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288A6B-C4E4-216A-3BEA-1A872FEAC3A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9D2EAA6-75AE-17AA-D5C5-57BA6A1C641A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17969C-F16F-2F14-48F9-4D2ACB49528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7977D1-FE8D-87A3-0B5E-A1E96A6C72A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3F71E27-3527-7852-B8DA-017E0B08515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313CA67-C902-6FFB-2B84-F28AA1DAF9A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0779808-B799-F118-44AD-E05E5E998F9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23B8A7-EFAF-792D-7FD2-33907C1D4F3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066E0E8-47A3-AF6B-354B-E845FEC9BF5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28B28A4-FEA8-F259-973F-018A77F2900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1EB0DB-4467-B1AF-FA45-1FE940843BD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6A04B1-D3D3-5280-017B-E361B3E883C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90B4015-CD99-9355-8282-4FB6B2DADE7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B86F29-EA3E-7450-4A38-31593E2688F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BB4050F-9DD7-C4CD-36BD-6E32D15344A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D194DA1-BEB2-25DA-1B6D-B6CABB32FA7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5A76FBD-0CC2-4AB2-7E79-69519E34947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5C7BD5E-0468-5D2D-07D0-A4B89992F2C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1DFD12-1145-B7B6-539C-8EEAC44F9ED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5A4AB9-6B39-A677-E30F-364A0D8F0C4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DB186F-1E99-607E-E5D6-837F2AB3C58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0CC791-9639-B6A7-552F-E1ACD0AC052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24ED38-619C-B39F-7C3C-4B6B0B5A5B4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DB1C19-FF4F-629D-B4C1-0845209A19E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8CFC46-3913-C8C5-0FE5-26A7A09560C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15E8A8-0E9A-D84C-40A4-8237CC9DDCA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CDDE014-E42F-1FE4-D33B-170F2B949EC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51E1BC-F65F-A958-6D60-8AEFF8A307F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EE5499-C0B0-33CD-F722-8D93AB42F03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E559BF4-28AE-20FD-51EA-FD1EAE27540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C32132-0416-792F-10DA-CF19FD55B13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3A68B8-DF9F-19DE-FD53-0C158227DDF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9171E1-83F2-12DE-9CA5-E4D74A20E18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47B0D9-2C2C-B3D6-E09D-95C5A650C0B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2E7DFD-2027-6D94-34D9-564E49D7E28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A38E72A-4443-AAAB-5FCA-7585BEA7EFC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51DD6D-D0AA-4E17-84A5-91D43FE18AB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</p:spTree>
    <p:extLst>
      <p:ext uri="{BB962C8B-B14F-4D97-AF65-F5344CB8AC3E}">
        <p14:creationId xmlns:p14="http://schemas.microsoft.com/office/powerpoint/2010/main" val="40877357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D59E7-E8E4-EDA4-7B97-B7053A1ED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61184A-54E7-3B5E-B0AF-B9874F3FF34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Extend the 789 cycle.</a:t>
            </a:r>
          </a:p>
          <a:p>
            <a:r>
              <a:rPr lang="en-US" dirty="0"/>
              <a:t>Then, use the result to resolve the previous cell.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60D5DE-554F-DB93-8FB0-D9454FE95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B4A53E-9644-9020-28BF-92A784C58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A5DD7DA-220C-E49D-5430-B8CC314277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E59CBC-D110-6768-1501-A2CF51E41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E750790-0C24-CC40-B577-545AAB34894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74B97-B005-55DA-6222-3D70810BFF9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1AFC6B-FDF2-3DAE-2501-FDDC6CDDA48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2460B5-312C-AD1B-06C1-54C9A423517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E298A9-2429-FEDF-7F06-7432A94A377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19B62C6-1B7A-A82D-C441-3315475744B8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CFC1C9-A4B5-9CBD-D90F-0B1DF888E0D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D1EE04-7425-837E-9FE5-6ECC4414B5D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4DE99E-F29A-A867-36EF-A1E82F8764B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C3C016-214B-16B5-1C34-824A36F585F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A37838-65A5-70B4-6DCA-F846298A66C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DA4D26-750D-E817-18D6-2215E544DB0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F6997B-8009-D861-60F2-1E73D4B2901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CFF661-495A-A710-1A79-72D7E5DC189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FF2ECC-5E87-C2F0-CF45-52B6B803F1B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D8CCA9-94AD-FF06-BA1F-DA98006B459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D29BFD-C305-FF8E-37E2-5E9860AC38E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57142-5778-020D-2AE5-0D42897AD00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C5AD44-A033-2C4A-36A6-721F3649B3C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C83303-3228-98F3-832E-9BD6D490B82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BE8AF3-06FF-C408-2E04-2014F3E84EF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F2B860-C6AD-E2EE-B5B9-2D1699BDD6E3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EC301D-339F-B460-CFDF-BB46C7AB10E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E1F6CC-40A2-2977-6894-DE01FDBD4C63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40C3113-8712-B57B-B41F-D404A6C9D529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A2DC04-761E-671F-8060-93299ABA9345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B79678-1A0F-CAF3-4295-5C2E97AB182A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1C9171D-DB6E-E47E-B62C-028ABA256E5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BFAF5D-CEA9-00C4-0BA7-F16CCC6AB7F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E92E64-C0EE-21FF-FDB1-1541E4B99DE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D2F39A4-DD75-7796-7F18-0CB40279982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2D41C92-B706-F560-C168-170E13D1F3C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E1B066-D881-E2AE-A342-720A0F416EF8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436FC0-164D-F5EA-EC18-F33BA9D1AEC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7A3088-C544-7DB4-AE6A-F65DFA3F7AE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E3EB83-82C4-D9F2-7FA0-B0B8A175CCA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999937-356A-C00A-1C66-7B08F0EB38C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96E5AD0-FE10-C4F5-8BCB-05BEAB47EBC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C689A89-ABBD-EC34-8AB4-BC7EC38FB30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C578984-4B29-E882-EB8D-807B4F610AF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463E52-B00D-955A-12CA-336E33980BE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F9DB6E-6335-95BA-071F-8F96744819A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C36949-4662-EECC-0D88-B05D83C3512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ABE23A-F708-D8A5-6517-791CD62BA91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9DCB86-8BCC-2495-301F-FD0BBE4C7B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156B673-A084-48C3-FC2A-C511DF92B29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7430D6E-461A-E1C7-7B3C-C932AB0E391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4F31AAF-0077-1384-3EC0-A0AB3232F14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9F8638-5941-2240-D5D1-57D8D59DFF7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48887C-602F-5256-4423-0477BF78C47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67FC6A-8E2F-EFA0-D9D2-1754E90E1AE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5A64BB-AFC6-CEEC-C7B7-A3C270F1EAB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22449E-DA82-2B00-DFA0-F3FED700EB8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9B8C0D7-E5D8-06A2-DC45-C53B4EA001F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299CA0-B201-C2D6-C038-8694F3112C8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F5D2D53-81C8-17B0-5896-70232009CB7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ACEC95-495D-FFFA-9FFC-5C3D3EAC117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E61BDB7-5277-CEF5-C7E2-95E3395B201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1AD215-8C61-2A55-1A17-124722DE415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C4EF7D-AAE4-CC9C-3CE6-372D723BCBB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21B842-7E1E-17B3-DB61-9F975918291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28468D-C49D-F492-2967-75F6B588C18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1FB755-B7E1-B6DA-A445-C6F739CE8E8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FFEC05-DE42-973C-A9F7-F52A4C23809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F355A64-3A02-B47E-1B04-20CD3469BC4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52580F0-4F4E-E9D9-312D-E25F77DB9E6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DEBBEA0-2E77-1742-91CA-99FB960BEDC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E6692B-0811-B608-38C3-15DBB040657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E0F18E-508D-3584-EA48-16554656529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255182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52403-06BA-2FF1-BC29-70F0050B5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0CF53C-A5D8-FA15-AB87-DA8E76540D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9C6A86A-9D1A-C4A4-6D75-87FA5BB9E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D4DF8F5-7D3C-0CBA-63BB-26527062E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2130F07-D0EF-CD7C-E579-145DBF7A76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6A55928-7E6D-30EA-8996-1A18229835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4589B39-EC86-70FC-9B99-A9DD68B2908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045879-43E0-93AC-9A1B-4CE74EB74BD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88E11B-1CCA-1281-03A2-391F290B69F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393F8-EF4B-01C3-4C66-63079EAD46C8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5C5448-7131-029E-5C32-EE72D23B985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B30BF1-A0C9-EF7A-1E12-2053AD2CECF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6D40A1-2675-56EA-A3A5-90093CEA8BF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F03DF3-555D-6273-EB8F-9B749F9B2AD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AA83C1-9F84-D4C4-6BF2-A9E7E274320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C2E15D-FDB4-C815-066B-B578637E0D5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02B30D-3389-8726-DA29-1054187133D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1BA314-7464-533D-3F4F-0FA35188C7E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0651EF-CF36-8B4A-2E72-97BF91A0E4E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649193-B209-BA43-4425-2ADB03CA1BB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EB6AFB-D2E0-500E-A7DE-F306147B48F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86AEBD-65EB-CE6C-434D-04923FA83B8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430CB0-F160-1404-BD62-6BB104CC13E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C76900-E8F1-8241-E1AA-2D5283D8766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0F0C1-6232-9130-9235-D3335F193F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0DB83D-3195-0BD3-0884-EED1FA13B8E4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EB2389-BDDD-CE98-1D9E-6DADBEF7D11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FE82EC-402F-FCA0-A9EA-A12A3D386350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480430E-A7DC-9596-35CE-699772773DB1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E228210-22F3-FAAA-F487-451F50D1A695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1C73C2-6D81-A409-C28B-4610D53D5D81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E2F803-C5A6-DFF5-01CB-34C5E9F4A85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5B7C9A-F1DD-E7CC-4BA9-B0C98653308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A2FC73-8C51-1D94-39E9-2876C282E1C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621455E-7783-0CA1-B683-B986C0E117B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B0777B-7935-A7DF-17F6-6BE9FFA7D31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680EEFA-D374-DD46-3DD3-708916550FDF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443E12B-8119-242C-B071-96ACDA5EDC0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777672-6CC6-593D-5BC6-38FC5FF16BE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C246996-7565-B978-2C0D-2B96831B195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FC3AB8-FDE1-AD1E-C1A5-D480F17460F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BE988C2-E0A5-958D-A877-61AE434E78F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1CD6D3A-378B-9818-0B31-53BEB5B6C42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0EF7CA-0981-607C-5306-7AC4238635A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ED54796-DF02-4958-BA37-68FCFE358A3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F42A60-4BF1-1A95-C2CE-2DCD70CBA2A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9290B77-9C1C-5EBD-9E87-D13CA8EAE27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311751-FC1F-282F-9B29-AB987B2D610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A1662F-3CC6-85D0-19DD-9EC2063CB19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B99CF2-51D8-94CF-BD1F-16A23954E6E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4FAD23D-26B5-1674-ED75-72F44969EE1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CAF378D-2A08-411C-8500-5EF7FA7C14D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7BAEE9F-2A98-F9E5-CC96-18EA76111E9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0507F6-C891-9FA2-5B80-859FD7EBDC6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2EE14F-2F35-4581-D02A-EF8D9FD54D6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E50ACC-6872-A7B8-1306-E3A2BDA8FCA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2644E3-3A69-E6A8-3C18-BF7289EA21D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87358C-9240-78A0-D3F3-D571354C0AE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2C22A9C-8968-1189-E30E-E2BC5991691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AF125D-B4FA-CD02-B4C6-4D3F402570D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5E44D8-68F4-B522-77EB-B4E20ACBB17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3AEB135-DD50-6AF0-C1C8-E68A5941AA1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1694B5-A02D-121D-789B-6FEBBBC0A6C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60032C-12F1-5810-EC70-F13D64F3724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4E34DB-5AB8-E549-A446-B7485E925DD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6C3F0C-32B7-3B6B-2A98-A30A1AC3FD8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59CFD1-E33F-AF2F-E076-AD448E622C3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F34E05-964E-3365-DA4A-497C38BB5CB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E773F6-1A9C-8A6A-5723-F7C09BF2946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A17CBA3-1A0E-809F-24B8-38855F8DE1F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128183E-5040-2183-6F7B-60B50999116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B610FD-8762-B2BA-B2EC-10460455FB3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B1C382-BFC4-D9CA-5184-57F8956EE17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57D3C2-6380-F6B5-C501-8DF90C5EC6F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37A66B-E78A-2F0B-9BEB-3288E263049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34662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0D913-2239-ACDC-4BC2-880A65BBD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A7F951-8D48-DEBE-ED99-9E84D1BB10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lower left block.</a:t>
            </a:r>
          </a:p>
          <a:p>
            <a:r>
              <a:rPr lang="en-US" dirty="0"/>
              <a:t>Last possible 7 in Column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EEB3E3-F1A7-39CC-7F51-17AAA8A1F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67C17F4-1893-C2C9-294A-60F49F0E16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5B83143-19DC-CFBB-5920-502A97CAA2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0A4DA9A-546E-F2A1-C597-F1FD5CF3EC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FD87759-98E1-004D-6374-4E8960F5CD0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AD1CC6-09A1-825F-86F3-65C468B2FBC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70C4F1-56EB-9FF7-70C9-656A5693C6A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9E0358-C820-9DE2-1AF2-21C6E753E4C6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A6AD22-BC6E-FDA0-35AB-B32119DDD41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48CC37-94F0-EED5-C3D8-1A1DDF3947D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10A70F-65AF-0E94-56BA-3241289D582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E81A40-434A-1CA8-D3A8-7FFA2F4420E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F6A5AD-80D5-BCCF-43C4-0F69EF5904D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A695B8-2B7A-78B8-6F46-7292937F158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423414-5192-34E0-A24B-37C37D18823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64AF3E-E2E0-6163-F694-71830553D58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820C26-FB3F-357C-34E4-760B6424EB5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F53037-07EF-D75A-6058-041B4938C7A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3C8F806-0EEE-9105-6453-928D7C48965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D9C438-28A2-867D-AB42-1705D278735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0FC5C5-26D1-83BF-2F29-5DCCDA2F178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E9F996-1DD9-FA62-E924-30244D8F05D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40FF85-6CC6-DF8D-51F8-3FFB9EEE718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0830DD-89BF-6A1B-6A41-E4BF1B836700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02E9927-355C-C967-7F45-A26826B41B7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54A0D6-28D7-32D8-4B72-296F7B9D2C27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462BD5-82F5-7D58-7B45-B532541C8681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D73A72-D44D-D00E-6109-20FE4540F3D7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AD759D-A812-8E62-4DCE-18A6A59F46E1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1DE85B-0986-7C2F-B09E-8BAC747B62C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F080F4F-8EB5-E989-CDAE-2CDB7B88B09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15314F-8D43-44B8-62A4-FE16041FD35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68BB09-80F4-76E6-B9E9-518EDCCCB92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681C15-5F15-90EF-2433-0C88AB52762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FADBF6-96AD-C2E0-DE8C-4169F4B98CA1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706913-2B91-3DC7-49F3-44EFE22F584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E35859-D148-B78D-1E07-2319D632AF0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F79C13-34C9-598D-1C65-2098C7810A7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88192B-4352-9254-3A5A-9F003B63027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B13F859-C6EF-329F-220E-EB4A2AE2234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60F18E-13C3-F573-A26B-CADB72F1244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BF2B3C-3DD4-2085-4831-E58716FEA26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39F82E3-4879-2CAD-4139-9633472FB18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EFBCE5-1067-C763-4492-AF9BFE0EFFB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A63A28-5DF8-4C8D-79CD-A25A4ACE50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06334C-2227-5C19-E3DC-E8FB84E663C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C66A6A3-2910-7AD9-F939-74588F9E542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3ED029B-9D26-261E-EB3D-3D84067503F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049F791-E36F-19DD-B7B5-1F1CE9820DE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9E34DE6-A3E5-3E11-F672-84806B1B27E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C3CDF0C-545D-A87B-9FDB-78D67725806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7ABF4E-DEF6-21F8-C3E5-DC43E4DCAC1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8534D1-E5EB-75D5-55F5-5D910E2EA2E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ABE071-5CA6-299C-6396-95945A44A9D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3EB944-4E48-CBC4-50D2-B332369CD85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37BA9D-9EA5-6B0C-C937-29336100D7D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59EE2B-E817-964B-C964-C2FD5FA538C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0E6C79C-DB8F-8283-FFB5-1D76B9B3266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2DC4C1-6472-29C4-5B82-A4CB128AB0A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99FBABD-8FCF-6200-96C9-33D9ABF87F2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07CC44-495A-2124-5065-3A6611A933B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3D4C7AF-331C-467F-B8AC-0BCB9CDED3C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3D9F0B-C577-865A-1E29-F06566F2D0C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683307-A782-3A7F-3E60-918BD33D383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4A69FD-CB49-96BD-852E-CF5B20835C3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9A3AFD-D141-D49C-5A93-D95C4FE9435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B5D22B7-067E-0312-10F1-9404714FE15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9DCCF85-60FE-0FAE-D0CB-D892EBD7A47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9C9F621-A22C-F1FB-A646-ACA3B277B64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80E196-D8A1-69FA-B4B9-14C0843CC06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06A82F-4694-E82A-F6AE-73F8DD8EF9A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DEFC0E-6488-7A38-173C-319A18096C9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D120AC0-6BA0-70C3-D43A-B2BDF1161F3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BB281C-ECB4-392F-92E6-FAFB7587127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4CDDAFF-E88F-3F6F-6656-33BE4FAD4E6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9082873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3E692-C8F1-F077-8453-5AD3DC180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D6DA21-6345-8B2E-B5BA-47D95605DB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2 in Column 1.</a:t>
            </a:r>
          </a:p>
          <a:p>
            <a:r>
              <a:rPr lang="en-US" dirty="0"/>
              <a:t>Last possible 3 in Column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523039-9134-D333-DDAF-24A7FF87CA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563D6C-BB16-0432-5301-87B408897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7EA6194-44DA-8AC4-B199-71EF2D3BFB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6B4D1EA-84FB-5C7E-12DC-E78ECAD79F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160054C-ED7D-0A09-CDE9-2C665917445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8747ED-BDF8-3A45-2326-7F7F645E1CA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89E14E-CE9C-1A0A-BC94-6A71E3673DE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1FEC04-57F8-D8F8-938F-86AC6EB6A2FF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229AA2-1448-2795-7715-692105254E8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7AA3ED-61B0-63D4-7648-A21E72C0AAC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5C9AEF-5EB6-C4FC-0593-66B103C7350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28076E-3059-8936-EBF9-6253A1768E9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AEBC2A-F897-C38A-FCAF-36E6C46A5A0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084A7C-049C-A08C-6F24-2C06177E1E9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32C87F-629F-B755-5CAF-7B99754F5A0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7F79E1-28FB-309F-D915-B5A0EAE2C62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80F06E-EBBE-A991-1F73-557C7BA23C3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AA48D6B-4F68-72F1-15F0-787AA3789B0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DD995C7-22FA-8E5D-ADF5-B622F97380D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F8F4A22-D4FD-EEA5-9ED1-3943ADE2475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9DE26DC-C06B-8171-8B4D-E81B2FE4543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66FB27-138E-588E-0433-C2A654B101E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5ECE83-E29B-62CC-F3C1-6939FEEADCC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D18C75-6C88-D6D1-A7E4-D3F4209C0676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29A66F-C8ED-65A2-CA80-B068004F540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72CDCB7-1520-D9C4-77F3-BDD6D549A751}"/>
              </a:ext>
            </a:extLst>
          </p:cNvPr>
          <p:cNvSpPr txBox="1"/>
          <p:nvPr/>
        </p:nvSpPr>
        <p:spPr>
          <a:xfrm>
            <a:off x="6152446" y="405071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8BC68D-FEE5-1B95-92BD-EE9D7253CDA0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B43BA3-C2D4-83EE-EFC9-BBC397A31DAB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32D009-2AAC-F841-C649-0EC200C0733E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2995B2-3DC2-3828-2B0C-AA36D7231FD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B53F97-EB89-15EF-CB50-87ABED51E0F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697BAF7-44DC-8A6E-6625-A4424A995E5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154B0E-10F7-6FE5-750C-FCF9BC9B33E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1C6B0DC-9CE9-D771-18A9-A4456315794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7E0897-6F81-234C-06AB-4AEC1861EF6A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5A3CFA-F4DD-8DEE-311A-16363A9808A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293F28-04BE-48FE-3D4E-DDB3806BADD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CFDF84-CF4D-D133-1826-5F3987A8F6A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ABF630-B4B4-533A-CC39-205C9999217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0DF62D4-EB00-742F-B4D5-B8C336C4A3E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5B48C62-DFB5-C771-4026-5BE5BEF244E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143A43D-1A3F-F3AD-4ADB-7D8E90673CA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2054182-6F39-D1EF-4E7A-10B54217BB8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37063C-9698-78FE-DF5B-DE9149588D4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8D5288-DE07-A596-1635-DB91A1F0235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293FC28-3E9F-D96A-31B8-439FBAB955A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D6C535-9441-4772-4F9F-AFEA7641558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454350-3414-B158-9458-81AC8AA7EF4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77BFA66-D473-8BE6-4D57-96A4F34672C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B13F569-54A3-4874-DD8E-BB8A25D7AF9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64D1D2D-C9C4-B1A4-9595-D42ABA7BF82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6874EA-7B94-22F8-493B-AD668584F00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A2103B-F669-9750-D656-2847913796A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911C0E-C1D8-AB04-8CC9-D60C9A7EC55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21A5B9-E775-A501-618F-C3C7946D258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32BF97-9451-B8E4-FDAD-54BAF2D9F45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8BC579-B950-54BF-DCCD-E051DAD0502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1F353B-95DE-FD81-0216-A87F88550AF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4227E5-5E7B-FE08-4407-9A74DCD8FEB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121B9EB-2B1D-A86D-B00B-2C18FE9D410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E38D97-5C24-35A6-8FAB-EA4FE695C4C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9F051F-EB43-845C-E2CE-C954FDE873C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F5D518E-1019-E31D-1883-BED0BE353D9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D3EF9B-9872-0F8E-1F4D-B64D36E96E8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BFD8A6-197B-05BF-3A60-1389CB9CDE2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DC41B9-6F79-2A09-BB13-0BF07E07B32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BAD5B4-0886-191E-E316-2E778CB6CA4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1F70CD9-8268-868C-C2F9-28141F7C9DA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8E7A30-0589-BDD1-4D79-6133499A491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DACB35-D3C2-5BF1-1361-4493B9BB748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D26731-7715-57D7-35D8-FCF53FE97A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56BB74-AC79-BA3E-B1D2-5DBBB3DB995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917FF77-517B-2ADA-098E-125D117F70F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277C05-BA45-ABA1-0983-CB70986445F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934E6B-2CCE-BC4A-6994-D80FEBE180C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72A7654-A375-1519-7083-DD7BBF3D1C3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A68FED4-9DE1-0431-0DCD-540DC57CB7A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620245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8DC92-AA32-9E55-6251-CDD349AAB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CA199-E7C0-80C5-3C66-4D3DA39B94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10790FA-89D0-1927-0B53-E7D3AD69F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E2A43C-92E4-893E-225F-14FC71A51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012C1D-169C-3D9E-3C31-1A0B1735B3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5304BB-095B-271F-F98E-BE6CB3CF2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307BF3-45F2-09B4-BCA7-AD7C8BBA4A2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B2F41C-817C-1391-741A-DFC20D73AA7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9DA297-FDA6-AC29-EF74-085F2953E68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209B3E-149C-8EBD-9ED0-481D0DDE9C6E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F3030A-F602-3810-9FA4-6402683111D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FE38D9-FEF8-3F3B-5A9F-A04B0536A8B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524D96-47E5-6D46-3D73-F3ABCE456BD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00B1AA-8F07-5920-8F23-25A76342C6F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88B688-B544-F98D-D79F-F20832C49D6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4CBCC4-76E2-3D46-0C62-BF6152F8DB1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27CBA7-063C-F0CA-4ECE-047F01D1B2F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EBEB7A-6F5E-FEB9-530E-2204BB9A3CF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9B7BB5-5FFC-86AD-037A-47FA94D5BE2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96006B-C61B-8BFC-39A0-2786CB02FA0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C5F53DE-E8FB-C214-B191-71CBCFDE095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79930F-1BD2-C56F-4E88-01CFE5D37E9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5D289A-2F20-14AD-7CAE-A7C3DEC2FBD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49C5E1-A4BB-FC3D-0F43-34582FE332D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BEA523-88CF-CF3F-B746-C1EEE36504F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A9F6A3-423F-D24B-D9F8-8879C9142E3A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62889D-C692-4C5B-D6E1-614ED4B2152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2A4F22C-1E31-3CCA-CA9A-AA85B5F43A28}"/>
              </a:ext>
            </a:extLst>
          </p:cNvPr>
          <p:cNvSpPr txBox="1"/>
          <p:nvPr/>
        </p:nvSpPr>
        <p:spPr>
          <a:xfrm>
            <a:off x="7157158" y="429722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1096D7-E130-F95E-95A1-DE0B2A3DB624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BFA8CA3-6E48-FE41-8031-461E969DD3C8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A0FDFDA-1EC1-24E8-78E0-F79D782C239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9A54E9C-8415-5987-29F7-C9051D4853A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1025C0-7B96-ED68-0BD3-3658865114E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307A45-F9CE-BC18-EC27-7CAD1437400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003E7E8-2CFF-7568-7130-E2B136809F8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FE95167-D044-5CFC-1DFB-9A17BD08B105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98B9A83-33FF-3097-1ECC-B19264DED28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699E16-1664-B3EA-FEF8-988747CAFCE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9454A6-2FC5-2FC9-3471-08264358EB0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5B72B6-6B08-FEC1-C51E-B9BFF65D8E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6BB2BD8-39DD-3BF2-8042-644FA75200A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0DABFD7-6A9D-A497-74F9-F96147EF56A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B658B4B-F862-DB86-765B-A90147489DD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8AD2A67-7893-BAE7-E409-887461314EF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828BD3-E0E7-12A0-4595-6B044BB8273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295394-FD15-0F0B-74DE-012AC7E4B7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85FE4E1-4E79-A291-AD68-DC89B978F5F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87BA76-CF3C-0B0F-3F0E-B6290AFD88D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613A46C-3D41-9B0B-DF99-9F61125C175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1553840-33A4-A203-C08A-E6C957A9863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D9605D0-57A0-A3AD-191D-C1E96897B42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9F6FB17-0B19-87D6-559B-6D5AA0F2A21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47BE50-E6B6-069B-0755-8A18241E2C6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71F28D-6E8F-9A65-AA46-E8C0E471BAB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D46B6A-ED26-FCAD-A129-BB2B6EE6729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3EDB12-F79C-CA07-A0DB-BDF2E634796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7543CA-FF6E-F1A2-5B10-8F2A531BCD6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2E821E-E122-3DDD-DE86-EC5A74BC1F2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6DB060-79CC-85EB-D422-C99212BEF4B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93DE37-96C4-1862-4E89-22E022B9C8E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61F4986-4B58-B5C7-7FD7-BAABB731396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008968-086E-47AA-04CE-BD0268FEC0D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70D1A2-AE50-BA58-D0A1-86061F777CB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F501CA-9049-6F3A-551D-5C955CC25D7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B19947-3092-237A-7330-58DBB4C51E4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82FDCB-1EAE-D1F4-BD54-123D30A6854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96DA5D-6F6C-53F3-59DD-FA2FCF5386F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5C44CA4-02DA-FAC4-C021-806746FECDA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2F5A39-848D-1DDC-DA7A-A6C597E6922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92E189C-A8E3-FAE4-1C33-EBEE9963D38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818A8-DE22-1C99-7B9C-0E56F9C5CD5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ECC4F4-16B7-FE26-127B-EBE0D3C19F4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AEF231-426B-A113-A7C1-6B32E68ABDD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9428708-CA9C-00AD-C041-A73C46C1BC8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F07952-F561-72C5-D87F-73684F584F3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FB133E-8B19-14DB-4820-0E0119EDA6F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3D956D1-1D54-B312-2897-FB9CC73EA17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D6C0966-BBD9-51FF-14B9-DC477AFF6A3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56292B8-DF5D-B852-49F2-B2EC04B62A0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065382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A095E-C9DC-EE68-D718-215D92E5F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AFF44A-511E-BC93-0979-96E8A6F6E6E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C7D94C-DB69-8BFC-9038-DF45A90D8F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CB2DDE-F85E-B997-C280-46E09D60C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CF604B-B041-E99F-559F-B22AAC2A87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6D726A-3E4A-F340-6A93-82356D0E1A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AF38C6B-24F2-694E-79E3-B86C00EFC10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D24D9F-F9BE-42B5-552C-4B4CFC3268A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2D480E-B6A0-5827-FDED-C0744A977CA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5B0FF7D-88FD-79E3-284A-8E26A4574734}"/>
              </a:ext>
            </a:extLst>
          </p:cNvPr>
          <p:cNvSpPr txBox="1"/>
          <p:nvPr/>
        </p:nvSpPr>
        <p:spPr>
          <a:xfrm>
            <a:off x="6654802" y="229345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541E04-9682-7230-A2E0-197068CC65A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F64EFE-55EF-7A68-0F48-062465E9D63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2FAC5-95A5-7845-EE03-2FBA194CB1B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9EA108-1488-1B5B-0861-DC37FD769BB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96C687-E265-7A85-A047-43025063E48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F76D24-FDA8-AB7C-A6FB-0CCBAE6EE7C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D6CEB7-A3FA-2754-F514-5418DB18D4C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47CE90-6A1B-ADC4-129D-0029C7ADD7A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0159E4-B655-55AF-309E-F11AD48CBE2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055C47-9DEB-2223-5982-3F5FCBAE70D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CAF9D3-EA4E-ABD1-C547-E09C92832B7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73D2435-DF31-B666-1146-2CFF335BB44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6863EA-7FF2-0F3B-52CA-F61F6E64C17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56FD39-5ECD-FDE3-6F5D-4016701A0ECF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1B15E5-0239-2C32-0798-96952C56D6B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9E7B8C2-200E-1A01-733B-BB8D33381112}"/>
              </a:ext>
            </a:extLst>
          </p:cNvPr>
          <p:cNvSpPr txBox="1"/>
          <p:nvPr/>
        </p:nvSpPr>
        <p:spPr>
          <a:xfrm>
            <a:off x="6152446" y="505260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CC845E-C104-A43C-DC82-1EB7C7D02D4B}"/>
              </a:ext>
            </a:extLst>
          </p:cNvPr>
          <p:cNvSpPr txBox="1"/>
          <p:nvPr/>
        </p:nvSpPr>
        <p:spPr>
          <a:xfrm>
            <a:off x="4645378" y="229345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AA3D5E4-4C51-1C27-45AA-C373FFBCA43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58FDD0C-6F8B-B92F-0325-115ED9FFCC9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3A15E8B-C89C-D978-EC9E-E6D1D1A900A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CF0291-F6B6-333C-830F-2DEB2334BE5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D4D02AE-8962-C5D2-BFEB-CF3214AE16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2458FD7-DC7F-7FD5-1CAE-857916FBAB7A}"/>
              </a:ext>
            </a:extLst>
          </p:cNvPr>
          <p:cNvSpPr txBox="1"/>
          <p:nvPr/>
        </p:nvSpPr>
        <p:spPr>
          <a:xfrm>
            <a:off x="5147734" y="3295339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EB1F9F-9BD8-377F-708E-E24406656D9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F6C49E-DE91-094C-B47B-71CF61E3958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A28D0C-CA77-B80B-0300-B11E88A841F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0882A7F-5A9B-F1B3-B067-28C944C6308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1D77ACA-5E63-EF7E-8CE9-20231070143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45609A6-A822-0E81-6938-5210D04ABE1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FF2E8-09FB-C1B1-9D8D-396EACF1EBE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A551F5E-A664-11AB-2A49-9A6BDFDA1DC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A8A651-0582-6BB4-81EE-6A14993B7D6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68375-18B0-B2AB-DC56-32A2A13F28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54175D-D6F2-0DF2-11F1-55AF2BC18B9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C149410-B1E9-2EB9-39BE-6AF049FA717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F16C047-8E63-0AD9-53A0-4A14DEC3E48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EA1F2E1-DF0A-38CC-0996-02CF55471E9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EB329AC-7230-5DB8-7011-ED11DC3451B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3EF8CE3-0462-C74D-3900-2A809E56804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DC4E67-0943-26C8-29DA-529534E1C15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C83C4B-DAD7-9A79-DF72-239101373F9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1E8B45-62BD-C280-60A7-C9A5EBD9677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69F2FA-D6CA-CBD8-A8E7-8CD9D77D3CB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F68759A-CC60-73DF-326A-6D88E00FD95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438D7E-2015-D866-B9C9-189B05B961B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2748E4-3FB1-3319-3132-EC0FF5EFBCD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E1B257-C40C-9A2B-D4EB-231813661B6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C90177E-E154-6F5C-55F2-4C6BAE37CE7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191E20-F008-EFB7-44EE-2E0E5C3AE04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757FFB0-9F7C-715A-2B17-A34E429927F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1A4DFF-CD13-273D-61D1-C57598AB8F0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3200F1-9DC3-C58F-E058-D09D2B5512F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0EA61B-3BBF-4031-7FF8-37444760E8E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4895C7-1F18-C460-095F-CC9A316E8FF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9232CBC-F593-9B33-EF75-CB7DD2E8B91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7564A35-D381-A513-B3B6-FE66C8AE8F1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64AD8-9FBE-DA0C-2379-2ED45AD6724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B39375-D6C8-3CEC-75D0-7CAB07CC08C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8EB11-8A51-6630-6040-9EF898ADAD2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26BC69-BE2C-C899-2205-6D9D6F69B34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4FB15D-E04F-3D98-77B6-BB94C668F23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EFB8EA-68B0-C96E-66A2-9131CB18D68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A9CDEF-C9FB-399E-5B0F-CD05062D134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B53A751-9C8D-6D73-C417-EAAA3642CD0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42F243E-2046-8436-D876-5E807EE99E1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BC53F97-4FE5-29CB-2D5D-C6B49C30FC0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0D57FA2-18F4-3EAC-DFF4-58BEF9E0F20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FC2EE1B-2C51-FEBD-AB7C-B1E588F6639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AEF1487-DA6D-68C0-CBF5-59285CB0133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1588142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EA003-A2A2-3007-42C4-E22C9C722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967775-510C-82E8-CAB9-691C111354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0598A8-0982-4DF9-BE47-E35D5AD31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E49B20-6B00-8AF3-4EB3-82F422485D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3897ED-A24A-6EA8-A6C2-ECE5F6F09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1EA5581-B2A3-6671-06B3-E2953E9C4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819EB45-1DCD-88CE-9AEB-2CEF6890455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D949B8-7A82-1F4E-83D5-4AF602A8B56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B32E83-1C25-3C46-5AF1-9A905CBAE4B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EBB0A3-3C9A-7162-C4D2-F441BDA08EE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B58C26-6AC3-C883-3EFA-2AA2CC24AF9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3F69EC-EFE0-C27A-06E9-1580C8BBF9D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55D95E-08E8-82BB-9AE1-78C2A9F41D7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84D04E-84AC-422D-B266-07E3B9E9090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3B2D0-5595-43DD-965B-D585CFFEE95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DA0D57-6706-E2D1-C242-842F36A5A4B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2EDA01-36C8-8819-55DB-446CD0415CD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FDED2A4-6177-45FB-3F33-F3B897411B7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EE9782-CB58-7E3B-9655-7CD54B10A6D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A7401E-A2CC-C448-7B8F-87FA41BA48C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660677-DD54-83DF-7E0E-A25CFD51FD3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A620CF-3469-0A01-65E7-AA5917A77BF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EAFFB0-8C01-DECB-5D32-69EBE72213CB}"/>
              </a:ext>
            </a:extLst>
          </p:cNvPr>
          <p:cNvSpPr txBox="1"/>
          <p:nvPr/>
        </p:nvSpPr>
        <p:spPr>
          <a:xfrm>
            <a:off x="6654802" y="329533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F74142-8709-BECE-4C3A-224E6FEF55D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062F3F-569D-A83D-5F55-0056AB136A3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7778DE-D461-C7D7-2839-3C021D2BE45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D2C50E4-0CD4-57DF-2161-29CDD2F70D4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1A91D2-B702-823B-2F18-3EB52752FF8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63EAE5-9554-1BF3-51F4-A72E192F822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177EAF-3458-94C4-3597-EB634195EE7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2F576A-1FF1-F3EE-06D0-031CD49D644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29AFE2-487E-0B6F-548E-5193850F686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27A4875-590B-72A5-4DFB-ABB85ACFFF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F14CB2D-CD91-08B4-C999-EA1CEAF2364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FC26D47-85AD-DF43-168A-CCF229D2285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FD4D3-C827-47DC-5C9B-63B675AD263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714A9C-920C-4C4C-F8CE-14EF8E0F95D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456612-FB45-F3F5-0CFA-A6CF8A296B1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9C9209-D915-CD67-02C7-B1D7DE94105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41502C-0AE4-F2CF-F3FF-71191776FF2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6D006EE-99B7-D287-CBD2-C0ED26DD525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BE0A02-4342-9D7E-9960-A37CE613F05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053AAD-3452-A36C-507D-38DF4131F4B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369DC0-A7F0-80F5-5C35-1E88C336E4A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57370-621E-99BE-697E-ED589EB3DE0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F5A152-201E-C6A6-55E6-FA8E755B7E7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432273-A6DA-D4A3-CD9C-6901DBA4790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7CA463E-49BA-9C98-0719-129869617E9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6AD857-DA1C-C5ED-D97B-1E0820990A3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0A4501-3379-5741-517B-24FBAAA9C32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887E5D-8DC8-EADA-7639-2AC4A30DD67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195AA4-DEFF-8A04-29DB-A7379A825D4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AC0340-653D-BF95-6861-3FC4427CAA1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DAB1EF-0BED-AA0C-E87F-06952FF7702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96044A-C6E8-70E9-88CA-2061382C952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62ADD1-AFD2-B869-A76F-8CA3DADB08D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F47D79-2424-7876-2792-11C7BCE0363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C8A1077-8458-2AE9-53EB-10C7F762927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8490169-8F0E-74AB-29EC-772258F44A2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1F69F2-B2A9-EF25-1B02-4F6F14710F3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43ACA00-B156-4B74-CFF9-68384C6D9A7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C2F172-DF19-B1DF-8CB4-0327C25CEB9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01EE2C-5DD4-A975-5B27-C7FE82DBC5E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8EE66F-C6EA-E34C-5490-D26BFA0187D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310F05-F2B6-9048-DF77-F0530C4B928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3D0548-B76E-D792-577D-EBDCFD408EF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AA7C80-50B4-188D-88FF-AF106A5E79D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11E7202-3C9E-5515-01F1-BAAD470D3B7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4ACB810-FFC3-100B-F9DD-41C97CC4AEA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DA4321-1E87-6EA1-E778-A2FE39985B9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FA9E345-A0B3-4279-9EC1-9423CC7EBF8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91D1548-492F-7A2D-6F7F-D3B6C0A02D5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A353B09-5D74-CE99-62D6-A5B1E570133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928568-E746-9166-B343-5BA6433DE1D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3F5E7B8-4DC8-0497-049C-B8903C72946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32807F-4D35-68DC-6CBC-48E181844A1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AEBDEA-C9EB-FE9B-88BA-7596592FC68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FDA517E-9818-ED4E-A602-098FCCAF2D6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172494-7EF6-C083-46D3-FF7F181B7D0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661805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AF4E6-09B3-384C-EF77-2107DB72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923642-A732-E94A-5220-760C8760CF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B2364C3-FC67-32B3-FEC0-7CE978D5E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1D29AAE-E6DC-19B5-559F-67710009DB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3149C94-E57C-D27F-B65C-4626C7FB3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E60E58-EAAF-4B7D-604E-19CAA4B20F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A41885E-43EC-0403-048C-2129E6C93C1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49BE58-8421-ACB4-8F53-5E9D514C26B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406BE8-216C-54E1-1BF1-0DEAC81463E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D2D711-4278-DA94-6520-AB9F0854F3E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3B4EC3-F6CD-79A6-80E2-D529828906D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C38574-2B36-3676-C720-3BCC5E5E44F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EA5403-3F77-171D-CCD9-4E030D8595D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FB16A1-E039-3C68-AEA9-3ED30B94DB5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FCA9A4-C3EC-DF30-CA0F-ADAC6C56A56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6EEB1D-5073-67C5-7868-EC137307179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30A00D-A093-63C2-BBDE-B0990AADA5D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68956B-3DF7-B1FA-BE91-DA8133C6023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D10E68-B2FE-5BAF-6D5E-F6ED8E658DD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B9B734-A5D0-4465-4B43-533E4B5672D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6A023A-1714-D1DF-9FC9-44EC2A28F14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C32477-3693-99BB-0147-AD0AE95FADF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E26685-B2EB-F346-06D6-0281CC4DCFC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6AFFDA-C776-13B8-69C9-F3703E4D96D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B4AE83-B4BB-1436-E69A-E1DCD01A125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2C74958-98E7-4340-574B-6D90BFC8C54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8DBD45-B172-F6C9-9D39-1D08DEE9647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0BE0D0-EE70-949E-B4E2-CBE2EDC5822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190CA68-894C-824B-230B-08E59F4486D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A6FD966-79B4-6016-CD86-4857D37C4C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68E9FA3-6062-36E4-84BF-5CE672A351B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385F12-8128-D771-B7B5-C331307C668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B6E5E1-6E1C-F1B5-5129-64C10E773F3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F640A8-72E2-2250-D3A8-7ED01359D90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8C9B58-46E6-ADCA-86FC-2732F81BEFD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B2AB040-D44F-B2FE-2D12-7103AF6B86B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5EE47F-DBA2-0304-B07F-CBCCF6A8FDB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2BBD45D-3231-A262-6DDB-A1703E2F63F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96D7A9-9E30-4D5B-0810-D4B2AA9B7E4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EC953B-542E-AAFA-419D-2B1D11B4AB9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8369B5-D7DA-6B25-C293-74F8C860056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DC2F9D-F32F-7A96-EE36-D1C5982FBC5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76745F-C4CA-94D8-D376-FAF89D7441E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A96380-F24E-5BF5-E0F9-90F2D0950C5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559E85D-CFDF-8654-FB35-9BFC61598C7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78D31E-0A4A-AA8F-7F1B-E8D78FE22CA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2C60B82-6154-CCAB-ED37-1469CD6B7B2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B5DC49-7314-E812-9C11-18676421343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8D30EE1-7C2A-76AE-C46C-5B7D57A6311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09FFD4-7ED2-4A45-562F-63F6663F53F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10BEF2D-9179-5346-1A4D-9026507097F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2BCC72-0367-928B-D332-3340AA80686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EA733D-265D-70BF-8A9E-D1BB4336C24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17ED8A-B42E-2EBD-9241-5D6C043738D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A6447E-3BD6-352B-84DE-A8D4CA196E6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67C1CF-B2E3-3456-1BC3-B9AE008AAAE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CE8941D-C1F2-CEE9-751B-336A267B3AF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6A766E-BBD0-6DC5-608C-D9BBF35BB77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236C29-206A-8BFA-557F-B5C75324DE0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7DCC9B-041F-5952-6B0A-9485C1A50FD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3A37E-5648-802C-F8B5-936DD3BA3B3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17D02D-2D7C-9738-FE8A-803DB2C38B2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C8E926-F3BD-070C-A704-1A91CA4E407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F89692-2594-820B-AD6B-148F63D8BC6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E4CE15C-DBCE-8143-7651-FA21EE0D887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522041-CB3A-D85B-B5C4-EE19A96550F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88F0427-559E-E526-DD84-12F80564E6A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1C6D1-474D-F439-2800-7A92B67F6DC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C0C2E17-82E4-3FC0-300C-683ACD56F4C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AF62616-B87D-FC4F-03BD-F19262EB1C2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C13DA1-91AA-3D97-8EAB-A10B456B0D8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83919F-0DA4-FB7A-6E03-2D19DD55882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88ECCE-25BF-8C5E-AA30-8B3C73033B3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7BB57F7-4BBF-5A87-3972-55D261631B5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C987A0-2007-33FD-35F4-06029B7D513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D7D06EE-163A-F017-9DE1-BD841F515CC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129387-7D0E-70F7-E29A-0BB7346E979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1F8D00-EE49-1184-03AC-8EEF46EC2BA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C5ABD2-4768-E566-0AA8-D0C6F7583EA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46910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9858</TotalTime>
  <Words>3030</Words>
  <Application>Microsoft Macintosh PowerPoint</Application>
  <PresentationFormat>Widescreen</PresentationFormat>
  <Paragraphs>2610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390</cp:revision>
  <cp:lastPrinted>2025-12-02T00:08:17Z</cp:lastPrinted>
  <dcterms:created xsi:type="dcterms:W3CDTF">2024-03-19T02:13:08Z</dcterms:created>
  <dcterms:modified xsi:type="dcterms:W3CDTF">2026-08-06T23:43:02Z</dcterms:modified>
</cp:coreProperties>
</file>