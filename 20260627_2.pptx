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50" r:id="rId9"/>
    <p:sldId id="537" r:id="rId10"/>
    <p:sldId id="551" r:id="rId11"/>
    <p:sldId id="552" r:id="rId12"/>
    <p:sldId id="553" r:id="rId13"/>
    <p:sldId id="554" r:id="rId14"/>
    <p:sldId id="555" r:id="rId15"/>
    <p:sldId id="556" r:id="rId16"/>
    <p:sldId id="557" r:id="rId17"/>
    <p:sldId id="558" r:id="rId18"/>
    <p:sldId id="559" r:id="rId19"/>
    <p:sldId id="560" r:id="rId20"/>
    <p:sldId id="561" r:id="rId21"/>
    <p:sldId id="562" r:id="rId22"/>
    <p:sldId id="563" r:id="rId23"/>
    <p:sldId id="566" r:id="rId24"/>
    <p:sldId id="564" r:id="rId25"/>
    <p:sldId id="565" r:id="rId26"/>
    <p:sldId id="567" r:id="rId27"/>
    <p:sldId id="568" r:id="rId28"/>
    <p:sldId id="582" r:id="rId29"/>
    <p:sldId id="583" r:id="rId30"/>
    <p:sldId id="584" r:id="rId31"/>
    <p:sldId id="585" r:id="rId32"/>
    <p:sldId id="586" r:id="rId33"/>
    <p:sldId id="587" r:id="rId34"/>
    <p:sldId id="588" r:id="rId35"/>
    <p:sldId id="589" r:id="rId36"/>
    <p:sldId id="590" r:id="rId37"/>
    <p:sldId id="591" r:id="rId38"/>
    <p:sldId id="592" r:id="rId39"/>
    <p:sldId id="59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2D528-DC32-0BF3-5A34-2EAC9717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75125-B015-F6FB-2E4F-02F381B9D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04C60-6A0F-A8A1-4C2E-38FD238B9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C2A59-EA47-5A9B-F390-3F335791F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23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F6559-86FA-9D88-0BF6-EB289039F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2EAD4-76A6-47CC-C90C-BD35AF7A0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7390D-3A85-961B-524F-E9E394A14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4EB5C-AFB0-F140-B1A0-E1A1B273F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53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0DF73-5C35-BAD2-AA1F-8AC37C531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F1979-99B2-9A1F-3966-B4E9718DB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D2EA3-BFD6-982C-DBCD-7FE9EBDA8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F6D66-E4C3-C01B-EBD0-B3383C7F1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3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6E0BF-6DBE-FF56-7990-FA16F839A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A9AAD-CE9F-3EAA-C1C3-9659E84C9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D6FD3-CF0A-BDD2-85D0-A3A4A0D11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C7C6F-D246-C39C-7E89-A351EE0CA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31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B77C9-3320-1396-5F38-A7DFCB3FE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B5F54-8F97-B7A1-9166-543986EF1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267A6-7666-BA4A-93CF-65D1E0819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AFE2D-910B-8380-E6ED-AA2DA18B3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3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84F36-C025-AA35-095C-15F05F6D1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59B47-B2FA-5137-45A8-A06F2E5DF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3391A-CBEE-585B-4E98-C89258486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5540F-478F-CB5C-0212-114DA1C45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23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43136-3C5D-C2C5-86E7-51110728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AEF30-6246-5BCA-9B28-53647564C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BBC79-7078-D886-9FF9-53BD0A4C1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6CA2B-0246-BFF9-05FF-44CE8533D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15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49AC2-7824-97A5-EC1F-771FA3861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0CAAB4-1FF8-56EA-3A02-FFBE2CF67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F2333-1133-A1CF-2799-02B152DB1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846E6-35A6-9C25-F95D-3900ADB2F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11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FD112-4C4A-4FFF-7882-2157F3D0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7157A-C99E-AB32-6E93-5C2903E84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F690B-8CE4-3034-9A45-4647DF984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A65C-400D-4EE8-0B4F-E7E81FBEE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52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486B5-6A46-76CA-6417-BF7CD482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4C881-5BB2-FF24-E349-1814BC657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23F09-50B8-F02D-F512-7499253D7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61EA0-09F6-9434-DE23-F3998E032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610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CDD77-78A1-8E3F-A577-8E5FD37AD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44CFB-5B31-480C-D135-095FDE41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124EF-EEAF-AB05-9DFF-691F86D15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23D01-4971-D581-EAEC-0A3124A55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61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413D-57D3-ADAB-5B9D-24BE2C161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D97D9-58A2-4C20-B1B0-53579F2B2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97CE8-56F8-1A33-5057-AADCCE94C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2D59F-F34D-8BE4-C193-7859CDAFF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401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9A6DB-C275-1795-9C1E-FAC279203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A588C-ECCF-6729-BC6F-E1B966ACD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6B3BC-0E14-AC53-1B66-E9684A2B8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C8277-5699-F877-72A4-7BCBD542A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98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8108F-8801-C11E-D2D8-7309BE33C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80E5C-5D88-2D23-D8F2-26C323C9A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1F06D-BBE7-32E5-6DAC-B1840692D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C087-03F0-161B-07DF-B38053523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03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384C3-E989-56ED-C5D9-6A2CADE4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5BAFC-2F43-5ACC-8C79-6226B7ADD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EA90E-B5ED-C0FE-B529-7185F12B1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BDC68-09D5-2CAC-8D52-E33AAC76E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58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2FE78-B0DF-3BA9-313E-DB34138F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0B686-116F-9C07-D7F4-C59153565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6B777-018B-DF4C-79D8-85FC5CE49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5E233-0538-A7C9-0983-5FE243CD9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26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BE58-8939-F389-5E8E-0EA87C20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5B330-DE36-B822-F3AE-69140906C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E5B66-5087-2F42-CABC-AB446A891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680AB-9E80-811B-53D3-83E855A59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47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DFD7-E495-8C9C-BE07-BD17D1434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B9643-6683-0830-9F83-0704D439F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1B5FC-C9FF-1740-3187-4828729C0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5E4E7-EE61-0AFC-7233-E1FAD938B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15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E747A-F0C4-6A98-1C35-2297D6DE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CEBC0-5E4D-8482-571C-E1BF07408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2ECC2-F803-4DB6-4949-D9A9567B6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CC386-15C4-7B61-8891-9996FA679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62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91583-54DD-31D6-2FF8-0170B567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6588D-E6BF-44CD-AFC9-C575BA083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95F06-F132-29F3-478E-DA1123D8C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CF368-0C09-649A-5515-9F726A614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19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D15C7-E0B8-1824-A892-7591DB8A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59BE8-73F5-9F92-A112-42FCD942E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458D6-A93A-077C-A088-92FE19453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16E8C-D4CB-B169-6D4C-F7164C0FA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275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AAFB-547B-8ECD-F541-457074EE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47C06-AF1F-0522-A5CF-F33E655DA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C9BAE-C22D-5DE9-E69E-7551BC36F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EF46E-DEFB-C67C-71DA-A350F4B1E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3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DDD5-7882-73C9-CFDD-F46E4A8D3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1ADD9-C9DF-B3CE-8FD4-6B508595B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F7278-BD30-AD96-EF1E-90DC42F21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843FD-4439-C49D-A8FC-0A06CD388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726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41A5-9C16-6D8E-323B-C20BA0415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0C7F7-F94D-5B0F-D040-CB11FFD9C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4F1D5-3B1E-FDC0-7B1F-CF1400105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D967C-6E57-7C72-DDF9-C67F02F9C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887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785BB-8438-1A1C-1742-51E2CF4A9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3A7CF-74F7-12E1-3DFA-6BDA71E6F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EA909-1C03-2161-4263-661D63568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2C62C-E8A2-E9B3-77CE-1794FC4C6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996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923F1-6470-5B7B-7420-E52DB1CE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546D6-779F-053C-CA37-3526C35B3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B6DF8-F683-C537-F0F4-A4488DF46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EA597-5DB2-514B-72C7-05D7CEC91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154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EEA9-7F66-FD4C-9B47-77FB8E9BB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0345D-D961-5497-E2E8-14BD4135C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8197A-72E9-4436-9878-2B948EFA4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27EC3-187C-3F06-3EF5-A486AFA61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833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E0E6E-A245-DC67-3510-4F94F61D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C7B80-FE55-348D-07F8-0218DB64E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29056-FD76-6283-91B7-4CBE5CB22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46807-01BE-DDB3-8A61-730CE4EB6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815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95FD-1CE6-A46E-F449-06CA7E932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9FD98-7E8D-18CD-E774-3D8A2E3C6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A5179-17AD-4F47-B713-B69ABB701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B5A01-F8B8-7022-D1E5-FBF8A9F57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875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23F4-2AC2-1031-3009-08D2CCB2A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B3555-32C6-8713-2F5B-F51262E3D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C8C4A-A106-BD8B-21F7-C03E4929C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7C191-67C4-85D2-9AD4-ACBBC9306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842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8696E-4E54-86EC-4096-729DF259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35E8D-BAFE-7EDB-8342-3B1640B63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C8FDB-F3A9-0602-DDF1-AD271C194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60807-F93E-0AEB-DFEB-2E70852F3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217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99B7-3224-49C9-D092-6510A0CF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AFE7F-052F-59B5-2CD5-5F973647C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7B514-381B-CA8B-A701-7A8AD2EF1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B001E-1D3B-2A7C-745C-41DCFC4BB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177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FCBE-9034-0ECA-3AEF-44147D039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08BF4-31C9-7BCC-C46F-87F05A15E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BC0FE-5573-70E4-3D35-3817C4010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4B974-C9AA-2BA4-59D2-D2AE54C9E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110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791D0-EA51-06C4-1424-722F3DF3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27D7B-EF5B-900C-D957-A39AA34DF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7766E-E869-FB69-49B4-6F342A912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5BAEE-F247-FEAF-A5C9-6D0E3B9BD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690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B5CAC-A2D5-7D10-12F1-7FF58E0B4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4201F-FE25-9D67-EB48-37F1824E1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E0104-3615-3EE3-6CF1-37CBC40E9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B963B-39E4-E113-1BA1-3793010EF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473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6188C-D22E-B223-EA45-F0DA7C6D7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FF3FD-F114-C52E-7168-31376B19D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E0D89-9510-939C-D9DB-341B7D89E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D08D4-E793-E7ED-7F81-42E2065DA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648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295C-9BB1-8DDD-DAE8-BFCFDCAD5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7578F-C4CA-969F-07B0-25424C088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0B9A6-CEA2-F5CC-7197-D6DAE34AB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A0E2B-EC2F-71B3-BAED-07BEA0F0A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461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51E4D-1671-4DBB-5E9F-6E955B859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0105F-4147-81DC-D7EF-E6FB301CD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83D1D-5E9C-DA6A-D140-1E94A4BE1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75566-D221-30AA-03E2-492C39766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10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6800E6-BF1E-9F64-8B20-49905E2B68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122179"/>
            <a:ext cx="4543224" cy="517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E9DE-860C-447D-1EA9-AC3B434F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4D5878-A3AC-B358-F67A-2DF1D0DD11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begin by deducing which red line has which differences.</a:t>
            </a:r>
          </a:p>
          <a:p>
            <a:r>
              <a:rPr lang="en-US" dirty="0"/>
              <a:t>This red line is the only one without two cells in the same block. So, it’s ∆0.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9A0E9C-9D05-944B-BE6E-255AF78E3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AC0601-29FF-2190-DD74-30D2C540C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AEA370-2825-1A78-1DA8-DDECF1D3F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812EB9-09CC-FABC-36D0-5B93FBD8F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DCE70A-D496-815E-AD9B-B912CEB8DEEA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</p:spTree>
    <p:extLst>
      <p:ext uri="{BB962C8B-B14F-4D97-AF65-F5344CB8AC3E}">
        <p14:creationId xmlns:p14="http://schemas.microsoft.com/office/powerpoint/2010/main" val="563904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45100-EFC3-41BC-5BA1-98A52C12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C1294B-A241-728A-9F36-3C4C3BA8A4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∆4, there can be at most three cells in the same row, column, or block (159). Likewise for ∆3 (147). Therefore, they must be these two lines, because the others have 4 or 5 cells in the same row or column.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869D401-7B2B-D410-8C54-61DD1025D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B57450-46BC-6A37-FF21-7F5937D6A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F6FA42F-1ACC-E600-69B8-C33DA88FB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48BD51-DDC1-A3B0-7E8D-DB06E5B629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745F1B-AE19-59F8-A25B-7D4AD0B4AB16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37B3F-F916-D26A-2CAF-F8B03FB0F6E3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EB49AB-DD06-9996-4160-E07C66E2DFB9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</p:spTree>
    <p:extLst>
      <p:ext uri="{BB962C8B-B14F-4D97-AF65-F5344CB8AC3E}">
        <p14:creationId xmlns:p14="http://schemas.microsoft.com/office/powerpoint/2010/main" val="3371701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FFFDF-3434-7CBB-9822-267DB3B80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CAE4CD-457F-9527-1A42-B28808CB6D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∆2, there can be at most five cells in the same column (13579), but this can’t be the long line because of the 7 in Column 9. So, it must be ∆1, and the remaining line ∆2.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015976-EC93-0ED4-5B7A-ABADC39D6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C26849-0417-7EDC-796F-2A936F8A8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C835A8-872C-5284-AE16-E5C5F738B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3C3891-996E-1272-1E6E-F32196735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F8B1B3-A490-8C17-04ED-EA001635DEB4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E4877-71D5-B478-8E9B-8673D62DA541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B1D677-6359-1611-1121-574F051B16BC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0CB33-EB61-7D02-3137-5AADCEFB9249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27607A-DCE6-FD14-E4AB-3B61E5CA591D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</p:spTree>
    <p:extLst>
      <p:ext uri="{BB962C8B-B14F-4D97-AF65-F5344CB8AC3E}">
        <p14:creationId xmlns:p14="http://schemas.microsoft.com/office/powerpoint/2010/main" val="245898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0E10A-B14A-AAFA-A0B4-308A4978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539023-0FC5-11C7-431C-800DD9B31D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the red line contains five consecutive digits. They could be 1–5 or 2–6. Note that 3 and 4 are taken for the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45F179-13A2-6828-4BAB-FF8EFB427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CA15D8-C63A-B5B5-A351-B3A47C264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030027-0F71-BDBE-416A-C080DFD1A7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FBAF67-4E36-02CE-AF4A-A81D5167F7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0A73FD-B0AC-7F91-5B2D-9C46BCE2D258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4538F-A800-6E6B-7056-BBE62C4B8711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54F1BE-BCA6-8A07-557F-2223ED3D08E8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F151B-5DC6-11BE-8F92-4DCC1A69B818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52F57C-7373-44B6-F75A-B5BB56AC2B54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FEFA92-A82D-2FF0-47B3-47142BD0838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895A2-EEED-11BB-BC84-F325921E3A7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EEE6E-7EF9-DB8A-4CA2-5F551DA8FC7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E1F77E-1437-B746-2882-54908DD20F0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C13F95-3F04-B94E-345A-A3ABFDE712BE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</p:spTree>
    <p:extLst>
      <p:ext uri="{BB962C8B-B14F-4D97-AF65-F5344CB8AC3E}">
        <p14:creationId xmlns:p14="http://schemas.microsoft.com/office/powerpoint/2010/main" val="231542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B5B65-8152-575D-5137-1038D627B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4E7681-C337-B97B-E5D8-29D3A05899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Similarly, in Column 1, the red line contains five consecutive digits that must be 5–9. Note that 6, 7, and 8 are taken for the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C5F239-5BDA-1F26-53F9-D448A5553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215A39-E5F8-6B7B-C61B-669205CED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FA2A2F0-8E84-E7A6-3726-CDA360F3C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0AF458-7717-71B8-C1C0-A7DD9B4A0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A3EE5E-2767-1B3E-EE8A-070B15A061E0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DDF954-99C1-640F-4728-7394F57A889D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11158F-D981-E23F-9993-D47B8C1F5615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7B2681-6465-852B-44C4-72E06ADB302C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978BC-035F-4956-27E6-748F37A9B342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80AAFF-71EE-8310-1803-0720AFE9785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828F52-ED91-2265-6BA5-95976E4F721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450C3F-528A-65B2-3785-7B74E213744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EDA927-52CF-B823-EFA9-8A7CF52D8E4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49651-D486-C2A4-6B5D-D1391D91E376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C4DA64-97A0-57D1-5259-5593D663421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6E70CE-4076-7F1B-F12F-5F418BB5FCE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2484E7-B756-C38A-277B-9B59E756B2C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C391FC-414B-286A-FAF5-8E799F204CA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BC28E8-9F41-C443-015C-87DBBA867BE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8980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4EC1-FE7D-4D24-8793-536B7184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D87A54-8A50-B8C8-CBCF-06301C6937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Continue this line. Note that the segment in Column 1 forces this line to have a strict odd/even alternating pattern, which limits the possibilities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CB5AC44-7830-1E06-AD0D-9AFA92659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56E67E-1C5F-63FF-9796-ADB923C6D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C2F9960-4C83-7B34-EF3F-1DF7943271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49C656-4A47-6DE4-0374-6DF8A267A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5BF95C-782F-7680-C08C-EC06BA5B03FD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14751-0CA5-BC86-D4AC-222AB922DBD6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13F764-AD85-5D28-4E2B-8B3C610897B8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21CA63-2B4F-4D9F-C6F3-9A85478B6853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6562E2-E3A9-10C7-8B47-B39D5C0D6D4E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F1B58-D23E-4BD5-E733-71090EA2AA0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3EB5E-B84D-BF04-4E9F-E1A9E39146F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0847E5-EC30-E646-E9F9-2B891413C7B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57B088-F296-7AE6-2B3D-7EFB8CED23F5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21E427-2E5A-D316-707E-4B4BEE9EDC9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421E11-3FE3-78CC-262E-7295224C211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947943-F48C-2822-F928-F71379E5ED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BA4DCA-DFC0-9FD3-060B-CD53C29A52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B9332D-0CDE-0AA4-BC28-8D2846EC2F3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7C2CD7-4946-30DD-C958-55879E15E43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D5C66D-1693-5472-6C62-292BCD1B1C2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EB2603-535A-E819-03BD-E4224D31E2D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A15ADA-8D58-6805-2974-41A3DA7290C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D54EA7-E8FE-A5B2-8476-31F494B7788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021962-98DD-585B-9FE8-FA03C3FAE33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2976C5-B75F-EDA9-ED84-6E582B01DB9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C39633-E3A5-2FFF-B5DC-82CE27494C3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810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11B20-8B6E-53BB-6125-8DF1E3B4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4F9F1B-5B16-4688-ABAB-8F4C2FAF05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central cell can’t be 1 or 9 because that would force two 2’s (or two 8’s) in the central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084435-3C64-73DA-C647-6D9E20E5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EAFB74-7DE5-0A3A-5E60-9BF2273FF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B942D1-C7D1-A921-83C4-A4A2793A2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759387-1F79-B638-7EB1-769FA026E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D2C5FA-475E-DFED-D3AE-5B6F67679C43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78C9AE-4B04-1C10-C7A4-C29C5BC2F176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98B4C-45E4-A009-FE99-0E39F3213F2F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361A4-FD4C-A05A-F232-67880C95DC19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4CD73-1694-108A-908B-9E5BB26F9614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40AFDE-1588-410D-E6FB-A9D5F4B1443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0CCFC-9928-0BCE-5FE3-C6EDE1636EE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1091CC-F064-ABE0-A6CE-61125A127BC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4C20BF-8085-210F-DC98-291AA25C8E7F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538DDC-0FA5-5569-D305-0050B453E4C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B4E4F-E7A3-67C1-70AB-F993C5E7519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C900D1-DBA7-7B3A-0063-5FFF715B609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D4F654-0C53-C683-5EB0-EC33BFAE30D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778A87-C50B-76F3-D08E-FE618392EB7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7565A7-CCCE-204F-E6DF-8518976E768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FDBE9C-01C1-7A78-B641-A8CBF277643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A96A6-A930-0980-ABA7-EF8BB3B7D25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D145A9-6AC9-8B5C-C008-FAAA8B152D9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7A6347-0DEA-5E5A-DE74-A31AA8711C1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122BD3-D7A7-365E-592C-5660476B055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6B306D-BFF0-AC8C-A80E-C15FC593F54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B345E2-E743-42BB-6083-68611C089B4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78608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9DC4E-7E51-B3B1-4780-3A9BF90EB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24D9E7-962E-A23A-4434-C60CA474B0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∆2 line must be all even or all odd. The 4 in Row 1 tells us that it’s all odd because there aren’t four other even digits.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6AFA845-3B6E-72C0-53C8-5D77ABA8A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9E958F-83C6-D3C3-1E8F-C4C94DC0C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38784C-3F17-39E3-A2BB-BA84A5FAF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71CD4B-80E7-8896-1025-31A0F9F55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D303EE-1502-FC32-AE51-B1689DC1BC40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49515-53C9-FA66-4C97-7F0CC920203E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ED2BA4-FC55-9F7E-7929-172A396C55D9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7D6940-930E-170E-03E4-240A5CEBD5F4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98EE6-109E-6C75-7AC7-DE57935D41BA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4E63A-0B98-7E37-C3A2-A5D77A3FDFC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47C9B1-5E3A-D252-082C-D4B016C4F1D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0A7695-83B8-2B8A-93B9-C49C1BA1025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38697A-EBCB-09ED-5BD4-56E29318BD68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899D59-4A5D-A4C1-5EAA-18D31E54BCB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D7CE1D-5AEF-EBD6-B980-9E2502C5AE9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674C36-7B52-82D9-6FA4-084885B9A46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06FBA1-ADAC-6A6A-1D8B-8FE19B8583D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1320A0-8C0B-5B34-AD98-3C144C528BB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74B140-D910-3751-9606-9BBF501A417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45DB93-29A4-459B-CAC6-FFCE89D631D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6BC12F-C4F6-0753-4865-E3B7FAD568D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477DFA-F6C7-BAB7-E35B-308932BB836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73D382-47AE-935D-F046-935122CF90A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9B0780-2C2B-5202-BFF3-2B9B40B9899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B9856B-7671-3F63-5A37-19721D271D6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74FB99-FFD9-6F98-03F9-41F463E0A133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857C56-E947-F14B-BF72-4A86DEE14E12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E5F27-9FDA-6D57-57E9-92ED13CB9512}"/>
              </a:ext>
            </a:extLst>
          </p:cNvPr>
          <p:cNvSpPr txBox="1"/>
          <p:nvPr/>
        </p:nvSpPr>
        <p:spPr>
          <a:xfrm>
            <a:off x="5650090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1BCE87-CE13-233F-5365-4E0F33D96790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465C51-F9B5-C5E3-0DD9-02A19CC95D0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9FEB8D-EF6F-3061-5262-46D7926BE60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7A093B-BA8F-D59A-270D-AE9F4A4CEB09}"/>
              </a:ext>
            </a:extLst>
          </p:cNvPr>
          <p:cNvSpPr txBox="1"/>
          <p:nvPr/>
        </p:nvSpPr>
        <p:spPr>
          <a:xfrm>
            <a:off x="4143022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008C2E-437F-00F8-F00B-5049E3620915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48768F-EB86-D720-44C9-D2AA9FE6A689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E125B2-6DC6-6090-4295-D2ADA0C733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7642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CB113-632C-C2C2-1031-D4CA6A99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8E302C-AD4E-2C93-B4F4-E474161FD2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B9D0C9-F5DD-6FB2-2F34-9CE66E27E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9DAEF9-3FE6-DFB1-651D-9FB7453D2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1882CB-F286-DDE6-180A-DBF745E4E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7383AA-B62B-8F6C-23B1-AAA303211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5BA4CA-5E58-68C8-6366-A4385B7EED3E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7E068-670A-21BF-97AD-6788EE6950FA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0586E1-A94D-5668-87D0-F1B20899789B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1E73A-EF59-A39F-9883-B5F42A93DE3E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3FBC3-FD1A-F1B4-150B-9FB7604BA5AC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3EDF2-F168-6F71-D286-02980C9DC45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5E1C0E-312B-8FF0-0CD3-22A9DC355CA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A0365B-A1F2-0A12-0602-C0F7AF463BE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8CEDF6-8361-B24D-0967-E363F0F44DA1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31E0A-0224-D7E2-4DB7-8F96757CB96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BCD6C4-FBDD-E08D-D515-E92AF761A18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A7B2CD-AA26-ED1D-CD78-A43F5614F1F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1D6F27-AA44-32D7-223F-5D5CA1C353E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E86B37-6720-35F7-260B-9C1147A2143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04E077-8F03-10CF-9DE2-4BBF3474C25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A3A8DB-2188-02C4-4DA8-6109B3C8E53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28D136-FF95-71FD-DDE3-5F3A7F1F45B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18838C-5B61-7F99-3F07-3220B7E327B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F513D5-2218-09BD-E251-9B37C8F2D9D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B65CCE-49C1-6F1E-277E-2B8371C8C2D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4430C7-4C07-6460-0AEE-CD396881956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5D9A5-8A36-A75B-EFBD-36F4CD28ACCA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A1C30F-757F-55D6-776F-E398668249E0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D20BC0-ECA7-E2B7-5934-9873FDC14FF0}"/>
              </a:ext>
            </a:extLst>
          </p:cNvPr>
          <p:cNvSpPr txBox="1"/>
          <p:nvPr/>
        </p:nvSpPr>
        <p:spPr>
          <a:xfrm>
            <a:off x="5650090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A1FD30-FF0D-21D0-BB66-CD575FB1B47D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A25E0F-88AB-84D5-3091-C86A59CC34A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D56203-27D5-EAB5-74B7-05D00438AD5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BB180D-2870-49E2-3D7E-8A85B65C906E}"/>
              </a:ext>
            </a:extLst>
          </p:cNvPr>
          <p:cNvSpPr txBox="1"/>
          <p:nvPr/>
        </p:nvSpPr>
        <p:spPr>
          <a:xfrm>
            <a:off x="4143022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244795-E386-C06E-2707-19EAE0900024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932947-3702-9B17-9BCF-8FA65E64F712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32DACD-A2BE-FA51-D06F-910F0908FE4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74975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0B808-B501-9595-FFEB-D5A4B802E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53E000-1EAE-A6DD-5E2E-7220DD36A4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upper leg in Row 1 could be 1357 (in either direction) or 3579 (in either direction). In either case, the end cells can’t be 5 and the middle cells can’t be 1 or 9. Actually, the unique 5 fixes the direction in each case.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11C101-73FA-FDBD-6254-7564AFB3E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880605-6D3E-C9D7-6D53-754621F22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207CE1C-DB1A-7FEE-CD01-B8E343E02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44BC033-4F33-53FC-D384-BF789692C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01D09D-83E6-0756-4153-D5DD323B2BD6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CDE91-9609-F524-C8A4-F4E2410E0181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39627-B8E4-74DE-9A15-2B8F7E449A00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89236-A349-A4A0-A3C1-04CB73D6DFEC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85DB7-7F0D-27B9-48C7-4E60005669C5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F3E0DC-739D-473F-E225-25B84337FFA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F9ADDA-F716-422E-BDB2-19B88731B47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71A288-6EF3-EF16-E207-21EAE582671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FC03A-1A87-00C5-3773-47CF4CE7289F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3D0E4A-7CC6-3F3D-8575-855742DE787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B8D040-1A36-B885-BF48-B5754280F8C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3AD86C-A7EC-FB59-C74F-B6DA1215DF4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1B0B1F-5F79-8FEE-C11A-8E827A1D901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B9E3AB-41BC-6131-360B-C00D2B96C4E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DDC6DD-EFF2-FBC2-A0AF-62AFDA878EB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691C54-EF1E-35CC-1BDB-F8F083EBCEF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EB6658-CDF0-19D0-4BB5-A9D6566965E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75C0C9-D65C-588F-CF9A-1D6D139B28C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29C080-F756-9CF9-66D2-6AA1961B93A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4A95D2-F610-1249-77F6-C231FACD5BB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29F6DD-BC77-8BE4-5630-593AE745206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C695A6-E119-938D-072B-B0E8CC8A3BE8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C0FF4-93A1-0A5C-3A3D-9B7E4ABFCDA9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72A3C5-6862-A680-8C4E-A84B5ADB792D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CC2FF5-B121-4A1F-775E-BF62564BC2C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0786DB-D1A5-6BD9-43DC-0A18E236FDC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A5B01E-4EA8-A62F-A62A-FBD253D7BEFB}"/>
              </a:ext>
            </a:extLst>
          </p:cNvPr>
          <p:cNvSpPr txBox="1"/>
          <p:nvPr/>
        </p:nvSpPr>
        <p:spPr>
          <a:xfrm>
            <a:off x="4143022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D8EC20-235F-1E08-8EAB-958C65632BD7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3B0D53-B0D0-6928-6F96-63DEE6933FCC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470BA3-A640-2292-385C-1F9D1387AF0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3E3F92-A0DC-C566-E29E-190B359FC8F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82092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16214-AF43-8D96-85BB-AB170C6D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37F48E-BD2F-D242-23D3-5C470B5C4D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Note how the bottom leg in Row 4 is constrained.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58CB5A-5BD9-D920-4774-1D29A6413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80DA46-CD3F-AC60-9155-96868B5BD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76ABC3-8144-6DA8-A1DD-67ADED398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ABD2CB-AE54-CC31-2F74-A114D4C54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A0B6FB-0AB7-A1FF-AE71-55E7C4CA0B41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91D70-8B11-4C5C-FACE-0C06B9AE672B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B33933-CD17-002E-CA70-2AE4D4C60C8D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DD213-084B-CB1C-0CAF-B049B0197D26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7B37F9-C1DA-6FCF-0B4D-59AE7F5CC17A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F8E77-BFC5-B2FE-2AE2-E39778BF892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021378-967A-C727-A320-C449A2E27B2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176363-F058-27BE-1BCA-CCFEEF26223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0DF706-24DF-B4EB-90CC-006BF035FBD8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3E599B-164D-0703-46C2-4792BCEF729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33F6C2-4941-F4B7-1336-AB6EE9AA42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AF37B-5F53-1745-EED4-B55394EF17E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5C3B91-6706-5934-BA73-129B723DEAC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4AD27E-FB9E-6EDC-D65E-1AF32673DA9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A19DF6-D9FF-30EF-372D-8217D65E22D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782A3E-BBB7-2E17-3658-5E7EC9339C0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A35736-376E-FFA8-651C-E0735D57927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22D8A3-FCE8-8848-3B8E-995A6E7CEA7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7813E7-BB02-0AF8-4FC1-2673DDAB2A0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F411E1-9F23-AFFC-F916-9055CE5C941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AA83A3-4E42-3F70-89C8-9C3E1F0EE46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0C21B2-66B3-9271-D8E3-490B3AC26881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715D76-16AD-CEA8-45E4-6F5507D21EF9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612BDB-DF55-66A1-2FAC-42C4C6A0C6F2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606917-1183-C3EF-DDC1-459CA982D4A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D70C60-4480-0462-1460-AF18B1D6A63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979AED-E33D-1106-2576-AD8D810F3622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E8703C-CCD2-2F8B-AF58-0404ED04317A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577687-68D3-DDFE-C619-E6904615A59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430377-DB40-7E6B-9174-C962C268F07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D4C6D3-B30D-82CD-E041-6B4058B06B1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03086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BCB1-9D9E-4C8C-ED34-C383A3D1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D45F0E-032F-2E4F-EC16-2FC8F2D6E1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three cells on the ∆0 line must be the same. They can’t be 4 (upper left block), 5, 6, 7, or 8 (left center block), or 3 (upper center block).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F1DA4D-C82C-9E28-20F8-922F6409B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C7F3E4-5FBE-56C2-14D2-B50EAD082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6480EB-98C3-6C36-7B20-DB869DA9C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834AB5-FCFC-4018-68F8-2B1B9C5A2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AE3A32-9625-A2C5-1AFA-2D6729D8A8FD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BB38DA-087F-2F0C-B540-CED44D4260F7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C12030-6860-A009-500E-B3A2D3D9F7EE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∆3, ∆4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2CB1AA-3EE3-29CD-3B72-0B636D9DA5E4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548315-8983-9ABD-EDE1-8C722F1D6761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02C05-39CC-C669-8DBF-D69303B9B8E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733B9-BF98-8D8B-16CF-289AE8918ED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13478B-EE19-2298-7046-6CF63BF2F39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12178A-60A7-B6CF-70DA-54FBD116AF5E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52DA4D-DD5C-F710-5864-1B6AF6E0B50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AD052-B8D8-FA63-8E98-179C249A3F6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282640-C69B-7C13-C562-B9B63BA536A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A25736-C5E0-3EB6-0CB6-DA11F614F7A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8CED55-2A5D-7D55-9217-7CB95AF360C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0D8030-91CC-EBE4-3503-993AA732BFE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48101B-5F46-B13C-9FDA-3EA26A98027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120176-9381-8733-8F13-EE94A7F0DED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02D66B-3551-9CF4-CD63-DD119C0D100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85F8AF-CB0B-DCE3-A4A5-2E02D8EA8DC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70C7C8-37AC-2475-C186-7A62F41B8F0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60898A-3CA4-F7C5-09EE-C0A61ADDC54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74A0D2-EBFF-885C-739E-F2AF667D9A67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9584D3-7006-7BBD-6D04-34E77660FB96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9751-F248-1821-2844-3BFE9BA70B22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1C72EB-4A43-4A85-3778-DE5BA8E1130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349731-4DC7-5762-B536-E7027E28D95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67E376-AB0F-2A15-656A-3DF791AE95A4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865272-1B61-A538-C02B-E1731357CFDC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68CE30-A358-8516-B856-13B6A221DE7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17998F-2630-33B4-F60B-36B4A43BF9D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A38029-996E-779F-13C2-54FB55E534E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F6561F-8B77-5226-5094-8E4F58ACB29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752D4E-5DC1-0A4C-3217-B585F70C2FA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39B748-E66B-608E-60F0-CD938F6057E6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166121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F8BC9-DD4A-ED81-7C09-EDA104F5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F38342-0159-A9E8-586D-8E7118304A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line can’t be the ∆4 line—it must be the ∆3 line. If ∆4, it would have to be 159 (or 951) in the lower center block, which would be a conflict on the 5. The sequence in the lower center block would have to be 147 or 369, then continued. (258 would be a conflict on the 5.)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DC74C0-C285-C5D9-6157-DB351FC8D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86E7C32-C91A-A1BC-772B-8CAD6E52B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4D1232-F09F-4BB6-5C09-0C42B4ECE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509857-E657-101D-2B66-7E6F4AB613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7EA03F-5510-8BC8-5689-67B46596CE94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9E4F0-A999-24AA-9F4B-91B682B8D4DC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669BB-F3EA-2213-F87D-568012856A30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F8FD3-CAAF-C2E5-0965-0401AE77F67D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56A80A-DFBC-AEBA-7FF5-0EBA99137613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08929-90FB-F157-D68D-BFBD7212836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B7BA7A-8E60-F1BA-BB99-E11C1727807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E6D48C-875A-8CEF-3F12-0914832C5E5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1A0E3A-33E2-4C79-173B-0F11699FD37E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15DEFB-7DFC-DE10-99DC-4EE454DA3B1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E40C53-B364-3EE5-C657-1764DD6CCEF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5F5A96-DF6E-7175-11BD-41CF057DD78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A6BC7E-85D5-BE2D-9A12-8328A387A2F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CEFEAD-4F9A-FE47-5B7A-61AC1237943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757B1C-DE3C-2653-C986-29662611469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E38B47-5105-64D2-D5E4-B4874E21628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68AD2F-DE7E-44BD-972A-92DE72DC4C8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32C6B4-F892-537C-F4FA-26BCEDB1ABD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308745-E992-F488-633A-BDA5B05218A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373FF8-1274-4ED8-132C-77B81AF43B2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9C483A-CC85-C049-30AF-021C1774AE0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278B5B-142C-D54E-CA38-D9A9B5C188BC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420C51-4C9D-9604-44A5-3C37A722640E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BD6D42-ADD4-3C19-2AD7-BC44B57DE20E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D8E9C0-65F3-7B19-7706-5BEBC6CB860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BC3A36-37CC-D044-7C21-E2CD63C6C6D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22AF9F-6093-17A9-3428-1C3D2FD876B4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8773F4-5261-211E-86B1-EE6F36E20926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564A98-06D5-DF5A-8641-E7A3F129A7C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E3BF06-3382-7815-A4C3-7860614C28C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07B311-B3D5-3FB8-62A4-94CA59A1F2A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577CA7-9DE1-0FD2-09B3-5D3B87AF25E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7748BC-6440-E397-AFCB-DCB140955FD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114AC3-FC89-235F-15C5-67440590687F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53E9C5-ABEC-BB04-9191-5632BE9DE90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FE1360-2840-2B8F-45B4-77F5A9241882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91748A-7DA8-7D70-7A0F-24BA2840996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3DC933-7BFF-34E5-7D55-EB6E90135CE2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690601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CB72-D18E-CCB3-E848-F63A45F51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F93EAF-0055-36D9-C72D-BADD554BA0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∆4 line must be 159, in either order.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ED0A04C-8A3B-6102-B888-8250E6CBF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5B5558-AD12-18D4-7686-7077DF4FA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F32137-EFC2-D98D-E016-883634170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106441-7338-7C24-44BB-6AA2DB4153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9321F-0736-1851-65D5-C418D0398331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F0093-032D-5114-8BD8-86CB4C82A08A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4C425-E4CC-43F5-AF49-B4BEF3F95E16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F91E0-B90D-62DD-E0EF-196D8286756A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CC109C-322A-CCA3-15F0-87CC29ED25CC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FF8F7-B3FF-6C45-3170-6147CF3FDCB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9383DA-C3D3-2B38-FDC4-3335964FBB8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91BD23-8E96-9838-C3EC-57CC69227A6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1CCD50-59DD-538E-A509-667409ECCA4A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4A33A3-57CF-46DC-DC3B-AFF05C503FC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628C3B-1734-F849-02A0-3BF79BF10CD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28F5AA-801C-9F0A-55B2-296ABFF2F26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584E1A-C67A-9232-A286-073E537D70A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096434-2D1F-066B-5B8E-0BF53A8458A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7249D0-3AF6-C199-9822-66F56380CC2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047E22-0FDF-B17B-5E04-7B104C6B0B3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01F290-6BE7-49B1-1EA6-BFDFE271CCE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5D084E-06EA-60BE-1AE9-A9D8D6AAC5C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3242C1-F561-0115-B598-87C47F33E5E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CE3800-FB3F-C6BC-2011-A3E376DA9B5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7E09D1-1D89-4232-26A4-FBCDF06A0EF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83529C-1D7A-0989-F634-0BE6E3133AD1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E92FE9-CA0E-FDDD-4C72-0387530FFABD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03B82B-D3B8-6A3E-0747-2830E9AD71A7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EEA294-DBB9-935D-C0C6-FE0DC054B55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FBD7AF-711F-4E57-5360-3C0A0D4F4BE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9498A-661D-61DD-7E7C-365C6BF8396E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D41BCE-FA38-1DA2-45C0-0AF03E9FB05C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3A764D-5C73-4D4A-D3EF-E515C7829E8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890944-446B-05B6-4A0B-804FBFD6DE5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ACF47E-0FE3-00D3-F25D-DF98BEB15C0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559C59-9692-BEEC-7B70-47A2A0AB94E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3DB058-B66A-C4D2-23E5-4ED2415F438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4AEA77-DB2F-4950-6C4B-0441C499851F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7B7B95-F6FD-F41D-ED35-36E33361FE6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6B7D0B-4DA3-24CF-CDC2-C27A15124947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626943-2799-5618-6E3A-40F10CB5144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596C6F-D6A6-E75B-A74B-877C635E8A7B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6DA608-4DEB-7C97-42FA-3426924057D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43A9C3-4844-722D-7F96-85B2B16F6F2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5A669E-48C2-D395-A28C-1E52A213F8B3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979104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88F0-D009-2F56-3E2E-91FDEFC5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D4E3C1-3936-4898-4D45-EE8E39C0CF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91F51C-5F99-74CA-5045-333D2341E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0F1C0B-1E9F-D5C9-CE7A-9B375B9E8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000908-D72A-C846-9EE4-AE398AE6F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BBC44D-8C5A-20B3-3F76-1DE388385F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CF1D84-2602-CAD1-630C-1AEA925BCD4F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B8AC2-0645-D388-B091-8E9B36CAAD74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3533C-79A9-7818-1F83-F5E0CBBAF325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A46D6-C4D6-CE83-8BA9-0CB13B9FF772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866207-CE49-B631-957F-DF1D69015CE7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3C30E-BE10-BB95-FF98-68B82CC659E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9EBCD-44BF-7F2F-DF56-77822860605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E460C7-0A38-6619-9ECC-D8831AB4971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41327-621A-88BC-AFC1-27F16E4EEF65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B4DDC1-14FF-2D83-756A-6F847EED63C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E68F32-D279-73EE-0D6D-4DD0FBCD8ED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97F603-9657-39CE-614D-6005206CC45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AC8D6C-CDE1-486B-0356-3133B1AD85A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450ACC-674B-F1DB-E506-C27F0F10AD8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F873EF-11F3-CBBD-A283-2AA5BBB5DD2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CBA8B7-CC2A-0918-2A47-B0584ABE468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823A3-6ED4-53C2-B1CB-8B380782C4F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72318A-2730-480A-FC18-7B6BEFB8480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1886C7-5D02-E8BF-7960-1816ACE92AB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75A45E-6BA7-79CC-8218-0E116188364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AAD575-1AE4-CC1A-3610-4387FF2A927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8EB14A-156F-96F7-AC34-1368F447698E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61F589-1A2F-5874-36AE-02B757998118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43794D-FBB0-1F04-F9D7-175C2C3E3D72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5BC5B6-F615-B08B-1F51-7B7600448B4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11A573-2624-283B-10DD-2E30C456104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8064F1-7D78-78EB-3F19-E49C05A4C8B6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276DC2-D827-7937-D77F-96BD9C369D04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5B3630-7EE6-FC04-E27F-A2FC57D59A4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620EB0-4F0A-FD02-32F1-F22771A0DCF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229122-02F3-2F26-DE68-1195B214F0C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847462-1A14-356C-1282-0DE06BF6857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4C9D55-66D7-BE13-F5BC-C83C04B5C6D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289166-D4A8-C2C7-2521-50DD16F6BF0C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362FE8-047B-2933-9BA4-6E855364389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26D84D-5F9E-E622-D59D-134CF75C1938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BCDA71-3ADA-B298-BF6A-5B15D273659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78F7CE-C8A2-4D3A-6F6F-3CE12ADA91B8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BA12AC-D54C-A867-60E8-02C5539282A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23ACB2-443E-74E1-2681-E75D012075A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0E58F4-0DC5-F244-4802-A0A596EA4741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76412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7B66D-98A0-1263-4373-04D14523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34B2CF-2043-DC53-94BF-02C6F6A6F5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Columns 1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B034CCE-D3C1-CDE0-BD5E-48A26EB6A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8E5C8F-4BB3-9453-D610-BC879CE76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DC2A8BE-5CD8-9991-14E9-A5464515CE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5D3F75-D8AF-5794-63BD-2204BEF195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7B16D0-953F-0A33-0CBC-94C87A6E502C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369A30-E053-B1C2-B797-CEF037245557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2F8B33-AE31-83E3-828B-66E3515E475C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82306-02F1-0829-09C5-CCE9524564DA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04926B-84E2-8A30-1284-0B10847DD813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9B8C8-5D7F-257D-DD8D-42B836C2289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75E3C-956D-D869-03AE-8A8B4687874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BB88DC-C4B6-2FD3-4665-88F5629D593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41A1F-B611-49D3-5E11-14ED5BBC8B83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7D504-8129-A9F2-C051-498ED90A6A6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85AFC7-9CDC-E852-E8D3-61616DCDC7A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BC89B-3CF5-BFE3-605F-B1CE60E6FAB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9E2CDA-79B5-5EDA-D499-2E9A92C460D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6BAEB2-D869-8501-7301-1AE6E9D3CF8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F2C8EE-5B62-2314-DDEA-969408FE881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F72A5B-F502-B706-6607-A357A458F32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926063-D559-A793-128E-9AB9A6F97E7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5EF370-1B9D-8D78-C90E-04065C69FDF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2511FC-C501-136F-3335-42FAFF31EA7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15166F-3BCC-5806-CDF9-464610D9049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723C91-D53A-3691-2518-C40B6BEEB2F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A96C1-D0A5-6865-42BC-6D0B488A43C0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AD5D91-FC2B-263F-626C-B69A559FE8CD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D77D11-51F3-C06E-3CD2-149B4C36D4B1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D9B75D-1164-AF00-0FA6-BF891A0A00D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54F4D3-C591-AB7B-2E33-E7B9FB65AB8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7416B3-BA8A-5A2B-5DB7-26DE27B7CE85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A2D64A-689B-2861-5E26-40A3BA7429E1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027F50-0C58-77C8-B375-98B8A46EDB3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410F83-985A-1B51-ECC9-14A9FECADC2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47F72C-2FD9-5504-12BF-F56B5BFDDA8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58D8C6-CF32-F721-CE42-112620F324F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B9737D-458F-ACE5-D713-EFB79121BD1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45609C-84EC-0578-EB38-7DFB46FCFADC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B07B7B-D189-637B-10C2-DE6D6CFDE8E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82A1BD-B452-D1A2-C262-6735A2F25283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43FA45-7BE5-66C2-43E4-1515E58DFE7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296284-C9D0-2FDD-60B4-FC6379ECA904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96EDB5-2687-1190-D9BB-9E65BC6848F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BA6F47-AF32-FAD7-3224-4D88CF958CF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330DF4-1C4B-C862-D33B-E89F8CF074D7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78D249-F652-6FDA-AECB-3B1534A3C7D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CA89FC-25B9-D5C4-D8CC-CD2B54FD0A6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312946-1155-0664-87E4-380A0E29165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403516-88F2-1D7D-A3BC-90EC711186A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774DF7-6F0B-8F62-E924-FD7D8F5612C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4914DB-A90B-FC1A-EAEE-A21C077DA63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</p:spTree>
    <p:extLst>
      <p:ext uri="{BB962C8B-B14F-4D97-AF65-F5344CB8AC3E}">
        <p14:creationId xmlns:p14="http://schemas.microsoft.com/office/powerpoint/2010/main" val="2569983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F598-2241-C761-161B-7F14678E0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89F8DC-4EA7-95C0-8F8F-1D50C943A8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2BBD57-F955-5954-4A00-734DBE4F8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CDF8BD-B009-05C9-893A-AC2012E84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7730C8-EACB-1204-E5A8-9483ACB88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AC8F87-EBDB-1E90-B8CC-F7F79328A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52AA2C-A104-2C1E-41BC-E05CBA0CE7D1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4F5E3-F342-2013-DA2C-2A61D6116D71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CDD82-24E3-CDC7-164B-061F9337872A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2BF322-A1A7-DB44-675F-0A3EA92BD3A3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2D53C0-3ABD-8CDA-A1AB-04E3887D2C3E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BE6763-DEF4-9066-00A9-7E9FA352349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AF3F44-6A81-7FCD-811D-CAF306A8A02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68C82B-9D7C-F33F-1D42-DB1DF757426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233E6A-E301-BC3F-7BB7-0D2042924C9D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F58E7B-6E2D-4DBB-E8D6-4E9853FAA20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3A423-0D12-A94F-8919-A0D4A50CDF7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E41D72-25F3-9F08-3273-77FD578D5F1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BF364D-B3C7-7517-69D3-C2BA1A046EB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F64D80-4C25-CFBF-DB3A-F82C1DAFB56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28614E-5D79-FEAA-D9C0-00669723395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746D00-D0B8-2AF4-3264-13846883C44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CD86BF-83F6-48E9-33F5-97507B5FE98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E955DD-A0A8-C89B-7507-376AE7685CB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7749BB-8DEC-AFF2-737A-94BF2B20E8B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6C1391-2DEF-F6C3-8569-446106B472E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9E94B8-EAD5-7DB8-15B6-F86C9542A18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C27A8C-6C33-029F-300D-A9D48AD4B73F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3A9DC1-00C4-1BC6-41F5-9E88C480E342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E69D1F-8895-495E-494F-248786632260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022AD1-F13E-9E35-8D45-3E0E64B5271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505D61-7037-AFC8-24AF-DF712578327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376A34-23FD-484D-5339-CAC48EE5C2AE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BDF1D9-950F-C2BC-33A0-525210EADE0F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D5DEB3-7E44-7BF9-3847-51D83277702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F79985-8E76-D912-7D2F-134A7A2A185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B8C0AB-AA62-7822-73F5-54802C51BF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B0F537-F4C3-6613-9D8B-F776138B6C8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B542B8-BD2B-105C-B77F-E650AC5873E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A67672-4DAB-2A8F-86E6-27D542777295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897464-1359-68CB-313F-B24C1EDB10B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D2731E-3F08-667B-BD94-8CEF946078A9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65D12F-8620-DAE2-CAF0-47D33718DD1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0D34FC-9531-C04C-685C-688C77DDFE34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875D1B-664E-ED28-50DB-4F12BD118BC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0DF376-0417-3E91-054C-6CBD00570C8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9967D2-5BCA-818C-EF92-DD56FFF75A67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B59F7C-E3D6-7F6C-CC9C-8A9A45FD036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09A6CF-E0F5-C2A8-CD6D-75326457730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DC586F-B165-E4BD-CDD9-DCC1DC90650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02A6C4-BD2E-EC67-EBFE-86E4840DA4C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40358E-F305-919D-179A-832CD4F5F6F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20F65E-620A-063D-5A4E-0C98D4B1A9F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F1CCED-9C14-DBEE-4315-AACD6957E16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8ADDD7-9CDF-1108-E238-CA377B6D83A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E16B43-A654-CEFC-D6C5-7DFABB87004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</p:spTree>
    <p:extLst>
      <p:ext uri="{BB962C8B-B14F-4D97-AF65-F5344CB8AC3E}">
        <p14:creationId xmlns:p14="http://schemas.microsoft.com/office/powerpoint/2010/main" val="2264804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41D0-4E10-F262-1C26-A724D32D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65E79B-ED57-2EEA-8786-C2ACDCEA5C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3BAC5B-3E44-CE3B-1EA5-53A961EAA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7E69BE-2657-5B85-4DBD-C423CA389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8EA50DD-4DFF-994A-561B-5F9B3C4E4D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126727-0030-EE4E-4FFC-DEEC810F76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0D2D7F-9EBF-B5C8-AC4C-09D8E752CA99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B3090-1D62-1DAE-D7E9-A07526FF2D3B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FBA97-6929-2C51-C2BB-F7E1B6F39410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D7787-2E74-F91B-31F7-1D89DCA20459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DC9505-F8BB-8EF6-5B30-24007C893AAD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B44A80-6D83-4E25-A852-18E19CB91AA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BE4EAA-49A8-1683-2AC2-EFF45338BD6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8CF0DD-1BD1-71EF-00D7-7BE523C58D1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AC21AE-A68A-EE6F-1595-349B6662F544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3AAA16-7875-2C0C-2463-7C6A1DDCE4A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0F23B-D795-A7DA-8CB2-183142710C8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AD7DD3-C204-CBAC-1019-84E66A9B961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5BAE8D-2456-3C1E-D69C-FD1E6DC5B37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040836-8B83-C290-F306-FF71B1F9E55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3B0147-2991-B361-5206-16E20FD073D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EC78DD-B49F-AE29-623E-57D4368B76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A18B2F-B62C-9C8C-889B-4A2CAFF2A9A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A94D84-E2A1-5929-9209-3DEE4ECF7C5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017EF0-05A4-1FAA-702D-9AAC515D979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426623-ADE6-9121-D3A9-534AB67E091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E21F65-FD90-ED2E-78D0-758073B3130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33A8EE-FD55-AFAB-B341-12D3F89FEE5F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7E93C8-6ED8-27F3-E2A6-A0996DA66230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6E0791-6840-8E42-4CD9-0369D2B3BFD4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557BED-05A6-EB04-B290-19B287B7804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ECD8DA-B86F-CC3B-BEC7-713BD9DB2FB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1D8C45-9AE0-A70A-3B60-2C7ADA83E106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84E94F-76B8-3D8B-1E16-45253CB2B0FB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6394B2-216F-228B-5CE8-43CE9D455EF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88A99C-C652-7857-ECE9-1B456F55F72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3B0311-A294-C19B-8462-A9FE0BFD600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46E654-E2E8-F11D-E714-45983306C98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6A876E-32F5-BF84-4125-516D100F9D6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DBA3FC-86CD-B4B5-33AF-8256CD48CBF3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6826A4-509F-4ABC-9DB6-945E4D745E6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334337-8AC3-801C-172A-E6163383806B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76FA56-A605-B96C-E60C-F7B809F70D4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CE59E3-9D27-1017-3208-8C47A9BABC82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061AB3-9098-A469-1FBC-5B261F64C18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F45EFC-C72E-28EA-4901-46A6465F7F9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BB9302-D3A2-DC14-80F5-1307EDAF3728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40823B-BDAC-B09E-60FD-E74EFDD8FD2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CB257E-ECBF-91F4-54BD-E746076154B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5D4DFA-892B-470B-DBCD-EDB1D0A8E20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2BEFAB-CDCB-E56D-8BA4-0880C87E88A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16CA76-9351-6E47-A5FE-03EC7841A48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BACAE8-EDAC-7F88-491E-C8B91B17BF8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FEFC96-ABFC-9933-B8D6-C0253DB7C1D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1F95CF-8037-B6FC-8ADB-0818EA57DBA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B67941-8978-FF8B-A78F-8F6EDD8208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5F3AB8-53D6-80DD-05C1-99EB30C25C0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</p:spTree>
    <p:extLst>
      <p:ext uri="{BB962C8B-B14F-4D97-AF65-F5344CB8AC3E}">
        <p14:creationId xmlns:p14="http://schemas.microsoft.com/office/powerpoint/2010/main" val="3799137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CAAE-E3F1-B8AF-F7EF-3DF6E080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3DE165-B59D-6C01-34A1-987B0754CE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50D1D1-A57D-0859-B828-D233DD1C9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C3C84B-F076-4A8C-4440-67917A708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E55E663-5479-CB6B-9A9B-4B338FCCD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11FDBE-C48C-1AE7-ED8B-F0AAFD630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7312C9-5982-3732-0003-7B6A37182D8A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666E8-DA6A-BC5A-919F-3FF083C1B2E0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FF98-CFB7-C0BD-ECBC-A76F45E3E665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4BB7A-F170-0AAE-A268-662F7B3ACA0C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677D33-93E3-D22F-6C32-8CB6E3D8816F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B20FB-6386-E3BD-0C24-5DD351A09C4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34C530-91C5-1C2C-9A98-48600186BA3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38CE84-FAB6-8697-1F90-E5232A0FF2B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F12916-B438-5811-7873-6AAC95A9A70F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4EC50E-E087-C354-5B37-93F4726E172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C75B1B-CF43-1968-E9CB-FC81F6A4ADC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7E2987-5310-6B00-DF3C-220A98D0DC6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8184AC-BA1C-0F31-C38B-9EE2C28DD08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C64CF8-E9E1-4554-6AFB-04A8639951E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F6E493-97A3-8062-C11B-D09D4C92331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9DCBF2-AF98-1152-F630-A0E1A098D2A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48BE64-4C2F-F7EE-27E0-309E6C313CF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402588-9AFF-D815-853D-11B146AA105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F134E1-73BF-F3F3-A949-89E5FC302FF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E49109-158D-CE96-36B4-6798284BAFE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C62699-FE8C-BF71-BB31-8F0D24EA187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9198AC-7841-BFEF-44D3-3DEFA88BCC48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3212EE-AB27-3A64-ABC1-0655CDB79449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26795E-686E-0E9C-5544-39ED13231BD8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1C06C7-D9A1-AA88-DF9F-D45D9429A94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3C5016-A1AA-9CFB-5534-81D6AF6B4DB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F55EDE-C062-80E8-311A-9821CC04D39B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E2E952-1870-1B86-33BF-8B436787441A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CB4981-F0C7-D9FE-F49E-F513CC651EE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0A85B8-6D9E-8927-0C4F-E83572184EF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833A2F-E11C-857F-6D34-CF2B8B4B959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720DCE-DF66-ADDA-FE05-6A6253BF8CF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B3C3AF-3C95-10B4-7817-909FB8EEBE4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DC154-C2EC-4B50-DCC1-5869FF64D4B4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81E871-D0EF-2731-3FD4-4D08C4CA78E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0FC78D-C7D9-FEE9-5946-FD57D9BB9032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9F0CEC-D61F-3C9B-9A62-BDC5DCD941D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EAEE57-9E06-5394-36F4-EC41C358A981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2AEDF9-936A-A131-C395-79A53E9A23D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796BE2-0EFA-E34D-50F4-23B8EE030AA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E67EF5-2851-0D3B-570F-9E9A9484C55D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7EC341-4ED9-CB64-6AF4-855D993D857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D7FB50-F72B-7041-19FD-A2BC00D74A9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73620C-4F27-9C33-BDD4-0CDFDFDE470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FA9959-5831-F65D-EC2D-646A44B623C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F64DB6-07E2-5CBD-FB8F-D421069B5DA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989808-8B3E-91F1-A75C-A72D19004D7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790AB6-1E8D-DD99-074C-D474449263A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E87555-146F-0B42-0BEA-03CEDCE2C37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1F85C3-0BDC-6613-263A-B3C12677E92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90891F-3A18-8D82-1BBF-96113CE2AF0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BCE715-CACE-392D-6CF1-3D10C198193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A7FCDD-6C7C-8C42-0500-6A3CC1835FA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FC2AEB-7958-CA49-8D46-76C203598C9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41DD06-CC66-BB53-CDEE-71511A48099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</p:spTree>
    <p:extLst>
      <p:ext uri="{BB962C8B-B14F-4D97-AF65-F5344CB8AC3E}">
        <p14:creationId xmlns:p14="http://schemas.microsoft.com/office/powerpoint/2010/main" val="3304604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D5D0A-BF9A-4852-1D7F-39A919A8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7E82DF-BA50-C3B1-4D56-942E83EC41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left center, center, and right center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630CBF-8997-F7FD-76FB-E310F9F26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11A687-8E84-A396-9FFE-DF6B031D8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5A775A-64EC-D86B-4160-784F51818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2EDA8C-290A-622B-5E1A-391DA48D06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AD70D4-B9C1-6BEC-7CEC-41B4FAE58B8D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2995F-C27B-7B87-3DC1-B1C2EE1E56F6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24A37A-91E4-8755-0FBD-7B6EAAA1AC36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1564C-D5E2-A0E0-C472-C13B2A83FCA1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C6A523-495C-FF7F-372B-45691BE55780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B2C160-5F70-6090-16BA-64892B305B9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FAF479-CCA4-3A1E-FDA4-2FBFAF5E38D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9919E3-9F0E-F34C-DA98-26F07E7B87B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860099-24A3-BA78-462A-A59BB9613F7D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5DE839-D13B-0476-EA8D-7291415DA8E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8488A4-C893-E22F-6744-C81764D3A70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0157B5-73FB-512D-E038-F50D5CFA4E4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9B7FD2-92F3-5382-E0FC-CC3568F346F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4E4670-8E5F-3B93-91B8-68B15EED230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4743FD-7743-38F5-49FD-5482E9F375A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3FC379-8480-C879-4503-5AE33462D5B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CAA77B-E3E5-00E6-3B0E-54616853DB3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F13E6D-53B7-3105-D01E-8817ADCEB4F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EA18DF-69DD-1BFD-0639-56F1E89B743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9B0F8B-25A1-C05F-73EC-0778760D927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547733-0947-CC53-D6FB-1E3AC423B4B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DD6C15-BA86-CD33-5BD4-7856FDB9A326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18FDDC-8A68-870B-AF2F-EDF3B1A28BC2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3F74A6-2309-2054-0843-01BBA57D60E6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3471AE-F2A7-EA1A-30CE-F4EAF5FA791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F905A7-68C2-5C5A-5806-AD17E21374D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9D098B-0B0D-A9F4-69EB-ACE44F3C3B8F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E8C857-4892-09C8-4E2F-0B218779500D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64CF9D-A98D-F253-4423-B06CB694E26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79C14E-C068-22A6-45F6-1056A4C84B0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AD1F0-1E19-E292-87F9-D1A105905B3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93DFEE-5E82-7216-21FB-C023ECC3E4A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6E9033-0384-57D9-7D88-E34DB5DF3B4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7127EE-2F7B-811F-A50E-638ADC9EA37E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CD6614-33B7-759C-0AC6-EC4B34504AE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5F076D-992B-5667-6BA2-356DA2A1EBEA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E4B6EC-2232-4E99-BC0E-839724180FB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3F4E12-1F77-FD55-AA7B-19CBFDB9EC5B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F649C7-E2A7-7763-5AC2-ACC8665C9B7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B861A7-CB1F-2836-1ACC-C8FADF0E94D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585645-39EB-FA05-B80E-DC0694B467E6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3839B8-FD87-3C43-8B4F-90C49BF658F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D40DCB-E922-03CA-BE8A-00F6CF57EE0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525F0E-81AF-3BBC-242E-F2FD9DC1E04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910175-F0FE-BF72-FC13-86EAE1F06DB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A045C9-4B47-3526-0DE5-625694E67F1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84B5C9-F983-86BE-C940-3A47847CFAA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5476B3-756D-2615-4775-47967777A3A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A1C7E6-CF54-DEBB-6CAA-3629A02E029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4B45AA-3578-1737-BF2C-7CEF36DBA8F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0047A0-94A9-AC8D-792B-79344AA21FD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7BA4B0-DA47-D2CF-E8C1-74B17338F3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02E023-A5C3-B084-2559-8D1D78F0208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A72A98-6A56-F859-0689-E52F8CF2ADA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EFA69E-D90A-F997-FE6A-E8F39018FF0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5E8A3A-8032-5BF7-5C47-CAA7CD91C36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F17736-31B4-7338-80DA-21301DCF84F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ABF6FD7-87D3-1A35-C51E-6D7B8576CD2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0EF8D6-3051-5DB7-FF72-023B3FF9FD2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5395A3-D4DC-A5EC-254B-49E2A5A505D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496270-9348-D613-B1EC-A2F3F9B6931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84E785-3E98-E8E0-B94D-C7983883F6C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B2C0DE1-1C3B-B415-38F4-002FB5F5E63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813A11-96F1-56FC-C6B4-52F8C681652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BBA7F2-BC44-551E-E02B-50BD53D4E09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B732C7-B0AE-45F9-1D0E-A816EC5365F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3065B15-C900-3CA2-9FF4-2B8788BD760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123789</a:t>
            </a:r>
          </a:p>
        </p:txBody>
      </p:sp>
    </p:spTree>
    <p:extLst>
      <p:ext uri="{BB962C8B-B14F-4D97-AF65-F5344CB8AC3E}">
        <p14:creationId xmlns:p14="http://schemas.microsoft.com/office/powerpoint/2010/main" val="3250676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6414A-E509-418A-BE5D-81A137E1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360DF0-40D1-5146-8B79-BB0FDD8BB8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left center block, 4 is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56943B-3CFE-F91D-1C01-C69B8D9AA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39F0BC-0279-FBF4-21E1-6FEE095ED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ABD0AE-AF3F-4F36-D3F2-43B4795F7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E3ABCA-7A84-372C-A4C8-4A1E50BFE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74383-9606-74E2-43F8-068EFA8C1A3B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316512-59DB-9FAD-BC12-1EDEA48A8D35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515EBA-A644-D10C-5F40-FB465DD1F5BB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4858C-1084-3511-8522-394CFDD71CD4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336C40-5C77-30C4-0034-E01FBA61AECF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B34990-80E9-CD74-CC94-FC5544D1304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822B5-532E-1878-F176-C56E46D7412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39414-0829-3C25-74E7-657B7B718CB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0430E-8E40-6AB3-EB45-E0232FDAC22B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155ED4-9B2D-3F04-B4D6-A6EDC0E2002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6CA74A-EDE8-EA80-4604-60E6267785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2D501F-4111-95DD-4E15-B3644A6BB7E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8B3966-D1FB-94FE-64B9-1D63B2B5E89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E3535E-6BF6-4836-0E76-70A3A2D139A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6B490A-B53D-C249-7A76-18DCCB5B6F4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1DC577-A6DF-B46D-678E-59AA0F86074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6D48DB-0E3E-67B4-48CB-F97D96A619D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B7FCFE-3FFB-1C6C-74BF-EE817055707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E6A4EC-35D7-FB06-446C-E7C587B8CCB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9DF892-A856-4801-AEC2-EFF13288D6D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2F7D51-86C0-42BF-389D-53D1F00E85B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4DD0AC-B219-0FB1-F955-926104E3EAD2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3AD584-777C-760A-534B-B69BCDAA1F35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778727-0BA0-61F4-55EB-F9F43317FBEE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C62881-DFBA-37A3-982F-C130ECDE1C2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79177A-6C7C-CAB5-2874-73AB9716833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F8529E-6D67-65BB-B647-7E1F8DBD727C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3B634D-3DCE-C624-27FF-F17E3B4EE553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C02533-8C9C-75DA-551B-2FD627EAFDF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9FCD38-066D-6FA8-34CB-D1FC2607598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C0B939-CA5C-6626-BEB0-A5D3655B687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5F22FF-DC3E-0771-8120-63411B0C53E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139774-8C04-3878-B49E-4F8A3C14A4C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F57658-68E6-A819-1EFC-50BB1A5211A2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9781DB-460D-8947-49D4-897DF659BEB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B248-883B-B166-72F0-A32667CAD484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6CA41C-4090-C44A-01C3-CC3E618FDAC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AC2E08-A717-370A-45C0-31E6FB64BE82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EC2436-E6AC-1BFA-1B5B-4417110E4F0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854F67-1AAD-3886-97FA-01AED5EAF6E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9A1D35-3E42-830D-6056-6DBA1A7FD25C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91E63D-0ED2-394F-F904-3C551D54367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89F28E-CBFD-6E84-C369-065969D3470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4CA69C-230B-13F6-FAAA-C97B46D9DC1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A32F8F-4081-3078-C49E-9C909DA07CB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8914ED-C293-ADA6-A904-37F69CDD925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E3CE75-C6D8-AA11-2164-18BB02D420F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F12064-16A5-BCCF-4C6C-F550DE1C1AF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44C165-D921-7D26-46DB-3B461249A2B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18A911-0229-8261-FE82-3E0DF9EA208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4A25BC-0335-F4BA-423E-EFDFC88B89D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7324A6-892A-49D1-CD6E-54E93CDF2C1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6D7316-8F38-0F85-A5FB-29B25FC5797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32C3CB-44DE-E432-1641-1FE3833EC46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978DE0-71BC-DD45-7977-6D3B6F7B1D0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4D9454-75EB-5702-6F1A-56522F1F853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9E760E-B9E0-C9EE-FC99-2536B197223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4574FD-6506-C088-9BE0-67EAD224A2D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86BD19-E736-FCED-E5D5-BFBA8E8CE6D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744F17-B3EC-0E0C-F2EF-A4AE04863EA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40EF5D-A18C-F542-2C46-FB4A214999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E54DE6-AF67-EE44-5109-6273F4C9F11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D35B60-4EF7-47C5-27A5-C95B3F08037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23BAC4-4F8E-D615-4363-8AF27937A77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59FB9A-144B-6817-B709-720679ECC60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9815772-6563-DC09-BCD6-9A8019B2B5D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F228CB-8A0F-668C-3A31-BF8DB983D35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123789</a:t>
            </a:r>
          </a:p>
        </p:txBody>
      </p:sp>
    </p:spTree>
    <p:extLst>
      <p:ext uri="{BB962C8B-B14F-4D97-AF65-F5344CB8AC3E}">
        <p14:creationId xmlns:p14="http://schemas.microsoft.com/office/powerpoint/2010/main" val="3897203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AC7DB-9642-B427-A2F3-1EB12396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AFB2EF-E9C3-FEB2-78ED-0F7C4ED011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left center block, 3 is in Row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8BEB1C-4E5F-C228-B2E0-D634AB6E2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1CA8CC-2E7A-570C-D25C-9D5A7865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4BB7F6-CD4B-C732-55E9-7F7E61778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87F873-16C3-DE7A-A8A8-697A3B43B3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9DD055-F322-39B5-6771-DFBB6A7DA0E8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8C3A7-1240-7820-84B4-DADC56D6BE42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52C0D-877F-E4B5-A13E-610711E3CF06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09F7A-6603-1A70-53E4-4379809711BA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BAA33-D04B-49B2-B042-6FA5F6C83C41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577A6-4526-6E18-D791-968031D1CAB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C228C7-9A3B-4E92-37A6-2C098EB2F4F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26DCE0-E3F4-837D-8842-214C606917B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433C41-2B92-7EC5-168C-00AB56033542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4E4DE9-5276-D9D2-E9D5-E84589AE53F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0A6471-D115-7C2A-D073-3EAC6311470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D16790-72F4-3825-98C4-25DD5943B5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1E6858-2FAD-3AC4-C98B-7DA7FC4D492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F92BB5-7ADE-949D-993B-29B7AD6497C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67C855-37D8-EB2C-7E72-DA242761274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071EC-FD05-691B-7EA7-60361CC93B3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D89516-4BBC-4FD4-5033-03B855AF26B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E329C0-1E1C-30C6-6F7F-48FFB3463FA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5054C6-9828-B632-C82F-B3074654C40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A41E40-B4F3-B2F5-7EC4-227343BA769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EA944D-5382-A8EE-CE36-116E348E741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187F73-C873-17F5-21A9-EFF326D8CD07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859D08-319F-D93E-1118-2A306B6CA19A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631E93-4AAE-1893-7949-74E89DB0AE3B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13846A-3286-AE8B-B2AF-AC0C972F79C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B04891-C643-60C5-5E7D-C33987A3C92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4512A8-C55F-5642-35BE-DAF0A7358C5D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FEAAC6-3733-DEE8-080B-EFC828219F62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E41AA2-DDCB-E99B-F933-AF9584D77C2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3C85AE-E0EA-9093-C95B-E0D011D17CE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225EAE-422A-D988-0964-ABAD4DF41C0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DAA33D-FE9E-5A10-EAD0-DF226DAD8DE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F904B5-0894-C160-B2A3-DCF74E6932F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289982-B181-857F-2A06-672538EEF3BE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B0AE7B-EBD3-5AC5-7952-08494243D6B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360713-1F57-174E-C3C9-5950A8D0685F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02905F-B49A-DCB2-F47B-7AF35024202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1609C7-42EB-9056-AD39-79E66B0D3781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D927A5-F540-28D8-50B6-F03A3033F46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489B17-CB84-7AAE-FB63-6C777D7D725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FD2986-4D86-477B-F124-D00A8E308CF2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64592A-DEBC-9BEA-4753-B21FF42F2EB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56A019-6866-C3DE-1B2F-47A45A18D66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EC34AB-7F6D-2A02-5F1D-1B446AEC24F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DB15F8-29F2-CEA7-844E-E9E1CF557D5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7C0101-1A7E-7314-5E99-9DC3C4B01FE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62A350-CE5C-48C5-7E9E-EE92F609A28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0631417-E953-D1F9-BEBF-B0202B0680D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EDFD3F-E47A-177D-2B16-797B94CB455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E73BB8-4F00-1C4B-3DF3-1E5A24A57C7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F37B42-34AA-7951-95B8-C92A1E1A48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6D4958-2F99-19A9-978F-7648C3E3767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A23111-4121-D4DC-3395-B60987CD70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6A6D19-F12C-00E4-68EC-8DF14EF243F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6A7AEB-924A-D8AA-4FE6-6598AF9AFC3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C02681-9100-EB44-1F68-DB69AF27562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E5F584-CBDE-7594-4FDE-298C2FE6510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41CD98-0CB6-E2CB-04B0-CD152093826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B4DA220-64D4-7C12-461D-16EDCC8B45C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6ABAE8-6270-E40F-8264-2A2F40BEE7C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7F13BF-35C7-802B-2FBF-2E1FE1CE96A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377734-3E01-809C-81A4-FCE67B42A9A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0289AC-F5E6-B553-645B-368CAA86FC7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75AFF0-2A9F-3F0F-DF70-C17174C186F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0BB6F8-EA1C-6C7D-5F05-022671871C1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6E3C98-4F7C-9AC2-5F7D-99F4C57B876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708CB6-211E-B4D5-54CE-8684AA1F4A5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</p:spTree>
    <p:extLst>
      <p:ext uri="{BB962C8B-B14F-4D97-AF65-F5344CB8AC3E}">
        <p14:creationId xmlns:p14="http://schemas.microsoft.com/office/powerpoint/2010/main" val="1354414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D94A0-9205-9795-47EA-0911A1A21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A690EE-DA3A-D5C0-DD3E-0FE6F234C5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6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3514B8-A8A5-73CE-1B25-B12037AAB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334CBF-ABC5-D4E0-64E8-7C3D7A1E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D67571-6B12-B045-DBA6-24FE2D6E7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B8EE01-9ED3-B90B-D6B0-5FC8C445A7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84F3E2-66E3-B528-3B72-3F9D3A760B93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96605-EF44-1B38-D0AC-F7D5F818964C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02F5E4-9941-BB3D-0430-FF7BAF477CD0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43540F-D19E-FB09-66DE-CBDFBFFD397A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32EE7E-0233-D6B7-0397-716DB129E4F3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59FE06-2318-0706-B3D2-9E1B958A669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35002B-7525-0746-FF2A-74CEBE3483F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C2F1F-D9CF-D8AD-D4B6-E2C6447383D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1553C0-609B-0324-51BE-81BC0868610C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C7BE43-4EEE-E76F-B497-95AC9981045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705D30-11A2-C241-9CB6-3680F96FBC7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88C4BD-2BB6-B7A9-B42F-3F3999C0BBC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811157-539F-A5E0-8618-1A49BB79AAF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6D327A-2041-0F8D-9F9B-17BBA04E7E2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70BA4D-D705-7281-3F44-7B6A5D4B688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BBB759-1926-A515-ED4D-A8F846E141E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C37596-F70A-8648-7456-32FFC8B2BD2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B216E0-E6F9-FC7A-7DB3-7959D8E8A7A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4BE407-CFF2-7EAF-7973-60BD3E7F5AF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82F610-8392-7DB7-1E61-9D57B974330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D133DE-7AB7-4E10-2484-56D23575942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F30A0-75C4-CE6A-AA4D-CCD5321F0E68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EDF392-6710-A826-0238-E202660D87F1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383E58-D809-0603-0666-11A9BB92CA28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FBF72D-1379-99D7-70C3-FF85D2218D8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5FEF85-0406-6E0D-6362-FA1236EFC80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EF714C-502A-CA4B-FA37-BB2DAB89C533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C63272-987F-9A7C-2C74-83421AEE9555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9397FC-63C8-A196-A29F-113CDC5F542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2AE605-39B4-0C7E-175C-72C3E82D364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B98B64-DB90-BF63-DA11-F98D2384E85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3933E3-AEC6-AC8C-E1AA-69E42A4BFAA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C36BBA-3987-41C7-F397-FABAA19335C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AEDA97-6FB1-94F7-4547-0F200B26AB22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E952DD-78C4-EC8D-1131-89756F517FE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60A501-29E7-352B-53D8-B4B39A072446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62F16F-55BD-FB00-8EBD-EC7C7CD3CF7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2D2C57-0BCB-FD1A-745F-46E18C267D2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6B8F36-616A-17C5-BFF6-C21C3EF9279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9BB1ED-C5EA-D3E0-5B80-F774EC4619DC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726A19-F6BB-0F04-67D0-BA289F03719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1B0B38-3467-ED9F-1CEF-B2FA07BDC0A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168690-91FD-8324-A3C3-669038CF3AB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4228D7-5045-ED83-9D56-45A00A4AD20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B8D969-CEBF-30B1-2CB1-8D715EDB5FC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3A7D15-D16F-B7A6-0DEC-8C3029DCB36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7C68F3-8601-3B6F-52CE-B6711D5D330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E5A9D1-3A4F-F831-253E-45A9A92FACF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9BAD1D-7406-588F-971D-79A879A9C07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66DBFC-B2BF-9E97-0A77-202ADC9C48D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96433D-42D7-4EB0-8FB0-384D7E7F7F4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634622-F085-A691-AFB7-A56534730AC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7036F5-F46D-F5A8-CF50-2410D0285AB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06D56D-FA9D-4192-26AC-C57B3071696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0297DC-7B02-3FE4-D3E0-9EFA52DA256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16DB28C-E509-2868-C28C-9842BDD53BC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589AA5-176D-AA27-8924-672A45F7689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A8916D-CAC5-E82F-0DB1-D8EEB6F3A76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3AA72A-F7D3-1826-DEAE-231330E1010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685B51-BC99-8681-A1EF-B232BFAD37D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CCB5A8-EDD4-593D-792E-35D34A06A35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C13BFF-99FC-E1EB-983D-C91095A4F5C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CDCA5D-0C2B-FF06-B923-46E813F55F1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202C10-B1C8-ED93-7944-944D4255E1C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E8B3AE-F1D7-2A03-1EA4-9167E679688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6CFFF6-F385-9EE6-7927-339FEF3977A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253732-9985-8EDF-AFB3-88B4BFA701B3}"/>
              </a:ext>
            </a:extLst>
          </p:cNvPr>
          <p:cNvSpPr txBox="1"/>
          <p:nvPr/>
        </p:nvSpPr>
        <p:spPr>
          <a:xfrm>
            <a:off x="6152446" y="50526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612665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E3B50-A2AE-C786-FE5E-1A12A52C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763BAA-5B76-D2EE-C1F9-D9B23D5E77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C384371-A30D-57EC-BF8E-B26ECEA64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E54710-677A-6A6E-966F-452060207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B523D9-09C5-7880-6669-5061C464CA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47C7B5-0469-6AEA-7E1A-A3795D226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C60FDA-B2B3-C8B1-3D17-5F8573B67A13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9A42E-F6C6-D82D-DD92-C1EA967EB727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966680-2C9A-EF00-A536-B6005411F70F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4DDA0-AC56-F86E-BC7F-89844CB8578F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C967F-4C55-D919-47A7-6548BCD1E10D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C609D-4362-199D-2CE4-3F657DC7E80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28A7D4-8D24-B5AB-5F18-E234A23B6C6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CB7856-12D7-4362-4840-B3C3F611300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60ED87-3A5B-E2EB-00AE-950583990879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A64FF4-5CD6-7E81-33EC-7080FDC2FE4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DE25DD-C5B9-C50E-308C-BD235B551E2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36F7AE-493B-3436-9D2A-41A6267F011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6EDEFC-4F31-42A5-9718-B4E086AA959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428F5C-7969-A5E2-103F-B46E2DB3EE2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2ABBE7-8F48-ACE0-4D45-BDDB43E2E81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24859A-442F-D49F-A776-E8F0434A35E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6195C5-99B7-3A4C-59EF-37AF3D4E67D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8EFF11-59A9-270C-8626-F97A253A604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6904A6-02C6-6715-61E3-FB6E837929E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23F2A7-572D-20B9-36C9-82E32C8D790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550EAD-11D4-54C5-07E6-5F24B2A79AE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DF7683-512C-796C-DE16-FAF1CC93614E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852BC8-B8B4-B1EF-F8C1-8BFAE8594D72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8BF5ED-9A3D-139A-AD35-8D60231B71E9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6596EB-F5DB-1945-B55C-AE30F3C6F3E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38C8DD-4F9A-A443-C5C5-1C5F92CD74E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7EE52B-0C69-85BD-3CAC-65E6B2019E9B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C7E604-4054-5F42-16EA-484F84600E4C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A90B8B-0DDF-0D5A-9734-E233E44CCB9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D00C48-EF45-AEC1-5CC9-EB01FFECFF9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2E9BA7-9869-8FEE-5A37-858436FDE9E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8A4AF3-E330-B686-B44A-77F38B54717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DAF500-0452-A573-943F-DFC786E6C01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296BFC-94B6-A5D3-E0D8-CA4CAA19993E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953218-F937-5F25-DA21-9EFE182A160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4565BE-FB20-06B4-F0A0-1BEA5E398BF9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C4DC9C-F675-D047-BBAF-ABE5CF7E0D2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6E94CE-B259-3CB4-B03F-0D5189D568C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334C5B-6849-A38B-2381-146BE143B16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922EF8-6312-1947-086C-1FD55C28DD62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F375ED-BC1B-B2FE-AEF2-7B4FFC08416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2F9A70-E24A-3567-D064-1B56B1DD4A1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7221B8-3C65-69DC-E797-C1C1C557994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F085EA-944D-3456-9BF3-F80EAD7A9CD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95FBAF-AA5D-2BDB-87B8-EDFAD7D4669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5A65E1-969F-8EF3-25D3-3725F29BECB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79C5BF-035D-5745-630F-AFE375B82E5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A1576F-396E-9A0B-74DC-5B699E67BE9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4CA6EB-29C6-C934-7095-797BE613838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3B008F-2733-45C9-351F-BA6911ACB16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F9AE79-5646-96D7-71AA-7ADEF751814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EAF894-719F-9DD6-119E-043C4F1D1C7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3CCA74-E00E-5586-441C-04F31EE03D0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E36056-8C81-BD4E-067B-35FAD4F53FB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07EDFA-7A8C-53B7-DE0D-875F9B9F7F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AF07AA-2081-F910-285B-282822DFB95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8C24F8-F918-201D-62E3-4D30BC33C09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82BC34-5AC4-42D3-479D-71E89ED989B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F4EC3D-0607-DEF6-C59B-CDB044EB71E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7221CC-46D3-405A-6377-4191BE39CA1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9D36A9-F415-2D31-81F9-EC26D33CBBC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086A8C-90AE-81C9-71FA-5777DCCB821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D4B7FA-AADF-CF5A-4367-9902D663898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96684D-0EC9-7106-150B-47136A747E7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C6F70EE-7BA3-E1D0-2142-E590A98935C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35982E-45C8-684C-513D-4A62482CEFB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F1B6492-9C94-544D-E533-131E76F82E7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70083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A8C0-BCBB-5F88-2E31-ACF3D05F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D5AFDC-4551-3B18-5702-0E5BBA8331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C9A54A-F405-8FCB-5C67-77DC1B192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F0C4D5-0D6C-3552-BE06-9B586FB23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9FEFFE-8D4D-E78E-1A28-C70C9551B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5421B2-ECF9-9349-151E-3CEE46AB3A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FAE984-DA26-4D6E-4B1A-731703DEB0D2}"/>
              </a:ext>
            </a:extLst>
          </p:cNvPr>
          <p:cNvSpPr txBox="1"/>
          <p:nvPr/>
        </p:nvSpPr>
        <p:spPr>
          <a:xfrm>
            <a:off x="4645378" y="124385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565EE-AEB9-C223-E13B-2D01CDA0AF6C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A001A0-6EAF-0E19-DEE4-821B282B8B32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B63499-9113-4193-41C3-AAF541D672AF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E1EF0-E7A9-649C-73ED-738EB5477EFA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4FCA26-3CF8-3682-E77C-07C47AEA8A7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270FBD-6AB4-D372-ABA8-E1B28EE9864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EDCAE0-E8E2-5AE7-9275-BCB2F40B4EA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39ACE2-8779-36C3-A6AD-2937D5AAA67B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94E3C8-82C4-F968-C0E4-C2B23BD70CB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6C0A4B-7EEC-4505-4655-1E65647BF1C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66DD9E-06D8-2D94-E6EF-F3EFA4D572E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36EB1C-F79C-40E0-E2D0-0C06DFA3F83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DE2D7B-5AFD-B8CA-62FA-32F6F5EFF2B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83B6F3-BFA7-6BD2-124C-ED02FC539AA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DB0D7F-E950-0606-3E5F-2B792F48F26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386415-DC3C-9B6D-D0E2-13D5F4BEB05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5CA47A-5608-B693-B976-A405121B95F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80A61D-2234-DE48-5923-97F40D22B42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8518C0-A118-FE5C-AC44-84344BD58D4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BC82A1-64A6-E903-2846-31B95267187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9B0B0F-1154-4272-522B-5177CEA26AC9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6A9E5-29D1-1BFD-B59B-9C1D311D6A94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25F926-A9C5-441D-9F2A-B30F0107603A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E6FCCA-4DB1-6627-33C3-34EE8BED56E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0DF1E5-A370-784E-6F91-C4D138A1470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B3A27F-5AF7-1D8B-2C17-038AD1891C83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049554-345F-12A8-EB79-9DDDFA39C49A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1CB35D-ECCA-5380-3585-D252B65E61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855DAB-028C-9FBC-2D88-9D844A65437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01A139-2FC8-EC72-9D30-1ED337B48B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DEFBCB-5F02-4309-3AA5-FD9BE120372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2F6C21-61EB-CE0F-30CC-48F47771AFE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1B3183-56FB-8321-3788-0E8B91882E50}"/>
              </a:ext>
            </a:extLst>
          </p:cNvPr>
          <p:cNvSpPr txBox="1"/>
          <p:nvPr/>
        </p:nvSpPr>
        <p:spPr>
          <a:xfrm>
            <a:off x="3640666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8CD6F9-7302-A82B-D41D-1E9E5BB3FA4E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C47897-46B2-A15D-B910-D1F06952CC9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DD7DB9-1DE1-E439-BCDA-EAB650696E7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D324C3-487A-A747-A58E-503DAE45B1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92B487-D335-A8ED-F927-954BEA23BB4D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A306B1-33E5-12D4-3749-E829D197FB2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804F8B-48D4-D63A-339F-A7DB986D59C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C67EEF-1B8E-C563-030D-7FCD76F7EF0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87A30B-5C9D-CF42-DFC9-7E73BA90E0C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D7442A-F452-9DAE-DE77-0D39BBF2E14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99CE74-B169-9606-A97E-5FE157CDE8D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A7E18F-E9C2-2532-CBB9-F738542860B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83B257-C676-8017-E135-DE7525C824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B669D0-BAB3-D83A-58C9-ADDE36FB35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C4920F6-FD05-5BF1-C9DF-02CF0194C21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7221FF-3E76-F5E4-E73E-08FCFD2313E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342417-56BE-7D43-FF5C-06D282EDC5C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E574F6-DB19-0DEA-BD20-E047BF4805F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9A7ADB-7459-9358-0114-E020FBB720E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ADC9C4-CC97-DFBE-E965-BB2041F85B8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AEFAD1-83E7-CCC6-909C-B6AC678A46F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20E63F-96DA-23DE-D0A3-150DE74ABA5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1578DB-C41D-654D-3E19-00FECD4F003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D06926-0E7F-F564-F302-C1665301ECA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3E46D1-9A00-2C6F-1C06-5DFD2533EEB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601AD1-F549-84C5-ED5E-2F44452221C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A5EA6D-69A2-0932-5CC8-88A480879B6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D09883-E8EB-66F3-38D8-B7B550A1003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EDEA19-606A-198A-4FE4-3C00F190420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6F6B53-7EFE-121F-A2EB-5FF9342630E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DAAC97-4A35-96E4-08DC-1B139331375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A2EAA6-E259-B792-4B79-140DC0F5060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1E3764-C5C6-907F-2063-ED64FB2067B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63580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802D2-C5E4-D85A-9B46-C3ABD4F5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FE07E9-D14D-F3BF-0C8E-82F7EEF80C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A9CD1C-D543-51B3-B43E-D901D53CD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ACCCAC-F64E-091D-E725-3E6100BEA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775844-E214-FB72-2F9C-6CFE3CE40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6DAD1B-627A-D6BB-F67A-5C8F7D43A2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FD805B-0423-9451-2C1B-4BC43909283D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0A674D-CF60-5B47-0254-BA7D2568C207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D19F8-293E-3452-9DCA-DCA3CDC18BC2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4B037-6FB1-735D-1621-734A89A24FB2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7F1EA-B80E-F022-3016-FDFBC13FE7B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908B8E-4EA6-18DD-7A78-88DDB2F560C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3B666E-164C-71BE-B065-B226438F511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089903-3D82-DA09-9753-946B9F2368A1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ACF5FE-D2EC-6143-4758-17A0F6596C5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48DC77-4F5E-3488-6EBC-1D4EF8790F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493B0D-74CE-53E7-A478-56F864DC0D4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972C3-6E60-F1C9-8C4A-A210494E016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78247-53F0-72EC-1B1E-4E7503986ED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533F0E-B9F6-B754-DA55-21CB8F15AA2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4D8EA8-35FA-86F4-3BBE-EB55D945755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1D3C89-E0B1-B0F9-9A62-EA8D2BFA87A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5793AA-EF42-87F0-D6D1-68121AA5914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28186C-7E0C-F65D-11A1-A01F3276A1F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1677EC-E800-AE87-346E-045E023A852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D5C808-A769-538C-24D2-6FCC415D0B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309E3A-3EAC-20AD-2AC4-E427D30A844B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878E18-E28D-7C07-6759-215FD9C6422D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953F06-4F82-9A8F-0E95-FA2E3DEEA799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3EAD35-EAC1-F835-265C-32C367BE0A0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DC9EBC-ECE9-72D8-B99B-D7D5051D900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C7D72E-CE58-083F-5F25-3B24DE710044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7975CD-50BA-B582-EB70-F3F82D58375C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F1F335-670F-E93C-0FF2-01E90A9F5A7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FE16F1-417E-2FC0-37D3-5172FF59316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570120-CE6A-ABA7-D3DB-F9EE2E9E324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000E7D-8683-1715-C9FE-E597CB40F216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8C9B71-0881-80DC-D7B1-0B55894E37E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E050C6-DA00-1EB8-22F9-F3C9C23C1FB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AF1DF7-6F32-0084-58B4-BFB13C5EFE7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7EF099-D6FF-BAB3-3A76-1A29DB65D47F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26896F-027D-945E-9DA8-6ED4A70A879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3F8D5D-1DFB-591B-8873-6CFDA1A8A96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7BE3BB-0B75-A86B-A19A-36918F6CC8A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300930-9CCB-6AB1-EBF6-91C05307FAD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AC42A3-7360-2876-B616-469D491A16F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7D918A-3CED-C63F-6C1F-B82EE2B2A6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DB8D64-B0B3-076F-A3DE-8111F403477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016C00-405B-AA01-8841-B62271A0957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8EFBB6-0722-69ED-0F6B-76B38CCD37F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3CE25B-CFF9-A5B3-1C30-1A866B5B712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66D0BC-8B8B-3370-3DEC-05DC2789F17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BBA824-3918-60F1-C817-F149DF0EBED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935134-9A12-644A-81B6-4E606EAC4C6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D0EFEE-4ADF-0E5E-2BFC-80131FC9A63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669BC0-110B-071D-18D7-0D470D5D18D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C0DB55-A38C-ACEA-F927-5FAEACE55ED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07C24C-3008-2B8A-50B1-6E47FD48C9A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9BF441-E19A-DFEC-292D-247E1703461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8D2BDB-E056-C3C8-873B-342E30EBB98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4EDB60-102F-0D1D-66AE-41C543CBB38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7D06EB-E22D-122A-3E32-F3814103EC0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6648F8-DB6A-E0CD-8DFD-75348A28616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9260BA-DAB9-6579-7ECD-8B52FDE5B27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04CC30-FD7D-D16A-3F73-0913B754169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DB32C2-0D00-FA2F-A2FD-67ADC841B80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446504-1AD8-A54A-279B-929B5898176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E740273-3D13-A7F1-E7B9-DD9374347EF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7C37FD-C459-6FFA-C2E3-C0DAA375916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BD04E4-19B0-008B-4628-20DAF9AC3FA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E7C98A-3C96-A5E1-2D95-0BDF2FDFB36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36122E2-69BF-7165-FCB0-D9ECAD087CA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14065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04803-624C-C076-C003-A58D65B8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D76A0-36C0-E896-53CD-0B086F7327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81BF8F-ACEA-C52D-DCE0-59EDBF2CF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D87D68-6411-015A-CE2C-E48E26ED7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2761CEA-B2B2-91D4-0286-B9D549F3C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F8A05A-6FC5-3168-87EE-5830F4EFBC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CE0DA9-FAA0-6DCF-F72E-6662CED0B8BD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B97B40-452A-E8CF-249B-0C6319FA605C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FA1EF7-2D10-276D-D8F8-4E489084C4BA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F5A80-C67E-D497-A4CB-2B8C9DF88EFD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BE618-D199-7734-09CC-99D5C1038F7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05A588-36BC-D975-DFE7-9CB666FA2E35}"/>
              </a:ext>
            </a:extLst>
          </p:cNvPr>
          <p:cNvSpPr txBox="1"/>
          <p:nvPr/>
        </p:nvSpPr>
        <p:spPr>
          <a:xfrm>
            <a:off x="7157158" y="406662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05E2EB-6C18-DD19-B579-94983894D1D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3AB797-F924-D639-75DE-EDF25165E74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D8D399-3CC8-D749-EE13-FFD94F3FA94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872A33-AFF1-7A52-88B5-26DA06B8378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15A2B2-5CF8-7843-DD67-F69A69DFF9E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F44E9C-8BA3-7787-73DA-74273028C64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A79C89-919B-3006-1CF7-4385DF179AB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F15C91-8794-4CD6-41CD-D7445A47A98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685C64-4E3A-8110-8BE8-0F2F79878BE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F26CBA-C4A6-DFE5-0CED-8E834570284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D78554-9147-3129-11A8-0F3A22C3898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F89990-2B20-03DA-5090-71E354A5134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5F38F-CDFC-73F7-E01E-E00B2277FE76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A66FB1-8B43-4753-8B89-3BC493F0EAEF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822B36-6AEA-8159-53AC-1C93AB4466CC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77C985-122D-269B-8958-A6163B12220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BE8C05-8D43-7235-D22C-D3FDB996FD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FBE966-7D9B-1A8E-1398-46C663740317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DFECA9-2966-C4DD-0F41-1CCF077B7197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3797FE-C741-9E9E-24A5-A76710E6A2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317419-DE0F-C740-54EA-4FF5789D94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17523A-64E6-D986-C4FB-EEAA08F6C69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336B8E-0427-D805-AC74-587A1E84A8C5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731CD8-4AF8-AEDC-2FDC-C540F8C327D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53BB2B-41A1-82E8-354C-5190AC051AF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E900CD-73D8-BD17-26E2-EC2410A7914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599ED5-B3D8-B400-7143-20D1FB836206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F6FD16-463E-1104-E1EF-C3E945923DE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59599D-AF05-FB2B-90C9-9ACEE7C967E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9C24CD-86F8-D847-37BD-C11481DE086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3402AA-2C85-BB8A-F12F-7FE44797B59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176B75-4EF9-CCC1-1256-ABB3B1F4D65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C2DA91-8754-EBC9-C13D-693041CD71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E817C8-4CB8-1DAB-0170-4A5219F1A67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DFE0CB-D63F-E8C8-991D-A0F8E22A6EF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B156FC-E61B-563D-7713-65E81BA6729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EDBBBB-7395-1200-9253-86D9D9EE99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D18D56-7CAC-36BB-54A5-880785C16FD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8555C0-223B-3E6E-0B70-5C1D32CC995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6A2D52-1A11-7CD2-1DA2-66707CFCC65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337899-8AA4-BFAD-05EA-6BD80170139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9C9B43-1B3C-57A0-B509-1FAF712B407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39B8F7-E2AB-CCCB-E06A-1DFBBE7C892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E3766B-C5FC-1E86-F749-BDD7F521271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30E6EE4-0128-869D-49BA-AF3ECF1B3F6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8D15FE-7588-59AF-6080-4717B20B7D1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CA2865C-78E6-1BA9-8A93-5F31D005A9B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42AF52-B2F1-97B6-72FB-AD50ECA17F0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1D86295-D00E-EF09-4670-4B3606DE808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F3D76F-41D4-2866-2145-F1416F56DD2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E465F8-7833-50C6-3693-A8B5AA62076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DBB7709-2E73-304E-3567-E3289F8F909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FC6B6B-C324-890E-8591-213C36255E2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B270A44-D737-C27B-B79E-E23EE1F1A98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609CA1-9E01-94D4-C0DD-A2F78462465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6E530B-ADF9-4031-7099-408566EC349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D11E93-E7EF-66A8-8FF3-B8C9D7780B7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982547C-FB4C-E113-84C4-C34EF6C4EAD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DDFD1-D060-77DF-0CBD-8C375FDD53E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84ED25-8766-C2A8-6EDA-F7CE93AF220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6900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3492D-7463-3586-D6EE-0384C678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7D9998-D0C7-ED3B-3983-8C82829795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0FD8EF-C00C-F1F5-C7D2-229076D88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2E8FC1-172E-A0B5-04E4-22D7E577D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A9A178-F602-D3A0-D540-FD54277B3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1C019E-5830-ADEA-9EF9-89309B846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FBF50A-E647-5DCF-8D1B-05929DFB83C7}"/>
              </a:ext>
            </a:extLst>
          </p:cNvPr>
          <p:cNvSpPr txBox="1"/>
          <p:nvPr/>
        </p:nvSpPr>
        <p:spPr>
          <a:xfrm>
            <a:off x="6654802" y="277848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1BF30-53B2-A01F-A722-E150D171F0DF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FC2D5-D8B4-987B-FE9B-DCCE2811F52A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4ABCE5-A988-AE73-5156-756C8BA7FFB7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DC1734-EFC7-9D9F-E7F1-8B2B62021E6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19B02C-F956-5BC1-B94F-12B76AF1A9F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A0410A-B59D-0D13-E5E0-669F3BBC527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15EA40-5453-2C57-8566-7D81417E951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8EA8D9-10AB-84FC-A388-F17368021A9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569C88-2EFC-3BFA-B5E4-034ECE20CB4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23A698-91BF-AACB-C571-AA28515B425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70A4C6-B51E-E7B0-FC98-A03B2A273D1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9A5C93-FAFB-057B-7848-4D3C832DEF3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77C75-5B29-3072-964E-4A091B970798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9B1195-4A23-B2DD-91A3-747A8B83A7BF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020DBE-4427-AFF1-C5F3-E9E9D2C1E9C8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018A4D-7B9D-9854-4C29-57F78480896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E291A6-5C37-7F27-B806-73C9A8E99EA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0257F6-E795-F777-B5FE-44E771399578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821D06-3525-C184-04D1-B797C85EB2E0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E80D3F-0450-FBE2-1EA8-BDF55126BA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8F492C-AE3F-B1D3-6C0D-D2E8B038D25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1AE1BA-5B36-6182-42A8-04FEBC68F77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806356-134E-988E-7C49-F6D4FB9D1028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2A97EB-D44B-ECD1-FB13-93C1162F69B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115B71-16C1-8A98-423B-88750C02F27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D1E9AA-8593-615F-F781-852769A25E5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30D7F6-FCE0-3AD0-4E0C-74E4E7285943}"/>
              </a:ext>
            </a:extLst>
          </p:cNvPr>
          <p:cNvSpPr txBox="1"/>
          <p:nvPr/>
        </p:nvSpPr>
        <p:spPr>
          <a:xfrm>
            <a:off x="6654802" y="404276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99199F-7886-0175-5299-0A907D67835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BC862F-3843-DBC1-0758-90FB91FD52E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360199-5556-3EF3-1E8B-57CD4F57CB3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137E29-2153-4028-2166-76C7D439EE4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6F496C-FB5C-8A48-A1F7-7725EC1B763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01542B-910D-172F-A9BC-499E46C6360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047155-FF9D-EB2A-39C7-DEB36B120E0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018B1C-A4F3-603A-6044-79A13BDDFA8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8E3872-82E3-58FC-0E96-A85A4BA37B3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834D20-A8CE-3F91-07FB-F6CEB1144C9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CDF8E1-3522-CF37-8F0B-F03F4352F83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5B6302-B6CF-F61C-BE91-73D73E1B8F2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F5AB15-E285-2F7D-534E-792335542B9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F31A89-E521-A16E-FCAC-7C7B416E8B8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CDDA2E-95ED-BF22-A998-FDF358B9754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6BB91B-9D46-7CAB-4028-A9F448DDCE9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34373F-C538-10B8-5632-054F0F015F4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75741D-46C0-6F93-C3AE-B8FFE548EED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D0634B6-2499-E0BB-D8D9-C0649CD34C4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A5839C-C97A-3489-F704-4AE8FCA201D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CDE104-C329-DEB3-0AE3-416066E4590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1B7255-2123-3927-9B1B-FABE7BD24FC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355D50-3E18-9CEA-FE08-2384D01CC0B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636058-7F65-0409-B772-5498B1E7071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D625CE2-3205-C777-4E35-74954926E5A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14C5733-E877-D331-6283-34E92170337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967335-5CF3-F77E-16EE-9C676307FF0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0486A3-0E66-7EF0-2514-925677DA46A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76A4CA-25DF-C3C2-CD58-A4D8DDE84A5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079C9B-AADD-3E94-F7FB-8E1D25340CC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8735F-6C77-25F5-9EDB-BC9BBA5850D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6EDBC3-3F05-4DAC-171A-4A2523E9C07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BB5173-8783-425C-FA5E-3292FC23BA9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2A6ED1-B27B-ED89-9864-485194D6604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FB9A3E-8C22-DEBC-5D25-7EE67C8099E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133830-270C-3C9E-0F53-B59A3C7A21B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E20D61-AEF5-FC73-1F9B-78B1A92A0C5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49C9A6-14BD-B7D5-4254-2804F5F5B5C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787171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BAA8C-49FC-5B2C-110E-A9FF81D4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67999D-F2BB-2986-5F2E-932D668AB4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92A3E1-2528-B312-1EA1-8C91D612C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9BDBFD-6B83-6EB8-1E6E-27DF27060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104D29C-C5FE-32BA-5007-C05C3A918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7AAE83-8006-983E-41A6-3ACED94A75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6DA817-2AB7-3CAA-D893-B02BE8C1FD5A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8CA0C-6FC1-6AF8-7524-E83BB564C8D2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A7E7A5-0BD6-F0C6-2E6A-57A66D2C3376}"/>
              </a:ext>
            </a:extLst>
          </p:cNvPr>
          <p:cNvSpPr txBox="1"/>
          <p:nvPr/>
        </p:nvSpPr>
        <p:spPr>
          <a:xfrm>
            <a:off x="6654802" y="12597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647964-F4D4-65FB-2068-CE120DE41FC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990FB4-45DC-F952-F9AA-92183B6396A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0F1042-7841-71EF-DC8D-2AAAD1201BF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792ECD-EB79-EAF5-A6E8-9A8814289F6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FD938F-CDE2-B63E-FE26-01D59E7767B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6E89CF-4FE7-E77F-9AC6-EF66237E546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6A2010-F686-68B4-1FC8-A14D4FEC0351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BBD80E-6028-4D7E-0613-17FEB35EA123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C18BE8-3784-0ABB-9398-568593AF5013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20CCFB-A10B-19CE-013D-927FAF4C152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019542-C3EE-3E57-90E7-17D25667B3D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1E6FFF-FD6C-D14A-B08F-435DDC40A4B8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095CFE-18A4-2EE9-893B-2862CC3E9E64}"/>
              </a:ext>
            </a:extLst>
          </p:cNvPr>
          <p:cNvSpPr txBox="1"/>
          <p:nvPr/>
        </p:nvSpPr>
        <p:spPr>
          <a:xfrm>
            <a:off x="5147734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654893-9F96-CFC5-8BAA-DDF68BD3B93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F68EC8-98A0-A611-B4AD-3BE2F51596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A994D7-6DB6-DAB5-090C-53101DBBC6E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58CBC7-1B25-F037-94A1-78905CF79BD2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7776E2-83C0-0BC8-755E-0116F257161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BFE661-44DA-7AB6-8DB7-331A89A774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F9BAF4-39C3-0881-02D7-EF32FF5A70D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8B2CE7-BACB-B900-0AB7-2E133B6D835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7F8BB-710A-508D-F20F-B2882CC756C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90723A-FA2F-69E6-D6EF-261AE69E7EC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BDB917-8EE1-AD78-EBBF-56A3C46C3AB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B1D391-A6AE-138E-08F0-58DD6D342BA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94C402-85FB-2B6C-1CEF-20FB0DE91D6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F69C36-EE9B-96C5-16C0-CE9208EF154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34B7F2-51A9-40B0-AF86-D7084059CCB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540791-45E1-8FAE-C92B-8AB4BF4F580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4905C1-3EC2-69CF-4E92-E45FE7B6F41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C02334-D5B7-284B-A6DA-C5E8A5040A5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D84042-58F2-7E7D-9B62-045590D0C2A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ACDBD8-AD8C-E935-489E-8B749FABBA9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718815-91F3-817F-AB9C-B96D8055A2F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EABCA9-B617-7DCA-09B9-4B3BBBF15EA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F2B281-987B-241F-0E5F-932FEFCA624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E5D921-B238-A53A-DA55-959CC01B51A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2D716A-98D0-2E5E-F94D-BB6D9A41632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111239-29B7-5BC2-2561-690B870191D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1E4F9B-A8BF-C819-D390-D5CA53E5E49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7F2393-5A96-DA19-2F50-B47A716BD1F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CBADE8-3DB7-668F-D46E-F6B1AF4BF59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F66CF0-7FEB-14C5-DD2E-FD4714B84DB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3DD441-44F6-8460-2F01-79E6FDA6585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9D4CA7-97AC-98FF-12B8-C02B407CC33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184B8F-B958-356A-4ADD-B3A30EBD9BC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E6805D-3D1D-51BC-29CF-B9EAB78D75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01FF66-EF5C-CB17-5E82-F4A95F274CD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7EBA6-B255-323F-63B0-098E9230496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CCDE18-294E-4B95-E237-73E397ED907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58086-7B07-7533-B4AF-9204F6A488C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FEAC4C-C7C1-BD25-1753-30E9583E452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44A411-8DF1-05B7-E94B-B88D48C51A2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ADDC56-0686-672E-A2F0-350A8A57245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C1E543-71DB-206E-01BF-7D65E14741B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20CB976-A580-AA91-89E7-DBB57128E3E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67878A-3615-5911-1F89-F3AFD9FA8E1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41F8A7-D166-B389-78A4-4BD08294627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90ABDB-77E9-2A1E-137E-ED93F10B290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165AF6-9B81-B893-7012-BA58BF0108C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CC82EDA-C755-224E-BA82-4DC5FF9E5FC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0955CAB-B6E8-EC90-CA45-A39D9EB7A4F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70255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2B9EB-8FCC-49D0-573D-87985E98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161C22-0AD2-A220-E119-CDA63B8101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5CBA98-CD27-FB5C-020E-7247A23E7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B39F9D-E5AE-5AA8-BFC3-0566AAB78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0C2C11-B97B-7256-BB45-9F5A0C35C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1888B6-23B1-25D9-73A4-DE7A348EE8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324332-2CCA-80F6-5E20-7BC1914DE6F5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5E586-482C-6345-14AC-14D4DC8C94D2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835ABA-6795-FB4E-C3F6-BF7295E06BA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20A7FB-AFB4-F1B4-5C0C-9584CEBA79B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43E7CB-6851-53E8-1469-4D4E86BCD19D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45BFA3-6628-C5DC-5F30-979FCA5D8292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0A470A-9588-1289-9D57-6B8EAC2B1BB6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7EA043-2C59-E06F-AE54-274B38E79C9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CEEC0C-92BE-8AA9-669A-0997F8830B9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677F13-01EE-1D50-50E7-92876015CC31}"/>
              </a:ext>
            </a:extLst>
          </p:cNvPr>
          <p:cNvSpPr txBox="1"/>
          <p:nvPr/>
        </p:nvSpPr>
        <p:spPr>
          <a:xfrm>
            <a:off x="4645378" y="253993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B3242A-DDC0-24E5-2582-A0A74D3FDF1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4A608B-0763-89E2-2C56-26760F3EE6A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747EF4-2902-E9F5-F002-C0C29119E4F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BFE3CC-B85D-5C97-F16D-AAD6479782D7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A2D542-43B5-8D9A-1EF1-6AD7836039E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DBC983-9D80-809D-ED06-2829DEB46CC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7ECB57-2F35-E256-01BA-D334130D19C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D46EB3-C71D-598C-78B0-21E7E555C94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5B4121-77E4-AAE4-5EC3-3D45520121D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D11A19-3F52-AD9F-8D6F-A51C9ECF53B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029CED-5754-0556-7FCE-AEF9096DDF4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CD4CFB-6D2B-B9BB-E07B-CEC8CD3025B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5F098C-B150-8EE5-667A-81C4A51FDC8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1349EB-D652-8D55-677A-11E95C2AF5E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0D6CDA-2B88-C705-742E-F2420C8E939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7224C03-22DD-4E94-274F-C2BF0B23025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4F7D55-091D-7602-1FF7-7F75293B91D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7B1C9E-923A-11E2-7ED8-0E5576EABE8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341E62-338E-00ED-6062-B304285D5DA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52EE91-F9DA-8121-31A7-610FFCAA4FC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1BCE2D-3E81-AACE-338A-E8D1CCE8244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AB8A1C-3F10-8263-E8B2-2E46005B57F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15A3AB2-0AE4-540A-3FDA-6B2C8B64314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A41DDF-61CE-78C6-F080-84AA9CD1FDD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AC7EF3-6CDC-8044-8D8C-F8B3C1F39A8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EBFDE2-33AE-245E-170C-8F297206B76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123975-52DC-B7E0-15D1-0EE2891E87D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9EA56B-A31C-9D0A-4159-2932532CD4A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6599BF-6EA6-6156-3D99-4D14249ED0B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C2D6948-FE0F-BF33-2B50-793C890EFC3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81EB028-A487-F3BE-B43B-8E11F6AEC4F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06322-0091-B1A4-3C4E-E4840D382D9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0658A6-39B6-7493-36A7-DCDB89EBC1A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3A397A-A0CE-8FFD-6062-C799705EED9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624A76-6D76-1960-FFAA-73D370C919B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F12829-0FF9-039B-C2D1-319EE1B919F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34DE79-8D19-6E49-08DE-2ABD3BE2F06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90C88C-3A5A-4DC7-1CDE-7A8529B1966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00644-A1A3-7F57-9650-9344F3FC296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41A95-068A-9B14-A97C-78764167BAC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8A2286-D16F-CD67-22B0-D3A39BD1475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268502-5B7A-4CFF-9BFE-E9FE3665904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7F23A1-2BF9-005B-B1EA-91057FAF9A6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627EAD-D094-9E01-F874-F919E8B738E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9C0AC68-7DB3-81CA-E990-6824535C9B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D261E4-58BB-7512-3DF0-326176014B1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34B80D9-FED0-A703-0919-6CC71042FBE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2BC9CA-397A-7C47-DABA-3FD322F3212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B6B4B6A-DB3F-2FFA-5692-AAFB186C00A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A4CEC3-2166-268C-D888-18AB1F70BA4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E116D4-E8EF-17F3-7FA5-BB2D6672DDD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23DDCC-9884-2D28-75EF-6846AD1A340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BC1BE1-D460-F3B1-3B9E-2405A81BABE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7D2A4-7586-60D8-CBB0-AF6CB2EFE75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41574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5F6C-CD31-4EEB-3D2B-7998652CE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E24FA7-855D-ADA0-8898-9A4F07B27C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E02264-BB01-FE43-622B-D31831B43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86A911-9B6F-FD3C-69AA-F677A5A48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65DDB1-428D-9890-3A3C-9FDD9A016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D8C590-618D-C535-7204-20BF389AC5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CCE729-BEE2-5EC6-BC26-F575E03A7273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FEB8AF-B4E2-5FC5-30FF-A96F646FE5A1}"/>
              </a:ext>
            </a:extLst>
          </p:cNvPr>
          <p:cNvSpPr txBox="1"/>
          <p:nvPr/>
        </p:nvSpPr>
        <p:spPr>
          <a:xfrm>
            <a:off x="4645378" y="7588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1FCB20-01E9-E617-991F-C90DAF59228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76FFDB-A2A5-D785-8058-ABED9C6180F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BEB4CC-B541-E038-C15D-4DA875FFF37B}"/>
              </a:ext>
            </a:extLst>
          </p:cNvPr>
          <p:cNvSpPr txBox="1"/>
          <p:nvPr/>
        </p:nvSpPr>
        <p:spPr>
          <a:xfrm>
            <a:off x="4645378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42B611-4599-1DD4-057F-909D1E7CC312}"/>
              </a:ext>
            </a:extLst>
          </p:cNvPr>
          <p:cNvSpPr txBox="1"/>
          <p:nvPr/>
        </p:nvSpPr>
        <p:spPr>
          <a:xfrm>
            <a:off x="5147734" y="10291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944851-482D-0402-0FBD-68CAE0AF0217}"/>
              </a:ext>
            </a:extLst>
          </p:cNvPr>
          <p:cNvSpPr txBox="1"/>
          <p:nvPr/>
        </p:nvSpPr>
        <p:spPr>
          <a:xfrm>
            <a:off x="6152446" y="77471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33B496-19D0-08EC-A053-ADBAE2A7B30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13D991-7AA7-3229-770F-E0E483AAF97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56DD60-BED2-EE6B-4FC6-AB6C6C9AF5A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60744-9205-5A8D-5C49-DB6BF0BE9653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56F206-0BB1-86B3-4761-31D442A7FA5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AFFE76-1585-52FF-58D8-ECA783A3186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F59958-1A9D-F2C2-9816-F47C551A218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56EAF5-FCDE-158C-096F-E676DA23A6B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0302AC-F47A-84BA-8067-DDB2DBA149A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00F012A-7C29-BD16-3FB8-162FDE86045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945C89-024F-B82C-39F8-5206BADEF8C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855404-CC9E-6F30-1522-3EFF522E719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A5CD0A-938E-B8D2-4766-A1E1B6E2EB4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FA4C0C-0B34-A1B0-C1C6-06AACBEFD37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09957E4-297F-9EFE-2E1D-A26FA41B99C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9807AD-99A1-D866-AD81-C990834AE44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74F2B82-FDD5-55BB-60AD-FB64CEB0892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CF76CB-CDFE-58B7-B1EA-065FBD10DA9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0D1439-0F0B-C8AD-6A29-8067C29BE1F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1F58FA-C881-CF59-CC93-87630A7C514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F9C0AE-CFED-48C6-E782-6EEEC37581D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F6A36E-9ED2-E1A5-0751-D30D47CE9C7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801BED-0159-3922-3250-880DF6E08F4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59285E-A6D9-A501-F56B-E64830EB5F8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BA0F3-E260-6C29-E427-B1CA7787372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C6DB07-3BA1-B0B8-D0E7-68992029648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116F33-7D9E-DE05-FA4E-C5353D64805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4D874D-0D96-EC33-4DF9-52D6971B1B8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026247-4DD0-86EE-1BE3-31F5689603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978533-59BE-43D4-CC77-57E276EDF8E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14487A-6461-31E5-E6ED-AAB11D91727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69BF4-CE42-F5C8-7459-414F60F8285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5CB3A0-23DE-8F74-F3D0-840830D594D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AF232-626A-918E-491D-1EEAC4580FD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D0AF7D-F4EA-ED37-231E-D8A1032685D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5C5F8A-3A6D-575A-9A0E-C5EBA4F14AF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7CC481-5A5F-1773-58D3-2B1334819C9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D1C0C6-BCC0-23E2-B1B6-4B23337F249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34A6272-0FD9-4FC9-8337-DCADC2CA5A9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DF8528-3790-B758-6255-D447689BFB8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50CE7C-78F4-D70C-12AF-8463D9BD10A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8170E7F-1E20-9F15-A8D1-5A560B29F09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5708A43-EBF3-E7BB-9F1F-6A2B3A8B2EB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476A0B-0713-7488-9B7E-5CFFA53295A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E7EDE2-FC0E-7191-9DFB-90CFDFA3E68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2819E7-2E88-E067-0D38-5381C9B0133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41E745F-86E9-DB93-B9BF-DC58440053F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CBB0065-3F71-0BC7-C22D-13AE306224F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E88F1E-AB56-4802-74AB-3119E6358B4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9D3D9DA-0084-82C6-38FA-A54360BD76C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C6B36E8-0BA5-D0B4-8A90-23B914F1183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AA2A62D-B48E-AE90-628A-64D6B31A1AD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E28152-AC46-0338-8822-F3B838D334F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2C5E10-7C26-14A6-41E0-0C1AB815EC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47E4F5-8BFD-A8D4-A087-1B0E1CB2C68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94B611-065F-EC75-434E-CC8D099DFBE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E5BAC1-BDA1-65EC-0960-DF20F66D10D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80187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3CB47-A217-641D-5C64-BBE2E214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0497BC-3853-3D33-C248-CF6B5332F2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7DC985-14DE-EBE7-467D-151C234A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F54234D-FD63-508C-C62E-57291E44F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23405A8-CBE7-C9AB-6668-9DBF89436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8E869E-DED8-7DAD-3160-F9029B99E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5E7A5C-E066-40FD-9578-3CD9BF773C0B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9D1C5A-05D4-496E-6991-8A34CA11D02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5026B0-53C9-41AF-D139-7E40EE08D6D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52FF33-8CE7-DCB1-502F-AF7C682E506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E3BA3A-E33B-D0D6-B73A-A361DF5F101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988E46-E33E-662D-7416-A9E1040C46A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DFB970-3CC8-DD19-3B73-2D40D2C80DC9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E5FA46-41D3-0968-9B48-96397D6711D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38D63C-024B-1317-6D2F-B1B2D71CEC4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053480-EA91-E2D0-120D-BE225FD9185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823BB-FA3B-6B8F-F41A-A9A55D366A4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A96BBF-E018-02CD-D431-EF63BF73146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C05BA5-1481-848C-36AD-BE93A1FA8E1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1ECD60-6973-7968-EA84-9E61933ED6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74516B-D376-05EB-3E79-AAA19456619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4A8317-12BA-A135-4641-9B424222BB8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6375AB-4D88-29ED-71C6-5EBD44B2D9F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56EA00-D8D5-D88D-FA07-CB17A80260A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BD53F4-4E15-6800-DA74-4F3C4341939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A38738-D957-C9C1-3F4B-489F944C87E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5A61C1-7ED4-717D-F4E1-42BC0AAAC69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8ED5C2-3CBF-8FEC-19CE-E14CDB3BDE1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FE4C5F-8C5E-AD65-4E09-661D2933085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0B8CD1C-58C4-0B0D-F7B5-122289378B0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293D5-94F8-BBE1-BC46-CC946464702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D0C46E-A0E6-E57E-FBCB-39B259BC95F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4B4B70-CE1B-0D73-9B3A-AD15D8ED7C0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042C30-9876-419D-8040-F12608DD787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EDE431-DA48-918E-EB1D-21AB8B5583E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461FEA-FF6C-83BA-B82D-E24D50B0E2B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ACDA35-EABC-4CEC-B263-B0D505FF8DB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5B18F7-E145-2AED-3AAB-4855AD14D1A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F6ABDB-EC73-D2AF-B66C-D6298D418D8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7619AA-ACD4-C8EE-90DD-2AB3ADDAB66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3C1CA9-FCEB-D9EE-6E93-D628565A8BE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D73067-ABD0-B214-C682-CBB20C24BBF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118936-805C-D38C-03C4-1AAE748C4F4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F29532-2B30-0670-ECEC-5332C1A3AD6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9FF733-7952-BD7B-7732-255B958653C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5297583-EC27-27DF-445C-D7A46FCE182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81B0BED-7779-6249-C3DA-67005D0AE6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B2C14C-A9AA-DD6A-7536-6EE72CBE640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200685A-B649-BB68-6158-8F181C8EAF6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2E8ECBA-8CB7-F9D9-46D2-728F0330080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4D0F9B-2299-61C0-2789-246021ED56B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B440F3B-2F7E-DE0E-46C4-29447A18BED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E7A1F05-1D2E-B00F-FE71-5FAFA6B78B2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BC858F2-8326-1A8D-DDBC-F08CC0F7D5D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897B721-110F-8930-2B15-D6DD3402BE7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EDFBD1F-D700-5C72-B516-109F5BAC593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B9848DB-B6DA-813A-8892-AE3B8E71A56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BF2116B-1E12-6D8F-C368-B4281917C48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3E6B54C-43C2-31E0-4C0F-1297C43B50C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A509A03-C1DF-6266-A869-EFEFD9121B4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93A8FF-92A6-CC04-4306-B785BD5482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621AFEF-C97C-084D-D0CF-BEBC94BA4CA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D573085-4668-4AEB-6590-9F9E1AF4F33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C111A3F-CBFE-E0C5-7E94-6146C2F1FCA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B1B1AE7-E1D6-07F1-91FC-5A75B2B020C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71270-AAFA-BC6A-4C2E-A6E312B4013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38947E-ACE7-355B-0AF6-AF6FCF45106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32D1E7-0650-8FDF-C115-B83CECF5793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E2B71-2752-8D28-C5B2-4BD1226075B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35452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C5A0-89DA-9A2A-7DE8-DA151696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525C96-A6E5-23DB-4440-478DC82730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C04C4A-5EF2-1929-B7F0-2F3A3FC94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F0744F-12F2-9323-F3C8-E9C86A27E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28DF15-818A-174A-C4DC-7448A0F73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9BDBCE-7E57-4AE0-0D1F-00D5E85C5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72E938-1E04-6DA4-8A53-15CC9C5826D3}"/>
              </a:ext>
            </a:extLst>
          </p:cNvPr>
          <p:cNvSpPr txBox="1"/>
          <p:nvPr/>
        </p:nvSpPr>
        <p:spPr>
          <a:xfrm>
            <a:off x="5147734" y="378037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∆3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C6E04D-D6EB-57C0-3C5A-45013257962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83D19F-170E-2CBC-C080-1B6CDEBB980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293928-677B-E2D1-0CDA-854583950AC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48F85E-94B1-7977-E891-3918899037B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DC77DD-F39B-45EC-4B39-A5AA854266A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7D4C9A-8C30-F326-8B05-3B9F2447303D}"/>
              </a:ext>
            </a:extLst>
          </p:cNvPr>
          <p:cNvSpPr txBox="1"/>
          <p:nvPr/>
        </p:nvSpPr>
        <p:spPr>
          <a:xfrm>
            <a:off x="4645378" y="45516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7103D9-9EA3-2477-542F-0F5C2C556A4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D1FF4E-5E1D-F926-FAB2-4A84B251BD4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C70D60-3CA3-886B-3B2A-58D25DDBEB6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A73864-389C-92CD-5EEA-E45825FE4D8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C6EC7E-F43D-5FE9-A894-6012923B3E7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16FF09-C72B-EF13-3C77-733397A76BC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6DD0C6-7E54-3E25-C81E-30284C0E01C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CDECD05-3470-E536-5E7F-1323D996AC8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DD60BF-314E-F7E9-D1A0-15D2F4AAC14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4037AC-D2AA-B8F6-BB1D-03E0ACC4D55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E972C5-C0AA-B2CC-BD93-2B7B7E55CBC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74F81C-5824-15FD-F34F-04947D47046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AF746E-1E31-AB31-D1C5-3D0FF48C6BE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BF3A7D-AED5-944D-058B-4F0C8304672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8901C1-5C21-8B00-0507-FC2BD8F789A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26366E-7AD2-4AC3-FDEF-95FC278EF22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7E5E45-D40B-FB26-6C91-6EE53EBABB7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87048C-65DA-19AF-B9AD-20A7B54584A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E75157-237A-A66E-D2EE-E07F2E40870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0F67AA-4367-4371-9D8E-0775AF4046B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3CA12-3C1A-1FE3-AD4F-9B3E3FFDE96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17E019-FA27-4990-90E6-AB5B99810F7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FDD77B-34F9-C1DE-9F62-7F10CCA7B71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0917C7-9535-A773-0D07-3DA374AFDE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060749-7C48-4E72-410C-C1EA918765A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45017F-1496-77F9-4D4E-50F6FEA823F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8F4904-E6B6-60EF-9EA2-AAB5238A42C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7EA05-95B4-0E07-6303-7DC633D808F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B5EB31-52EB-DF79-B3F2-B9B9A52A116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F5BF7D-7F18-46CA-D8BB-A5B27803673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CAF3AB-CDC9-3778-F1F0-131F899BAD6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E5AACB-8732-3BC9-DC36-40D7FA80793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8E14FA-EC83-215E-C9BE-967D6B7235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3C4D14-6070-E6D9-02C8-1B178FED4EB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FD48CB-3913-65C2-1E85-B4F04858CCC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9E15BE8-B8C4-938C-18EC-37142017C8C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604FD3-DA45-D515-FFD3-9BF0144A2AC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ADFD98-2C11-274E-0414-19220CEAEAD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2A1EC4A-9D9C-27CB-5DB7-7FA4D6375A1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D97180-1A29-8F36-D752-FC2DFE91D98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7DC3EDE-887A-F1A8-159B-E648FC49F26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E2E1E68-6670-D7EE-D329-2D6F7A83125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6E264FF-36C7-5846-3B58-8A7F971E8B1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F6B954C-DC9F-0123-4BD6-F865F7E0967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C0DE253-265E-FC28-0E76-CD8D99DC4CD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455BC82-D1AF-E55F-5B93-42BE253B54A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63D56CD-68D6-9FFF-79C0-4B37D92AB42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3D9486A-3AE9-2061-00BF-67921BDFBF1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BB48B8C-D8E4-391F-D628-E90548B5CF8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939A9B-8845-01FA-5DCC-53F3A4220E6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C850275-22FF-9F27-715A-18E3C76387A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4F4810E-01F2-26B1-D3E2-DED840218A5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3B72D85-598C-900A-43BB-759B00D47A3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9EB7C17-35FD-1915-DA37-7485EAEF7F5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1E459EF-19A9-23F0-91BE-B3AE56583C5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4070FF9-F2D5-579A-232B-C300422F39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10667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6C54B-131A-6313-0B14-CF16EF06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FE52D0-8D2F-4A5E-3C12-40F7D5E972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F0574D7-48CC-EF8F-62AF-D00EABF54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F604FC-1B4B-813B-4704-0CE0DCC4E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0E3CD5-977E-96BC-0020-72ABC8455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33D113-5477-E2C3-9548-2526DAE8BE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E5BDABD-B01D-E09B-FC1A-AE607B75297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B5C727-A1F8-78DF-5985-CF89828A6D0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7FF2E5-3E02-8D59-5344-DB3D1A31196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557DD9-78D9-197C-54F6-826C2CB3E93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CB0C7C-EEC6-F1CC-2393-B8188B14C1F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86421F-0B09-9AF6-0818-471364A7201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66D471-87EE-FFB3-C12D-B526251C39C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3411AB-F531-EF43-E0F7-4F0802C500A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1571BF-955B-19FA-F02F-3A365135DB8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296524-9B4A-0658-499B-A5943B263E1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6474EC-DFE7-37F1-AA3C-EEEEFBEE299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FEB49D8-A1B2-C15E-1C0E-6D38B5946A4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3043D-73ED-8A7A-4441-A0DF124D7CC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139B55-8439-4571-47B9-1B840FE7E16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49B4A5-598C-7EE7-60B9-1187B5A7500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97E68B-CA9B-A2EB-674C-207D59CD2E4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B47C45-FECD-BC4D-33FD-FE7B1D3DAD0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3ADC14-FA75-7A69-E0EB-2FE7D2E4DFE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BA711E-9454-DEC2-9356-70198879F94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6E6F1-F125-9E18-F12A-6BFC85BFF20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72491-5692-713B-3CFA-159800328F9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09D8D-4536-0510-B3C5-D8A26E47084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05CBB6-8B02-0B89-CD68-443FB73B569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AB36BD-9DA2-891E-0840-CAFA0BA2BAB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6A2E8B-C62C-CDEA-7C2F-EBFB88179FA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392CB7-AB1E-53EE-3763-A8FE547B563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6E8D34-0D0A-1831-CD2E-B62E7E1B68A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3F3FE-0F90-AFFC-89DA-F8F0F151D6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FE7143-AFB5-18E4-9911-57EA1C9C027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2E667A-304E-25F8-3509-9A62809B983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2A0D68-6458-1C30-74AB-F743BACE987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6539DD-63F0-ECE6-73F9-C4D32AE1875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CE5BFE-8617-747D-1379-00D972D308E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1431F2C-5FFD-4306-6C27-D2F342B5190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BFB0E5-2778-4814-D3FB-FDC4C397E72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22F577F-99B5-84B1-6C86-0CB0C69622F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310FC5D-51D6-F363-E2AC-062257C8842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BDBC66-FA82-A89E-EFBE-F3EE3338632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355A3D-9BE1-C340-AA30-412682C3184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86094F-3D7A-D7EB-A583-6FCC90D6CAA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6D4B19-47BF-1D52-3A44-DCD62C90A80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0AD1F7-83ED-A42D-0854-5A4EDEEBD78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3EF7F3-9BE2-9827-9567-FE2A9C05160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99CCE2-8037-9F00-FB81-CCF02D1D9FE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8C8ECA-9391-10DF-3FCA-74F0DC175D0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1016D9E-4132-37C5-15B1-DA3CE321B4C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1F3562-9DB2-3B8B-4B87-AED80616168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8335F6-9B77-6B0C-6FAB-E0F45F77339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13BDE59-83F9-258B-E4D5-0DD6E3249CA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3121B0-B64E-8E2A-962E-BDBD4D914F0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C8E9BAD-246E-A657-87E4-B344D8FA47B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0C575A6-26C3-81F9-71DE-C9CF6DAC526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553B8DE-CE98-8F12-83E0-70EE39302AE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031C884-1868-46B3-25BD-0D408EAF1E9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CEF1BE4-C1DC-ED14-A1A6-C82E51FB435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36BACC7-6115-9F8C-066A-F3B3FEB29C6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75EE1A8-925A-7714-09C6-BB91235D86D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4770BF-D4D6-2FE6-4353-031ABC5EB20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F9126C7-BA03-97FE-939E-5075829DE36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E484DB2-53D7-3099-F78E-4DDA609BF76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5EF0FE0-8E76-7481-04CD-8ED661887DE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B55AEBB-E583-5933-8FDA-8279241F4D1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259649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CA161-1641-25B2-9F4C-17193ED5E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BDE67C-99D1-95D9-9DF2-F3B5C0DD16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D4B3B9-4872-4D9E-E610-B97000AC5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3345D7-8BC2-CE10-F360-72124C611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A0973D-B5A9-ECF0-FCB5-1D5AEE15B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48C291-3728-49C7-E3CF-2103ED4FE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C90714D-E003-ADDC-2E92-09AB9429AD0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B2DB3B-0C5E-778D-7512-629B6F20F81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A5C9DD-0274-2E92-74B9-C2C932ECE90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FBC982-BA84-D285-E6F2-421B7FFB22F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8A6DAD-89C0-B297-E38C-A979818AAB9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E505D1-14A9-B4E7-BF33-3988782E662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023D95-45BA-4A43-CF4D-6D3FC818902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D3C568-FDDD-712F-F8C0-72961BF2763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8972C5-35C8-A8F3-AF1C-E9650AB91E3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F0E59B-6A9F-43A1-543F-4EF9A5D35CD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A4159E6-F695-E68C-8BD7-CEC4011A7A6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FAE35-9680-590E-784E-AEBD194DCF1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07E4B2-F032-F98A-EF7B-B4BBCF77B92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CCD330-683B-0E68-19FE-3DFD15D7857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48933B-5E2D-AF57-DFCB-C034E0AC916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4FFC23-7CBD-DD05-26E4-85191B1DE55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B07076-AE34-D3B5-2D7D-E6CE5DF5CB0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CA6A70-B156-D507-D2B5-E363B574BDC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A1FCF-2AE8-9749-0DB0-E393123F276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B1BB40-6EDE-537C-A184-231BAB58BBF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57B38C-0405-FDD3-F2A5-57429A44E80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C6CA03-D259-5475-3491-9B31D9D29DE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7F8DC7-2931-F015-614D-707C8470929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F1652-67CE-5441-A3CD-FF0C2ABF5BD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AEA1F8-4111-45A8-0A20-61FDE7FB490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068C2B-BA2A-1AC1-F49E-815078CDA2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708C0-F09B-10C0-1E8E-4BF201D383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C7005-EA0D-01D4-7A2F-30FBFE331D7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17A2E5-FA19-DB0C-D675-81E2C6A8A5F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1C75A1-364A-E49B-684A-6E17AB7874A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53562C-0ADF-33FB-E805-59C1B29417B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3BE375-D609-15C1-0433-323532EA3E5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FFD3364-5D3E-D651-98BB-20EAF6272CD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D1C66AA-0751-EB18-3356-0ABB9D937D6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975980-2BA6-D3FB-9EB1-04935B2C8F9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2516412-3417-73AF-A3D7-6BE3513905F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AA0A45-7C85-DE8D-45A3-EBCE2939A54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1C9C99-2ABF-BC53-5591-70C6FA48E2C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4CC7B-0E2F-5796-96F5-0E2739C61C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B9CEDC-2AB6-BB70-76A7-9BD5D84FAD5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9DB9DA-65A0-066D-C20E-3D761F5C79E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22E131-E690-BB32-332C-EA27ED8EC0E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935DCF-DE30-D3B7-8837-3911279B1F4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D43E5F-DAF1-961C-8110-679006187D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793366-395B-5566-D616-E08416D5D86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F6E0A2-C1A7-C446-E91B-AE0F3257B02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7A76D8A-835F-46A6-1F18-CDD3187EC82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DB10898-704D-08F9-38F2-8BB770C7534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02DD7F8-E2BB-9C8B-5DF3-9EF84AC5A9A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AA30C10-9303-1DB9-5CAD-ED573A470CB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0DAD16-6C60-E1F2-0343-A3AF0C58061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A10F3BC-992E-E692-2F66-23BE279ADCA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5CEC26C-B405-0509-2D87-CFD33134F89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767A077-9A7D-6D4E-A2E8-DD337F83250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0A9BFAC-D9AD-7367-848E-F64E83F7BA2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1B6849D-E771-74BD-684E-BADC6C2F05A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A99F616-2954-08DA-9B29-2D521B79C3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44F4941-00DE-AF67-B486-68FA0FBCB48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30C4F3-AEA6-198D-D9B9-EBC984C7735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5BE198-3485-337E-D0D6-599E9374CFA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A9F4F93-BC87-A197-101D-3E74BD49F77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21C364E-305B-6120-576A-1CC05BAAAA4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01455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D7E25-9614-A6A0-6A9A-E7B4DB53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03889E-FEE2-3575-B467-C85AEAD736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all columns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E87F82-6F23-949B-CB6B-2CECA4DF7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00C362-FB5C-5FCA-C3CE-A5103EFDC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071D17-F685-6AAE-36E6-26F642844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F14212-462A-0C6A-FAC4-500563B28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8628D89-5D70-9B7E-FA7A-05A42E92F19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3B0B6B-A841-6263-2B5A-821ECF6C3FF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3BCB9-914E-400A-7A15-B838212AD4A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89486B-86C2-FE1B-AE2C-6C528532FA3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827990-3ECE-A49A-17E3-EFF858B1F9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466197-8974-C95D-DC05-825ADDFC3EA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ED51544-4AD0-84E2-7E40-BA2CEAD755D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2DBA786-B08E-C521-FB47-2570CC27ADA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AE4EEE-E3C9-E713-8070-B9B23219DA5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BF2A66B-0C87-25FC-4828-22BF0C18669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FC8597-4F0F-6139-0DAF-2FF35C723E2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F4F47-6E9A-B412-0811-9A6C26ED3E8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52731B-0D5C-26F5-7408-F231AB00D84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3294BF-05B0-64BD-82D6-D7EE8D8B835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431543-B7FC-82E2-82ED-317D037A2A0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B584BD-0918-8B05-0474-FCD021D7E64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A918FA-FAF1-ADE0-F4A9-BCF84E4972D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58C27F-F695-D9B7-19BE-2979271150B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3D2B2-448F-E029-9987-6B8D03AC5C6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49B2EF-E0AE-D539-03A7-62DD146CCAB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A2EE75-9DBC-4774-DEB3-7F04CE546CA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FBD614-7B4F-5404-B52B-6270E38E9B0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8C6B93-4603-90D4-70F8-BB88E26710A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9B011A-FD72-7BA8-E7E0-2CEC02EB5C5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101797-DDFB-382A-B9E6-4A5334B9CC3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626662-A625-E11E-5F14-D721484DEC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F93F8-3BC7-7378-C642-67464B79096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ED680B-742F-1CDB-1CD9-6539455144C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C27EFC-F419-6980-AC2A-C3480674978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9EE1DA-1059-AED8-5BCA-2D0BE9E9F27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19655F-1154-0A38-4421-0608357AE29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F7ED5E-C0D4-0290-BBB5-CD383549675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4C3208F-20DA-C4BE-D537-D8B59987239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0B7E23-FA8E-687D-2BEA-C8FBB874A7A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7D5EABA-7E16-6086-AB73-E6AD9F8E2DF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F1ED315-DA6E-F5AB-DCBA-F3C30909C3E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9F2872-43B5-459B-1BDB-30A2A5B5556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75D102-1F91-1042-4F4C-0D88255AF2E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0F1B60-7FA9-3EF6-CF4C-B566E875B02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17AF4F-49C9-DB43-AD6F-94E29686F5A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A41F30-EEAC-D7B9-1A0C-C9E858CE3FE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710753-F9D7-B27B-48B2-7E150BBB2E5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5D6042-A74A-0A3C-64E4-0D002583684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CACBD3-9DA1-78FF-374E-6D9884C2C10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201C99-2EF0-7C86-F63A-0418EAD9893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47957C-A1DA-2191-9481-F63B7A7A536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62BB057-EBCD-E757-60B0-BDAD777FF6D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12D2505-24B7-7BF5-C639-75407C3D37F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7EA9D33-537D-1192-A8A3-3C163BF180F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0EC831-336C-4BB9-0954-AF70CA9B85F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27515C3-D3A8-B0E2-72AF-004FA0F40BB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ECA603-B945-9112-E47B-71DF72C22C0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4A8E830-768E-31C5-FA4D-2486D1D2695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095CE7E-ECEE-8E02-0BB6-F0C7360FAC0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5AAE2B8-9F86-30E9-6A35-E59B9024942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D005054-0C1E-63AF-1F2C-B002A446F8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F7D5D1D-227A-1504-370D-92E45EFF3B4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077F31-7946-513E-94A3-FA679FF1930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220E86F-C74A-4DD5-185E-CBDA4EAEBB1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9858322-83D6-934B-C033-6366AB6D704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DADE5D3-DB30-4C08-DBB0-A21CFCFC54B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C60D371-E9BB-A3CA-EE12-66EFBAA7C4C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F43EE2-F96F-54E8-F00E-68DF7EC9005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47AAD-1254-515A-CFD0-9BB45BBA48B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D0C326-9452-1857-7C00-EA4D06C6AA5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365781-FD7E-6575-95BD-BCFEFD1FB58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D39A22-9636-9C56-F551-3C96826DED8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DB81D1-6CEB-D36F-3455-F644D32D52D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A3C8A7-9353-8887-81A1-30A9BFD206E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DB3E5F-937C-5D20-7DC5-780C3B411A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62600C-6A79-C1B4-E5C1-0E2F0B766E2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81592F-76B5-8596-E3EC-2CFE00279C9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FEC1CC-E814-DD3E-F7B8-D5F436F2F1B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44A796-1007-59F7-CEC2-BCC58232890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FC618D-69A1-A449-6DBD-2F14AE68CB1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CC4535-2DD8-46E0-0D08-F480526ED0C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A7140F8-504D-A558-59BC-62DEF4DFD31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A2EE51-C4B9-57CD-61F8-431DBD69ACB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0DE923-870D-D860-DFA6-713048E783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2368</a:t>
            </a:r>
          </a:p>
        </p:txBody>
      </p:sp>
    </p:spTree>
    <p:extLst>
      <p:ext uri="{BB962C8B-B14F-4D97-AF65-F5344CB8AC3E}">
        <p14:creationId xmlns:p14="http://schemas.microsoft.com/office/powerpoint/2010/main" val="40461671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C289-A7F0-5E01-A701-E776DC62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E12487-ABB8-F059-8D8A-23EDF4176B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4FAC58-AC76-2BD6-3EBD-30A09E324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09FAE1-E7BF-179A-C35A-47132FDFF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C28030-BC93-E8AF-6984-1C1D3286A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6559CE-B673-D445-D975-ED9473873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279925F-C038-A04E-77A7-CB41420A4B3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976C5A-5BDB-CB46-F1C1-08DBA4A5A9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54FE4F-419F-3689-486C-3695FC874A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5E7DF4-C9C5-236B-340B-8656780B10A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B0717B-9702-4878-B62B-FE3021F85DB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92F4D2-2020-B279-C7C2-D287FFD07C4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8230D6-5273-116E-D93C-873D715A1FD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3A3DF0-6951-89E4-FB6A-7BD741E6E41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138C19-82B6-5281-231E-21BB08B410D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3CF789-575C-9180-41E2-8ED3FC73BB8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C41076A-BD8E-C4D4-38D4-39DAEC77D16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CDA05-9E5E-902A-7144-0526006E1B3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8838C0-82FB-4A98-82AD-3B1F2518DA0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92DDE3-A361-3FBC-F829-76A82295455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3B617B-0090-19DC-3BE7-1AF6C0DE7B1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7960D1-8E43-0733-68CD-13D3BFACF00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1B4996-4478-FCBA-B4DD-98A791999A4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00B405-16DB-F634-B5B8-C8EFFC23DE2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0CF40-DCCF-38DA-DDBC-0AF69CFE8D8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712FF-3E06-CECD-5193-8544E80ACBA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17EAA4-6338-D5F8-0661-C5A6D7F90E0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796AB1-9B1B-F745-7E34-2E812C1E57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BA1D58-BF81-EE64-DBA5-50C426097A6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A9FC4A-ABA2-76DC-D1E4-9214A7CDB25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86ED07-0DEC-33B5-1E95-BD029D71D56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0AC4FC-5FC5-D7E5-D703-A9C3F88BAD5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89C13D-6CE7-557C-E049-35EFDB53347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179D0-3E9B-764F-C1BA-9C02C061A90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E13BB5-B840-46F4-A255-1E9753EA550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A6F956-8C61-DA0D-0A2A-6ED792FD1D2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2D7B81-9742-6EAF-9FFC-41A0683200A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5AD3AF-1AA0-8718-09B9-7B81CF63106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11B8B0-111C-3A15-5C2F-4706B2F6075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C2C8EA-8CB8-9B29-D8BB-50DB9027D7E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8B8E1D-7E03-D08B-6E82-C0395B85D60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A2BB26-8622-626A-BA7F-09E04CFDE4B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1CCD14-C9C5-74BE-F54A-51E8BA54002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47A4B6-BD62-BA87-15C9-37FD07E2C1B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3F0E44-9904-951E-E475-0358E52524B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DC3636-F1A5-0465-F67B-A5D8CA1C9A1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24B819-DC43-154E-7D5D-BA501CF2EDD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1901B1-739A-1B05-EC16-134FFA372C9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44625F-8E8F-0613-A48C-9A793996C37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F1AE7C-E881-263D-5B73-F61894C1BED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87BD6A-2EAE-FB3E-A463-B2E18B7D096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6E0C35-A9F6-BEA1-CA9B-E54D24636CA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036A684-75EC-E5D4-D053-23357F34973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C6B672-5B59-76B4-DD89-FA1A7F96123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1AA7804-D445-761F-67B8-37A4C81F43C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54BF2B1-6E0A-CF40-C60C-BEDF68FED7F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2A3D49-9147-DEFB-7615-269E7A63EFF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58B483-EF0E-4A1A-3354-C426276A28B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A06C96F-8DA3-533B-08BE-EE9DE29F7C4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CFF8562-5DB4-27C2-571F-34066DDC9FF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D6ECFFE-E181-966F-C985-3112442D4BB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98039B-A9D6-79BD-CFF3-5BD824C7438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2FBD023-CF90-F7C8-7806-3CCFFC46A5F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DCABC95-42AC-7D32-2CDF-EB81ADDC0CF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835DAF-8B8F-79E6-BCC8-7B89A090C3F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E6DAAF2-F2D5-96D6-45A8-89206A0C4AC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DA9C47-3A95-7291-063B-0A42C03419C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7639450-1CA6-3D80-6391-202135582BE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F2983-777C-3F31-169A-29D3778E4BB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EC3390-1943-1631-A61D-A8095A44BFB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0A0CEF-39F0-021C-256D-2EA9F879C3D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562AEC-876C-05E3-91BB-15F7A9C8D5C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4FE1CA-7481-2BF2-7BA3-D4F81C3C682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13530E-DE51-08B9-D27D-7EDD14F316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855BD6-76E2-CBF9-FF3D-DC6EAF718B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65CCA1-5E7D-46B2-60B5-64AA5A1A8FF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7AF2AD-DD9A-4A9F-2B58-17F891C3E52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191FEE-A786-A2A5-9E95-DC1B7BF651D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2AAC6-88A5-C45B-D565-DFD9B311644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E003D4-48A2-4482-C592-3FB47B34BFF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056952-8C2C-789E-4C4D-2F661E64362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63D248-4E7A-408F-C91A-F4FC77610C0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C8A682-E258-F23E-4528-0EFB9DCA3A9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E343E3-1842-4E07-8939-A5511D59A1A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AD8F2F-6CED-E470-2CC4-7AD9B2EA7E6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870191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BC5B2-A879-D0AB-96C4-55AC39EC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A13B25-FC5D-3048-F6CA-FDAD37B69B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53980B-03F6-A410-B019-35B46F444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54DD12-ACCA-CA08-39D1-F71F7CF4C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B80CFC-5546-E8A2-448B-E39B9F26B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063FF27-EEC8-9105-C025-33D4DBA7AB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7429C25-8BB8-C2FD-886C-A092E3835F4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92D21E-3F0C-DA7A-6DD8-98328563DCA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B8E7EA-A60A-37B8-BB71-B199944ACF9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433DB8-46E9-F6D9-81CF-E3ED3387C16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6D2847-5E44-9078-8C62-2501E3B70F4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6F6F7A-F057-C84F-8B5F-84ECEE53229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B66AFA-67E3-4006-F5EA-A5D81A36BB7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BCAB2D-BB2C-D817-3B12-61D67C14A8B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E605EC-7C35-0C7A-84B1-F3DFDA89CAA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7F044D-8C95-97F0-5176-7CDC703363E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5E51B7-12F5-8FFF-8D7F-1CA2197EDE8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DA7CF-1CCF-7F61-EDCF-6A123C2617A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D1F14A-EDD1-B666-7220-BEF0022E72F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DD38F-AE29-7044-0784-935AD55D0C8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8DD0E-6400-E4C4-91A3-A5225AE3451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D2F412-7782-FD9F-4277-DE24418BA41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AFA80C-B08C-2AD9-87D3-C271AD826B3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2C018C-370D-5707-61D1-F90CD943143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34F7F-9285-5801-F6B6-19A367A1EA6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361915-DB1E-B9D3-BB53-9B799C43D4A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655329-A17D-0287-192C-6ADD1E20672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0C379F-5898-08D2-FA62-2D9AA550565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551F1D-001B-DA7C-0821-E26924A4D7B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63FADC-841F-59CD-901E-A4B798365D7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749395-9328-0F06-01E8-2B572E3FFD0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4EED9A-CF80-591F-AEAE-0976ED33B2F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D88FB1-959C-9B69-1DE0-275811B525F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7554E4-D2DE-5C65-A598-560755AD156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E506A4-3333-B351-FDBF-0CDE63D0DB6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C911B2-DB04-6706-B6EF-7A1246F37DA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F36A4A-92AC-2816-32A8-FD067BF17A1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48992C-E58B-DEE8-F79A-F6791460427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667E8B-7B5B-4E32-27D8-E2E101B9EA7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90B488-AD88-494E-03EE-5C622999774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69CA55-E380-7FA4-A4A5-3A352083704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568606-69EB-5933-E578-9C04D146C64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2301C-C0B5-B4C5-A0B9-51AC627993F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35CCF9-B23F-DD7D-D760-454577C8013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2A12F4-630C-484F-A447-BB23F66B712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5CC8B7-2C02-E201-4BC6-1A97C33433F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A32A85-DF0E-2378-F9DF-28458769309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F875E1-C5E4-EC97-5608-38788A74341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811D82-52FD-096D-E610-C196D6274CA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FB3F79-2301-1D5D-9C34-09025011BC6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17F503-A185-2CC1-74A2-04AEFD75D20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6A86EF-112B-73C2-6F34-4373AC9C1BC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435DDE5-0B6E-0515-CC4E-14C1E4C75C1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C82771-92D7-4C8B-D308-7F5E478F49B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36D83A6-341A-0665-B523-BEB61CDBAD9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BB16C1-9C1A-FA85-CACC-54CC1473DDD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409A925-CAA3-7FCA-B9BC-6F45BBAEEAB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4BAC36C-8523-DA9F-B0AB-A96BEE96473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B76205C-C106-80E5-98A1-3F731DA467B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3C679C-C195-EE11-E731-0C757F79160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2A929FE-C2A3-FD67-2200-60BDD4FA859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7D92259-AE68-F426-B0D3-C20763AAEDB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9657963-DD64-C826-C4B8-29C41D130AC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5AF3A20-396A-15B4-19D5-D2F3A895885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5207D4C-8CBC-3717-B262-02802222AB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8909F48-0A2D-B6EB-A573-DFAC3C270A1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4292D16-49F6-F1FF-16FD-55BA94726C6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2AE3D67-FC51-87C6-5278-825974F431B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566067-73B0-BE1A-8A8C-391795FE0A0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B5F329-D1DF-9019-A5CA-CA9B5FD8282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8D6194C-8996-3175-B964-463BAE8CFEE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EDE9A7-E934-96A2-C33E-1470CA247E9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A568D9-2EA8-9AEE-8BF6-B4338EAB2A1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15489A-CF04-B83A-EBC0-24AA66D0C1D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5DE2B7-FEE8-F488-2FF7-AAC475D8FD8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401049-0FBA-7E4E-236D-19ECF1BA82E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1BBAC5-CB6F-892B-78F3-96BCAE783B6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B3C72C-3DA7-8358-7E19-E7678A5F399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DCE1D2-A9D6-20C2-D135-126AFCDEE3E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117379-390D-7E77-823C-02A71A1507D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D2E6E5-6AAA-F719-CAC4-B1FCD61B97B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D0A0E4-AAED-186F-684B-219FA4D22DD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52C7D6-BCBF-3BC7-33F5-18869D7E102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6B6110-E372-8B3D-A314-1EC4A20E345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C878F10-ACC1-1DC3-8030-C6EE4B6A9BD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35827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10152</TotalTime>
  <Words>2663</Words>
  <Application>Microsoft Macintosh PowerPoint</Application>
  <PresentationFormat>Widescreen</PresentationFormat>
  <Paragraphs>1918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407</cp:revision>
  <cp:lastPrinted>2025-12-02T00:08:17Z</cp:lastPrinted>
  <dcterms:created xsi:type="dcterms:W3CDTF">2024-03-19T02:13:08Z</dcterms:created>
  <dcterms:modified xsi:type="dcterms:W3CDTF">2026-06-26T17:37:23Z</dcterms:modified>
</cp:coreProperties>
</file>