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457" r:id="rId2"/>
    <p:sldId id="531" r:id="rId3"/>
    <p:sldId id="532" r:id="rId4"/>
    <p:sldId id="533" r:id="rId5"/>
    <p:sldId id="595" r:id="rId6"/>
    <p:sldId id="596" r:id="rId7"/>
    <p:sldId id="597" r:id="rId8"/>
    <p:sldId id="598" r:id="rId9"/>
    <p:sldId id="599" r:id="rId10"/>
    <p:sldId id="600" r:id="rId11"/>
    <p:sldId id="537" r:id="rId12"/>
    <p:sldId id="551" r:id="rId13"/>
    <p:sldId id="552" r:id="rId14"/>
    <p:sldId id="553" r:id="rId15"/>
    <p:sldId id="554" r:id="rId16"/>
    <p:sldId id="555" r:id="rId17"/>
    <p:sldId id="556" r:id="rId18"/>
    <p:sldId id="557" r:id="rId19"/>
    <p:sldId id="558" r:id="rId20"/>
    <p:sldId id="559" r:id="rId21"/>
    <p:sldId id="560" r:id="rId22"/>
    <p:sldId id="602" r:id="rId23"/>
    <p:sldId id="603" r:id="rId24"/>
    <p:sldId id="604" r:id="rId25"/>
    <p:sldId id="606" r:id="rId26"/>
    <p:sldId id="605" r:id="rId27"/>
    <p:sldId id="607" r:id="rId28"/>
    <p:sldId id="608" r:id="rId29"/>
    <p:sldId id="609" r:id="rId30"/>
    <p:sldId id="610" r:id="rId31"/>
    <p:sldId id="611" r:id="rId32"/>
    <p:sldId id="612" r:id="rId33"/>
    <p:sldId id="613" r:id="rId34"/>
    <p:sldId id="614" r:id="rId35"/>
    <p:sldId id="615" r:id="rId36"/>
    <p:sldId id="616" r:id="rId37"/>
    <p:sldId id="617" r:id="rId38"/>
    <p:sldId id="618" r:id="rId39"/>
    <p:sldId id="61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0"/>
  </p:normalViewPr>
  <p:slideViewPr>
    <p:cSldViewPr snapToGrid="0">
      <p:cViewPr varScale="1">
        <p:scale>
          <a:sx n="113" d="100"/>
          <a:sy n="113" d="100"/>
        </p:scale>
        <p:origin x="15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2D528-DC32-0BF3-5A34-2EAC9717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775125-B015-F6FB-2E4F-02F381B9D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04C60-6A0F-A8A1-4C2E-38FD238B9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C2A59-EA47-5A9B-F390-3F335791F9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23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F6559-86FA-9D88-0BF6-EB289039F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2EAD4-76A6-47CC-C90C-BD35AF7A0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27390D-3A85-961B-524F-E9E394A14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4EB5C-AFB0-F140-B1A0-E1A1B273F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553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0DF73-5C35-BAD2-AA1F-8AC37C531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F1979-99B2-9A1F-3966-B4E9718DB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D2EA3-BFD6-982C-DBCD-7FE9EBDA8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F6D66-E4C3-C01B-EBD0-B3383C7F1C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3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EEEC7-51AF-915D-B877-6FD033B77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A36AB1-2B0D-ADA7-750D-4409BE5B9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8AC6C-992F-7BFE-4CE1-9BAB333A7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42B7C-7B68-B42D-8232-F8F055A30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254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0D4D5-6CC0-7ACA-7111-8261C5D7B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BF099-14B6-1781-2F59-ABCD829F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B1B3D-A0F0-5EEE-5FF2-2F67B9EF5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05680-C3BB-49AE-1543-FD41ADA513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412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F8371-456B-F154-40CC-826DB835F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8136FB-CF54-68C2-FC19-CE607DD3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2D60B2-72CF-1035-E07D-A878CB2AC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DF477-00EB-897F-E350-EA4E28216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301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245E3-F288-172C-B194-1C7212CD5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C91B3-A6FE-70E5-7F95-85D9BAD7A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581889-6529-0A8F-D4A5-9DF97E292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B801C-D685-16DE-9885-87F9963B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88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0094-2F58-4839-DA00-BC7E97B5B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E9999-7C03-5B65-2ABD-09DBE0754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3CAC76-3027-3E9A-1019-620C551DA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40999-463F-F5BE-47FC-60AAB90AE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396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3CAE5-E8B1-D6ED-4572-C524EBB02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7E9FEA-9DFE-201C-29FE-9CE27EF1D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BE1E27-A587-CB31-2BF0-C21B1E665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911AD-490D-6233-A2A7-141D35401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03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9AC2-7824-97A5-EC1F-771FA3861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0CAAB4-1FF8-56EA-3A02-FFBE2CF67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F2333-1133-A1CF-2799-02B152DB1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846E6-35A6-9C25-F95D-3900ADB2F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7119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112-4C4A-4FFF-7882-2157F3D0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7157A-C99E-AB32-6E93-5C2903E84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F690B-8CE4-3034-9A45-4647DF984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A65C-400D-4EE8-0B4F-E7E81FBEE7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9520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486B5-6A46-76CA-6417-BF7CD482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4C881-5BB2-FF24-E349-1814BC657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23F09-50B8-F02D-F512-7499253D7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61EA0-09F6-9434-DE23-F3998E032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0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CDD77-78A1-8E3F-A577-8E5FD37A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44CFB-5B31-480C-D135-095FDE414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124EF-EEAF-AB05-9DFF-691F86D15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23D01-4971-D581-EAEC-0A3124A55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0612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3413D-57D3-ADAB-5B9D-24BE2C161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D97D9-58A2-4C20-B1B0-53579F2B2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397CE8-56F8-1A33-5057-AADCCE94C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2D59F-F34D-8BE4-C193-7859CDAFF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016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9A6DB-C275-1795-9C1E-FAC279203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A588C-ECCF-6729-BC6F-E1B966ACD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6B3BC-0E14-AC53-1B66-E9684A2B8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8277-5699-F877-72A4-7BCBD542A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983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8108F-8801-C11E-D2D8-7309BE3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480E5C-5D88-2D23-D8F2-26C323C9A4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1F06D-BBE7-32E5-6DAC-B1840692D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9C087-03F0-161B-07DF-B38053523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03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384C3-E989-56ED-C5D9-6A2CADE4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5BAFC-2F43-5ACC-8C79-6226B7ADD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EA90E-B5ED-C0FE-B529-7185F12B1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BDC68-09D5-2CAC-8D52-E33AAC76E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8589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FE78-B0DF-3BA9-313E-DB34138FC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0B686-116F-9C07-D7F4-C59153565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6B777-018B-DF4C-79D8-85FC5CE49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E233-0538-A7C9-0983-5FE243CD9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7260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BE58-8939-F389-5E8E-0EA87C20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85B330-DE36-B822-F3AE-69140906C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E5B66-5087-2F42-CABC-AB446A891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680AB-9E80-811B-53D3-83E855A59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70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DFD7-E495-8C9C-BE07-BD17D1434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B9643-6683-0830-9F83-0704D439F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1B5FC-C9FF-1740-3187-4828729C0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5E4E7-EE61-0AFC-7233-E1FAD938B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1153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FCF5D-6681-930E-933B-9879FB65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0A99E-7ABB-DA66-056C-897E8B720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CAAD1A-6CE8-3080-5EC9-0917E5024A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0870F-8767-5629-3CDC-9823EBB68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5543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C13C-FC4D-168C-9783-B2336E205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656E7-5F97-0695-5B1C-54947FC0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70F03-9CCC-D050-65CF-8E549E220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7F72-3820-8487-FDDD-9A63143827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121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79383-5A13-283C-3E33-C62F2A7BE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24F62-6607-D49F-75E6-22C5488C3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BD24BF-99CF-537A-946A-C402E37F4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11ED7-53C8-F9F4-16D6-D6C16F227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642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8D57A-540A-2306-BFF1-C2C26A4C4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9D9E7-1F04-930C-FA7E-7B161D7AC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8EF90-D125-E1AD-B631-FB6B2C069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1D4A3-EF9C-29A6-76F3-DA8A9D61E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705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F27C-CDB0-F056-49F6-7F2EA4F7A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26B930-6BB3-7BDE-C95B-E2B60598B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01F63-2DE7-1A5E-014A-402B9F3C4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257F8-2857-872F-8D87-0BC99B22D2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153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15320-6EF8-CAAF-16C5-E666C8A4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C86EC-A5A9-3381-F9B9-B7855E5C6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8ABB7-4C7E-61E6-88F6-D00C38141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086C9-B25C-E3D7-91A2-BDC625D06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81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B1576-EA77-A9E9-50B2-BB2C876C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B89F1-22B8-695B-D13E-0081E25BC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DCCA8D-C341-D5D2-76DC-0DD6C1220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A2722-C19B-F190-C87C-D87CF89586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57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1B5A6-A3D6-695C-A028-F70DC9965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A306EA-F713-268B-A301-D06EEFF4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CB21F2-04AA-AA96-9EE5-B5E02A6C1F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01210-49A2-DB04-1D50-ECD66D594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2839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600B9-E4B4-5E0F-8FCE-BD999DC52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E2C9B-FF2E-D3D0-2764-9361A722A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99DD01-FD3C-C1AE-21D9-7EDC7A548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CB681-CA06-FA3A-9F69-0D8BADA25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344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E9FAC-3936-B819-632D-E6C72DA27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F32AA-82C9-CAB8-BBD9-BB5F7D089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544C8-CFD0-BC54-E131-F9B938BC9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16DEA-C1E5-F45C-BAA9-E20AC545F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592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C8FC4-54B9-796E-F17D-512253E7E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CD0C98-199E-4A87-507A-EA47F68F2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DC2C5-8728-A9CF-26CC-D317BB383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03034-9044-9231-4FFD-3AFB5DA0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72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AED49-0F0C-DA14-E059-8B92BD19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72DAF-EDA7-D454-227A-952B8540A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8D32E-FB3E-0288-23B3-09D204322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50B0F-959A-7A4B-83F8-77D090BDE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356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68C29-3143-6478-0DB6-86B83564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932FB-B078-1824-6B3F-40A42F5A7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BF94-504E-9C76-1B85-BD491961A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9F9D2-EE74-4754-D71F-4CEF8E0E3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139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53D2A-8983-5597-22A8-8BB6F5B5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2F6086-2EE9-5B0A-CC25-57E043705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F6B9D-D751-9804-3365-313197E0D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5B10-83D9-B45D-429C-CC0B9E667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7669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BD0D9-F293-DB06-3A9D-8E56912E5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D5F48-B94B-F3EC-B562-76376519FD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358DF8-6E8E-8CBD-326B-DD657A1B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DFB7A-6D58-C6F1-929C-9FEF7B2CB1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565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BECBE-0D2A-7816-31EE-907F47FAE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F0AE2-A343-EC4D-57BA-DA977E74C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AB5DC-7969-754F-2B59-18D120113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9318-94BE-61E4-52FC-92914B8121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961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88502-B2DA-E335-6419-BB8CEBDB4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5CC524-243A-8402-2590-84B49D4C0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2A61BF-5AA9-BE5D-9A0F-AE6DEFECA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2E6D6-822D-5544-4CCF-010D57EFB0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8031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7E59-FAA3-5915-D2C2-496638BAD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1AD5A6-87F2-3D73-9290-F4B070EC6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0BD6C0-402B-7473-1A1B-BA637EFCF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33BD2-AD20-F271-43ED-C43B2B7BD8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50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6800E6-BF1E-9F64-8B20-49905E2B68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22179"/>
            <a:ext cx="4543224" cy="517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E9DE-860C-447D-1EA9-AC3B434FE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4D5878-A3AC-B358-F67A-2DF1D0DD11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We begin by deducing which red line has which differences.</a:t>
            </a:r>
          </a:p>
          <a:p>
            <a:r>
              <a:rPr lang="en-US" dirty="0"/>
              <a:t>This red line is the only one without two cells in the same block. So, it’s ∆0.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9A0E9C-9D05-944B-BE6E-255AF78E3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AC0601-29FF-2190-DD74-30D2C540C6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AEA370-2825-1A78-1DA8-DDECF1D3FD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812EB9-09CC-FABC-36D0-5B93FBD8F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DCE70A-D496-815E-AD9B-B912CEB8DEEA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</p:spTree>
    <p:extLst>
      <p:ext uri="{BB962C8B-B14F-4D97-AF65-F5344CB8AC3E}">
        <p14:creationId xmlns:p14="http://schemas.microsoft.com/office/powerpoint/2010/main" val="563904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45100-EFC3-41BC-5BA1-98A52C12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C1294B-A241-728A-9F36-3C4C3BA8A4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∆4, there can be at most three cells in the same row, column, or block (159). Likewise for ∆3 (147). Therefore, they must be these two lines, because the others have 4 or 5 cells in the same row or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869D401-7B2B-D410-8C54-61DD1025D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1B57450-46BC-6A37-FF21-7F5937D6A3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F6FA42F-1ACC-E600-69B8-C33DA88FBD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8BD51-DDC1-A3B0-7E8D-DB06E5B629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745F1B-AE19-59F8-A25B-7D4AD0B4AB1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37B3F-F916-D26A-2CAF-F8B03FB0F6E3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B49AB-DD06-9996-4160-E07C66E2DFB9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</p:spTree>
    <p:extLst>
      <p:ext uri="{BB962C8B-B14F-4D97-AF65-F5344CB8AC3E}">
        <p14:creationId xmlns:p14="http://schemas.microsoft.com/office/powerpoint/2010/main" val="3371701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FFFDF-3434-7CBB-9822-267DB3B80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CAE4CD-457F-9527-1A42-B28808CB6D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∆2, there can be at most five cells in the same column (13579), but this can’t be the long line because of the 7 in Column 9. So, that must be ∆1, and the remaining line ∆2.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015976-EC93-0ED4-5B7A-ABADC39D6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C26849-0417-7EDC-796F-2A936F8A88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C835A8-872C-5284-AE16-E5C5F738B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3C3891-996E-1272-1E6E-F321967359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F8B1B3-A490-8C17-04ED-EA001635DEB4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E4877-71D5-B478-8E9B-8673D62DA54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B1D677-6359-1611-1121-574F051B16B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0CB33-EB61-7D02-3137-5AADCEFB924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27607A-DCE6-FD14-E4AB-3B61E5CA591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</p:spTree>
    <p:extLst>
      <p:ext uri="{BB962C8B-B14F-4D97-AF65-F5344CB8AC3E}">
        <p14:creationId xmlns:p14="http://schemas.microsoft.com/office/powerpoint/2010/main" val="2458987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33FB-7192-5F65-CBED-5947D9DEE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53D3F-ED6E-B124-3E40-F62FDCBC64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4 in Column 1 constrains the 5 consecutive cells on the line to be 5–9, in either order.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1C57B6B-B7A8-CCAC-7C40-47B2F35D8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D20FF9-D364-7ECA-7A71-9C8711110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DC3D15-7CA7-F04F-3401-64411EF1D4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FED677A-8B95-E3A7-8B9F-FEAA5F634B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DE2878-2724-E4FC-981F-19081F6C190F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6CCAE-94AF-4834-EA1C-4861C56FAEC9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55F8C-225B-BBFF-370F-57AADA72DC4B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88AC9-4668-9A2A-FC4C-1C6891FA1C4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76FA27-50BF-827B-3268-C9DFD4833BD9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51D2AD-099F-C0A4-93F3-988DE1B769F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50BCE7-DFC9-45EE-A843-797C5552B0A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C9B55-89E2-31F8-1994-9641984285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37676D-D40A-6457-8C1B-7954337FDEA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2D5062-33EB-E527-1667-14F5949074A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554513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0B8E5-9AA6-88BA-60BE-7E3722323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3E840A-C9E8-B7C1-4A37-E0220A3052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rest of the line progresses as alternating even/odd numbers.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CE4626-6318-F621-2BF1-C62DCC563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E5E449-83EE-D56F-0A69-DD13F6F4E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1A5EB8-CA3E-1B6C-30A3-CEE2037A52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D943D1-3049-2417-2FEE-3CD38FEB13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D86E1D-5D78-56C9-CFF1-E21EBFE8A9A4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52DB4D-A17F-3E36-0D33-5C1006879084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47589-6F7D-B594-828F-EA103D3C18FA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EED1D6-D7F6-CEA2-9CD3-16C9B64A2A0B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4B024F-13FC-6ED7-18EC-ED6D5F2F5652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FF83F7-44DC-9695-F95D-7173CBD4B6D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D7F0ED-26F4-6843-10CB-77716984DB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CEE8CC-4E52-9214-AF56-2EFF73342AC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ACD4C3-DB45-43A6-D7CF-5E5800B5FF7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38454B-2457-F2E5-718B-5DB73513527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F428E7-F680-192A-1467-B028F3320C5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5C5860-B046-107C-1BD4-4BBF0AC2453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A1910-4CC5-2B2B-FEBD-8E6FDAAC3B8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0692D7-00B2-95E8-0AC1-52B82B34CD5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40D07F-9B21-4A7F-F15F-C36DCD80B17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BA75CB-DBBD-0E69-4FAF-7E9E109288D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2A491-78EF-1D4A-940C-E2F7FD021B9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892245-7C6B-575B-2914-46CC3889B86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46563-72FF-2E2A-9C98-81F3B32B558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4AA7FD-6E41-F93F-E658-C07A12D3CC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4A15DE-48B4-9A3E-99AD-682162D265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081F3FE-DEF8-1F09-EA37-28DC093B8A30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</p:spTree>
    <p:extLst>
      <p:ext uri="{BB962C8B-B14F-4D97-AF65-F5344CB8AC3E}">
        <p14:creationId xmlns:p14="http://schemas.microsoft.com/office/powerpoint/2010/main" val="1046099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1C056-A140-9347-CAEF-CD2A45A8C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FA811C-E307-B106-CF78-9EBAADA442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the 7 constrains the sequence of five digits to be 1–5 or 2–6. However, only 1–5 fits the even/odd constraint.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5B023C-C8FA-5E21-679E-7D17E9AFA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35EB811-3A83-6F75-2391-3974377C3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837E65-372F-90B4-3AB2-147382740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78A2C9-4E6C-B8C0-432A-820BEE130E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E8B7CB-1891-DA48-9C55-FD5FDD8E7A4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19851A-26A8-1CE8-598C-1DB7952F9B0E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5D93C5-03E5-C643-61A4-914A55CB6FF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D87400-A1F6-605E-F926-A883406115E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6D564-D96E-28B6-88FA-313587E98BBE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D7B48-DF25-5127-AC45-31BB9C911F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E8D76C-166A-49A5-6486-007B3F5B0BB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20E4ED-8B04-229B-F0FF-3F4D8E7B8A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AF3CB7-6079-C8C3-73FE-A4A784DCD4A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A77A4B-51A0-62C6-8DB6-B3AAF02D026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167073-E8C6-9A39-3765-95CA34C68D1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376DEB-0DA4-FADB-BEBC-CA592DA29EA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AF7D38-449C-F998-FC2E-081705B865A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A50357-2968-DF15-8DB2-A3E57794FAC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748D7D-DDD5-E942-8DAD-D9381C34B7C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2A92BB-A0F7-8616-E832-31A30D5F910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E7B4D4-FE47-88B5-B798-4F57184E2B8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5E8A19-D955-D977-5B9B-07646C06CE6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3C8C08-A8FE-08CB-C9EF-833AD99CBE9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8E7813-50F8-E088-54D5-80DA1AD7A7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C72B3C-5DB2-DC7C-172F-C4820EA99B2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7EA656-3040-010E-CECE-A58C10E9F75A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941867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0D395-47F2-2026-A372-7C43191F9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18B598-3C9E-A2C1-4658-E31C026FC4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7469AB-9D58-6358-7360-B2C783AF9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963B35-E605-0DDE-58B6-518C7CFAC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D419C8-870E-07E2-4433-A462EE4E6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39DB5F9-BC8C-AEE1-B40D-2E8375EDBD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FCFE8-0182-9CBB-306F-F2D32751C00F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C7CBEA-8E33-94A2-B54A-29FD591841A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EF0CFB-D1D2-8D1A-2150-84A984A821C3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FBB255-6130-2852-6503-D7A6BB8E2D2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69E28-6B45-B06E-2B32-40620010A579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FAB3C-AE37-69A8-3ABF-99BDA2952ED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8EAA1-A748-58EE-4007-804CC6062D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2385C7-70FC-14E0-4C4C-62F3BD0C8E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AB6FC3-E0CD-DC78-ECF7-33E575CACB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0FD3A3-B79C-C78B-506F-D8DC5489678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65CBC9-5E2D-9183-9495-615BABB85AB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21B7F0-84E5-71A2-EDEA-08E02F959FC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BE526-8616-5799-33BD-097DFEE4695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CA0F8F-59AD-BB5F-E020-25BCF9E3652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426862-6AA3-FBD6-B4F7-05DD7865161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C47BD8-F25B-4D95-3808-F847A545B00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4E3919-A389-D444-FB17-B1B309E418C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A07548-C46D-F279-F747-400A5C3E21D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4C2032-1116-A2A8-23AF-DB3C6EE7571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554FD2-3169-DC50-8EA7-442B61B4C9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9958AB-6FD4-BA8E-878C-3EC8978E1A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702DBE-5D55-F596-9A4A-C9A7A5434465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183546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BA8EB-9F91-AF4B-ED0E-B4F3F51C3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AEFEC8-A706-2F91-9727-E80DFF69C98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center cell can’t be 1 or 9 because it requires two different adjacencies in the same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8DF2FE-7B52-F606-52C9-6E41890E1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C7E104-D149-6EAA-E64B-6FF0D9A16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88B5D6-54B9-7B9B-2A22-7CEA815B4F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4AAD42-E417-EED8-9BB2-7499003F1A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4E2973-41A4-404D-6D4D-5D68AC343008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2491F-E609-575D-0377-29FA05DFD2A3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59B17-6B78-1B19-E7CC-1B401227F70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912E90-425E-6616-4FC4-920D7E972A76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1AFC6-4DCE-3B08-D1ED-688D726FEBEB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76BB4-E130-3CF3-723E-6C102D0DBB3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9645D1-D58F-BC55-6225-046D911CFF9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6EADF6-0FB4-E188-E57E-FC1EA0FE561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8C9DC5-E2AE-9989-EF14-D7E44DD5008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4EC4ED-B4B4-679B-1647-4F7C51D5FFB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1FB0F6-314D-C9F9-5603-22DF31AB69C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0BFA34-8201-4715-A071-E71436D1E88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62C259-C591-3198-B1B4-97C538B8FEB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2CA70B-6169-DC4C-2655-4E811BBD1C0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4FEA7A-B511-7609-6357-F75B6A1C5D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494647-EE8C-BECB-86FE-0E03947AF44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449304-F636-E449-5995-7CE2A59C949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E2584A-FBD2-4EC4-054A-CAD71CC29BB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111D02-6327-555B-19D8-2F384B31B78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ED1E11-DF23-C889-4F6F-DFDCE21727B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C4ABF4-5542-D025-8671-D6001F04F9A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CF6223-16E8-DF22-BA75-975C4462269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947946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18721-85AE-5E79-0ED9-D53F0504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7CF9B8-031B-6982-E363-82F1D16006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2B4A31-1C4E-EBA0-AC90-FFD3B899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2AACE83-8EF7-890C-007B-729B35043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F5CF71-D2EE-6C8B-019E-7785C0DB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479E2CD-04BF-5B9A-6713-AF0E25F21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0D2E24-A394-DAD5-8306-9E29A5BF4527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3B57F-F5C0-9BFF-A219-9B479059B43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3A054-2BA9-91A3-E426-0964A68AF1D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17690E-D729-E09C-EB23-4EE163EC717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3B84D-6F8E-CE80-16C9-CD370CF6E28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C17C8F-4702-AD0D-88A0-B790FAFFD63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E56292-409B-6CEF-A8F8-6EF0AD66325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573E0B-DD8A-224F-45B4-8648FA2029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B0B3F-D597-8559-3367-B0D32AA3ECC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194094-C51D-E2BA-0E7F-BF36C8D2C36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421AF-59C3-19E6-0C81-7C9B191314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F3E37-329D-67AC-5C65-9CAFEAC279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49CD39-A420-C80B-5D5C-13CC0855A55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8994B6-2297-8B10-892A-75A4F93CACA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37384-FF40-5807-A2E1-6B393BB6334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EC6FBC-7024-B7E9-83DB-B909BE4B5DE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7AACB9-B337-60A5-DEE4-F280CB22B2D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6BD989-A57D-5E66-94DA-98AB3B9DF05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0D495E-6670-C25B-2F1C-A5F3BD09B8E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37CAFF-3A6F-DD8B-B7C1-9CC2DDB929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3ABD4-8517-6D8C-C138-CFA6585F13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C1C233-1536-E62E-6637-EE63B3A62DF2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754195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9DC4E-7E51-B3B1-4780-3A9BF90E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24D9E7-962E-A23A-4434-C60CA474B0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∆2 line must be all even or all odd. The 4 in Row 1 tells us that it’s all odd because there aren’t four other even digits.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AFA845-3B6E-72C0-53C8-5D77ABA8A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9E958F-83C6-D3C3-1E8F-C4C94DC0C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38784C-3F17-39E3-A2BB-BA84A5FAF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71CD4B-80E7-8896-1025-31A0F9F558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D303EE-1502-FC32-AE51-B1689DC1BC40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B49515-53C9-FA66-4C97-7F0CC920203E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ED2BA4-FC55-9F7E-7929-172A396C55D9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7D6940-930E-170E-03E4-240A5CEBD5F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98EE6-109E-6C75-7AC7-DE57935D41BA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4E63A-0B98-7E37-C3A2-A5D77A3FDFC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7C9B1-5E3A-D252-082C-D4B016C4F1D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A7695-83B8-2B8A-93B9-C49C1BA1025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8697A-EBCB-09ED-5BD4-56E29318BD68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899D59-4A5D-A4C1-5EAA-18D31E54BC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D7CE1D-5AEF-EBD6-B980-9E2502C5AE9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674C36-7B52-82D9-6FA4-084885B9A46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06FBA1-ADAC-6A6A-1D8B-8FE19B8583D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1320A0-8C0B-5B34-AD98-3C144C528BB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4B140-D910-3751-9606-9BBF501A41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45DB93-29A4-459B-CAC6-FFCE89D631D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6BC12F-C4F6-0753-4865-E3B7FAD568D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477DFA-F6C7-BAB7-E35B-308932BB836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73D382-47AE-935D-F046-935122CF90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9B0780-2C2B-5202-BFF3-2B9B40B9899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B9856B-7671-3F63-5A37-19721D271D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74FB99-FFD9-6F98-03F9-41F463E0A133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857C56-E947-F14B-BF72-4A86DEE14E1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E5F27-9FDA-6D57-57E9-92ED13CB9512}"/>
              </a:ext>
            </a:extLst>
          </p:cNvPr>
          <p:cNvSpPr txBox="1"/>
          <p:nvPr/>
        </p:nvSpPr>
        <p:spPr>
          <a:xfrm>
            <a:off x="5650090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1BCE87-CE13-233F-5365-4E0F33D9679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465C51-F9B5-C5E3-0DD9-02A19CC95D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9FEB8D-EF6F-3061-5262-46D7926BE60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7A093B-BA8F-D59A-270D-AE9F4A4CEB09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08C2E-437F-00F8-F00B-5049E3620915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48768F-EB86-D720-44C9-D2AA9FE6A689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E125B2-6DC6-6090-4295-D2ADA0C733E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76422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CB113-632C-C2C2-1031-D4CA6A99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8E302C-AD4E-2C93-B4F4-E474161FD2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6B9D0C9-F5DD-6FB2-2F34-9CE66E27E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9DAEF9-3FE6-DFB1-651D-9FB7453D2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1882CB-F286-DDE6-180A-DBF745E4EB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7383AA-B62B-8F6C-23B1-AAA303211A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5BA4CA-5E58-68C8-6366-A4385B7EED3E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7E068-670A-21BF-97AD-6788EE6950FA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0586E1-A94D-5668-87D0-F1B20899789B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21E73A-EF59-A39F-9883-B5F42A93DE3E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73FBC3-FD1A-F1B4-150B-9FB7604BA5AC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63EDF2-F168-6F71-D286-02980C9DC4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1C0E-312B-8FF0-0CD3-22A9DC355C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0365B-A1F2-0A12-0602-C0F7AF463B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8CEDF6-8361-B24D-0967-E363F0F44DA1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31E0A-0224-D7E2-4DB7-8F96757CB9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CD6C4-FBDD-E08D-D515-E92AF761A1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A7B2CD-AA26-ED1D-CD78-A43F5614F1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1D6F27-AA44-32D7-223F-5D5CA1C353E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E86B37-6720-35F7-260B-9C1147A2143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4E077-8F03-10CF-9DE2-4BBF3474C25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A3A8DB-2188-02C4-4DA8-6109B3C8E53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28D136-FF95-71FD-DDE3-5F3A7F1F45B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18838C-5B61-7F99-3F07-3220B7E327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F513D5-2218-09BD-E251-9B37C8F2D9D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B65CCE-49C1-6F1E-277E-2B8371C8C2D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4430C7-4C07-6460-0AEE-CD396881956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5D9A5-8A36-A75B-EFBD-36F4CD28ACCA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A1C30F-757F-55D6-776F-E398668249E0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D20BC0-ECA7-E2B7-5934-9873FDC14FF0}"/>
              </a:ext>
            </a:extLst>
          </p:cNvPr>
          <p:cNvSpPr txBox="1"/>
          <p:nvPr/>
        </p:nvSpPr>
        <p:spPr>
          <a:xfrm>
            <a:off x="5650090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1FD30-FF0D-21D0-BB66-CD575FB1B47D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A25E0F-88AB-84D5-3091-C86A59CC34A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D56203-27D5-EAB5-74B7-05D00438AD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BB180D-2870-49E2-3D7E-8A85B65C906E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244795-E386-C06E-2707-19EAE090002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932947-3702-9B17-9BCF-8FA65E64F712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32DACD-A2BE-FA51-D06F-910F0908FE4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74975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0B808-B501-9595-FFEB-D5A4B802E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53E000-1EAE-A6DD-5E2E-7220DD36A4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upper leg in Row 1 could be 1357 (in either direction) or 3579 (in either direction). In either case, the end cells can’t be 5 and the middle cells can’t be 1 or 9. Actually, the unique 5 in Row 1 fixes the direction in each case.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11C101-73FA-FDBD-6254-7564AFB3E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880605-6D3E-C9D7-6D53-754621F22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07CE1C-DB1A-7FEE-CD01-B8E343E02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4BC033-4F33-53FC-D384-BF789692C6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01D09D-83E6-0756-4153-D5DD323B2BD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5CDE91-9609-F524-C8A4-F4E2410E018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39627-B8E4-74DE-9A15-2B8F7E449A0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D89236-A349-A4A0-A3C1-04CB73D6DFEC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85DB7-7F0D-27B9-48C7-4E60005669C5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F3E0DC-739D-473F-E225-25B84337FF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F9ADDA-F716-422E-BDB2-19B88731B4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71A288-6EF3-EF16-E207-21EAE58267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8FC03A-1A87-00C5-3773-47CF4CE7289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D0E4A-7CC6-3F3D-8575-855742DE787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B8D040-1A36-B885-BF48-B5754280F8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3AD86C-A7EC-FB59-C74F-B6DA1215DF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1B0B1F-5F79-8FEE-C11A-8E827A1D90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B9E3AB-41BC-6131-360B-C00D2B96C4E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DC6DD-EFF2-FBC2-A0AF-62AFDA878E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691C54-EF1E-35CC-1BDB-F8F083EBCE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EB6658-CDF0-19D0-4BB5-A9D6566965E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5C0C9-D65C-588F-CF9A-1D6D139B28C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29C080-F756-9CF9-66D2-6AA1961B93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4A95D2-F610-1249-77F6-C231FACD5BB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29F6DD-BC77-8BE4-5630-593AE74520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C695A6-E119-938D-072B-B0E8CC8A3BE8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EC0FF4-93A1-0A5C-3A3D-9B7E4ABFCDA9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72A3C5-6862-A680-8C4E-A84B5ADB792D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CC2FF5-B121-4A1F-775E-BF62564BC2C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0786DB-D1A5-6BD9-43DC-0A18E236FD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A5B01E-4EA8-A62F-A62A-FBD253D7BEFB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D8EC20-235F-1E08-8EAB-958C65632BD7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3B0D53-B0D0-6928-6F96-63DEE6933FC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470BA3-A640-2292-385C-1F9D1387AF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3E3F92-A0DC-C566-E29E-190B359FC8F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082092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16214-AF43-8D96-85BB-AB170C6DC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37F48E-BD2F-D242-23D3-5C470B5C4D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Note how the bottom leg in Row 4 is constrained.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58CB5A-5BD9-D920-4774-1D29A6413D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80DA46-CD3F-AC60-9155-96868B5BD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076ABC3-8144-6DA8-A1DD-67ADED398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ABD2CB-AE54-CC31-2F74-A114D4C544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A0B6FB-0AB7-A1FF-AE71-55E7C4CA0B4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91D70-8B11-4C5C-FACE-0C06B9AE672B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B33933-CD17-002E-CA70-2AE4D4C60C8D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0DD213-084B-CB1C-0CAF-B049B0197D26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7B37F9-C1DA-6FCF-0B4D-59AE7F5CC17A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CF8E77-BFC5-B2FE-2AE2-E39778BF89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21378-967A-C727-A320-C449A2E27B2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176363-F058-27BE-1BCA-CCFEEF26223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0DF706-24DF-B4EB-90CC-006BF035FBD8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3E599B-164D-0703-46C2-4792BCEF729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33F6C2-4941-F4B7-1336-AB6EE9AA42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AF37B-5F53-1745-EED4-B55394EF17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5C3B91-6706-5934-BA73-129B723DEA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4AD27E-FB9E-6EDC-D65E-1AF32673DA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A19DF6-D9FF-30EF-372D-8217D65E22D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782A3E-BBB7-2E17-3658-5E7EC9339C0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A35736-376E-FFA8-651C-E0735D57927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22D8A3-FCE8-8848-3B8E-995A6E7CEA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7813E7-BB02-0AF8-4FC1-2673DDAB2A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F411E1-9F23-AFFC-F916-9055CE5C94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AA83A3-4E42-3F70-89C8-9C3E1F0EE4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C21B2-66B3-9271-D8E3-490B3AC26881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715D76-16AD-CEA8-45E4-6F5507D21EF9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612BDB-DF55-66A1-2FAC-42C4C6A0C6F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606917-1183-C3EF-DDC1-459CA982D4A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D70C60-4480-0462-1460-AF18B1D6A6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979AED-E33D-1106-2576-AD8D810F3622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E8703C-CCD2-2F8B-AF58-0404ED04317A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577687-68D3-DDFE-C619-E6904615A5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430377-DB40-7E6B-9174-C962C268F07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D4C6D3-B30D-82CD-E041-6B4058B06B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03086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6BCB1-9D9E-4C8C-ED34-C383A3D1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D45F0E-032F-2E4F-EC16-2FC8F2D6E1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three cells on the ∆0 line must be the same. They can’t be 4 (upper left block), 5, 6, 7, or 8 (left center block), or 3 (upper center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F1DA4D-C82C-9E28-20F8-922F6409B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C7F3E4-5FBE-56C2-14D2-B50EAD082E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6480EB-98C3-6C36-7B20-DB869DA9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834AB5-FCFC-4018-68F8-2B1B9C5A28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AE3A32-9625-A2C5-1AFA-2D6729D8A8FD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BB38DA-087F-2F0C-B540-CED44D4260F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C12030-6860-A009-500E-B3A2D3D9F7EE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CB1AA-3EE3-29CD-3B72-0B636D9DA5E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48315-8983-9ABD-EDE1-8C722F1D6761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902C05-39CC-C669-8DBF-D69303B9B8E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733B9-BF98-8D8B-16CF-289AE8918E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13478B-EE19-2298-7046-6CF63BF2F39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12178A-60A7-B6CF-70DA-54FBD116AF5E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52DA4D-DD5C-F710-5864-1B6AF6E0B5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6AD052-B8D8-FA63-8E98-179C249A3F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282640-C69B-7C13-C562-B9B63BA536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A25736-C5E0-3EB6-0CB6-DA11F614F7A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CED55-2A5D-7D55-9217-7CB95AF360C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0D8030-91CC-EBE4-3503-993AA732BF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48101B-5F46-B13C-9FDA-3EA26A98027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120176-9381-8733-8F13-EE94A7F0DED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02D66B-3551-9CF4-CD63-DD119C0D10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85F8AF-CB0B-DCE3-A4A5-2E02D8EA8DC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70C7C8-37AC-2475-C186-7A62F41B8F0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60898A-3CA4-F7C5-09EE-C0A61ADDC5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74A0D2-EBFF-885C-739E-F2AF667D9A67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9584D3-7006-7BBD-6D04-34E77660FB96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9A9751-F248-1821-2844-3BFE9BA70B2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1C72EB-4A43-4A85-3778-DE5BA8E1130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349731-4DC7-5762-B536-E7027E28D9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67E376-AB0F-2A15-656A-3DF791AE95A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865272-1B61-A538-C02B-E1731357CFD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8CE30-A358-8516-B856-13B6A221DE7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17998F-2630-33B4-F60B-36B4A43BF9D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38029-996E-779F-13C2-54FB55E534E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F6561F-8B77-5226-5094-8E4F58ACB29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752D4E-5DC1-0A4C-3217-B585F70C2FA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39B748-E66B-608E-60F0-CD938F6057E6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166121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8BC9-DD4A-ED81-7C09-EDA104F55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38342-0159-A9E8-586D-8E7118304A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line can’t be the ∆4 line—it must be the ∆3 line. If ∆4, it would have to be 159 (or 951) in the lower center block, which would be a conflict on the 5. The sequence in the lower center block would have to be 147 or 369, then continued. (258 would be a conflict on the 5.)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DC74C0-C285-C5D9-6157-DB351FC8D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6E7C32-C91A-A1BC-772B-8CAD6E52B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4D1232-F09F-4BB6-5C09-0C42B4ECE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509857-E657-101D-2B66-7E6F4AB613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7EA03F-5510-8BC8-5689-67B46596CE94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19E4F0-A999-24AA-9F4B-91B682B8D4DC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6669BB-F3EA-2213-F87D-568012856A3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7F8FD3-CAAF-C2E5-0965-0401AE77F67D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6A80A-DFBC-AEBA-7FF5-0EBA99137613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608929-90FB-F157-D68D-BFBD721283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B7BA7A-8E60-F1BA-BB99-E11C1727807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E6D48C-875A-8CEF-3F12-0914832C5E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1A0E3A-33E2-4C79-173B-0F11699FD37E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15DEFB-7DFC-DE10-99DC-4EE454DA3B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E40C53-B364-3EE5-C657-1764DD6CCEF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5F5A96-DF6E-7175-11BD-41CF057DD78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A6BC7E-85D5-BE2D-9A12-8328A387A2F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EFEAD-4F9A-FE47-5B7A-61AC1237943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757B1C-DE3C-2653-C986-29662611469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E38B47-5105-64D2-D5E4-B4874E21628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68AD2F-DE7E-44BD-972A-92DE72DC4C8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32C6B4-F892-537C-F4FA-26BCEDB1ABD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308745-E992-F488-633A-BDA5B05218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373FF8-1274-4ED8-132C-77B81AF43B2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9C483A-CC85-C049-30AF-021C1774AE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278B5B-142C-D54E-CA38-D9A9B5C188BC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420C51-4C9D-9604-44A5-3C37A722640E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BD6D42-ADD4-3C19-2AD7-BC44B57DE20E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8E9C0-65F3-7B19-7706-5BEBC6CB860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BC3A36-37CC-D044-7C21-E2CD63C6C6D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22AF9F-6093-17A9-3428-1C3D2FD876B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8773F4-5261-211E-86B1-EE6F36E20926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64A98-06D5-DF5A-8641-E7A3F129A7C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E3BF06-3382-7815-A4C3-7860614C28C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07B311-B3D5-3FB8-62A4-94CA59A1F2A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577CA7-9DE1-0FD2-09B3-5D3B87AF25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7748BC-6440-E397-AFCB-DCB140955F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114AC3-FC89-235F-15C5-67440590687F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53E9C5-ABEC-BB04-9191-5632BE9DE90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FE1360-2840-2B8F-45B4-77F5A9241882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91748A-7DA8-7D70-7A0F-24BA284099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3DC933-7BFF-34E5-7D55-EB6E90135CE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6906012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CB72-D18E-CCB3-E848-F63A45F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F93EAF-0055-36D9-C72D-BADD554BA0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∆4 line must be 159, in either order.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D0A04C-8A3B-6102-B888-8250E6CBF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5B5558-AD12-18D4-7686-7077DF4FA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F32137-EFC2-D98D-E016-8836341701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106441-7338-7C24-44BB-6AA2DB415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39321F-0736-1851-65D5-C418D039833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F0093-032D-5114-8BD8-86CB4C82A08A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D4C425-E4CC-43F5-AF49-B4BEF3F95E16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F91E0-B90D-62DD-E0EF-196D8286756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CC109C-322A-CCA3-15F0-87CC29ED25CC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FF8F7-B3FF-6C45-3170-6147CF3FDC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383DA-C3D3-2B38-FDC4-3335964FBB8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91BD23-8E96-9838-C3EC-57CC69227A6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1CCD50-59DD-538E-A509-667409ECCA4A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4A33A3-57CF-46DC-DC3B-AFF05C503F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628C3B-1734-F849-02A0-3BF79BF10C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28F5AA-801C-9F0A-55B2-296ABFF2F2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584E1A-C67A-9232-A286-073E537D70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096434-2D1F-066B-5B8E-0BF53A8458A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7249D0-3AF6-C199-9822-66F56380CC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047E22-0FDF-B17B-5E04-7B104C6B0B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01F290-6BE7-49B1-1EA6-BFDFE271CC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5D084E-06EA-60BE-1AE9-A9D8D6AAC5C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3242C1-F561-0115-B598-87C47F33E5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CE3800-FB3F-C6BC-2011-A3E376DA9B5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E09D1-1D89-4232-26A4-FBCDF06A0EF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83529C-1D7A-0989-F634-0BE6E3133AD1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E92FE9-CA0E-FDDD-4C72-0387530FFABD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03B82B-D3B8-6A3E-0747-2830E9AD71A7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EEA294-DBB9-935D-C0C6-FE0DC054B55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FBD7AF-711F-4E57-5360-3C0A0D4F4B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09498A-661D-61DD-7E7C-365C6BF8396E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D41BCE-FA38-1DA2-45C0-0AF03E9FB05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3A764D-5C73-4D4A-D3EF-E515C7829E8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890944-446B-05B6-4A0B-804FBFD6DE5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ACF47E-0FE3-00D3-F25D-DF98BEB15C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559C59-9692-BEEC-7B70-47A2A0AB94E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3DB058-B66A-C4D2-23E5-4ED2415F43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4AEA77-DB2F-4950-6C4B-0441C499851F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7B7B95-F6FD-F41D-ED35-36E33361FE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B7D0B-4DA3-24CF-CDC2-C27A15124947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626943-2799-5618-6E3A-40F10CB514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596C6F-D6A6-E75B-A74B-877C635E8A7B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DA608-4DEB-7C97-42FA-3426924057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3A9C3-4844-722D-7F96-85B2B16F6F2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5A669E-48C2-D395-A28C-1E52A213F8B3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79104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88F0-D009-2F56-3E2E-91FDEFC5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E3C1-3936-4898-4D45-EE8E39C0CF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91F51C-5F99-74CA-5045-333D2341E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0F1C0B-1E9F-D5C9-CE7A-9B375B9E8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000908-D72A-C846-9EE4-AE398AE6F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BBC44D-8C5A-20B3-3F76-1DE388385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CF1D84-2602-CAD1-630C-1AEA925BCD4F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9B8AC2-0645-D388-B091-8E9B36CAAD74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3533C-79A9-7818-1F83-F5E0CBBAF32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2A46D6-C4D6-CE83-8BA9-0CB13B9FF77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866207-CE49-B631-957F-DF1D69015CE7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3C30E-BE10-BB95-FF98-68B82CC659E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9EBCD-44BF-7F2F-DF56-7782286060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E460C7-0A38-6619-9ECC-D8831AB497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F41327-621A-88BC-AFC1-27F16E4EEF65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B4DDC1-14FF-2D83-756A-6F847EED63C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8F32-D279-73EE-0D6D-4DD0FBCD8ED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7F603-9657-39CE-614D-6005206CC4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AC8D6C-CDE1-486B-0356-3133B1AD85A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450ACC-674B-F1DB-E506-C27F0F10AD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873EF-11F3-CBBD-A283-2AA5BBB5DD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CBA8B7-CC2A-0918-2A47-B0584ABE468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823A3-6ED4-53C2-B1CB-8B380782C4F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72318A-2730-480A-FC18-7B6BEFB848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1886C7-5D02-E8BF-7960-1816ACE92AB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5A45E-6BA7-79CC-8218-0E11618836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AAD575-1AE4-CC1A-3610-4387FF2A92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EB14A-156F-96F7-AC34-1368F447698E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1F589-1A2F-5874-36AE-02B757998118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43794D-FBB0-1F04-F9D7-175C2C3E3D7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5BC5B6-F615-B08B-1F51-7B7600448B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11A573-2624-283B-10DD-2E30C456104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8064F1-7D78-78EB-3F19-E49C05A4C8B6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276DC2-D827-7937-D77F-96BD9C369D04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5B3630-7EE6-FC04-E27F-A2FC57D59A4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620EB0-4F0A-FD02-32F1-F22771A0DC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229122-02F3-2F26-DE68-1195B214F0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847462-1A14-356C-1282-0DE06BF6857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4C9D55-66D7-BE13-F5BC-C83C04B5C6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289166-D4A8-C2C7-2521-50DD16F6BF0C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362FE8-047B-2933-9BA4-6E855364389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26D84D-5F9E-E622-D59D-134CF75C1938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BCDA71-3ADA-B298-BF6A-5B15D273659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78F7CE-C8A2-4D3A-6F6F-3CE12ADA91B8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BA12AC-D54C-A867-60E8-02C5539282A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23ACB2-443E-74E1-2681-E75D012075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20E58F4-0DC5-F244-4802-A0A596EA4741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764122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7B66D-98A0-1263-4373-04D14523C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34B2CF-2043-DC53-94BF-02C6F6A6F5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034CCE-D3C1-CDE0-BD5E-48A26EB6A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8E5C8F-4BB3-9453-D610-BC879CE76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C2A8BE-5CD8-9991-14E9-A5464515CE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5D3F75-D8AF-5794-63BD-2204BEF19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7B16D0-953F-0A33-0CBC-94C87A6E502C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69A30-E053-B1C2-B797-CEF03724555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F8B33-AE31-83E3-828B-66E3515E475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82306-02F1-0829-09C5-CCE9524564D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4926B-84E2-8A30-1284-0B10847DD813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99B8C8-5D7F-257D-DD8D-42B836C2289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775E3C-956D-D869-03AE-8A8B4687874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BB88DC-C4B6-2FD3-4665-88F5629D593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841A1F-B611-49D3-5E11-14ED5BBC8B83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7D504-8129-A9F2-C051-498ED90A6A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85AFC7-9CDC-E852-E8D3-61616DCDC7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5BC89B-3CF5-BFE3-605F-B1CE60E6FAB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9E2CDA-79B5-5EDA-D499-2E9A92C460D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6BAEB2-D869-8501-7301-1AE6E9D3CF8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F2C8EE-5B62-2314-DDEA-969408FE881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F72A5B-F502-B706-6607-A357A458F3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926063-D559-A793-128E-9AB9A6F97E7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5EF370-1B9D-8D78-C90E-04065C69FD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2511FC-C501-136F-3335-42FAFF31EA7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15166F-3BCC-5806-CDF9-464610D9049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723C91-D53A-3691-2518-C40B6BEEB2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A96C1-D0A5-6865-42BC-6D0B488A43C0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D5D91-FC2B-263F-626C-B69A559FE8CD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D77D11-51F3-C06E-3CD2-149B4C36D4B1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D9B75D-1164-AF00-0FA6-BF891A0A00D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54F4D3-C591-AB7B-2E33-E7B9FB65AB8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7416B3-BA8A-5A2B-5DB7-26DE27B7CE85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A2D64A-689B-2861-5E26-40A3BA7429E1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027F50-0C58-77C8-B375-98B8A46EDB3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410F83-985A-1B51-ECC9-14A9FECADC2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47F72C-2FD9-5504-12BF-F56B5BFDDA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58D8C6-CF32-F721-CE42-112620F324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B9737D-458F-ACE5-D713-EFB79121BD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45609C-84EC-0578-EB38-7DFB46FCFADC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B07B7B-D189-637B-10C2-DE6D6CFDE8E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82A1BD-B452-D1A2-C262-6735A2F25283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43FA45-7BE5-66C2-43E4-1515E58DFE7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296284-C9D0-2FDD-60B4-FC6379ECA904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96EDB5-2687-1190-D9BB-9E65BC6848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BA6F47-AF32-FAD7-3224-4D88CF958CF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A330DF4-1C4B-C862-D33B-E89F8CF074D7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78D249-F652-6FDA-AECB-3B1534A3C7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CA89FC-25B9-D5C4-D8CC-CD2B54FD0A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312946-1155-0664-87E4-380A0E2916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F403516-88F2-1D7D-A3BC-90EC711186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774DF7-6F0B-8F62-E924-FD7D8F5612C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4914DB-A90B-FC1A-EAEE-A21C077DA63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</p:spTree>
    <p:extLst>
      <p:ext uri="{BB962C8B-B14F-4D97-AF65-F5344CB8AC3E}">
        <p14:creationId xmlns:p14="http://schemas.microsoft.com/office/powerpoint/2010/main" val="2569983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598-2241-C761-161B-7F14678E0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89F8DC-4EA7-95C0-8F8F-1D50C943A8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2BBD57-F955-5954-4A00-734DBE4F8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CDF8BD-B009-05C9-893A-AC2012E8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7730C8-EACB-1204-E5A8-9483ACB88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AC8F87-EBDB-1E90-B8CC-F7F79328A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52AA2C-A104-2C1E-41BC-E05CBA0CE7D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E4F5E3-F342-2013-DA2C-2A61D6116D7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CDD82-24E3-CDC7-164B-061F9337872A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2BF322-A1A7-DB44-675F-0A3EA92BD3A3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D53C0-3ABD-8CDA-A1AB-04E3887D2C3E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E6763-DEF4-9066-00A9-7E9FA352349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AF3F44-6A81-7FCD-811D-CAF306A8A02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68C82B-9D7C-F33F-1D42-DB1DF757426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233E6A-E301-BC3F-7BB7-0D2042924C9D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58E7B-6E2D-4DBB-E8D6-4E9853FAA2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3A423-0D12-A94F-8919-A0D4A50CDF7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E41D72-25F3-9F08-3273-77FD578D5F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BF364D-B3C7-7517-69D3-C2BA1A046EB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64D80-4C25-CFBF-DB3A-F82C1DAFB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28614E-5D79-FEAA-D9C0-00669723395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746D00-D0B8-2AF4-3264-13846883C4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CD86BF-83F6-48E9-33F5-97507B5FE98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E955DD-A0A8-C89B-7507-376AE7685CB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749BB-8DEC-AFF2-737A-94BF2B20E8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6C1391-2DEF-F6C3-8569-446106B472E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9E94B8-EAD5-7DB8-15B6-F86C9542A18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C27A8C-6C33-029F-300D-A9D48AD4B73F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3A9DC1-00C4-1BC6-41F5-9E88C480E34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E69D1F-8895-495E-494F-24878663226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022AD1-F13E-9E35-8D45-3E0E64B5271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505D61-7037-AFC8-24AF-DF712578327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376A34-23FD-484D-5339-CAC48EE5C2AE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BDF1D9-950F-C2BC-33A0-525210EADE0F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D5DEB3-7E44-7BF9-3847-51D83277702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79985-8E76-D912-7D2F-134A7A2A185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B8C0AB-AA62-7822-73F5-54802C51BF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B0F537-F4C3-6613-9D8B-F776138B6C8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B542B8-BD2B-105C-B77F-E650AC5873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A67672-4DAB-2A8F-86E6-27D542777295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897464-1359-68CB-313F-B24C1EDB10B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D2731E-3F08-667B-BD94-8CEF946078A9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65D12F-8620-DAE2-CAF0-47D33718DD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0D34FC-9531-C04C-685C-688C77DDFE34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875D1B-664E-ED28-50DB-4F12BD118B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0DF376-0417-3E91-054C-6CBD00570C8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9967D2-5BCA-818C-EF92-DD56FFF75A67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B59F7C-E3D6-7F6C-CC9C-8A9A45FD03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09A6CF-E0F5-C2A8-CD6D-7532645773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DC586F-B165-E4BD-CDD9-DCC1DC90650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02A6C4-BD2E-EC67-EBFE-86E4840DA4C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40358E-F305-919D-179A-832CD4F5F6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20F65E-620A-063D-5A4E-0C98D4B1A9F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F1CCED-9C14-DBEE-4315-AACD6957E16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8ADDD7-9CDF-1108-E238-CA377B6D83A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E16B43-A654-CEFC-D6C5-7DFABB8700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</p:spTree>
    <p:extLst>
      <p:ext uri="{BB962C8B-B14F-4D97-AF65-F5344CB8AC3E}">
        <p14:creationId xmlns:p14="http://schemas.microsoft.com/office/powerpoint/2010/main" val="22648049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41D0-4E10-F262-1C26-A724D32D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65E79B-ED57-2EEA-8786-C2ACDCEA5C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right block. Note the 73/37 pair within the block (and in Row 3), the 91/19 pair in Column 8, and the X-wing on the 5’s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3BAC5B-3E44-CE3B-1EA5-53A961EAA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7E69BE-2657-5B85-4DBD-C423CA389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8EA50DD-4DFF-994A-561B-5F9B3C4E4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126727-0030-EE4E-4FFC-DEEC810F76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0D2D7F-9EBF-B5C8-AC4C-09D8E752CA99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9B3090-1D62-1DAE-D7E9-A07526FF2D3B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CFBA97-6929-2C51-C2BB-F7E1B6F3941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D7787-2E74-F91B-31F7-1D89DCA2045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C9505-F8BB-8EF6-5B30-24007C893AA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B44A80-6D83-4E25-A852-18E19CB91A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BE4EAA-49A8-1683-2AC2-EFF45338BD6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8CF0DD-1BD1-71EF-00D7-7BE523C58D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C21AE-A68A-EE6F-1595-349B6662F544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3AAA16-7875-2C0C-2463-7C6A1DDCE4A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0F23B-D795-A7DA-8CB2-183142710C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AD7DD3-C204-CBAC-1019-84E66A9B9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5BAE8D-2456-3C1E-D69C-FD1E6DC5B3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040836-8B83-C290-F306-FF71B1F9E5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3B0147-2991-B361-5206-16E20FD073D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EC78DD-B49F-AE29-623E-57D4368B76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A18B2F-B62C-9C8C-889B-4A2CAFF2A9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A94D84-E2A1-5929-9209-3DEE4ECF7C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017EF0-05A4-1FAA-702D-9AAC515D97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426623-ADE6-9121-D3A9-534AB67E091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E21F65-FD90-ED2E-78D0-758073B3130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33A8EE-FD55-AFAB-B341-12D3F89FEE5F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7E93C8-6ED8-27F3-E2A6-A0996DA66230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6E0791-6840-8E42-4CD9-0369D2B3BFD4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557BED-05A6-EB04-B290-19B287B780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ECD8DA-B86F-CC3B-BEC7-713BD9DB2F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1D8C45-9AE0-A70A-3B60-2C7ADA83E106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84E94F-76B8-3D8B-1E16-45253CB2B0FB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6394B2-216F-228B-5CE8-43CE9D455EF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88A99C-C652-7857-ECE9-1B456F55F72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3B0311-A294-C19B-8462-A9FE0BFD600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46E654-E2E8-F11D-E714-45983306C9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6A876E-32F5-BF84-4125-516D100F9D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DBA3FC-86CD-B4B5-33AF-8256CD48CBF3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6826A4-509F-4ABC-9DB6-945E4D745E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334337-8AC3-801C-172A-E6163383806B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76FA56-A605-B96C-E60C-F7B809F70D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CE59E3-9D27-1017-3208-8C47A9BABC8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061AB3-9098-A469-1FBC-5B261F64C18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F45EFC-C72E-28EA-4901-46A6465F7F9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BB9302-D3A2-DC14-80F5-1307EDAF3728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F40823B-BDAC-B09E-60FD-E74EFDD8FD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CB257E-ECBF-91F4-54BD-E746076154B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5D4DFA-892B-470B-DBCD-EDB1D0A8E20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2BEFAB-CDCB-E56D-8BA4-0880C87E88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16CA76-9351-6E47-A5FE-03EC7841A4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BACAE8-EDAC-7F88-491E-C8B91B17BF8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EFC96-ABFC-9933-B8D6-C0253DB7C1D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1F95CF-8037-B6FC-8ADB-0818EA57DB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B67941-8978-FF8B-A78F-8F6EDD8208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5F3AB8-53D6-80DD-05C1-99EB30C25C0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7991371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D33B9-DA11-A3BD-59DD-CC70BBE94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77B76-A6D5-26AA-2BFF-871E25DA5B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5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CC447B-A2C3-E378-EF1B-4F464BCB5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E8F2FCD-A68A-2968-D6E0-4FC1D2F09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5145B6-36A2-6F3E-E74F-9EBA6378D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DA3B303-4439-BF4A-4B09-2FB44EAC2E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D39DED-B5D5-932E-8714-42B8C6E55FD0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5AF4E-26A6-5AC1-DBD2-2E67C0634B2F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447DAB-8B39-315D-E138-E5A576023631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155583-3896-3ADF-D27A-6560F6CA2386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A354C4-9063-F73A-0770-290FC7B622EC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259A59-A336-CCCC-12EB-1F90DC5AF2C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209F4B-874B-E2E2-A699-C21185D801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DC3563-2D5F-E5BC-19FE-39A4CDAA318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8C2F42-471F-E3F9-A95A-335176F7B5B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15139A-9EE1-2E32-C3C1-1B591A70D68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BDF39D-BCE4-1D79-8C6D-ABC3F8B6B33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94DB0B-9B4F-3C80-E53B-49234627449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168DD5-5DDF-FB14-44B2-37A947F2BF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CEA969-3345-A156-7563-1EA8D5D095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23B3EF-B922-D10A-37B1-607A3ACE336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24D51C-9666-580E-C749-50CA281CA0D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839B36-DAB7-17B0-C514-CD37167895F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D78C9A-4402-50BC-9524-CC7D664181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B2D1AE-70B8-42EA-00E5-F0DABFB01AA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8AF101-36D2-6250-7F06-3C313646501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454AC-2527-5646-8809-0818E0DDF0EE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E050309-192E-98EE-02B9-B60419E6E5EE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256535-EEDE-729C-4A45-F393FE91ABD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408E07-4D44-2348-32FA-CF550FCC73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4C2AB9-E98E-9967-65BE-C39B5E6AE04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98991E-0EE7-64B0-DE43-71082869A313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12ACF6-7432-EDAC-F8AC-2388634252E4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17BD21-36DF-3CDD-C70F-7939B43FBB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7BCE20-FD51-DF31-202C-41277368B4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D71136-1749-76CE-8068-A4D01D64D5B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1C571F-F290-F56F-5DF7-D49909598D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2AB782-259C-5321-41BF-052E32E171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F9E3A0-D60B-FDC7-A9FB-2FA1F78D8E2E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1514D7-4054-DDE6-BB28-1163DBF4B9E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9CCBE9-DCBE-C1E6-7B7D-7A912E7BFE08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80DE49-7D27-ED15-1D9F-87AC1C1C2E4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CD71AE-60FC-FD8A-EFA7-AC325743480E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5FC611-99A2-0238-5B4B-53646DE0B6C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403BE2-734C-C1ED-6AC8-D7DB51587A6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D20A6B-D2C0-C6FA-7AFF-C088645D6F6C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6B9D7A-040A-0A31-0567-5D19D0D5082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7FE177-0031-4E5C-9AEA-A89AB01FCE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C4C844-C264-58F9-5EB4-F95B831DE2B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E3C4E0B-F51F-CB0D-9E12-7146E79DDBE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9F557D-ABAE-358C-366B-D234E211428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DA3352-D64E-0B16-F4BD-3C2A81C544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ABCAB-FBA8-C34E-148A-C55C4E6376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37462B-EB94-DFB1-223B-DDA7C80875B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3B9CE1-B9CE-ED6C-8047-3B16FC3BF10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74CB3E0-6329-EEC9-AB96-9D346ECFCF6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64C7C7-8E95-3627-48D9-09D86F75F65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256643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98368-2F2F-F195-1FC3-ED84C9E06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2B7D52-8FC6-AE8D-8048-DD273FE21C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032436-0E10-1C62-50C0-D8B56D807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7210B1-813D-E1D6-90BF-3CA3036F0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874B3E-AE44-75BA-9901-F2B3DB5A5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C693C6-0786-8B3C-3625-07631A04BA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109E6D-9D8A-C48D-35C0-00419DF0A15D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EE95C-54F6-18EC-CD1D-F42DC6DC755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6D04D8-B5AE-4C5B-B1A5-BD2C66C29E5D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6E2975-0F40-CC5F-3756-1BBFDF426F9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0C0A4A-91A4-6F35-9C6C-08415DE0EFDB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1A85AD-FE91-D1B5-2097-65DAF3C647C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8F3EB9-5EBB-6943-66F3-6E66D6EA2F1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0A9C5B-BA5B-DC7A-38D1-3CBEC164D0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78EFE6-17A5-6499-0714-E2A218D8AAB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DF9DD1-BDE7-781C-51E7-C552AB05943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E95026-F3F9-95B3-0954-F22CA200FF8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68CF62-971E-98B9-CFEC-FC40FBB33D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9D080E-92E0-A13D-CB7F-D11E437A6F2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AE6CA9-13A3-5A42-229F-B0D7089C9AD2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399DA1-11CC-8B4E-A0DA-7FC1A47FA7D6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E45F8C-7BEA-0759-EDE6-AAE0D6BA3F5A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59022B1-3588-72CC-B63B-4F16A2FCA61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9E4D03-36D6-4C66-2198-5EF8382515D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9F8FFA-C79A-241C-8F8A-12E51214D958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BF9ED0-A301-87DF-FB30-6E7C37F10879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BDFC52-5135-E4D5-3F1E-8B34D8A58DA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A7E81A-721E-70A4-06CD-A9F346CB980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B83DF3-F0E8-FFD1-6EB0-50144E651CF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890991-E4C0-D714-7093-BC1788F957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B89CAC-20BB-8835-D3CD-B524F84BFE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F63918-A9EE-5D52-1BBD-80ED729E16FE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0232E7-93BC-DB96-C25E-873C47FA24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8C564A-6129-4958-FF6D-611E56CA3020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A9BD5A-9E3C-B89A-080F-84AFC45271E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F9CF1A-B49B-F3C1-DC1B-599063CF3E8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55B7C-28AC-8B1C-752F-2DC59DE4F96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5A63B2-1932-635B-C079-F44238B581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C2F2EC-9A80-EC57-4FA5-059525D6DDF4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C17238-5BFA-2915-318B-E3453449918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E7DB8-1FAD-23B2-D65E-7F50327DD6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B9CF89-618F-C304-DA9F-AC114C6BCDD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04FF14-5C60-0878-DDEF-547E6165C3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5F5FE1-4223-3AC8-750D-6D81DE86D6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05F6DA-D4AD-A502-C9DD-D3A8D5408D5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0C2F23-DCBF-B715-68E2-357E47AFF7E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D32050-2F37-294A-2A47-2E6B61E8C2C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CE93E3-D5CD-A9A2-EB18-030AA2273F9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ED9ECB-81FB-B6F5-7D99-A94856E7DE8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D0BA7C0-9AA1-1999-57F7-F1579765A6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0EF89-7294-A53F-FCA7-9B20E6A17D2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594A6F-6C00-38C4-0744-3C85121000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0ABF2F-D789-C72C-8087-A8341A91032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008B81-6961-396A-0D3A-326DED18FC4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A71834-3E1A-30C0-3FBF-8EF54266CE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7D53CB-2AC4-B239-C525-DE1479B9755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D6C3EC6-C150-F1DA-DFF3-C3F93CA009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724524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2F58E-2053-EFD5-FC1F-508786C9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14DF3B-348A-D856-973B-226655ACE8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3E90525-6805-7C55-2EBD-914F039D9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B1146B-1178-81F0-72AC-0A2E518C5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74BEEB-0244-F533-370E-9D7F5ECB73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ABE195-A18A-DC3A-ABE2-ADC61DA09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30DFDF-BA18-1E71-1C28-C376C537A2D7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FCBD2-9926-BD43-4A3B-B4BA4659EEE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693586-39E3-DDA4-4E03-A6A553AF1340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0DE859-5613-EAFD-5C1B-ACAC339B9777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3EC024-2623-26F0-5B24-22D599A627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87012D-9750-2BEB-4D3D-61A4479D61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B37BEF-57EC-F766-5251-F6968EDC0C3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73E5D7-D75E-05B6-163E-06A6E3C2F72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669642-BFCD-B1CE-B9EE-2070F017473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38DDD-0431-55D8-094E-A45044A8278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4D3B54-23C0-63EE-511E-E5AE3B80398D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9EB6FB-34AC-F2CB-B0DA-AF2DFA1DF6E6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CDCD1E-06D0-4698-2E93-E322A01A802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5447DC-0406-BB54-E274-7F0439E1CAD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5C79B9-A659-71AA-6E18-C5A558DBFC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E5177A-99F8-D9D9-4AF6-80E1A3D5892C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4762C7-5AA4-0453-B403-4F97D6289113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6D07A7-BD7B-7420-32DF-6A3F1E89418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6F76E8-E97B-F99A-398D-AA2642EDF16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D35DC-B5B9-3109-555B-233E3BAA9BA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0CC3F7-C7E9-E0E3-5BA6-AE038E2A90B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ECFE14-4712-7C15-2C82-7551E84D5B3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CD740-2117-9A2C-A6A1-1711CD17A480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412E3A-0686-1CCC-3D36-68EC999FB5A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558E75-40B6-0B7B-CAA5-99B64B610EA8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781035-FA33-DCCA-B323-2015A437498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67589A-2A7A-D588-7480-BD4EB5ABC97C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165EEC-DD92-AD16-56AD-8FAAAE09B6F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093287-CB2D-56D1-6294-5F730DE2CE6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0EE2234-F68C-072F-7533-5FA2251FE9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0D3185-EEE8-C5C5-32BC-22F4EDB93B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572C78-786B-0258-2E3E-642735E338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B20360-A5D3-19B1-B12C-5D15449ADDB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708712-8E0F-A289-7FFA-A6EA8B2E142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E1686B-C7C8-160E-3CD7-16CC0F21A9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A9D35A-9CD4-CA5A-9AB9-4781DA36C7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31333B-09BF-F28F-BDD5-48D59959EC8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F52C53-051E-B0E4-3BF3-8EE6B15DADD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0628350-9F4D-53D5-6A1A-C9D2077A824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0386EC-C169-C2A6-B380-33DC718EB2B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F140D9-1285-DB95-406F-369DF48CC3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2CEF58-A446-FAB9-6DEB-7AA0BA6F66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422F52-B552-7768-28AE-805543A5B1B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4DF2F8-4C21-14A8-F0FD-6E6B452991B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722E25-1A43-F1CD-DF46-D749D4127A1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843232-FF02-3596-72CC-6EB1990E84C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7B3F1-1185-B7CA-1155-BB49287D16F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73B92B-CDEB-0934-9FCD-3652AC5BCE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361B06-9EC5-E03F-42C1-5B6748A1328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34F0C4-47C2-F071-93C5-D18BDCB4CD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2212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A44B-0516-A413-4D20-ECA39F242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C6251B-5668-835F-7635-177B8B4C5A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E1C7E9-001D-FADC-0361-8AE3EB0F4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30BDEB-D32E-D65B-68B6-A0E821C1E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CDED80-9956-B788-A01B-68595F234E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839A0C-F37F-A148-5C38-7666ACE928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6FC617-99B7-087A-7CB7-2C0B6A677B08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42F830-56A6-419D-FCE7-F97A9A617D17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9B440D-F73C-8510-4856-754BC00AB6A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AFBBF-FE52-40FC-C20B-88DDF50F58BB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485280-68F3-BA7C-2FA7-148BE5647B1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8DD47A-C7B6-B07F-92D3-17E679E42E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AA38B-5B20-A36F-349D-479355C5B5F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2D5AE7-1425-D58A-F612-7C23BB41EB8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6BD9C5-C8CA-A122-1EE9-3487CDDA1D5B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215826-4AEB-173C-1CA3-2D8284B71DDC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EEAD13-A4A0-1068-E274-5C8077E9139B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556246-0CC0-032B-8059-1B8064F3BBE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929CF0-0D75-86E0-2FF2-1DCF2862273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C1BD05-DF15-27E6-8335-68FE9A901C8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1334F0-D711-CC11-5D3D-C8FFEFB61971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0C2568-5406-6635-2E5E-C2226BDACF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835BA5-AB18-632F-45B0-C5F00C77D8A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AEA6AB-6F4A-780E-618A-52318AB399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901264-AD53-3679-E431-C02A47D6DD5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A10BA3-BBDB-2BAE-11B3-67B3F9CBD3C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0BD0FA-318D-2943-3DA9-E7F9720A7097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D4ED33-1780-D7ED-C6EC-D12D9D401D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EB6C04-70A8-19DF-08F0-30CD8DC51A65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C34E43-8392-6A10-822C-908D4BEA7E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1E79AA-D5E9-39EE-C597-F522B707BAE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067E8B-5597-814D-7461-DF7BABF889E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81E9D8-D6FC-D8D2-59D4-BE97FA4D2D9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132233-89F4-12C8-1B38-C582CCE3B97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929115-4FCC-52FC-3A81-DC56713AC3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BB4FD1-11FA-64BE-2144-CAE76178FAB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D97441E-96FE-283F-9100-A0C9BB146C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020BB3-1CDC-E7E8-D14F-651A68FBE6B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FD94BA-69BF-758D-1121-5216677FC7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BB87D6-CE8A-788A-4942-14BE2E939CE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15CB5C-AA51-E4CA-1F38-85B0947C38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134372-899F-DC85-6DD5-C6431E17F53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2AFB50-5B49-9D35-878D-8468D0BF359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F284B2-A547-DCEF-6620-4202DD8FA2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924704-8C1C-CB96-B2B8-9AFFE331D58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ABD6DB-927B-3A09-C59D-83E40CC7BDE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C395B8-2F5F-47DF-E534-B467009F57F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8A0A3D8-D54D-FB29-FCF0-6E8CA83384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D6B0642-4052-4674-6E9A-723C8AB4769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48E4BE-BA2B-9799-31B8-CA414F9F31F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77B331-E54B-8CA4-C30A-329836523F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02B001-2F6E-0E09-B020-73122B4C3B6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DB2BAB-910B-CEAC-476D-A8B7FC83AE0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D126A1-4166-B116-844B-5E608F7052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A98E83-F087-E51C-B76D-C9B9DAA54FB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7032C7-4317-05CC-4F73-E15FB1AD0D8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141326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C115A-0E8E-AFA6-8F1F-6E77E70B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97764-8919-627E-021A-E23F6EFC84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731D35-CE2D-59FB-3D13-508D4D900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5E95258-CCF7-3791-B5C1-04559F9CE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F959993-CEA4-B795-CE7E-B81DDD4EB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C44022-D2D2-036B-3519-5AEC88F799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167744-4330-8F9D-3863-17A0BE405EB5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D7FC27-B807-045C-FF74-D4ECE2C71BA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04C7FA-0DB5-BEE0-75C6-1F6250B655A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FFA506-1E17-5148-1A57-3F46CCB4D7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B30BEF-CF36-57FC-86F4-EDD46E6EE10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7F53D8-FB14-61A6-DADC-6D45E8002F07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980FC2-9981-94C8-8C66-A5D0535AB4B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603C8F-8587-631B-49FA-7F4482F8336A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3D02F-B051-8081-5CAF-1C485042B08F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249917-C86E-0181-C5CB-D3716C706AB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E01918-41A1-4695-10F2-77BF451575B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9EEABE-CC63-16A1-D08B-A66FAF28DD9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EEFE5-BD67-E1E6-EA72-0B73392709F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1DAA02-DE77-62AD-1868-5609AD2750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F2441F-2121-2321-93F9-3922A4F48706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C2371B-0F01-FC67-C7A8-B55C46A0418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2FB409-55D8-AB68-AA96-82F3D639C80C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B828A2-A16F-1F8C-CA70-79B0D49C6C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A5BE13-42FC-FA22-0B1D-1EFDD91AFC0E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CB8A21-1BA9-74F6-C962-034C6887DE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37F3A0-C28D-340F-4D02-D78A36DA760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D3CAF0-1303-C33B-42B5-BECEF1D4B6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84497F0-C9BD-EC13-F1C4-22801E9EEA0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01073E-44D8-AF4C-5A54-60B607FA5F5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71DBC2-286F-1C25-5366-CDCA430F248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C5E089-003C-19A5-B36A-39FA118F93F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181BC9F-1EED-CAD6-A39B-91ED78157C0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CEBD72-63CB-3D0D-3DB0-FA455F909B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AF19A6-8C28-1644-1564-FB374B1B3EB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131DD0-1553-B062-80C7-F9517B5BF1F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6D8ADC8-DF99-D340-A533-70EEEC1EBA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485916-95CD-8DD9-79D1-3036996102B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0EB23A8-2A95-2BEE-9BB8-AD14AD4D8CB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3FAED-2B30-8A93-E93A-FA1D34610FB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FD6966-B461-635E-727F-8658A7A8571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0710DE-A2A0-4C34-2B8A-9F388BEB88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FDA502C-3E56-9496-17DC-A7C5736C8EE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841749-5E61-F471-1B60-5355ACCA3F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2320C8-8CF4-62BB-FD37-811EF0F9018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258BA9-AB95-8732-4365-6C5381D8ECC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74E525-6DE6-843F-6293-53264ADD227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D58C51-0AD8-AE3F-16A1-AB5B922DA11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44862-F92F-E7CF-604D-E7B890FE32D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D968BF-12FF-34E1-D837-7E11833B086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374551-9190-6750-C2EB-31426D2F91D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92BF3D-867E-6755-49C6-9FEDDFACEB7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176318-58BB-4918-D0E7-D9DCF81EAA6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9AD1E5-91D0-6CEF-1572-5815988AEE4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30106C-EC8F-36A2-858C-95C40AE8ED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71760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E7E0F-50C3-6950-50BB-5F82CF5A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1E695B-6C75-A067-8B35-E3DBE8BA16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5BCB3E-A7B5-D52C-F8FC-EBE5F6840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A7FCDE-7538-38DC-5BD4-FCC20B627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F665D8-AAA7-DC10-6C30-F5D84AFD11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C88410-EB28-78FF-D06A-6C865A18E1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B0F64C-4093-EA1C-DB7C-07936998AA9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2AE68-A8A1-C9C3-D87E-59284B510CED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3727A7-4C11-811A-A0A4-FC1BA8385BD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CA4673B-86B7-170B-C744-FEBB1A3290C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26008-17FB-1862-8C3A-647E1A4B3937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B26B52-2186-4681-0B1A-B1E93C124FD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69FA0F-FFDD-71AD-5501-84ED4CADC79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0B1AEB-9086-6FB2-91AF-0A12D36AD0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2ADE3C-E480-D20B-678A-D364B630FD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CB8B78-3C9F-3E7A-6773-0D0F99715DC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21AC4F-F31B-2C37-E720-A79BA73CEE1D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9CDCBD-487E-FAA7-DE36-AAFF23FB493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225846-D0C6-F62B-1707-D5D3142DBEAD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A32B35-DD8D-715E-5952-E13BC287427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075B58-FAEB-47B8-2A2B-8C367665287B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C7B3BD-6215-E91E-C3AF-60963A73AAC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2C89B9-5647-8800-A4E6-869CD19BB6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C3EFD3-59EC-AFF1-0615-A519BD9359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673B66-58C5-0F01-7B74-F3F2B4C91B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BF1D54-D1D3-DA02-3C35-BB431FFC88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B49C0A-8C5F-A3A0-4A38-235E1FDCACD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8EFD5E-DDC3-EF5D-CA07-0AACF80E95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218C83-1364-0BAD-869C-5860BA934A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1B6C3-810F-F555-B56B-A695D238FA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54DAA8-E975-6A49-C7F9-CA6E68AD24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D46BAC-1BBD-A366-1B53-A5E57DAEB61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3F9899-1525-7301-1B0D-D054D31CBC6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96E8BF-E40A-56BB-C4F4-402FB14B399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B12C27-DF74-7B9C-5D28-B54764D7C43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885EC6-CC0A-B484-B591-0A3B79F6C20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A831EC-A096-AFFF-BE4E-1B496E20CB4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F9CCB2-9539-C0E8-331B-FC3C3C3820F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B61049-9CFE-AC90-55EE-F402678B06A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334B4-266B-133A-F310-104DAE9A01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F3DAE6-25F7-06BC-A51C-5A322F2D71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E46AF6-1CEF-3D80-9B1A-0984219FA39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9D35E3-5E72-643E-0DFA-954AA4948C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5C03FD-0448-CA62-2454-8213D08000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796492-8824-22F3-F49A-121599DB3B0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482D76-B3CF-67EC-2887-75D9F273EBD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C5F211-10FD-C203-E390-1EEC2082C0C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220CF5-2479-9A20-A2A4-8EE53C836BE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8CA2F0-5699-0D65-5184-7E06F650F2C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8298B2-0B95-97BE-A417-8D1996C4944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3F74B3-81BD-717C-2A86-06388A5228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B265-8C81-2799-7181-30B74C31915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C591D0-6641-6CA2-6285-865C7865228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96BDC2-AD15-70EB-C723-A2508712503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3389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00546-DEE1-1616-8161-0684E1F8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FF4BC2-407B-A588-929A-D99274B68F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69848F-4FD5-EAEE-D0AF-D87A67EEE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064376-F32D-EAFC-1A8B-9EAF2DE484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BA54AB-D96F-7F7C-AA06-A7200DFEF1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97117C-0661-A0D8-C414-43D22B184F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0D08FF-4184-D8F6-8C08-78E8B836574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98330A-A821-5BE6-47E9-E719A7ADD8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D8F555-79E7-E962-9E76-1C2E2E51CD2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EB939F-0C88-8CC4-8B85-B6072D2859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E0769E-37F7-8C28-4DC2-D04266757AE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D90893-EE63-92D9-230E-DEBA888C72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3D7D-AEBE-D765-50DB-C94208749D2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0DF2D7-C706-0C50-4152-73DC9A8350D6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047D178-4FB5-45D4-41C8-EAC12D503B0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3FDF17-4EE8-4DBA-2CC8-06BB5573DE8B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F93919-444A-56CC-5F22-2F26CF29781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D8D51D-D19B-3784-F935-6E7549A5E16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4FD96A-BBC7-0FD0-C906-8E7CF8F756A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97C2A1-DA38-D570-AB2A-622962DE346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853AE2-2160-1A7C-92AF-51A9D82F8E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7961BE-1B4D-C179-7307-CD3C8B4226C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D1E19F-3770-6285-081A-EE6ACC1B72D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987DC0-5754-E2C8-1342-6A12B281D5B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94B144-9C1D-A849-0FE4-45021483D87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7CE22A-02BE-8621-AB25-E8F9C24F536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C7D4EB-E39E-B2A9-D5B1-8B4DAA0B4B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DE7C5C-7E77-A3F4-5A98-567CF9897CA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BD29F3-7224-98BA-126D-D619AF2045A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9EA5D3-5F68-6B00-A747-05FF981050B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AB2066-B819-265C-D520-84A7207BBF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9B778A-9761-96E3-344E-EB2CD4C4C9C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1ACE7C-7B9F-0A64-6DF8-69BFA067858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CE18A3-C27A-0B96-8D77-EF1CEC5167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C885AF-7DBE-8603-0805-DB00DD326E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E424A1-377C-E346-D618-6A74FDBAE5E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E37ECE-A18A-1348-C801-D2AC01393E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20CE40-0FCA-FF55-0725-8B2F0F2F9B8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0F6CBA-FF63-6948-8E05-B97E8C58940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3611BE-95B6-787D-AF75-9E83B6E74A5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2B75DB-153A-CEF5-9E52-F22C085BA48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FD257A-4BA8-4ADB-3306-0DF6A6585D4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029E42-6EFC-D33D-3F60-512F60CEDD3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69B00D-7741-7B36-49F9-82A48A494D8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B1FD7-6C0C-6E51-2BD1-99250642128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27F024-39A0-ADEC-06BB-4D1E1196FF3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37954D-D946-DD03-6875-288502572C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E63B90-09E8-99D5-A371-35C8C966179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42A608-6B63-CDA2-8E0F-26E4E63260B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EED074-55A4-8E46-C995-61FB122FA8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969FDB-F448-C8C5-0D23-2CB929C3496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6E97FC-0852-CB73-2D8F-D6D74F81FA7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FBC4EB-E6E5-E47B-235D-7B02962936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007468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129E-36EB-6845-8E06-762FDF917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691053-1D4A-6986-560F-06A72502CF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2306E4-5C04-E565-7E5F-8007F34F4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FD952C-7C19-3A80-C296-823BE05221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B6DD29-D28C-2BBD-C4D6-15C76DA4D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DCC2F5-767C-A4A9-305A-5188107BCB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641DB1E-77DD-9BAD-144E-97980661E47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F53326-9FB8-CD47-8C70-D89930D6AF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E17FA2-AE4C-355A-A7BA-DB6DCE6C30A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92EE21-DC12-D3F7-B5EE-4D05ECE25D0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B4C67A-3F10-40A3-7F27-6AD212813D6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A72F45-1597-9CBA-79DB-41408738A692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0E192B-9EEE-067B-4499-5851398F962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50135C-E0FC-0A77-F2C3-45674679439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9AC789-1CB8-7ACD-932E-EADC8AF302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8B60AB-FB61-5B9D-E352-C724944D525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F9529C-8335-D628-FB3E-E406A23AECF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C6F654-4358-ED55-CB7F-165EEAE2C05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C99E07-12D7-C0C5-3205-B1DB372916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695789-CF7A-09C8-D919-E4AAF099AB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7E165E-4FB3-10DB-4CB7-0895AA39FE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A11326-E32A-EF1E-F890-6DA584E52DB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EE6484-C750-CE97-7612-FC76A3B1AE5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D16391-8754-E203-75C8-4DDF9410DC3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BE2003-910B-2E3F-4524-A28481C4CCB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7D1AF0-4AA4-E80F-A750-061B34D7BD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2B253B-6B8F-2ECD-26F3-C0BC0E56AF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39D9E8-82D9-788C-BBC9-E7573D58F8C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8372EE-3467-BF0E-EB76-A246CFEBB3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5B26D5-E4FA-C4DD-563D-86674EBCDB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0FCCD5-9671-31D1-6FEE-34520247856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6B4050-B538-8192-0489-C89A1174EB3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807CEE-220E-4D9B-1E42-B8C1D06DD5A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0128AA-C90C-3641-0BC8-763965B1736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7D5E5B-106A-6774-F0F7-6AABE1CD6F1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51571-EA86-C962-25F1-8C17CC7AFB0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AD800D-1778-BB70-04E5-D035F94667B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E3F704-DF74-BC38-265B-C9584E8C44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DC6416-7A4C-5DBF-F90F-502CA353B99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544088-184D-4EFE-F0B3-3B22A203C64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2EC5EE-99DF-3364-F31C-356360403E0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FBABB-8766-9B6E-2404-AD5BC6EF66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C129E5-DD04-0254-82A5-E0754BAD7D5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E2001D-0FC6-1B55-1D52-7FB72F86633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F7207-5ADA-9244-3016-3471C451B5F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1AE2EA-5904-C1F1-F48D-BA576DD080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449876-1FC6-D370-D00D-17803C1E5E6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DD5C03-1AB7-CD29-F801-69979243354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90723A-E578-9375-19DD-C9BBEF90C23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D2F059-633D-7506-2557-FA87811AE3E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B9BA2F-EBCA-2ACE-53A2-111BEDAF8A8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2FCCF0-218C-C55E-D842-3068902E060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34780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D9510-0B85-CD95-017A-8BB573F3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6B44E58-4D0C-AC28-F92F-41420D9A55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C1CD56-3D30-E869-85C8-8357CE14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F805DB-3D4F-5F84-4D8D-6B0ED8E48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7214DD-56D4-8DD2-E081-F0E42FB7F1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1E538F-8A27-38B0-94B8-E8B7E5239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5B3CC9E-EE24-C3F5-0B35-3ED1CEFC2C0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BEDE2-3D98-E1F1-9033-9D07CA3C42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10982DD-75DC-944E-6EFF-572F0F0CB5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182805-CF37-9BB0-DC50-6657E685A01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5F612C-A0F6-4165-C9F7-F89415FD95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9B15169-BB0B-B321-5B86-B6B91E79AC9D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5174DE-54B3-4113-8229-353DFB9D167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2923A49-1E92-96D8-4A69-33F3CABBBF4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1BFAF3-4BD9-4B11-CE33-4D59EBC00C8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65A6BA-34BA-D3D5-F173-D19E63D8A64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FEA887-9DC0-D3CC-0465-93BF9DD52E5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26B78E-8DCD-30D1-7D20-B3EF6161FC7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C7B281-F787-751B-E7BD-88DA88967F4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22E8DA-2E54-0CFE-FE4E-4ED5C1EAA0B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330279B-6BDF-38E7-BF32-0337CAD029C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35F0F7F-2392-62C2-BB51-15E8983915A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51CCEF-8268-F5B1-2831-7AF66C84D20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CDA655-90F6-0F02-86BB-41AA2E6881C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031A5-FBE5-4AAA-F706-13C562B0F8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42753B-AE36-7250-D62B-2199F722EB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14882D-1B39-41FD-4528-33A5D5054F6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8E69D1-EAAD-FF80-F49C-647B29A2B37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6BB386-AE41-0E6E-A699-D7B665B5D2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923FB1-2750-35CA-EF06-E84233C67B4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00F81-71D9-9069-6EF5-2771F442AC6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EA6DD2-9C3D-38C9-0407-483E15BE22A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A9391C-0FFB-7310-A824-1595EA84096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43594F-A34E-E285-BE01-04314CB3352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EDE917-39B7-D6B4-DDEA-33AE97C37A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E58790-0E61-845E-E21A-EC2ABEEDC81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249D32-61AE-06D6-61F4-D9FD422AD7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0C81C4-8C54-FD4A-741B-9BC2F3519B0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2A58C8-E145-CC5D-C5E1-E797928DD54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F3B8DC-4A2B-14E0-5991-2D941029DE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C1107-1F1D-486E-1E7F-13BFC807780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781E34-7C02-97B9-8638-7124EFFF605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35489A-7256-4560-842A-DC7CF5357D1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632C5-A8D4-B09E-B1D3-CE4BB7338FE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515917-A950-4050-F7DC-38530AB0AD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B0821B-5C07-CCDA-EC53-42B98928DE6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3EC38-1EAA-B3C9-F8B6-B62385719FE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273B30-3DA2-8F7D-8822-EE1A7CD8629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FB50C5-2D64-7520-257C-EBA70C9E6F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DA43C3-2BAD-56A8-73BA-60512ADC132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8C1F04-87FA-9EC1-9BC5-023B5A618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9B231A-B9AB-9346-D8B8-6A0FB83DC37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102868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EE991-AB37-383E-6FAC-B77F0784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8A8675-8413-8493-9C8B-9317A0DD55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center block.</a:t>
            </a:r>
          </a:p>
          <a:p>
            <a:r>
              <a:rPr lang="en-US" dirty="0"/>
              <a:t>Last possible 4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048E05-A71F-10E8-C22C-0BF9164FB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D11266F-9DA7-583E-4536-BA0B484BB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DB770E-38E4-B201-4C0E-5DFB6D3F00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BCCDE9-4876-1113-386D-CB340719C8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2501A85-795A-DC91-372D-4CDA77B2F6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83FF2E-B9AD-7D1D-08F3-6277E5D1E15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253199-2261-75A4-AC44-216CCD34BF1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31E62D-383E-6573-07FA-89FF9A85657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F82965-4B4D-A3A5-871E-81A6F37E536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2DC68F-B857-3FA9-06B9-91A1CB28194E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8365AD-A1FD-AFD1-FF81-A02F3E3BEB8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1AB08E-0C4C-DC26-F3BA-A3929A63BC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8B0731-4A72-1568-E1FA-A42BCC0815D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7D290C-6ECC-EE31-DFD4-4F330201EC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DE0BA7-011E-73BA-C268-3FBEA9CFEF5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54BE05-5F71-B521-8B0C-2FC4E1C3DA7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A33C8C-0A0C-73BE-7327-2D290E3E7FA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FA6411-2399-502A-5CB3-C1D32D9DB38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561615-1559-2628-219D-25B1DBBF27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726AE9-C1ED-F6C9-1596-FAA7DF9562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9D251C7-A5DD-591F-C99B-199EF430E41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C369572-7CB9-BE57-3D29-3CC9B06C40A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E3BD3E-6A04-793B-EA16-87E707EA18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A94789-AC3E-A8EB-D8FC-8C2BDC92E7E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7511C2-F108-4B7E-9607-A44065266DA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3B2E80-E7DA-1F55-7B64-E552F9882F5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FB1FDB-42A9-034B-BFEA-DC77FE5A8F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78A413-237F-FC82-F0C2-9EFE64093AB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3178AA-7915-E555-82C4-34011B45DF1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E0044-6B49-AC8E-0D8C-75BD69B1182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07983A-1739-4FB2-E109-818C111AD43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B4CE71-8D15-D2FC-D54F-0221C23D8C4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EA605C-F388-E444-C499-343FF98C9D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B43562-2E1E-65FE-68D5-D76A7EA0CC8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C263A7-00B6-E845-3A67-B7B12FF0465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C03D43-9A3B-13B4-D0CC-7AA6979045F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70651-0833-45DA-D6D8-2B2FFEFC45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3B7868-9F80-DB4E-CD93-102E8AD8B64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B04499-46C4-61C3-26AF-0904C99EC4A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F1D7CA-1370-2A6F-EE53-10784A6D9F1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C99CDB-579F-7F1B-DB38-C24DF08D061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10FFEF-22EF-B760-BF26-24F831B7D9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1AB9C5-63E0-A3E6-040A-97AA65F176F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C6407D-E381-18E7-3D31-63509918796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9E5512-04FF-5C4E-DD9C-18CC0EAB24E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06D54B-7E70-4CC4-DDC0-CEA6458901D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86AB04-A5B7-18C9-11D9-FBF255D7F33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4BEA3A-DACA-A46B-A6BC-0215BCE14EF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36D84F-9ECE-30E4-DA10-EB66BF3D55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B95F87-59AE-5849-2E0C-9C888CA81BD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6D97CF-9EE7-F7A4-C831-E9A16FBBBE2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97C49-F4D6-D9B0-EE13-92D6E5F2C48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56326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E2FDD-8BE5-714D-368F-9BE966946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B7E9C8-9BA6-AFB0-0526-68D29601F0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B2FF7FA-D780-C782-00CD-BC974CC05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4F9BE7-CCBE-40D9-97AA-4B2D5AEE7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93620C-1C71-AFAF-9356-97B6F15DF1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2B697A-CC6E-7BE8-AED6-8D4D6E2D3E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2AE96D3-CDD8-91AB-F73A-FBF3F2C1E0F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3EC184-768F-BA1D-D8D3-2C33135D4A0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ACED97-A890-9154-35AF-816838900CA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75D0A6-EBC9-1C65-B08C-1A7CFC94017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1B34E2-4CA8-DE0C-AB44-A64A49775BC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F1DB32-D511-2E88-76BE-315A19EC12A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0FCEE5-38C1-47E9-2D71-04E3CF69C3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FDD13A-EBC9-7494-4813-FED0E1B28DE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D3A5B8-7382-F827-F2E5-040A807E792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DE6AED-950E-6834-9BB8-A57E34C7841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C651CA-E0F7-BDA7-FF2C-AD327D7E2D3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2D5CEF-8D46-C2CE-20B5-0227B07630C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C09BB2-6C1E-CDDA-371D-06585207B2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850BC3-0839-1D82-D669-3AA9C8C4F30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151541C-CB8F-69ED-3753-98A867C7BAF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656527A-7BAA-4876-35E2-FC603F2A079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F2DDF1-686E-5FD7-0067-CD7C9ED2EA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CCEF0D-3FD1-2E23-35BF-34BC8C07C3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729571-92BF-64E6-F1C0-3612DA11AF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CDF351-9F02-4DD7-2051-574D57D9D7B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597503-D3B2-9DDB-77A8-BAE98697555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25EAC0-04B6-B45F-6EFE-4D969CC0DD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840CA5-066A-8A67-E985-927E12F715D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FDCBE3-5CD1-5BA6-8AEF-E66823391D6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3F8ACF-E82E-70B2-3E48-6983C7B727A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A7ECB1-BBA5-5709-5AEC-CDFD3ED455D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CF1EDB-A01D-7C75-F7BB-638152CEFFE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7A8A9-5173-F7E6-7C35-5AEF9B5DF56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DF7226-1121-6935-D5D3-893800E6EF8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E7ECA3-0E6D-E8C1-9496-2D0ED35AF3D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4BFE24-59D4-7420-E4EA-A2488B1E7C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FA735F-0535-F053-48A4-E9676B2A6EA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1CF3D3-B335-B842-35B1-CC196CCEAB8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55291A-5E79-AF79-2F76-98715BB9F4D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16B07B-ED14-AF20-5315-FF62EB295D2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ED6E48-DF56-52D0-A3CA-BE68A88F19A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DD4B9-1853-69D4-BD68-C9717136383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D5AF08-B36C-5947-F89D-8FCAABC8DD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E32E61-222A-2422-ABC9-868428FA458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79A715-E08C-C60B-B75C-45F84C8A02C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1946DA-2AAB-308F-FDB3-F9F2B7D569A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0F16A0-98FB-08DB-D3AF-1BA74FDA5FA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9F3F79-FBAF-46B7-A45C-09C24F67685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13E6B5-F2DA-42F7-B3E4-9C0EBFD3E68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FACCB6-B08C-9A3C-890C-0CCB095682E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43B510-9657-056D-6CC5-350304DC1CB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D62043-7C7E-20C3-8ACC-0FBB4330BF3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89E147-A271-29F7-AA32-8A42852365A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247849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AA50-1BAB-503A-2172-FD74639C0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E6DD3E-992E-0CFD-7750-29976BEF4B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center block. 68 fits in only one way.</a:t>
            </a:r>
          </a:p>
          <a:p>
            <a:r>
              <a:rPr lang="en-US" dirty="0"/>
              <a:t>Complete Row 4. 79 fits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298E30-3826-0E59-29B5-3AE766EF1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30ACE4-AD98-419D-6FFF-C867870DF2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6ACA9B-3450-DF4D-536B-1CBCC0041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870CA3-2DAD-AA37-3A01-D762A20C7E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701D5B4-ACCC-7A62-4C75-320C5CC2448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1A65B-225A-AFE6-9F5A-F22A1573E6B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EA69E6-895D-53B7-C09E-9E5912786E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3A31D-9B2F-9E8D-715B-CDC5C326F6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B9B81D-6D7F-1BCC-D1A5-46FE95EE62C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E1998D-91E4-CEF8-8BE2-26009067C4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7F22A1-165E-7F10-FCEF-FA0C64C1C2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263AF0-6CA8-721E-E91A-F66EC40C45A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E658D9-0912-B1CA-9BB7-79436AA67A8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C94D97-03C9-25A0-61DF-F05E6A109CC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1BC05A-C43D-A37D-72D5-F9AAFC33AF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6FAD2E-F05E-F9F4-DE17-25AF861FF9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F4F058-3534-2E06-C354-8151D427BB0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97DC35-3B50-DFC9-1B16-DFA046E74F9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1292F6-7BFB-5B49-81A6-794B95BEDAF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6A7C43-16F0-B1F7-E11E-B7B6557B7DB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369CBE-E4FA-2B87-A65B-ADA059162EC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E488B3-1F5D-B615-62EE-E61D5663230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0FC252-3D3A-27EA-FA65-69C9A7E951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E2B45C-911A-F69E-4113-BB5F84C1133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3D167F-A799-E9EF-A589-FB53F8E34AB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80B53-E161-B226-C3B3-E48FB0DC285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C9F30F-AC12-220E-8B7A-018005A14E7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31465D-603E-C398-00F0-BB91E2D93C8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0123C6-59CC-E478-F346-8D88545C3AC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031E2A-4DB7-0D87-BD2A-E1E2692ECF0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2C54DD-9F1B-473A-4992-0D93AEECCC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8F11B8-43FB-D3C0-59BF-3E6B2DAFD52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B22DD-F241-D317-3E93-DD042C8F185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AC0694-E260-B579-6016-423AE76AF1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3067E5-7603-50F3-0827-9BB9BACB6D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FE3AE2-49B1-B129-47E4-77C131F0C5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B573E3-2468-1BD3-B90D-2AD05A03A77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2BC2FA-AA79-4B24-65C2-EE2F363AC7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B2ACB-97F6-0FDC-DE9D-BD697E27F47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A7D57A-697B-B127-C4CF-122CD14DF0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62A019E-CE35-40D7-D83B-2560A3DC427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509CB9-A389-B0DD-F14E-F136CC7658A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52E21C-7537-8FB7-636C-B1F8A28FBE4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667E27-0AD1-F496-C613-308656CEA52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43D39-27D3-EF64-AF8F-A355F3CAD14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1FD593-3D79-455F-179E-84F95DBA12B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E90956-600D-0F36-1A03-81B20BAC4C4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389CB7-E6E6-4D61-ED9D-D5FD87AB0AD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9BF582-C7A0-A5F2-85CF-07581C8C85B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0FEABC-41D9-E9CD-E982-8659F84B1FD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2F9B26-0D41-F48A-DCAB-1E03F070C58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954998-D337-2B23-11B7-ADF51E8E84D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7C1A33-8E48-8C17-C5BB-9390A455364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3FAC19-019C-BCB9-C468-16AFF6018C4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15D4F7-AE37-28F5-D632-B27CE2BCD44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0B850A-FC8D-2F28-68AE-EF8E5ECDE9B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76453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610CD-7262-1B52-2326-EDC263CB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81B708-93FD-A41A-99AF-F8FC4B0D48D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2. 57 fits in only one way.</a:t>
            </a:r>
          </a:p>
          <a:p>
            <a:r>
              <a:rPr lang="en-US" dirty="0"/>
              <a:t>Complete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46F899-1966-022D-1E70-CE5335C1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1CB2C7-5771-EF9B-AA49-1967B55AC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5B6419B-6076-9F0F-7670-EB07B8313D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C42277-148E-AE4F-E4A4-44A155520F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E4E9653-1CFA-E4C4-6DAC-B5D009ADE4C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2CE101-FF14-F341-F96B-89232EDFAD4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3D3012-1442-7A7C-5060-7C421CB7F14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BBF303-321D-0EC4-B713-624391BEADB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8C8DC4-9A61-9CBA-46D1-F183DE81B14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1787D5-637C-B8ED-D787-66C3C732E58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CC2262-5403-1B13-BC70-75520EEFD7C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6278720-1CA4-002D-02A8-995473A7B75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4208E6-3612-E79B-9669-FF1CC878B0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4D4039-BB29-43AD-2D36-0EB86657A0A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7E099B-157D-C0C5-53AD-DE4F61A380C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386107D-96EE-7064-9BA5-862462A33A3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0D551D-5B4A-9B1B-BBEB-52A3C16A912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DDDCD3-EC0D-E5F0-33AA-8A42E6BAB71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56658FF-E7AC-7B4E-C0FC-8F889B32E42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DBC397E-9D61-5D3C-3003-1A5994C4277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FAA14-6E0B-4AB9-C16E-295C75CD08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6ABB38-643D-4AF8-576D-C1190951A98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E8B2F2-9F41-CDD6-1875-958CA95FF8E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0C9D77-AFC8-3886-DA13-90DE787504B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685BC6-BB3D-11AE-DDCC-47688B6F21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4D0E77-2A4F-379A-4AD0-B1FD96FE9A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D24F7-A69E-FE21-6642-EB1E7A3B1BC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89DA6-5C11-DA43-4D00-7BCB548002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417671-A181-00E9-E3B7-FA78B3D858F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32D953-C57B-06C3-ABE7-1B79020758D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D6096A-53F7-CB48-1051-AB87891395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678743-73F9-6D4E-8855-7B46E266F35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C10BB3-F280-663C-42D8-04C1C0850B4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FF10A4-BA97-E6C8-5B10-ED7474D2A72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A151F9-C8C2-09B7-D2CF-4B7832AAEAB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8EC492-9229-9A7F-628D-4A2D1F7ED3A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0EC49D-6E39-2DD1-3C89-CE80A353E9E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310D8A-7293-A1C3-D6B4-D0E3EFC426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C76A-34B7-80A2-C4F4-02CCD8B6822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0E49E7-AA57-6EDA-DCD6-AD31E397532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D4589-516A-FFBA-7DE1-05C73043D60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7A6AF7-1110-02DC-CD0B-622EC933BD5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E07A2F-A2B7-06AE-2821-5D6762EE0E2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7EC65A-7950-C6FD-49A1-3C167ABE3FA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2D07A1-2A90-5143-9648-6CF3B0316DC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A10BFC-7EDE-E56A-4F3B-12EE08E7FC1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7F085A-CB7F-DB82-CE20-6E559967C35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EF7C43-01A5-972C-84D7-2C58B62CC9C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79C2FE-EDFB-C213-6BE6-B28CD66661D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D539DD-A339-125E-DC61-43281CD244F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075013-E85D-2D9E-2CF3-FB6629809ED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2BD31E-EB9D-663A-041C-CCB885D39E8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8F35A5-1314-BE25-F623-D389A59DE39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C2240A-BAD1-7403-2088-7EE2000EF81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54A41D-0DA7-13CC-A456-D998F6AC3B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30FC68-D80A-A73B-EE0C-4A2B51E8D7F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C664935-0E4E-A91B-F240-CD929300D6F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EDA13B0-9ADD-348D-4D4F-23D1CAC602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91ED0E-407D-B652-5DF5-3D564270738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161266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B3F8A-F3F0-853C-E906-F2A36101E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49984C-7CF6-7F3D-2060-D71D62C76C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right center block. 68 fits in only one way.</a:t>
            </a:r>
          </a:p>
          <a:p>
            <a:r>
              <a:rPr lang="en-US" dirty="0"/>
              <a:t>Last possible 7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CC46F1-003E-3D5B-9048-8061E59FB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429868-2B30-BC3F-4F80-106DE5CEB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9F77BC-C552-FABB-10FD-389F75420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F9B6FC0-7265-FD84-22F0-3BDC7D333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1AA9965-20C8-0012-15A8-4D0336D1145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6F8622-C9FB-7153-51C0-EC4EB5603A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140134-192F-2501-CF20-5515785BF1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B4B9BB-624F-47E9-BD79-1CD32A54971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597697-E61D-7BE1-41C8-7A1A68B44A7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37F17C8-71F8-C834-739C-4E0D2E0101B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1265CD-2BAD-BFBB-F5DE-D9735EF5691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43FC06-39DA-EB06-A3E2-842546CD9F4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D72030F-BD55-E347-22DA-0D07341F80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BAD0F3-1E5F-79AC-A51E-B2FBD16D6D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D1268C-95A4-A3CE-91EC-D8496726E3C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7E817CA-F7B2-45D2-CE2A-A679D33D70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1716A4-FEBE-73FC-5A77-0570B426D02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2891BE-89D4-DDE2-A58D-FF035A59025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F180A9-B7B3-4A6C-F6E3-E05C14E396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8FF801-FAE1-D75A-0A69-F45E43D706E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BF3116-5FE4-6CFF-F052-437F17CD69D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A4C628-ADBC-0751-32A8-C77CE9E0648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29EEA6-1164-A8B3-8921-EBBCC48441E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32FDA-38D5-E826-699B-DA662956A62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78C0FE-F428-23F6-A7F7-E6540C04B7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CB4CAF-4200-28E4-2D38-F00D683A9D8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08147D-14A5-F98D-313E-E6ED2958DC5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5C4443-3752-EEE6-015F-FC7E093F2BB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4361F9-F9F2-62E3-7E97-6EF2053C2F2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3E1DE5-FD97-FC4D-F7F6-6268B9DA97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2F770B-AA12-35A4-8BCD-DF1F3F3634F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AB2F3-BC0B-679D-DEA6-39D59FB61BF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73DC68-7FFC-876A-10C6-8A3ED605E7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97B683-54E9-B156-F848-7816FA8B3D4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F5DE16-FF53-041E-1831-E3CA997EC11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4B004C-3A02-1A71-042A-098D4EB87D1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C5554B-55DA-9934-B8DC-D1B5D95C4D3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5DB9B3-B66C-BABC-552E-B719ADA2992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FEE47-24F2-FFC3-CB0D-8BFE91A8958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A07B10-64E6-7170-F64F-3676A886F13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9379D3-794B-E26D-001B-91472F4141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B68851-152A-5F09-0AF4-BE208935F4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155363-D31D-FE9F-2B2C-8493199336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9279C8-E094-D4CE-B090-1564F6DCC5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583FB9-FA3B-2FE0-73AB-14E00DF9CCF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5F2856-6FD7-F6CD-12F2-9B03D317F57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1F62E-5F7A-50E5-E982-D30A8957E0E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32F3D-D87A-D491-6620-93E3BF4C2CA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D4A485-069C-02DF-F9AC-13CA06CC15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D6FCA0-BC01-8C37-3EF5-9F7235EC2D1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56FEF7-627A-AC2B-B3F7-3E220658080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4E3ED4E-2DDC-243A-9766-CA444F90B0B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37E6D3-F161-3054-C034-4078C445583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8E5D66-56BE-F2C3-A475-5FAB404A5C6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90150FB-351D-0254-56F8-3649537E43F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DA1662-1E9A-8EF1-5218-C1AB978E149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E6B970-9660-3C48-D7A8-A6D83D1729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EFA846-92E7-83FD-808A-799890CC57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B055A1-1458-772F-6D7A-36B47ACF098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14DC15B-DA36-2CE2-2332-5206819203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9A620-3701-B49D-6CD3-4A05D8F0B64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7AE5B1-ADD2-719F-0338-0ECAA08B7F8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987333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96BD1-732A-60C1-19C6-FDC29E1C6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43FE3E-8776-D3BC-C655-16ACD5A9EA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2–8.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9B60EF5-C1B1-6901-6712-F4AF4EAB3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E7C8B4-6832-1450-ADE6-24073D55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EE488E-6015-D9DD-3C51-7883A5757B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1D5FCB-A9FB-0591-BF74-8C32EE74F6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D4A43B7-4FBA-B492-9C13-AAB4392BCC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0AE663-CC4D-102A-AE7B-61BC8DC023E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1C3E59-2FD7-58D5-BDCE-81D5C6DE56D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D9551A-A717-289E-47B1-9840955CD6C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3128DA4-78CB-FE43-D2D1-6811546321D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7976EA-C143-9D99-B0DC-369AD078AF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89E5F2-B797-C75F-5814-49DCD9BAD2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5325D4-B1F9-B223-3293-5EB0432F82A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54CED7-9C0A-C146-E587-444C478FE7D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39DC46-5949-2A9D-3ED8-C9DC71FB531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08DA10-A20C-6598-1471-BF86FEB27D2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4F4204-B258-83B8-2718-CCEC051B007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728A8A-341B-9081-BCAE-A54ED197DE0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47AE04-7C60-84D9-E2BE-050374FCE83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2FDFAB-D050-5F52-0836-1CAF6587B9A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0ADBFF-40D9-E9C5-D5EF-35CC37CF0D4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3A38DB-D004-AA7D-502C-C66A83EC7AE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7B8729-7289-B26F-8D19-ADC6C970CC7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D1877-89D1-BD9A-84E6-55303CAB73F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5EDA80-5C0F-6862-40CC-C86559249AC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434D5A-8FB2-BBE3-D820-C80B7AC1641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0E3CC-4E57-4811-D29C-2C176365E4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2FAD7F-7438-60A6-F5DB-9BAF0B8D933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282C07-64A3-7CAD-26EA-03ED7B8C1F5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CEA7D-B80B-F8B0-D22A-0ACE4ACA08A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CFB023-DE67-5B89-36C7-CCE80D0FA6C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2099F9-DBED-CA63-04CB-7ED3274D77A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1254D6-3B0A-F8FA-62E1-387EA16A78A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EDE7A0-EDA7-C977-59BB-051A97D017C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735F7A-E111-F85F-24B7-A46AF131090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8E53F9-1EB4-E5D9-7363-A64DA194E8B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CCEDF5-B5AC-49B2-846E-A88B39811C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247907-6C04-E8AA-8DFD-FBACF60383D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23458C-DE84-2A0B-BC6C-3B5D9E4BD0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68F48-3A19-19DD-1B14-AA858A9397A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303C3D-DA7D-0E03-CD26-02940DE95AD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C7C62-2C8D-A2C8-7459-E1210C0761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70F27A-F970-91FE-8E72-7A5C9ECB116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4F145B-8A46-1881-E105-196DF58C484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60FB09-096F-CF84-8DEB-A95EB0AA2C7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D20287-8236-B3F1-C655-721417F8456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CA9F54-9183-A6D7-A610-74AE64EC863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3A2288-C514-5FAB-F6DA-6147E8A1523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3EC4C0-E40D-5E5F-DAB9-CA801E4F270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D823EF-DFF9-8C7A-22F6-70B7336D147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D5DE8B-5C43-ADD7-F539-46BB861A902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2ACBC3-8E0A-AD63-DA85-230F118AE20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C54ABE-510A-C28F-BF95-2A37691B4AF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1BEF54-F9C4-B9DF-938F-DF3B9A2E742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9B3521-CC03-6F91-870A-187DEE28C4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FB11EE-D65A-E099-9E3A-754FAA71A2F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5EFEEEE-129D-4E30-4332-6856604EC4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DEEA68F-C242-197A-B407-6A7C85C95D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FD11E8-DB03-60AE-B33F-69B7EAE4659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2F8679-0916-457B-4309-7F5327CD0BA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05B6D8-8765-B131-0B72-789AED99CC3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D13D73-E4F5-E368-E744-57EFC9006FB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1212D0-5D1F-72B2-9DF2-B3D16D84E49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7197ADC-5069-03C1-8B93-0CC4A941D3F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FDA7E7-F3E6-AE0E-A076-28E8A004A5C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295DCE-96CF-FD62-554A-57E1B0EFF3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55BD75-8A78-EC38-4656-DD31A2AAA40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CF032B-E8CD-976A-77DE-F6CDAB60791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68155EE-B610-0D9C-94F1-1CE83EFB326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6BF9EE-2FE6-42B5-5309-F10EE02F49D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76E0EC-719E-D6D0-76AD-34FA7634308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12DCC0-AAEE-1113-DE8E-ABAB8765A85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B06154C-1B04-C46C-D272-3F365A5BC3C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B25E4E-6BFD-E4D7-C779-145BE3663DA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07304F-9F48-8061-0082-4CD3322A580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C96873-A023-C9CB-CB5E-53B40804742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64E505-0A8B-3C06-8C97-D5085E8FF7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57CE6E7-3AB9-D340-25D1-444696F8FA4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AB0C93B-6CC1-231B-E3F6-5E747E27B1A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5C4103-A985-6C89-D08D-8D1F4CA8AE8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A863BF-3DE1-063C-11BF-1507AD0E15C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E4DB09C-AADD-B4C7-9666-7091FAC5408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C4B53B-C10C-5C33-D964-5768460C918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F1C7DB-E4F8-D252-D9CD-8EE331A1290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</p:spTree>
    <p:extLst>
      <p:ext uri="{BB962C8B-B14F-4D97-AF65-F5344CB8AC3E}">
        <p14:creationId xmlns:p14="http://schemas.microsoft.com/office/powerpoint/2010/main" val="2681075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58A8-64C1-C281-69E2-EA721E7EC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BE88AC-7A5B-4E0D-0BEE-6E073E00FD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D5B3AD-F63B-43C1-64CC-D7AE0D735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C63A9E-3827-29DF-3BA2-6327EC37D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EF4C58-5A01-3E77-746A-3DE977E26A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B731B3-41F1-5DCF-C3AC-698DEC26FE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E725E8E-301C-F0BE-F608-AC3A686389A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AEF5A2-FA26-51E5-C6DE-EB858B7DA9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A5875C-BDAB-057F-8A07-75CBB72C9D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D787F9-A2FE-A0DA-EF7A-B1DBDA6DE30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C00E21-6EE4-ED22-2AAA-44659EB5AAE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4B3373-DC61-16AC-1C58-AD38276EABE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33C85B-CCC4-2EE1-5421-3BF8CC49336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5629C5-9104-D339-016B-4201EE05CF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5F149D-F764-C147-EC9D-2428AEDDEAF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FB5A05-D8BE-DA85-B0D8-E49DAD1087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65BC10-3D04-4790-6015-EB245322E3B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9ECFB1-2D06-7683-8E56-F0930C0F42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72E2C5-78F2-17F7-6482-9913B4E4E01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AA6B6E-B78A-BDE5-1BD5-CEA3943CC1A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CB6B2D-0EA8-156B-71D0-FBE176012B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C6B13D-9416-09EB-A800-882E9E3AC8F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9210FB-01EB-33A6-A09B-E9CCEE0BEF3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9CFE7F-05B5-D1A2-51BA-4D225D013C4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59887D-D6EC-1561-AED7-81244FCE492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EC68B-0622-7859-F96A-C4984FCEE82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F5E7F-7734-CBEA-C975-32BE94DCDA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C17184-0FC9-793D-922B-71F4F87CFF7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943D36-0914-004A-5EFB-16B3BB60A3C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C0268-DC0E-00DE-4A6C-9AA9F677909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4E637A-6F82-51EE-5A5A-628F5D31D4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187AD9-A4AE-C87D-2489-64BC2F81676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B938ED-F47C-6333-0ECC-860414B177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A6CB25-6AA0-0818-C4DE-C8792EF0E52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A367C-1CCD-0181-777D-C40580A500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855D5B-8264-407A-C9E4-EEB61DFBFC6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5FC7B2-BDF9-AE97-106A-BCA7E9F8230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980318-1679-97C1-2F02-9D1F26DF84E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5BA12B-A1E4-F09C-81CD-6B5591CB8A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E24BBE-F023-0ACD-FE87-F9743314EA4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1983B1-2E13-607A-50D0-CE39038F4A5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9823C1-EC22-407E-A04C-D559AB6D99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CA581D-A0A3-ABCB-E32D-4DC97DFEE4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6992A0-9F41-D833-F536-FCB50E1BF9C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297117-1312-ECBA-433F-3425614D966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1C4871-A5B0-E8F1-1F98-CCF37622CA1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B0F270-0B76-8748-C5A8-91E39AA4246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232270-C0D4-707F-A41E-A9623A4D246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F0DDC-31E5-B880-A178-677E4D49CE6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1C4A04-3D86-9497-7E9C-6A5E4EBB5B1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D3E8CC-B176-5DFD-BB0E-222D9D5F760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F3CD1E-8DBD-DA8C-D6A7-1274ED0E0FC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23A12C-17E3-6510-A422-9BEC67E4CE6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A4E5B4-DCE7-E936-203B-221DB272F88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CA9F86-F3EE-237C-D728-2E34E3189CB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B6BE57-E4DF-73A6-4C91-EBFE5A3E2CC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55E003-ADF4-386D-9625-1C36878D8A7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98DC43-D23F-BE37-5198-80A5656AEAC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0EB491-DDB4-48C3-6DC0-CBF219436CB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17BBE07-9976-69E5-49F4-8527E840C0D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D09CC9-C8A7-ECB0-EBF3-12BED3E8CF2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FB7C95-0470-7E8C-95DD-74DF9322738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507DAD-7550-AE34-A249-F8CC1B42A00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571219-8BC6-9BFA-BBDF-98AF9F91BC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81F02C-4360-1011-B6F7-6E250D30703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2EE969-826F-1E48-1409-8917718C429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75688E0-0E22-1F43-7C63-F9A1A490AC9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C4DDFC-C6A2-6D83-736D-F17EE94B93B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04A72D-312D-B985-3405-967A38951C5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E995727-FFCF-2A64-EC61-0A9A35BA516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D72E84-552C-94B6-496E-51E59B076C3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B5EE6D2-452F-243F-145A-EB805DDFAED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D18168F-8B0F-6045-2867-0C83BEFAB3A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12D921-20EA-FDC6-CE9B-58C408C927C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D5720F-4A99-8A6F-86B7-0B3681BEF62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71204F-CDDE-A061-24A0-8E518B9B386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693AEAC-9FFB-712F-A845-86B187EA5F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6323E30-60D3-CB15-1F95-566086EADA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94AB114-05F6-36F8-5726-EA681586538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281930-C830-C26E-8061-7C16814EBD0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863FE2B-8663-4D74-3588-73682F890CE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89BD1DD-CE5D-E651-3AEF-C0CE9D352B7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72A28EA-F6E0-5C99-E625-498699555B0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E3F466-F467-47C8-580B-A1E8D6A719A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B2D02C-CAB5-CE6A-4769-998CA5F35DD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351368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7DA4D-8A99-6CEF-D7A8-93654B0C2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3AA013-3EEA-375C-F7E0-C076F9989E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88CF38-EAB4-9FD4-7609-DC40B07C8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C4C400-1390-DDDC-2A8A-DB68469D0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626645-87B1-6B12-3486-770E955BD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08C181-E945-4D0D-985D-A81A2A03B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6BA105F-DB2A-06CB-B334-09C7440A46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5EFF61-DDA3-02BF-51FD-294BDC74D3E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CD9914-A297-6238-84CC-AEF6DFDD92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E173BF-AC30-FAE5-6487-F43F5D2271B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715F4B-B1BE-1190-5494-79C877C9A27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31EEC0-B8EC-E79E-7DFE-F1595C16AA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F3FE69-B70C-8FD1-2031-89D3B24A1F8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F28C5B-5D57-384D-4984-285CD61B01B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9434A5-C69F-9686-C72D-F7D534715CF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9EE655-1127-A9E1-511B-8F15E659EE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D626FB-B044-9C24-5275-970BB9D9BE7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818205-3D74-E50E-D87E-9A9AB78A4E1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703EA7-0201-6224-AA65-54DA4EEC990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BB3C16-E070-81EB-D1DD-60DB424BB70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74E20B-D125-372F-CF87-D8BFE1E513A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230A95-1ED7-2DFA-F1FE-35958D7DF96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1A9706-F9C9-06FA-55B2-90F8450843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93F837-64DE-8C0B-741B-B2E35A3645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068E0-D5E1-4D69-D894-EBB12036D4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DB3AAD-6F6E-39D9-86FD-7DB5793249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D825C-7E8C-F89C-A260-8FA1333999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382AD1-6EF5-4B99-B7D6-E9306FBE9AB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EBA140-B55D-68D2-D22F-62AEFD82696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E77207-00BB-272D-30BC-F37231D4FF3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401334-4E5C-5CEE-CA71-BD337440948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9BDDEE-8B8D-B210-1706-D42BFF92006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8EB2A5-738A-33B0-F648-7BE8F38B05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4F845C-0FD6-3880-7A8E-714A16E79CE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329D32-2C1F-CA75-98A7-D78AD68E3B7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637BB6-22A6-27A3-BD5E-E0D03B8ED0E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871FB-92B6-1A15-0E8C-C71889CCB12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83B13A-AA5D-D9D1-059A-9F863D16B17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DF96F1-04F8-5EC0-4439-C59727D0F3E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80E999-0E33-DEAB-CD72-DF422B11B54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7D3B3-2CF6-EA0E-CE1D-A609DDCE79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A4B785-87D0-CA6A-3ED8-34663314F25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46B08B-C1AE-CF9F-843C-635659B5654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FB6843-37B7-1118-1B04-7B8DA2E1C1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21A24A-FC37-EECB-2A97-ACDDFE26E1F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FCDAF5-23B5-6FC8-903D-69F412C7E47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193FDC-9EDF-FAC4-F5C6-96DF58219CA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D80CBA-386C-89EC-4F70-4B18DC5ED47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CF9BCC-DA0E-648E-0F7C-7B9927AD391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E4A564-7826-2D4A-38FB-A255267BC33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6E826E-577F-1B2A-D934-67109973B5C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4CA129-0C4D-CD31-2AC4-CDCA603126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76C626-3FBE-6CD4-7A15-6890125AF81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7948F1-792B-251E-65D2-CBF4C74EAA5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37DB90-1C5B-BB87-C8BA-1178F3B522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C6E85E-C40D-5FE2-6750-E93A466B111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C03D77-A835-CF36-69F7-7CEDBE02814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72C07D-9C97-AA8A-7EEB-3AB73EC4443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09BA57-18DB-3A36-0BB8-3A1ADB3C9E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AA8D53-851E-9405-B6C6-D95CACC617C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B44B25-0A3B-8FAA-6BD0-D970370989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AA0177-1082-BE28-5FB5-537CFA43855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98B58A-2150-AE2B-9AFA-642DD9314CC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F11CA79-EF7B-BBC2-8804-F8074C54FE1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7730F0F-0422-BE53-7CE0-718A0DB5A89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C1DA1E-3DC5-575A-0EBB-D887D7BE43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28B7F8-E754-97E4-920B-F25046B5B4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C185C5-4BC9-F572-8FC4-7DBF951686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08D56F-75DC-14E9-95FB-7342B727615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E29313-DC24-EEBE-1B3F-C01A8874F0F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22004C5-4D40-BDF5-CF87-40239A3E9D5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F17B55D-04C6-7A14-B6C1-E041C45CF1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47CD119-F183-0504-98B8-F3D973C9857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826FDDA-2556-3D9E-69A0-EEE6909F3A5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32A14A-174F-BDD7-EB0A-08ABFB82A36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8740F2-8DBC-E21E-2862-CAEB0A3E7A4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70AE4FC-6766-2BE5-A1F6-6DEC75228BC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4128AD-9EBF-8E10-3934-AB800E3D5F6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828DC0-F678-FA6C-2E10-82473B5B663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FB9F8B0-3D28-C382-F0FA-2204F220629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1E8BBC-3E78-1193-2DAE-CDF418DF581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355F46E-6AC1-E521-1BD9-7BEB7021CD7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EEC2F2B-7E11-A98A-F9D6-49D6716F0D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72533D7-9CC1-9F27-381A-0E7786310D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27A5FD6-2E1D-1DF7-C378-F93E2C9715C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327215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F2E8A-7E71-A394-E788-9D14F371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AD8C38-23F6-04D3-A79C-FAD6190708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1B1141-D706-2044-5ADE-9E0D447F7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2F4D39-CC59-F308-8908-B54E49E83A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A1C115-6E72-A79A-44C7-AB00DBA77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81F294-44CC-7630-A336-2D794D7370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3987FA1-A41E-8740-1EED-1E6CA435CC3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D794CB-DDB6-A6AC-0E54-3F46A103F6C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849DE1-8CD5-2E97-8E2A-FE555631C27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749FDB-A612-EFC2-FC16-9AC180569F9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EBE1EE-F77B-2507-BA6B-D1110E6365B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8D7C51-87E4-8F60-654B-06847DE25F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E6C3BEB-1E51-80BF-0677-50298F967E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D02425-DF17-FE94-80D8-1329DE8ED30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C2A0737-2E9D-544C-CAEC-962EC00B73B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D0B43A-5CD3-3052-5B54-5F6D401CDB1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E0C9433-4318-8B8C-C684-C19C2E5359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12C2B6-6030-FCAC-7C5F-B219871E54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A6E5070-0E0F-C2C4-787F-300ECC5EC72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AE979A-7F9D-8DB5-8BF4-03EB834125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4BA30-789B-5F38-4E99-52A2AE8BE5F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CF7D-7C9C-DF95-8271-B3438F27D9C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7A31AF-EAF6-9197-4845-370E65AD86D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681BCC-1840-4C13-80AF-56EE05CB13A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02EB06-E8CF-7C6F-7A35-D7FD161A015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D8D088-7F05-3EE5-B9F3-4C403A2FE9E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531F6-7019-C61D-82B3-A85EC23AAB1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FFF4C9-2499-F1DD-48DF-A35D667E945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752CBC-7CA2-F783-8FDE-2D3973DB2FD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A8FCD8-EA3C-3916-0FB6-007F9DD458C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DA13E1-79CF-E61E-036D-329F63DD8DB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8B4C02-3B64-C522-C485-CB2CB9F9FE0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EFCEB1-1059-B022-8760-5CF27583325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584466-2616-14CC-1200-390DB903370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A25D50-9905-0D39-F283-8B4C2ED1201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9EBCD3-9546-7492-6BA5-DA21CFEB8C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D2D47A-F0C5-7DBA-A384-B74CEBD52EC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837002-711C-FB69-B8AE-A0DF9B66CD8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520DF-4924-01B7-CA07-3CF4ABB28BD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F4A55-E2A8-727D-F0B1-DC7EF952D01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5ED174-EE75-0CE8-3D58-21ED0E7EC58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A07B46-FA99-E054-DB0E-76785974F3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D91AF6-FCFD-6307-4EBE-9DF53365292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1978FC-E800-FA24-7904-34EF87F37B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562891-CF0F-6AA9-A4FB-0730DA42EF2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30C5AB-DF4C-33A5-7866-88AC5445CB8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F2F45-2E7C-5690-B128-BFEC1A8072D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9B002C-EEB7-1049-4DA5-C9AC8ADDBD1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C80210-6033-574E-D22C-CE0F19FE1BA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DAB1EB-ED91-0FB4-3E29-4A0161066A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46A505-BB17-CDF7-9A99-88B23E64462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22D90C-8094-77D1-A6D3-1F7B0F86C6E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FF7A8F-EEFF-B459-CCF7-26D2DB9396D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974EDF-5DDF-568D-9AB1-6CBE3D1DED0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702205-1D15-65A2-F725-6177FB33CB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F56C6B-D76B-DA33-C413-25A6DAE073B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821FA4-D33E-3451-243E-8849E0075F3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E719D6-E815-2634-10BA-390E06AA4C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02EBAE-4FC6-2FEF-45BE-EC9C67687F0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ECFA1B2-0468-EAC6-E4BC-AFD8711F3ED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B4BF41-EB67-D318-229F-A8FBDCD4565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7FCB4D-3DD6-7955-7AB9-80B3674CFBB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63E7A7D-C183-BFCB-C1D4-30873FA7EFB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EEFAB5E-2597-19E4-F1D7-645414B4886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CE71B9-0877-7AE4-B86E-0A45D66FAC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CA483F-6480-197F-752D-B1838B86AEC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D0BD4BB-2BA8-CC65-B6AF-6531CAE5F0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8F3AC2-BB41-0E88-F390-29F4137F53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B1DD03-C99C-5EA9-B868-F7FEFDDD832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0A8097-4582-1A87-974D-DBF66AF4A0A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E1E9AAD-6F06-7296-2552-D84FC1256C0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77DCC2D-D657-95BE-D2F4-41AFF1A2C3E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EDF6BED-4A42-E50F-E421-DFE8B4EB39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826F2E7-5A68-D634-48DB-D5116ABF271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0B5276-58A8-31A7-654A-EAFDF0059E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32FD9F6-B961-BD51-BF82-5F950070EAD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B23D87-1E0F-3D9C-508D-08AE14F7851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6355202-F6C6-B0CB-549B-B9E53518A37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CE5A1B2-318E-D74F-FC51-D2E779B92B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E068E64-77F5-7B62-B23D-E374DE9DED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93DF966-8A8D-7994-705C-C4331C9E998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EA5E65-4D99-1E2A-2670-6FEC9215CDD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E5B62D-50A6-6E4A-0456-94B3476E1C3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F26EEE8-BE46-4DF7-55BA-87DB62880BA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BDD3BF8-DB3D-069E-0882-ED533BE901F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43586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10304</TotalTime>
  <Words>2413</Words>
  <Application>Microsoft Macintosh PowerPoint</Application>
  <PresentationFormat>Widescreen</PresentationFormat>
  <Paragraphs>1653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417</cp:revision>
  <cp:lastPrinted>2025-12-02T00:08:17Z</cp:lastPrinted>
  <dcterms:created xsi:type="dcterms:W3CDTF">2024-03-19T02:13:08Z</dcterms:created>
  <dcterms:modified xsi:type="dcterms:W3CDTF">2026-06-28T02:23:38Z</dcterms:modified>
</cp:coreProperties>
</file>