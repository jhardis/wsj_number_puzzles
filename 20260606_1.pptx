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38" r:id="rId10"/>
    <p:sldId id="542" r:id="rId11"/>
    <p:sldId id="545" r:id="rId12"/>
    <p:sldId id="546" r:id="rId13"/>
    <p:sldId id="547" r:id="rId14"/>
    <p:sldId id="548" r:id="rId15"/>
    <p:sldId id="549" r:id="rId16"/>
    <p:sldId id="571" r:id="rId17"/>
    <p:sldId id="550" r:id="rId18"/>
    <p:sldId id="551" r:id="rId19"/>
    <p:sldId id="552" r:id="rId20"/>
    <p:sldId id="553" r:id="rId21"/>
    <p:sldId id="554" r:id="rId22"/>
    <p:sldId id="555" r:id="rId23"/>
    <p:sldId id="556" r:id="rId24"/>
    <p:sldId id="557" r:id="rId25"/>
    <p:sldId id="558" r:id="rId26"/>
    <p:sldId id="559" r:id="rId27"/>
    <p:sldId id="560" r:id="rId28"/>
    <p:sldId id="561" r:id="rId29"/>
    <p:sldId id="562" r:id="rId30"/>
    <p:sldId id="563" r:id="rId31"/>
    <p:sldId id="564" r:id="rId32"/>
    <p:sldId id="565" r:id="rId33"/>
    <p:sldId id="566" r:id="rId34"/>
    <p:sldId id="567" r:id="rId35"/>
    <p:sldId id="568" r:id="rId36"/>
    <p:sldId id="569" r:id="rId37"/>
    <p:sldId id="570" r:id="rId38"/>
    <p:sldId id="572" r:id="rId39"/>
    <p:sldId id="573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46"/>
    <p:restoredTop sz="94591"/>
  </p:normalViewPr>
  <p:slideViewPr>
    <p:cSldViewPr snapToGrid="0">
      <p:cViewPr varScale="1">
        <p:scale>
          <a:sx n="118" d="100"/>
          <a:sy n="118" d="100"/>
        </p:scale>
        <p:origin x="9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6/6/26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9BC48-B0C8-A801-215A-583CB8BA4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2553C8-5B23-AEBC-DDB2-AE55F5FCE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C46EBC-A82A-AB78-14F6-181BCA686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6A291-1CB8-07BB-A2D2-DFF261642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99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3CDC7-173F-B807-123A-B4B348F79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DE5EB7-2A91-2D2F-1E6A-62FD9FC6FD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2D080A-8EBD-8434-9004-1BE65D8A7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3BB66-1F8F-9665-9AF9-F981CB860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7833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668C2-9442-1C57-7C7E-7ECEFB573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8F263F-C74B-8E46-A0AA-C71E2E3F65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72293C-16B5-A854-7D7A-18071753F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6F1F5-8146-3C5D-1FC8-BBAFBF2CF7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703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E343A-B66D-0A33-C045-01E212B22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4477D-063C-EDBA-8985-C9908B31A6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A81B9-5881-26D2-3285-FA19D038C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48792-E6D4-F804-89FD-0FE7DBEE99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96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A282E-00E6-F0F7-80BA-513B39745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AEE12C-9050-4487-37AF-FD580515B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613FEB-5CC9-E4BB-8175-2EB5F3882B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676ED-4715-A497-D4B6-85091A47A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532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9B0D9-71B7-A021-A10E-5546D04C0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282E87-6F8E-0FD8-484A-A5B22E245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976FD-04A6-837B-2812-A31B988BE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C77BB-931E-6AF1-CA58-04903CBA39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6772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FDB13-726B-4C1A-0DFB-3E618D76D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4A4A60-B893-2D4B-9008-0EA128D06E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04F3C2-7D3E-937D-2B05-48E21CBF3A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03F4D-0CD3-5AAE-E9F9-BE215F8CC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155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C686B-4814-0CE0-61C4-6A638CC2A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C27564-956C-96A6-F448-0E26E1186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590011-195B-CE63-9557-EE331A742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E53A2-1E1B-052F-047C-4B4149907F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207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B7AF7-3801-952A-FC63-03E35CDC4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11CC72-DC82-45C0-CD42-F6CB09B51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600541-7E93-CF19-B40A-0F1E40F1B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E1F31-8DFA-C523-F023-D29560540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4097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3D921-AFD7-C70C-9162-4B08F8DFE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41E5BA-A7D4-DF7F-1DBA-F52D78B739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F1266-E6F4-6536-9567-EF5DC357E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0FD44-0577-40D8-6876-ECB0138610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5969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AB6C7-67EF-C73C-21B6-BEF7DC3B4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52A3B3-7DDB-A076-F2D7-96791B0E9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173BE-EA7F-61D9-F811-78D7C95D9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3A8DA-F75A-0A13-0A61-0D7812D825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91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2204F-1FA9-0630-24FC-7BCF65FF4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1B65B-9E2F-44D6-9F99-D289D4275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B98E06-83C5-686F-546E-E29F501A5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D383D-80AF-2925-8340-4C3BD58F51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457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4B909-A92F-D01D-0116-740E0E593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61BD3D-8901-4D50-0B5B-A68DFF756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197A37-0949-A0D3-A095-028A6FC040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0EBBF-8571-5B71-36F0-607032769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509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12D7A-4816-D4BE-35BB-74CB93635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793B2C-0FA5-5A1D-4CCD-8ED67C1FBA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FDFCFE-03C0-B80F-DE78-BA81BB345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03D190-3CA2-8A81-508A-20098A21E3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0875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8AFFE-1DEB-3CBC-84C4-56097C342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C95F4F-78F1-0743-BCB6-1F8E832CC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724627-F5AC-4BC3-E27B-DF8AEC417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8129A-8793-E2CE-2827-1418BC5A5F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1021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C5BB2-9068-8C34-59EC-C7254F2E4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42DB3B-F93D-6CAE-D0D8-4D1060B42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94D0E0-22B5-8143-0103-3BDC01C97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3DA896-CF86-AF7B-659C-0F7CAC77B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7194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F99B3-70E2-1BB3-4624-70705F057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8A128B-ACE9-625F-8FCE-CAEBF10C7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76B5F7-63CF-10BA-1CE9-93A5649BD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59C0B-CEA0-D855-072F-69DCB7039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7735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484A9-A033-B3FD-BC21-BBF0C439E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E7C344-0296-CEC1-A0C0-D19A8D1C2C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8F93C7-8AF6-8C90-1089-65086BBDB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533B0-2D52-81B5-C0D9-7322DAEB24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2677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A491D-16E7-0754-4FE9-F1CC5704B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83CEBF-0247-47A7-A5AE-CB8D42B247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C6BEA6-DDA3-0713-D1A1-211776A68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043DF-A26A-B118-74A9-762D6C2F1F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3403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3A89D-C4C4-92FD-8092-77E2D7D3F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8EE867-C1BA-AE2A-5B75-AD8C57A9C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7B3EF-6C2A-4A0E-2AA6-43419037F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941FF-B232-3D76-AE8A-EC6BE80031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0524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EDF99-DC6C-6121-FF93-3CCBB1915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D7E4EF-7E6A-DC23-0C60-D285B9F57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C06D60-209F-BB4F-7DE5-AC9D7894A3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64A83-4A3C-0449-379C-5FED7B3CCB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059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52490-4D6A-8658-B754-3F7DAC5E4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D601BB-5063-AA77-6E5B-D1F0456F5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F96FF2-A661-F08A-BB9F-07FCF1BE3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50594-5F83-79DD-2530-076C285B67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998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79BD5-72F9-EB86-44CB-F5D8097F7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28F4E0-F92A-C109-A9C4-0927D5FBC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61D276-F648-6C7B-D814-401099B72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8EBA1-4C44-CE79-11CB-0A147AB78E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2017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B5733-6B02-D8A1-BCAC-0200D43C9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3E606E-7F4E-2442-7803-B2BE7D47E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0048EC-B408-BC61-4BD3-42C5D3534C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5670A-4637-B34F-D826-77D265687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83666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845EC-0952-2D10-C1DC-0A64B6D76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1D1D3C-6D9B-5B02-D57D-6322D04AD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1C5DA9-002B-3DD0-C2E1-BC17FFEF3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A579D-E5E9-D801-8EF3-1012697936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7560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84C67-7432-5973-718F-1FB7DB375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52F541-76D9-1AF8-E53D-EC59D6607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0376D-280E-09B1-41F4-B6B412D299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E4BC4-B126-D7E1-1FBA-8D8A743BF8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7076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CF2A5-851E-A6E8-0936-F208CB440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703C60-78D4-539A-BD54-FF414B0DE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4F0165-02ED-A998-BF2F-CA12B5420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18B74-832C-8B52-0D23-C99E8BEFB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31086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B50DA-10A2-2136-08E7-5171876E8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A0FAD-6BC4-0CFF-737B-7DBFABE69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BA16AB-499B-4970-9682-F52DFB370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1A3A5-F561-9CC3-46F1-F73FB9C43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74040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5CC48-7C5B-B8DC-0515-C750E9D18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80FD91-AA4C-DDD8-C35E-34DDCCF9BE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975B35-7611-D128-10CA-AFC8F779C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FCE66-E3D0-0518-9CD8-592971E156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2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5ABD61-6BB8-91FC-3623-D1B4B9D0F8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158947"/>
            <a:ext cx="4543224" cy="513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45–(11+11) = 23, in 3, which must be 689.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515E8CB-32C8-AC21-9817-D446C90161C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AF53EA-BFB8-E0B0-ABFD-5621F71563D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13EA88-9C05-D134-6748-AD0D3C34098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B3CE8E-B4CC-E003-87F1-B27CD04CF49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1C106C-4191-6F8C-F22D-A68F5DCC10A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70196B-F715-37DB-B550-0EC312DDE9B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3A6C92-2756-30FA-C36F-C62595A3489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F98FD3-89F9-07FD-9F3E-426F86F8B93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</p:spTree>
    <p:extLst>
      <p:ext uri="{BB962C8B-B14F-4D97-AF65-F5344CB8AC3E}">
        <p14:creationId xmlns:p14="http://schemas.microsoft.com/office/powerpoint/2010/main" val="315131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45–(15+15) = 15, in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515E8CB-32C8-AC21-9817-D446C90161C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AF53EA-BFB8-E0B0-ABFD-5621F71563D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13EA88-9C05-D134-6748-AD0D3C34098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B3CE8E-B4CC-E003-87F1-B27CD04CF49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1C106C-4191-6F8C-F22D-A68F5DCC10A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70196B-F715-37DB-B550-0EC312DDE9B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3A6C92-2756-30FA-C36F-C62595A3489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F98FD3-89F9-07FD-9F3E-426F86F8B93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AFEB07-B92E-95D4-9DA7-DD62DA8FB1E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12617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2-cages with six or fewer possibilities.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515E8CB-32C8-AC21-9817-D446C90161C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AF53EA-BFB8-E0B0-ABFD-5621F71563D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13EA88-9C05-D134-6748-AD0D3C34098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B3CE8E-B4CC-E003-87F1-B27CD04CF49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1C106C-4191-6F8C-F22D-A68F5DCC10A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70196B-F715-37DB-B550-0EC312DDE9B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3A6C92-2756-30FA-C36F-C62595A3489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F98FD3-89F9-07FD-9F3E-426F86F8B93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AFEB07-B92E-95D4-9DA7-DD62DA8FB1E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680BFC-0D75-3973-8DAA-63DA35FF212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6E4E7C-A444-1AEC-6E43-1FAAD8F4A02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4B51CA-835C-7B05-8E3B-BE28A1615CB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D382A2-F077-92E2-F419-AE9A7C57C59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D438D0-9153-2CA7-F1B0-5DADEE30EA6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1B4585-C83F-2BBD-EBAF-D05E72582B2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5EEC20-5D69-2B45-B93F-C692A157134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8E9399-AC98-F4D6-F23E-5277284304E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93F14F-A791-95CD-E1B3-A4040ED7DEF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770F08-9E1A-13E1-07A1-C74D02DF929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792D14-DA49-EED9-3794-0FB39158C93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8D4391-0449-E2A8-0343-69789BA4242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86F9A4-9AEA-2BF5-BC04-9D49DF7F5CF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2516E5-8E7A-2922-8DEA-14978B2541E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BD9E88-2BCF-AD5A-9830-2FA3B43D334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EA90E3-1E75-D70D-F898-E05A2CD7F3C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75C7DCD-334F-2998-852C-8DE7C1C00DF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C36855-6A19-C8B3-0111-A75032F1779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545A741-BCE9-16F4-4BF9-2356F10C0BC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E31414F-1A4A-C72B-EE1A-120D83741DE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CE10E0D-D5E7-DDCB-3B02-3E785C3E4C5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549DC01-946D-614C-3FFC-E35B5768223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EC71FA9-02B4-0E7B-70EC-15B72E5E160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99AD091-061E-67A8-905A-98C70F4C050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</p:spTree>
    <p:extLst>
      <p:ext uri="{BB962C8B-B14F-4D97-AF65-F5344CB8AC3E}">
        <p14:creationId xmlns:p14="http://schemas.microsoft.com/office/powerpoint/2010/main" val="609222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515E8CB-32C8-AC21-9817-D446C90161C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AF53EA-BFB8-E0B0-ABFD-5621F71563D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13EA88-9C05-D134-6748-AD0D3C34098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B3CE8E-B4CC-E003-87F1-B27CD04CF49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1C106C-4191-6F8C-F22D-A68F5DCC10A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70196B-F715-37DB-B550-0EC312DDE9B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3A6C92-2756-30FA-C36F-C62595A3489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F98FD3-89F9-07FD-9F3E-426F86F8B93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AFEB07-B92E-95D4-9DA7-DD62DA8FB1E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680BFC-0D75-3973-8DAA-63DA35FF212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6E4E7C-A444-1AEC-6E43-1FAAD8F4A02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4B51CA-835C-7B05-8E3B-BE28A1615CB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D382A2-F077-92E2-F419-AE9A7C57C59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D438D0-9153-2CA7-F1B0-5DADEE30EA6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1B4585-C83F-2BBD-EBAF-D05E72582B2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5EEC20-5D69-2B45-B93F-C692A157134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770F08-9E1A-13E1-07A1-C74D02DF929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792D14-DA49-EED9-3794-0FB39158C93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8D4391-0449-E2A8-0343-69789BA4242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86F9A4-9AEA-2BF5-BC04-9D49DF7F5CF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2516E5-8E7A-2922-8DEA-14978B2541E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BD9E88-2BCF-AD5A-9830-2FA3B43D334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EA90E3-1E75-D70D-F898-E05A2CD7F3C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75C7DCD-334F-2998-852C-8DE7C1C00DF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C36855-6A19-C8B3-0111-A75032F1779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545A741-BCE9-16F4-4BF9-2356F10C0BC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E31414F-1A4A-C72B-EE1A-120D83741DE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CE10E0D-D5E7-DDCB-3B02-3E785C3E4C5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549DC01-946D-614C-3FFC-E35B5768223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947FF4-7E98-1E0A-6DE7-7302BE07C49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D4B978-24CC-74D4-ED4D-8EDC088161B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94C3B3-166C-436E-B10F-16D23E89C41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FF5097-28DF-81B2-4AD7-A9CD786BD3F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51017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9AF53EA-BFB8-E0B0-ABFD-5621F71563D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13EA88-9C05-D134-6748-AD0D3C34098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B3CE8E-B4CC-E003-87F1-B27CD04CF49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1C106C-4191-6F8C-F22D-A68F5DCC10A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3A6C92-2756-30FA-C36F-C62595A3489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F98FD3-89F9-07FD-9F3E-426F86F8B93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AFEB07-B92E-95D4-9DA7-DD62DA8FB1E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680BFC-0D75-3973-8DAA-63DA35FF212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6E4E7C-A444-1AEC-6E43-1FAAD8F4A02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4B51CA-835C-7B05-8E3B-BE28A1615CB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D382A2-F077-92E2-F419-AE9A7C57C59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D438D0-9153-2CA7-F1B0-5DADEE30EA6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1B4585-C83F-2BBD-EBAF-D05E72582B2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5EEC20-5D69-2B45-B93F-C692A157134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770F08-9E1A-13E1-07A1-C74D02DF929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792D14-DA49-EED9-3794-0FB39158C93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8D4391-0449-E2A8-0343-69789BA4242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86F9A4-9AEA-2BF5-BC04-9D49DF7F5CF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2516E5-8E7A-2922-8DEA-14978B2541E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BD9E88-2BCF-AD5A-9830-2FA3B43D334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EA90E3-1E75-D70D-F898-E05A2CD7F3C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75C7DCD-334F-2998-852C-8DE7C1C00DF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C36855-6A19-C8B3-0111-A75032F1779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545A741-BCE9-16F4-4BF9-2356F10C0BC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E31414F-1A4A-C72B-EE1A-120D83741DE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CE10E0D-D5E7-DDCB-3B02-3E785C3E4C5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549DC01-946D-614C-3FFC-E35B5768223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947FF4-7E98-1E0A-6DE7-7302BE07C49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D4B978-24CC-74D4-ED4D-8EDC088161B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94C3B3-166C-436E-B10F-16D23E89C41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FF5097-28DF-81B2-4AD7-A9CD786BD3F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87D784-C76A-8F49-65AE-808264D9240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F20D1A-4419-E63A-DE3F-D460ACE40EB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553459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9AF53EA-BFB8-E0B0-ABFD-5621F71563D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13EA88-9C05-D134-6748-AD0D3C34098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B3CE8E-B4CC-E003-87F1-B27CD04CF49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1C106C-4191-6F8C-F22D-A68F5DCC10A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3A6C92-2756-30FA-C36F-C62595A3489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F98FD3-89F9-07FD-9F3E-426F86F8B93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AFEB07-B92E-95D4-9DA7-DD62DA8FB1E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680BFC-0D75-3973-8DAA-63DA35FF212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6E4E7C-A444-1AEC-6E43-1FAAD8F4A02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4B51CA-835C-7B05-8E3B-BE28A1615CB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D382A2-F077-92E2-F419-AE9A7C57C59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D438D0-9153-2CA7-F1B0-5DADEE30EA6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1B4585-C83F-2BBD-EBAF-D05E72582B2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5EEC20-5D69-2B45-B93F-C692A157134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770F08-9E1A-13E1-07A1-C74D02DF929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792D14-DA49-EED9-3794-0FB39158C93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8D4391-0449-E2A8-0343-69789BA4242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86F9A4-9AEA-2BF5-BC04-9D49DF7F5CF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2516E5-8E7A-2922-8DEA-14978B2541E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BD9E88-2BCF-AD5A-9830-2FA3B43D334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EA90E3-1E75-D70D-F898-E05A2CD7F3C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75C7DCD-334F-2998-852C-8DE7C1C00DF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C36855-6A19-C8B3-0111-A75032F1779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545A741-BCE9-16F4-4BF9-2356F10C0BC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E31414F-1A4A-C72B-EE1A-120D83741DE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CE10E0D-D5E7-DDCB-3B02-3E785C3E4C5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549DC01-946D-614C-3FFC-E35B5768223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947FF4-7E98-1E0A-6DE7-7302BE07C49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D4B978-24CC-74D4-ED4D-8EDC088161B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94C3B3-166C-436E-B10F-16D23E89C41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FF5097-28DF-81B2-4AD7-A9CD786BD3F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87D784-C76A-8F49-65AE-808264D9240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F20D1A-4419-E63A-DE3F-D460ACE40EB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907412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1 in Row 6. (There can’t be a 1 in [11 in 2].)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9AF53EA-BFB8-E0B0-ABFD-5621F71563D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13EA88-9C05-D134-6748-AD0D3C34098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B3CE8E-B4CC-E003-87F1-B27CD04CF49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1C106C-4191-6F8C-F22D-A68F5DCC10A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3A6C92-2756-30FA-C36F-C62595A3489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F98FD3-89F9-07FD-9F3E-426F86F8B93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AFEB07-B92E-95D4-9DA7-DD62DA8FB1E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680BFC-0D75-3973-8DAA-63DA35FF212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6E4E7C-A444-1AEC-6E43-1FAAD8F4A02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4B51CA-835C-7B05-8E3B-BE28A1615CB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D382A2-F077-92E2-F419-AE9A7C57C59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D438D0-9153-2CA7-F1B0-5DADEE30EA6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1B4585-C83F-2BBD-EBAF-D05E72582B2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5EEC20-5D69-2B45-B93F-C692A157134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770F08-9E1A-13E1-07A1-C74D02DF929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792D14-DA49-EED9-3794-0FB39158C93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8D4391-0449-E2A8-0343-69789BA4242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86F9A4-9AEA-2BF5-BC04-9D49DF7F5CF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2516E5-8E7A-2922-8DEA-14978B2541E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BD9E88-2BCF-AD5A-9830-2FA3B43D334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EA90E3-1E75-D70D-F898-E05A2CD7F3C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75C7DCD-334F-2998-852C-8DE7C1C00DF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C36855-6A19-C8B3-0111-A75032F1779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545A741-BCE9-16F4-4BF9-2356F10C0BC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E31414F-1A4A-C72B-EE1A-120D83741DE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CE10E0D-D5E7-DDCB-3B02-3E785C3E4C5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549DC01-946D-614C-3FFC-E35B5768223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947FF4-7E98-1E0A-6DE7-7302BE07C49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D4B978-24CC-74D4-ED4D-8EDC088161B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94C3B3-166C-436E-B10F-16D23E89C41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FF5097-28DF-81B2-4AD7-A9CD786BD3F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87D784-C76A-8F49-65AE-808264D9240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F20D1A-4419-E63A-DE3F-D460ACE40EB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248250-F569-5500-9B9C-9A4FF7F265D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06696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[11 in 3, no 6, 8, 9] can be 137 or 245. On this side it’s determined.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9AF53EA-BFB8-E0B0-ABFD-5621F71563D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13EA88-9C05-D134-6748-AD0D3C34098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B3CE8E-B4CC-E003-87F1-B27CD04CF49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1C106C-4191-6F8C-F22D-A68F5DCC10A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3A6C92-2756-30FA-C36F-C62595A3489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F98FD3-89F9-07FD-9F3E-426F86F8B93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AFEB07-B92E-95D4-9DA7-DD62DA8FB1E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680BFC-0D75-3973-8DAA-63DA35FF212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6E4E7C-A444-1AEC-6E43-1FAAD8F4A02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4B51CA-835C-7B05-8E3B-BE28A1615CB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D382A2-F077-92E2-F419-AE9A7C57C59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D438D0-9153-2CA7-F1B0-5DADEE30EA6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1B4585-C83F-2BBD-EBAF-D05E72582B2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5EEC20-5D69-2B45-B93F-C692A157134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770F08-9E1A-13E1-07A1-C74D02DF929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792D14-DA49-EED9-3794-0FB39158C93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8D4391-0449-E2A8-0343-69789BA4242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86F9A4-9AEA-2BF5-BC04-9D49DF7F5CF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2516E5-8E7A-2922-8DEA-14978B2541E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BD9E88-2BCF-AD5A-9830-2FA3B43D334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EA90E3-1E75-D70D-F898-E05A2CD7F3C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75C7DCD-334F-2998-852C-8DE7C1C00DF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C36855-6A19-C8B3-0111-A75032F1779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545A741-BCE9-16F4-4BF9-2356F10C0BC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E31414F-1A4A-C72B-EE1A-120D83741DE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CE10E0D-D5E7-DDCB-3B02-3E785C3E4C5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549DC01-946D-614C-3FFC-E35B5768223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947FF4-7E98-1E0A-6DE7-7302BE07C49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D4B978-24CC-74D4-ED4D-8EDC088161B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94C3B3-166C-436E-B10F-16D23E89C41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FF5097-28DF-81B2-4AD7-A9CD786BD3F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87D784-C76A-8F49-65AE-808264D9240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F20D1A-4419-E63A-DE3F-D460ACE40EB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248250-F569-5500-9B9C-9A4FF7F265D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B9FBE7-B3BC-78D5-F3B7-F49B220C741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B56F35-7CBF-FC2B-0703-B4DF63C9D7D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771110-DD4D-5EAD-3317-6CA5B836CD8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309A53-EFF1-7770-5E0C-360D960AD85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99D428-5F14-CE12-78D9-0D88F352388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</p:spTree>
    <p:extLst>
      <p:ext uri="{BB962C8B-B14F-4D97-AF65-F5344CB8AC3E}">
        <p14:creationId xmlns:p14="http://schemas.microsoft.com/office/powerpoint/2010/main" val="1816776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 adjacent sides it’s also determined, because the corner blocks can’t have four cells with the same three-digit possibilities.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9AF53EA-BFB8-E0B0-ABFD-5621F71563D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13EA88-9C05-D134-6748-AD0D3C34098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B3CE8E-B4CC-E003-87F1-B27CD04CF49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1C106C-4191-6F8C-F22D-A68F5DCC10A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3A6C92-2756-30FA-C36F-C62595A3489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F98FD3-89F9-07FD-9F3E-426F86F8B93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AFEB07-B92E-95D4-9DA7-DD62DA8FB1E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680BFC-0D75-3973-8DAA-63DA35FF212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6E4E7C-A444-1AEC-6E43-1FAAD8F4A02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4B51CA-835C-7B05-8E3B-BE28A1615CB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D382A2-F077-92E2-F419-AE9A7C57C59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D438D0-9153-2CA7-F1B0-5DADEE30EA6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1B4585-C83F-2BBD-EBAF-D05E72582B2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5EEC20-5D69-2B45-B93F-C692A157134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770F08-9E1A-13E1-07A1-C74D02DF929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792D14-DA49-EED9-3794-0FB39158C93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8D4391-0449-E2A8-0343-69789BA4242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86F9A4-9AEA-2BF5-BC04-9D49DF7F5CF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2516E5-8E7A-2922-8DEA-14978B2541E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BD9E88-2BCF-AD5A-9830-2FA3B43D334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EA90E3-1E75-D70D-F898-E05A2CD7F3C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75C7DCD-334F-2998-852C-8DE7C1C00DF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C36855-6A19-C8B3-0111-A75032F1779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545A741-BCE9-16F4-4BF9-2356F10C0BC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E31414F-1A4A-C72B-EE1A-120D83741DE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CE10E0D-D5E7-DDCB-3B02-3E785C3E4C5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549DC01-946D-614C-3FFC-E35B5768223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947FF4-7E98-1E0A-6DE7-7302BE07C49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D4B978-24CC-74D4-ED4D-8EDC088161B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94C3B3-166C-436E-B10F-16D23E89C41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FF5097-28DF-81B2-4AD7-A9CD786BD3F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87D784-C76A-8F49-65AE-808264D9240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F20D1A-4419-E63A-DE3F-D460ACE40EB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248250-F569-5500-9B9C-9A4FF7F265D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B9FBE7-B3BC-78D5-F3B7-F49B220C741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B56F35-7CBF-FC2B-0703-B4DF63C9D7D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771110-DD4D-5EAD-3317-6CA5B836CD8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309A53-EFF1-7770-5E0C-360D960AD85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99D428-5F14-CE12-78D9-0D88F352388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605D77-CB76-A7DF-6CCA-B7549E1328D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5AC557-FAD8-6E56-8131-8A98FE41D4B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9F9F833-BAB2-2B91-B0DD-419470767B0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FF914B-A8F8-1656-AB64-E40AF92BCF1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7CD240-9AC4-2014-EC60-B6B56741A28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0E37DD-B00C-BF92-5866-F50F6FB6F91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2E3CAC-4AE3-BA70-28CA-175C596EE1A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1F6DFC-7594-A84C-F49B-EB9604F91E6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4F35D8-6DB1-C58B-4CCC-ECAD2BE3241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0843D2-EE42-A6A5-311C-C0F18208A2F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50DE16-FD6B-B01B-538A-C0DA62D3D9A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B25A16F-2DE3-7A2E-9D43-93A2FE27E02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503ADE-414B-4255-79C3-B46ED27A0AD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CC7B4C6-FE0D-862C-3E71-E8E5541B717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8326A0B-9FCD-F8DA-82D4-10DB11681E9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518AC2E-7221-72C9-5F17-A22B3DFE8E7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4F6B427-A6A9-6434-4890-A12A9CB3626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A098773-FB7F-9D3C-1D62-BF5F4A4B8FB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</p:spTree>
    <p:extLst>
      <p:ext uri="{BB962C8B-B14F-4D97-AF65-F5344CB8AC3E}">
        <p14:creationId xmlns:p14="http://schemas.microsoft.com/office/powerpoint/2010/main" val="2338297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632B9-DE52-1062-973F-673AA6DB3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276E90-29A8-E794-44BA-FAC81CA4F1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 (Note 89/5689/9865/569 quartet in upper left block, and similar quartet in Row 2.)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189E26F-0745-A561-DBDA-E665F213A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AD08CE2-A0A1-1877-1B96-DBB4D7D32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239A936-E2F3-3F9F-2800-D24EF4E13F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29C8CC3-BF25-B305-872E-FAAE40610B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94B8B7C-AB36-C130-EB7D-D8B42B88837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13E6B7-954F-D6E4-2094-B4A23CD4FC9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E80891-F9BC-54CF-C050-388E1C50C31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63EED0-D738-BEEB-82A0-0733C6FE055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C2945F-E3BE-AF21-B241-B3366490954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F72AF7-5D1C-E005-4019-936BEA5748E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E2E71E-26E2-E37D-BE94-379A80180FC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BC8D1E-CB4A-81D9-F806-0A96F13429D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578B33-528F-5278-D03D-D6938E84351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171426-37B4-8350-991F-2BCE463474B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CD3D40-7E75-1E12-41F4-6F2352D37A2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A7B3CC-04E0-4AD7-55DB-4F83F437607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1537F0-AD12-BFEF-CBBC-DFB074E2FFD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CA528A-CAEA-2009-8DA3-9903A1F10DE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DA808D-C54F-1BF9-A947-FD1F6CC2FB0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D0C6B6-6F3B-877D-79D6-A6C9F9F1348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9CA4A1E-6632-DBFA-79F1-A7F776F6F92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7B2D70A-95A1-D6D3-02FD-05813FB98EB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DB754A-8F0B-4C2A-72A1-7BE78E589A7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E6B3DCE-970C-8459-C914-D13C8F29AFA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BF73A53-14C9-CF8C-8C03-59EB8E9E352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402E945-65B9-B62C-91F2-3B32D5C816E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97D4ACA-93F1-80B8-0536-9A30029CF1A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70F78E6-6A01-BCAB-D148-24137FC90E1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8FE74F8-DCEE-A107-EB49-7AC669C8204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9A0EDE8-4801-7FE9-17EF-06EE06133F6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53039AB-B542-DF2D-E01C-65B1811494F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7324A2-978D-915C-914E-B1C5A4FB63A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278627-EC58-7896-3E6D-62D43EADEF9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790EAB-7E77-83E2-FD9F-7BFEEA2E861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2350A2-ECF9-59DF-3085-896A8F37585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567443-C4D3-62FC-9B0E-73AC8B7372B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13348A-AF4C-5C65-FC0A-F1C91C9B695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5601AB-09B9-28E9-2F9C-06D4BFBB929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65DBAC-FE58-D3D5-6D0F-C6A7A6206DD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30E32C-7796-7110-B0B1-9DBCC19A521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B845F2-A4B8-5157-B343-E318E46F3ED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5E646FD-E38A-6277-1D8E-BD32EB0F453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08B25E-792F-4B0F-E817-DF784E62441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9066B1-8CCC-E56C-4B3D-5A65D1576A8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48602D5-6EB0-7853-37FF-68FD96BB1BC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605BEA6-CB23-0F2D-44FD-3E1E4FC4C1B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2A872F-17AE-79D9-3465-BF57FDC42E6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882E39-8F98-B931-C690-352B3E507FC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8C4A5D-105F-8628-EEB1-8FEE0CE4B1E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0DFDF5-8F67-E4FE-AE17-B9E6D1DDCFD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883901-DDF9-0B13-21B1-E102772500E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031619-2ACB-9928-B538-0870FE45488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FA9AA23-CDBC-1261-3F93-3FA986FAC14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49F0FE6-CBA7-C372-069A-2F032853645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4B73EDA-BA52-BEE8-480D-F8C14BAB046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17E0394-97FC-EFEA-5997-4E9FEA35C69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BD4E43E-3F0A-55E0-8222-3B0F7D4DD45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7CEE027-EE36-0B88-DD5E-A8D6A05FF85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95BF91A-6F94-8B3A-1642-823466116C2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420C61-E7A1-6E45-7AE1-29E54D7D867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15FF42B-B036-C760-E300-74A683632A2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24748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511EB-D467-C2FC-6548-9AEAA12E9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E39918-B218-D2E5-54DD-3AD5C9FE2D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019DE53-8DF1-BBE8-5296-4514AFA4E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B3F1999-A2A1-1633-7E8A-8163E9D79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C09A4AD-A8FA-3963-9D2E-FD21F18671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5385C26-7CE7-5D49-27FC-3389948CF8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EE69FDC-1BCA-CCD2-1A18-C0AA46C8693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767FCC-BC8F-1FD9-9282-5F7729CFA3D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D16CD2-DABA-D30F-BB6B-C583780E429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D807E2-A6EC-52D0-55B8-8CD50780A3C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761E83-334B-45BF-A426-7877EE7CAC4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D13913-D07D-8B91-B247-D4EA31B9228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9527B2-B2B5-06A6-4BA6-6323D750A23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B5B279-3D2E-1C4A-B534-2B2D361319F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63C603-F621-5CCF-0037-9AC3F7E9C5A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BA86C5-3B1C-E990-64E9-CAD694C8D24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22C247-0C2E-882F-D4ED-DC371C06911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8234A1-D2D4-6D8E-A2B3-EDFEDCBA214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42FA91-38A5-17B0-0D48-57DFAAD2677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0450D3-D4B9-CE86-728D-5972DFC1E02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EE3240-7E6B-A2ED-DF57-E891E5CE3B0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476C83-994D-74CA-4545-B8C9545C7FE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C75600A-00FC-118C-57AD-4370F80904A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D4785D8-C1D3-B841-42DE-5A432605BF2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BB56F9-6D79-E217-E54C-0CB50D324E5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FCFB84F-4EEA-40F6-7AB7-E7988119E2A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3B9D65-81C4-17C3-E95A-91EF9F6F269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4A8D5BD-DD15-FFD7-1BE4-3ADCFAD6172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4AC045C-5EA3-3838-DF9E-26276DC9451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EF7ED8C-38A6-5782-BEFB-B04FCCC9343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0CDC645-6749-53C6-3F0F-76A4D2CA9B1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03740DF-E88A-5C40-5400-1E4842F70AC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D6705E2-9692-6E57-7247-C21A6706ADE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A600FB-2D9B-A938-8373-2A362542E0D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C456D6-A694-2BB3-BAAE-EE8B56D4DAE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EBECA7-8016-E5D3-A552-C70B3FCED3C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6F88F5-BF1C-ED0E-E772-8D2187CDF72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81F586-80DE-0EC9-39B2-2A6C1D5831E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42B28F-34C1-B726-0958-1676FF4988B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59BFC1-FE4F-22DE-F808-2160664C54D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6D60C9-9CFE-23A7-8156-D3C7A1679EB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4DACA4-5A25-47C8-953A-FFEBF5B1BBA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BCD790-6F00-011A-A6A9-39677485205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FF54CB-664B-0364-037B-FC233EE75BD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C269A8A-2413-058F-C965-3E0FFDB6859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993163-8FCC-9875-EED4-B16ECA7C0A1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DAE305F-1977-AFFF-BE6B-20E6E83A66B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ED6A241-75BF-1F50-4BFF-8FAB43C2556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1952C9-A947-C462-8C0A-350935BD3EB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664EFF-D941-8C33-5122-FB1F236CD6C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538D5C-D0AE-690B-E843-70A47080FCD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D08409B-FB46-0588-A62C-F930CE303FB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F724F1-2A84-6377-7EB0-518F8706816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A960E33-7B58-8E21-6DDF-750186BBD46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CA618A1-431D-B425-8F30-796FD7FCB79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431ED08-A7FA-C407-0C8B-922C9B442BC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A594057-6238-D5B0-7994-36353018571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65778B-1459-8976-6616-CA1FF8F4A5E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5FFFE5C-450F-DB13-3BD8-F81A4AE1634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C8E78E3-F783-9E4A-760B-DEADE39A4A6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F1B884A-6F7C-C4D2-82C3-B92D3A96CBE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813B7F8-4A78-7B03-E175-DB7A238EFA1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D9FEC40-C984-57D0-6976-9C1C4E38BDD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5932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D203D-11B8-18C0-9622-626280787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3BFB5C-A047-B147-A73E-5D63CEB5C5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018D5C8-8CE0-5290-0CA6-31FC3B8A5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88ECC18-852C-C177-19A2-0E6D7B1CD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7E226E1-3BD0-6F85-2A7A-F97B39AB4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A276990-9EC7-A5E6-473A-459B69A02E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C0B780E-D03D-6538-F9AD-2252ED5E7D9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C44C5F-D015-6E05-74EE-C02ECC24611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1F21C6-EEAD-CB18-F4E1-634F6CBC5A1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F72B04-A773-3F42-DF99-B7EC2BA1D74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4CFC5A-BDFB-12DE-1C40-D849AB13681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5885FD-DC4C-327B-9CFD-4E20C9F9009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F9B244-54E6-0F0B-0FCA-63AB4086E3A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1C6ADE-7BF4-C961-D7EF-39670D9A652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501FE2-6EC7-8569-B9AA-3AB25442B1F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591364-3A07-074D-2D17-E9C3084D377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4F5901-3E4A-DED3-7D0A-8993AD9D6B7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1C2592-3434-F157-925D-7C30B372097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C0170B-6DB3-87E2-A85A-34399B63FB0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0F871E-5384-3C6B-9BB2-1FED4149301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C8E541-5B7E-56B1-5DF0-DF7DBAC2533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365F07-B61B-E95E-6E04-2D46B1E8E53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E4C76A-AB91-FB9C-F63D-A5ED3587441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61C2D0A-2116-A2F1-77DF-A43DC81FE5E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239676A-3D3A-0BC7-ADA7-9DB67D4BCEA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7E59CA0-43DA-06AD-782B-F034BA6404F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C56BA6-080E-C492-67EC-91424890498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96C0CF6-848D-E85A-B6EF-EE1F1E826E0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88A96D5-7264-93FC-01EA-EA4D19E6435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CCAAF5E-6695-8F8A-719E-C3F41E0EA3A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B43ACCA-B3C7-DDFA-A345-C91F0530C36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4D3E330-B1FF-E2C3-B0EA-F7E83290A27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E815EC4-C23A-33F4-E637-A83B7F16308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64C0BF-A71F-A4EE-0FD3-05AB2C495AA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92BC3E-1022-07F1-B843-27925393A43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01AF53-9BFA-848A-E214-D115FF1333B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C06624-A68C-0A5F-A2BB-78D1C886A8B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BC55E3-F8EB-61AE-750E-5A6B0CCE09B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A58049-B93F-CE12-4DCD-2D23020079C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FF2904-D270-9AAC-26FB-2AF7052FF21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2A86D0-181A-A744-81A1-7B2B3CB575E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94C3B3-DDD4-B774-EBC5-0DA1448A6E5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450765-7833-E473-CF53-0387489E914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6DAFF24-F6EE-09F5-20FC-ED03D4A73ED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2B99F4-CB36-107E-A675-4B22C7B4429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821CAC-627A-59A5-BA5A-FCE4D775F4C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5D80237-5BFA-FD74-F5C8-861C4024E9F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F2DBF52-27E1-D7C3-C458-8FF4812E6B0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5D845-9BC3-9BB6-51C6-9E2F7E26155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82A2DE-6A4D-3707-080A-334154F57D5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8866464-7EDC-AE49-FCE5-76EB9B156A4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6E2B52-AC7E-E113-B374-27F3FF3B12E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A3AE4F-6210-6376-83AA-CF96385D80D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F9B6A17-AAB8-83AB-C4A5-3CAF914367B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C95C3D-8A50-BDBF-75FD-B221E384DC0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C4ED02A-8AA3-DA40-F2F2-8F9971AEBA7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5AAD2A4-C03B-EA1F-576A-2D48635D546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79D67FA-42BF-96BC-E7FA-CA98C14380F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98C99A-91D0-87A1-5857-E39A9DBC424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6F21791-06B0-6213-6CE2-06F96893C95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0F2AD73-C9D8-8A30-A3D8-C590055017D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67A14AB-9030-7863-D23F-F7689967CE0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B95953A-502A-F98F-C367-80634F0A439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25848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0DD09-C290-50E6-80FE-438E8124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6FA3F6-3119-C335-60D6-7BCB2E06B3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8EB7D2D-AE36-AF8B-1C38-EE781E454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63F55D0-FE99-8D75-73A9-6C3E396CB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6385829-FC4A-7D70-C18B-C61711A3D2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7AFFE19-7EEB-4298-DED7-53043A2C3C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50860A9-778C-C68C-81D8-D7D88229446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F27326-70F5-FCD3-F974-43A5550125E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5CBB4E-0DDB-E5D9-5582-3C978F6D667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41374C-0F7B-228C-5BBB-7BD15C79600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18CFC5-ABF2-C00B-5C95-0017B656BCA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283E1F-BDDA-03DE-6421-49C59262873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2B86CC-FA15-5C8D-C43B-B27ECBC156B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17AFD5-42FB-985F-0E26-4A6468C49D1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6F575C-990D-829E-86BD-7433D4FE3DF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8F6EB6-1CB1-CD88-3A84-12ACAF53973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E38CC3-BA1B-82C9-C495-9B932DA5E5F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C972D7-9D5E-1D18-682B-27C303FAC8A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C65F5A-3118-0EF3-4F2B-075DAAAC019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216384-CAF8-6A00-5AE2-AF743475C0F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7D660A-DBF9-92EA-F3FA-D8978229769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CF5B3A5-9255-558B-F014-265D88DB087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FA5FEF-5566-B447-65B3-5233CEBC4EE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C3CBE5-7CBF-B6D3-8C22-739EA99CC36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36A7B4B-F842-2030-4C6E-9E6503B01A0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C812916-BFCF-1B0E-934E-392D8FC0E5A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5AC331A-71C2-3388-FA6D-4FD5C947ADA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A910166-D19A-4E61-FA47-652BA2E8727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9AA5899-4BC4-7FE4-6FEF-D3C5EF1B822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6DE18D-A516-6291-5A30-F35CB5DA80C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78EE417-827A-3043-DD96-C8CE920021E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1AAA68C-7EBE-C718-0C02-C26B9B1525C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B939F7B-B57E-44B8-4574-E4C37B40076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F9C316-4CE1-3371-C3A6-441EA38DC0D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BE825D-DE48-D036-B4A3-2A9FCF01A24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96CD0F-A85E-98E2-C0A8-0E804FDD352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91E858-9C06-EE38-09B0-D81DD6B3892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E38B84-629E-F3B1-17DE-564C94CB6C5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921492-BDBE-BAC1-6E71-BD434EBFE37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C40F5E-876F-3A17-04A8-584DE9E698B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2EE89D-51A5-674B-0FF4-3F28C278B3E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449AB4-89CC-70A2-F892-23AE93B58AC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BC0807-31AE-4A9C-2D11-11294C8F72C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C51CC6-9BB6-E987-F8C0-EB088CD692C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37BACE-4EDE-ED88-8560-B242FB8A60A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603D80-B005-AA99-C99C-4075E4C58AE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6640FF7-5262-BBD3-4155-73413E7B279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D3A360-FC38-F90B-FCEA-035DBC0CC7B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3830BC-ACCF-4C91-6550-D0267629CD6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F95A86-74CE-A1BA-6E71-791C69A6F76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A9BA43-EDDE-1BD0-6024-E580C70DB9D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6A9563-B70C-AA7F-ABED-DCE0036D51F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4871C7-E4A2-4C42-CC37-4CC150D3167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F9938B-3F81-7F02-EFFD-B281B1EC77D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F4A72A5-19C2-5DAA-31EC-955851D123E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ED53966-4F3A-3BF3-F1F1-4C5C18EE2FA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27380F5-B1B5-68FB-2DE4-BED017757B7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B967D48-D219-B14F-0847-F14DD7985D8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17BF96A-BFA7-60FE-9094-9D6A7427DB0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2AD2446-7E81-29AB-962A-9B7B823A985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A0148A1-04A0-3847-9E48-96E4C8D7EB0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311AA53-C777-C2C3-6BF9-49E116231B3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2A78EB1-9381-D7DD-F808-E836BB6CF98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95590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05037-6B06-341E-7B94-3B5883A29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BE3A2B-4E3C-D0BC-6F21-DDDBD4EB50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37EA774-DD5B-1FFE-C16F-9F4144F25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5D49C37-31F9-2CB4-2B80-A6C70701F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B3123A1-5A9C-5355-A3FE-F4C4B498F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3D24FD0-7EE5-4F68-13B6-1D87938588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0E130F4-A850-4DB2-4B1F-264DC6B21C7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7EC478-5E40-BC1D-E4B1-A09D42849AF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FA514F-10F0-A1BE-BD15-E0CCDD380C8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111031-EB40-EA4C-E087-CE46CCD83F0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F7F076-2D6F-AA67-8D01-7F6F657DE18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39E680-14C4-0494-D22C-097A7570FBD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1CA3AF-AB1F-3DD0-A699-2C78A715F65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D0A950-DC66-5FD4-DD32-9F0F36B5A8F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2C8A6A-7EEC-8508-8637-21CA7D0E576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2DAD5A-D09C-DBDF-FC54-28E6E5F64EF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0E1F9A-9F7F-9979-DED8-D1CE488C7D9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5EBCFF-B12C-E7FD-420A-D037D74CB68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292EE7-B475-C20B-D4A8-8E9E83B293F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796ED2-6CEA-4DCA-1D90-74BFEBAD72B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71B800-91C1-C25E-F2B3-175BF23206F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72F3BB-FDAC-020C-E53F-F4F6B77787B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DA2B69F-95B5-2AE2-9498-5BB29EE3424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2ED6D2-23D8-3476-296A-9B3F20C6A5C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3A4F4B-928E-0C8C-8E7B-ED90FAD8FBC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40B21A-6EC9-F1F5-F1E5-70169CE3343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B111F1-225C-DBDF-61BF-F7617FD68AD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ED81D53-8E0E-35BB-C892-891A02AA719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E8B4B1-C329-5AC4-778A-31C78D726E7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20C6473-710C-A44D-2388-C8E4A3AD2EA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C07F13C-A2AC-B8BE-CFB4-BC4B6477339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E66325F-64E0-CFD4-8FA3-BB7F08C6A55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654F356-CD0B-397C-EB62-9428AAAA9FB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0E2050-EABE-8998-9756-2F6E4F39743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F8CE6A-6AC0-7B95-B25C-007B70C0377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DF73B5-9AF0-4D3E-3F2B-68CB0B9EF6D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4F6EBD-2C77-0B80-5261-A366FAEC40F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8BC998-11D9-C154-6649-24B9CA37DA6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877DA1-990A-CDA9-D627-2A1C787DEEA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FE5072-6591-8B84-73FA-E2DEA12F130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E2347C-1B39-A51C-0C6A-5F9780537C9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1463AA-B9BB-586B-915C-6A9949C095D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6D268B-D425-990E-C31F-B118C3C2619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7D35A5-FEB5-8C7F-5CD6-2C5260B0B3E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04BCA8-C534-0CE7-6048-6FBF39C26C5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276D8A3-ACC6-D0E3-55C0-63DEF8E2EDB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4D8F176-8C52-E194-0392-1575CC835F4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3F81346-E590-FC26-1156-BB094CC4CCB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90789E-8DF2-4599-C83A-1846F05A8ED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DD91D2-45E5-2E9D-2062-D28AFEB7F41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4692FE-D749-B312-B209-7C22B9DE7F0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D84D4F1-67F5-DC13-C0AF-856C97E7E17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484DCA4-B722-6D7A-EEFF-831B48CD968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429F5A-8496-DCD9-5FDC-467D340EEA6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1BF97F7-D24D-17E7-022A-2B3043DDAF6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8D575F3-FC8C-121D-0691-968AF2600D8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0C4CE8C-BF7A-73FA-FF14-AB5EF3B345B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E59E623-1980-1C5A-DECF-E451D4C53EE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0DF3BD-4EA0-49FF-AB5F-2D4447F8E1F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551C516-6E68-670D-1E4D-1CF7637F9C1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3D30BCE-2923-35E5-C840-931F500EC65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3393D81-BB33-49A9-173D-22911B7B407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F126B47-D50C-0716-BB6D-CF1FE11FCFB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58749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85F3D-896E-9A58-316F-ECD544E24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3CDDE8-1ED1-2586-5F88-BBC9DB0D05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reduced [10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E7C7AD1-A0AC-A9A4-1CB9-ACFF02CF9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FBA9B34-85F0-75E1-294B-D637D1EEB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1D0AB04-7D3C-20A1-7077-32721959B1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03EBC65-923C-2C87-CE3C-EB5F3271BE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671D1F1-710F-7880-C224-EEC253BD280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A50F71-BA30-17F6-6728-8786C32AF07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03B022-0172-0CAE-D1D8-972CEF7FB10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D41F43-0A5A-ED99-BEBF-BFFF3662C39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78AF32-B6AB-4EB3-56BF-F522B9FAECE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B2427B-52BA-7B81-0EAC-D23226374B9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95E827-62FD-1FE9-A27E-B3E5EBD838E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82752F-EF59-E651-B980-45BBEF49303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AD83C8-1527-4D26-69B5-FB8268F8EE9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A05F4B-94AF-6108-60A9-14CE73B421B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3DB6FA-328F-75D4-E10F-77DD04D0F89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74EA43-3DC9-3886-1200-580569113C1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3BE4B4-F3C9-0E3F-67B0-CFAE3F0A66A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635AC4-FF2D-5E00-6F6D-28DC6BAE7E8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58CFC1-929D-F33D-DC78-439B5181239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BA8BBA1-116E-565F-7449-4C5DE1A489B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A9CA901-BF61-BA7C-A950-5731F43C78E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B0AD39-9748-9EEC-2476-6720699037A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7DC4EFC-E1C8-5103-2B87-35A8FF32477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AF5595C-042F-FD8B-E422-EA43455D479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026327-4917-1FB2-6C4B-A8E56F84B39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90AA3AF-D230-568E-4B77-DB71A4FA6F7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8D248C5-ADF2-B7C4-E2E1-E5E67044D45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7ACC891-CD46-2EC9-3F8F-B925B17564A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4973A2-3D5F-2EFE-98F3-0548387B1AE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F8D7FDD-4E9D-2C0E-1B0F-2B444FAA9DE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05B2B9A-E170-6D7F-E401-F385367F175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13CAFE-E7A6-0848-1638-5EB2E34B9E8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2BBAE7-6DFF-FE51-8F7A-1534504912D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E2118A-D91A-BC64-4943-7C600515EB7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6F1E3F-2663-629B-B720-987661E9577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9F7DFD-AEAF-46E5-C11E-25996F7C5A6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16E4A3-7E5F-64A8-710D-83F4903BAFE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8C34DC-B27B-18FB-F368-CA08F74646F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1623C4-ECC6-99F5-82CF-91D2956685C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B30331-8DE6-190C-1F5B-8030C4060E0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5F5495-4403-4C41-F46E-0CB39ED80A5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ADC247-BB38-F2C6-DA9A-B3AF30B9F13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46402B-B549-7B43-3C42-183CDE35B8F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ECBD63-026C-C184-5315-DD09A8B173A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49FF50D-40B8-ACCC-AF90-5F291DB9231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B08B91A-3AD1-A8E9-CE64-C3664F4959C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E054E6-031B-5BDE-D07C-E9BDE81746F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60432D-4D0D-4277-9672-B0048CF0AEC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F1A76F-8ED3-B87B-2E57-FE704A8ECC5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4A6AA8-BAAE-CFE9-7EAD-63CA634891F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6FDE1D-41DE-A634-BD9B-51E85DFAA34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04ECCB6-714F-D3E7-648E-D2E44D4654F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1EDFE1F-8903-3465-6343-69F3904ECA0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50619A-17A8-1B27-6E7B-E29753D16DF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06FE3C0-6553-CF2F-AC77-B7558D9A506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37374EC-BA72-38C9-8EF7-01F7E976CB5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130C5F2-B26A-3F71-29AF-C8AB7737986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BF4BD14-92D7-66A6-2DFF-8F72DF66D3B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C1F4161-F9EE-2F57-D295-94B3E54CEDF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62C6E7-6A0B-0936-0456-186BC076334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945F694-92E3-82C9-E39F-D50F5BF741C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B5518B-85B7-31CA-1DAC-0D2A4696A45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4B36D5-9A7C-25E4-9DB9-A6E30E28911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9821</a:t>
            </a:r>
          </a:p>
        </p:txBody>
      </p:sp>
    </p:spTree>
    <p:extLst>
      <p:ext uri="{BB962C8B-B14F-4D97-AF65-F5344CB8AC3E}">
        <p14:creationId xmlns:p14="http://schemas.microsoft.com/office/powerpoint/2010/main" val="2647634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D6991-83F2-E802-9C78-D1952F3A3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A5DEB4-A256-B0C5-0000-1C6472AB74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upper left block.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F74A36D-5B7E-9A0A-1C2C-3EFE45095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37DD36F-3FFE-161C-1F61-C01E00023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046778A-FC1C-DF8E-77F2-81041CEDA7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2981759-E363-6E1B-0A72-8E6E6BCCE2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258ACF9-AA9F-017F-57C7-FFAD00F3B4D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82B04F-071C-1871-C9D7-B2B4815CC4E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D06716-F02F-29BD-B85A-2E8ECB008AC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6DC077-C07B-09E7-86E1-22022F27CC8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7F2BAC-1375-49FD-4AF7-118617494FD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DB735D-79E1-F6F6-C9E1-C1FED213946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7FDB81-3E55-E022-C766-6BEF4858C81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ED1DE9-40A3-5980-B289-15EF2502FA5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801863-329E-3AF4-7167-A02D8ECE6D8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3AD245-7E94-D033-DE17-4D1BE460CF4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991EA0-972C-F31A-5326-2EE7A8E97F6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4527DD-CE1D-4361-8823-FDDB2106B17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0E2EFF-5F6D-8ABF-2CAA-F9660B8058D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E4FEF5-A498-4AFF-5E28-F6491F3A329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D4D5B8-95B3-0B13-19C1-ACC453B477C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AD4FB7-C337-02E5-D026-CD2B1AAF851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8D55BE-6BB1-0AAA-A658-97D2DB619E8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D7CEF0E-DCE1-365E-6E4E-EA414CB21F5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B3B8BE9-FE7B-25B9-6A98-A1D649570A0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D70AC1-6503-F3F8-DEA0-8C7C6A5FA25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B61EC1A-A963-827D-FAA6-0157FAD0098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3A74F9C-4985-4EC0-BFB7-DEEB464A937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B9CDFC-7727-94C8-49AF-2E60D617E60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2F1B5E-B664-3C5C-4AD6-FFB7DC67DCA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2FF8BD9-6B51-FEFD-F5E2-CEEFD5F6A3B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C6E0064-87F6-51B5-2519-B57D841064F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015C270-6202-C264-0362-6E91D05B84F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802408-A2ED-3F8F-2460-6E27450B4D5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6BF60C-C5FE-A161-13F7-F96E57FA9F2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42F68-8B80-C313-F167-C064F4558A4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74C564-A092-E384-4FE4-33335E48285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1620C0-C3CD-ABBD-C59A-09677176D36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73AF06-2BB5-BE3C-1E20-40EB5B3DC57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388696-DD31-AE61-C0AD-5EDAA6019DD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32AC4C-8F0C-B25F-BE35-3C3E349EACD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349CA0-398D-FBBB-76A0-02744CBFAAD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25B262-9EF9-7237-68D9-FABEA3DDB04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431A03-AA53-6AF3-5628-EF7F3F662E9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BE1CD3-4CBA-B8E2-0C94-B8833D8A16E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56B2AF-4D8D-D0C6-D0FA-916E91ED0BE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91E1BD-4F9C-92F5-2F8B-B0054FFAD09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3B8412-52FA-1901-2394-7A804A71AA3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EE42B9-1902-BDD6-422A-6DBA3DC59D6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22C824-9125-9182-EB3E-52709FC9A1A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3993FA-075E-FC46-6810-00528E12F1F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914ED1-2BE1-DA6A-AAAD-1A94657F50E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ABB99C-1D54-2560-09A0-DD8BEFDE2E8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0060B03-CC4A-DC3E-3B2E-7D0B6F5D424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CF6E8CB-A5BF-4B9B-FA04-F2AE80E9CC6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125C353-8AB5-6030-45C0-F6A2323D635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1DAD483-E670-DC2B-0EAB-6B51C51403C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DBE5A0F-1036-55BB-5B9A-9D63DE02062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E90FD70-C265-698F-3040-25A6B52AB08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DBF299F-C116-C5DA-8080-0A36E65812C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C1BA518-7195-CEF0-F333-461F9E9864D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6E6FAA5-85D4-5FFE-AE79-16BDA11DAD0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7D61F68-5D20-AE3D-1334-12E958E5347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2B2FA1-C590-3387-ED43-4F78AA49268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E7D82F-F553-2B73-C397-240A40266BB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6E91663-ADAC-4BCB-6517-AE553FC6AD1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9821</a:t>
            </a:r>
          </a:p>
        </p:txBody>
      </p:sp>
    </p:spTree>
    <p:extLst>
      <p:ext uri="{BB962C8B-B14F-4D97-AF65-F5344CB8AC3E}">
        <p14:creationId xmlns:p14="http://schemas.microsoft.com/office/powerpoint/2010/main" val="2479289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FD7B5-9E8A-548E-6F72-06B2F84FF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9426B3-BA4D-D647-4F61-026FBE58E4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upper center block. 49 fits in only one way.</a:t>
            </a:r>
          </a:p>
          <a:p>
            <a:r>
              <a:rPr lang="en-US" dirty="0"/>
              <a:t>Then, complete [15 in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348AE1C-2442-0108-9A3B-3096C0218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19454A0-7F3D-06C4-657B-1BF887F314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D109787-8ED8-15CC-5A3B-2B1F507050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C1A8777-5CDC-FF4B-4650-C3DB914D03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8354816-C8B2-BA80-ECEB-C031031029E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A9E1DA-7DAB-691A-18E9-189A25BBD1F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9D76A3-A330-27C6-69B9-60C94AD5EBD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FDB5C1-BA97-5D9A-61A3-CFE36A59FE2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0976B3-7DE3-1A56-DF93-39D9347D615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70ED3A-99F3-0345-38D0-460235C74E4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141D65-6300-D713-39C4-AC26F083272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37DD3B-05C1-561A-8CCC-3542B677EA4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1FF512-E85B-49A6-0185-AEB252339C8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5B739E-3693-ACFD-B68F-A6DAD1D440E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517DDB-3A87-54CF-3574-F0E45376719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EDE4DC-F448-DEF6-FEA9-8D78006A3CF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044976-8AB9-E42B-C562-86081285986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2A5072-4993-B33E-A5A4-2CDAB864906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F4A1C5-6D59-0FC3-7335-E19BA625A79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638141-2EF6-35A7-6683-6AC9E935928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3907CA0-3E3E-5B88-3ABC-2EE46CB9E5D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CB83899-F9C1-D1BD-E98D-5328F1DCD49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4508E8A-B15C-C72A-07B1-42805596D17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CC878B9-1C1F-50B0-8D88-2C2DC7BB712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70EBB3C-DA0D-A891-E4AF-3F758B6BDE1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7C2D01-7B3A-A1AE-E8C1-32E4E500502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BACA4DF-B393-D9F4-9085-A43FF1707F3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56EBD7D-B805-5454-36A8-81B2BBB650E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3AC68C0-8BE5-6007-0EAA-C5F6B672700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5A9194B-C5FC-44E6-E4D2-31825E36842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5FFBC0C-F52A-FF75-E8F4-346F927EAFE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7D0D41-15CB-6E50-5F84-871E58BA419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A8C84D-44E6-9E79-5A65-89EB5BE02D0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201477-5C48-088B-60EE-737E61FFDC1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6A836C-1AF2-7650-E9D0-CA196EB2736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050019-9441-BFB7-4444-4C03A54A495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BBEE97-5D3C-C161-47F9-9BA57F24955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099CCA-513C-EA1B-328D-FCDBBE5D680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ACBB10-213A-55B3-3B41-B11CCAC78C7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60D439-E9B6-636C-2A79-1691E011EA1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BF8864-A930-E356-0226-8F1B6F00487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4AE5E8-DC03-F069-AAD1-BF2A7338397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E848CC-0261-347A-1E18-AC2545A7364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F8E66B-EB9F-DCE8-CF32-394D3FF0A35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B381134-FF1D-C6A2-1B86-B953D63AA6B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4D09E18-AF38-3A88-E729-5881CA9F384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713CF1-7B08-554F-958D-5DEE58E336E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08CCFE-BECD-5645-1B0A-FC1BC370B59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1381B1-F4F4-93D1-7AC6-9F8148C2DC6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0A9AE7-EEBB-DBF2-0B21-2D7AF7A129F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C3EF61-355C-7BFE-D67D-A6A86F5FE99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BD41C3F-2142-5374-1EC0-A2F215ABB31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8E4054A-BB38-173F-F8DD-A15C641480C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3F7100C-9903-DB23-35E3-AD305BA30A2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9490C99-9337-C09F-60E8-C89094BAF39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3B2DE35-9091-30B9-1033-2630F12FF3B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6068EBD-33DD-F3D9-DE1A-39601030163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BD8F66B-95F6-CD4F-4F49-BBC01E79069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E71EE1A-16B5-1D28-7C6A-7108E2D70B5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9AA740D-2AED-51C3-AD3E-A91ECE3D762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852ECC3-E172-D3FD-B7EB-CEDDF1C6CC0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8DADAE-4BCC-7761-D43A-B672E015CCB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9AEAE2D-42BE-6A6D-18C2-70531A14E8F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1EE9930-86D5-64B3-E7F3-9A9FD4AC4E2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11D27A9-6DA4-00A8-FDD0-99187439AF5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C612532-D9ED-3BBD-69B8-D1C853F1AB7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C892DC9-EB0D-B6F6-8C07-9286E2DF795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9821</a:t>
            </a:r>
          </a:p>
        </p:txBody>
      </p:sp>
    </p:spTree>
    <p:extLst>
      <p:ext uri="{BB962C8B-B14F-4D97-AF65-F5344CB8AC3E}">
        <p14:creationId xmlns:p14="http://schemas.microsoft.com/office/powerpoint/2010/main" val="1934214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5ECA8-E556-9DD3-5FDC-2782F69C1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2FE847-B8C6-7381-D009-38A2F6718E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7608CE6-AEBB-BBF6-306B-F5111A76B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70B980-8610-2835-6F08-09E2AEB02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E5DAD51-CBA0-C837-EC5A-420E64BAD1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26DFC64-525A-6EFB-16A1-A411E22EF9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844ABDE-AA4E-8104-7CC5-F8EE4903252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F2E112-2CD6-E3A0-90A9-252DB2E8CA1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6FC556-2209-04BE-0640-96BB14DF241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2846BC-0C9C-9B51-9818-9C629C0F6C5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69153C-D4D1-E51F-7E1F-07F0CAD68A1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D9FD43-EC82-9D19-2C68-A25E384B9AD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E75538-A33D-C422-2DE7-B2CE16C7D85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7C6340-2409-8D0D-3A5C-C4A16B27479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0CCAB3-2A9A-F3BB-7C73-BAC3829C72C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B79A93-CC44-6C12-564C-C3CF35FF840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A47243-4986-7C68-6FA2-D0EB7E3301F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8C5130-0340-B257-B7BD-56C5B2FAFA6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4E1BCF-598F-FEB8-B13B-BD194845E47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1BB26D-F107-F48F-7F25-D595823B7BB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2344336-A880-BA45-E596-2DB68DEFBD9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7AA02F8-CDCE-23EF-D7C7-1799E0ED857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3B2F5FB-7EFE-AA89-2D90-517123F2B84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31C6CF8-2FB1-BF17-059B-C0DE410C3D0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425274D-A4F8-3098-0919-0243CDD1479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CA0E943-264A-8167-D28F-3AF9E61A1BD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F08114B-8022-7062-75DE-12A1ABCB946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4EDC9E-B79E-0A85-5B8B-1CB92DC176E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15C8269-5626-1B12-801C-9AB8DFAD932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6BB47F2-18DA-359D-12E0-978175A6853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2A83DA-883F-6B96-08A4-D650F4D8074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82AE789-15CE-9AB1-26ED-AB73825B38B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10DF3C7-4F3D-5147-4A5E-6B3ED1068CE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03F37F-A481-714A-0ACE-2AE9DEA0945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DCED6E-7652-C7A3-7575-678849868FB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6AF2D9-4F57-94C0-ECC8-28D1D6DCC4D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D14A91-1593-9C0A-B3E1-E80BE815A32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08A5BE-D109-48C7-9328-BED0830A09D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1CB46C-6BA5-AF78-2A2C-C0950ED9C18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FC4CB0-2493-7B5D-9C23-FB74DF28AF2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57F837-AFE4-E43D-FBC3-5BA1D1DD0EC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D17CAC-DF60-1ED5-CAC9-ABFD55249BD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2534A9-7166-0391-3598-CE98E46BE47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634A40-6C5E-CA58-5D8B-0A8E3CAFAA2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630A72-C1EC-FC14-A7EE-ACEFB2F178C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2BFD5EA-1E96-ABB7-3C45-1620F5D3772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A72603C-583E-34EF-D22F-A0BDCE3867A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023C61-C4A3-22A3-BDBE-88ED0F7E534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61A095-FA50-4682-CE8C-08AE22FC27F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AAD04E-9962-6D06-BB6C-BFCC66A781D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884F58-D512-B8F6-E795-8A70C78F9B7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E37229-F519-8997-C7C3-34F07E279E5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9EB5AD-7B34-CEA7-E44D-88F1B697F27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6D014C6-6F6F-DD70-416B-5B1C23E9C68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52E9609-5501-18F5-FA74-2307231B043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80DEDE9-4A22-EA4E-1EA9-05FB9F47613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34FB79-D1A5-8C4D-666F-C43512E28D8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B471FFB-D34E-5334-01AE-73E4288FD5D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A1DDC8D-19E4-B42A-B18E-3831895CDB8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8D5B2FB-B986-7412-FF37-ED3B6799F8C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C217F46-C503-E248-6801-9E34AFE96A4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4E2D508-59C7-0FCC-9EA9-1095E1C4409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DE752-1758-00BC-40B3-A284BDFCC97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A0FD2A-5FBC-13F8-E517-B05E60C4413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0B327E-0F8B-8E87-F9F7-A0FA685358A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C27EF5D-EB4F-5CCF-0879-C579D5284E1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D9B215-7491-FC52-14E0-97DF15C0B5E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E6BD774-DBA5-881B-F4AE-1C9EEA9B949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90D4B6B-ABE6-4407-A618-C79910C9C0C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9821</a:t>
            </a:r>
          </a:p>
        </p:txBody>
      </p:sp>
    </p:spTree>
    <p:extLst>
      <p:ext uri="{BB962C8B-B14F-4D97-AF65-F5344CB8AC3E}">
        <p14:creationId xmlns:p14="http://schemas.microsoft.com/office/powerpoint/2010/main" val="3543952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EE91B-9B53-9358-E7FC-404C7D521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73E2E1-6E76-D633-3519-86BC5414C3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CDDA0D6-8A18-0674-422D-D55BBE997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689C07E-8039-4D65-2132-95A15FB69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2395D3E-5B41-F69B-7290-332336E900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3AA8EE6-A6B3-92C5-2787-D198352B44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6B79ABF-8A10-8CF8-939E-7BEDDDF1931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65BEA7-F55C-4F12-BB5B-D23F41217D0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DFA4C1-826F-56D7-334F-E93C731EF5D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704012-564B-F662-2984-32B211DA4FC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FD1D2C-34E8-F208-A4A9-BECC2086D76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D61276-BB6E-4CA3-CAB0-6E311C033C6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4A1CC9-C02D-A497-F851-184B0D3DDA3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4ED2D0-D591-FAC6-D07A-947734015CE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DAE477-1E93-1F70-92DD-7C5FE9A94F4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1CA745-4A6B-2B94-B7FA-B834AA5AF5B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C7F742-5821-78AE-254D-4E94F478EAC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1A067F-E34B-D662-0C82-91C82C92E0E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E50B60-6254-5B37-746C-28AD3943613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F7CC1A-1167-4783-D566-AB2B8DE695D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00AEC6-D239-CEBF-44D0-7925BC14D0E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328F70-7D21-4245-28D3-3155BEF4C30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0946605-7E5B-E541-A3DA-6646A5EAC5E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BE323B-4F0D-343A-FF33-8117AA32F2F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4016C29-CF38-5FEB-B726-62F238E0414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3BFDAAD-01B9-FB38-81A2-A07EFAD031B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8D83847-A63A-8169-14E8-FF963D6AB1C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DFA4895-472A-A32C-B05A-480031998F5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0AA7A89-4D41-F6C6-A567-1253E22F0F9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1E42154-F18F-1E0E-50BF-EEBB38CD43B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3F8A0B4-8975-0581-426D-0949CFF4F03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5ABA20-1AD5-FC2C-04FF-56C9F19587D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307CD5-E8F0-6702-B5E6-6E06581484B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A47337-5CF1-202D-728C-FD7DEF17B01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B7B285-8FF9-AF5F-B74A-0FC465CC163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A14709-2869-8108-90CB-07AB79B187E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3D30B5-B3AD-B243-5E37-3DA73DF1070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4D70EC-452C-573E-C7DA-9E6C306C133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8E397A-B660-7726-EA69-0B81F7D93E8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7E8948-8ECA-4FE5-FFAA-954EE66FBFA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7A816B-2480-B5BA-8733-4FD268B3685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45DF9C-49D4-7CBE-3BFD-D9DC5DD964D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E3EE30-0C85-8D85-9718-DA51F7B2048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6F2B0DF-32DB-4B6F-9A69-7F69A27E659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66C62F5-A386-A9A6-C054-B950CAE3908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B504AC-8724-2CA5-17DC-2B898A85E13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3B459D-8E08-45E8-44F8-873EC36601B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72DCC6-7434-E447-3967-CB31CE9F5CA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9EC038-95FB-5D0E-6BE0-3D46811DC93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C8F830-9B09-740B-721E-57C93C65DFA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1BE19B-23CC-ACF3-B806-ADE92DD168A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A647A0-3E45-8740-4314-E353490AE5B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48BDD82-6C40-77B3-80F9-F4AC58646DE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032959B-6B1C-3ED3-5A4D-C2A8ACB6EEC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5AC72F-69C7-D8CF-B5D8-246CFA5F797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D1535BF-256B-908C-B948-2BFF1EA8A2F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BA828F1-9172-8BB1-0F91-F2AE8524A7C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F0A4106-B7B8-91E1-0654-36514EA9D5D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70EE30-3E8B-999B-5033-5C41C128227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9F0A672-91BB-2AB5-393B-38AD60C73EF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621117-13D1-48F6-FFE7-B7E1C8B7EEE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A94FF5-002C-B2B4-B072-E0761959BF9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0B87C4-13DB-C304-DF9F-5496F0DE3A2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DD42F3F-9BDA-B58E-F006-210981BEF8E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7C9BB6D-7037-A4E2-E7CE-2F1689D5837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E05D99-9BED-744D-68B2-292E147ED3C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AC412EA-8C9F-29DF-5630-8F2FCD49BF4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3AE4078-2188-1392-CEE4-A8A454FE684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43CD2F6-B09B-4E2D-9783-20BA9DA5C6C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9821</a:t>
            </a:r>
          </a:p>
        </p:txBody>
      </p:sp>
    </p:spTree>
    <p:extLst>
      <p:ext uri="{BB962C8B-B14F-4D97-AF65-F5344CB8AC3E}">
        <p14:creationId xmlns:p14="http://schemas.microsoft.com/office/powerpoint/2010/main" val="2016347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06ED3-3D97-EF7A-AA8B-B6D7D438D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0A0E6-F4C8-77CA-C45A-7084A5F1CD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CAF4F45-5761-93E7-055C-4BA19FA92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81C898B-E2FF-2132-620F-146687808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FE56A76-C840-5D6E-D8AF-955860D1B0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BDC0A3B-1002-090E-CFB5-A5EC9E49F0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A52EDA-8CEF-E9FE-2511-0CC218A3075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B7C0A-649D-71A1-F0DC-28E461BDE02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B9588E-571D-478F-FB27-93ECB159591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139423-E111-EC2D-3E69-5A11A157A92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BDA9D5-A6F8-BD5C-4F21-391A79C82C9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8514F2-F76A-071F-791E-460F5249EAE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B882D1-2603-986F-DFAE-2F40B9D0FDB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9FCAB7-D2B6-35CD-57E3-4B346FA8B19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47B2D0-8E87-DB1D-F7A7-3ECD4EDC5CE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BC7DF0-D785-29EB-01E4-174B4EF94A6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12F33F-0493-3D1C-C91E-C9BB0812732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D07CF2-B1B2-1A1B-B4E7-A21644B2BBE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6272B9-9AC7-8F14-53D2-19115E7D4BF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ED9B27-D3BD-9B81-0B77-447BA98C0FB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01B570-0A27-9145-2B09-61F87715DC0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990A376-8690-BA40-3852-D646FAB5596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5C887C9-9A75-76E7-3CD6-473D7630B43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A0EEB1-1C6B-C808-9C3A-3444DD4118E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9C2A1FF-AED4-7DDA-36AB-BB9A5E53D0A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CDFF54-9E56-6D96-3922-8DF0B93846B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D46FB6F-6C85-2DB3-694F-57D42BE2FBC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4E0129C-0951-D32D-7988-FA5C1C7808F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C91BA34-FF85-A1F3-2649-DD0336A5471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5EECBF-B9C5-38D5-CDBA-A208857CC10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B9DB54E-234B-68F0-FA64-199145FFFE9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D41D74-B588-959F-3766-0820EE26A2C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F1443D-A9EC-1073-6B9B-3CBBEC3D1EF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7F1EA5-87D5-1083-87B8-93114BA2464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AE4C3E-3354-3BAE-B0C3-D3415814725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FD99AA-7DF3-AE18-B9BA-D96D51B59D3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90E2FB-1E19-EA43-2DD1-827C51FC608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956952-0DB1-43AB-9DF6-F6A33762DB3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5FF984-E92C-A21F-2809-CAEFE4EC18D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916EC4-EDC4-D2FA-A360-C7697B541A7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9B0E07-BD25-D56E-C867-7DD0F4C6C88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BA14E9-7625-6EE2-769A-405FED60C39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BAA5BD-855D-5A7C-4CF7-BA651ED3B32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BB523A-3DAF-F235-C1F4-7FB06DC05A5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540D503-64A8-53B9-14A9-90ED500A192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72147B-8970-B5E0-9619-4083805A653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029F23-AC05-AE88-6F9A-CC91BAAD35B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BC7285-D830-B72E-C5E1-2D6484BDB05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7EE3A38-C0E9-6103-B3EE-65430A86DB6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136F032-431B-771A-E7D2-87C8081D367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9A76E0A-C15E-8307-ACA8-A6A6C5A3CDC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BF85407-3B41-8CD7-7D9D-6B78070011E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459834E-871F-C8DA-7857-46DC0EA3C8C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45400B-B448-7A3F-957D-A0BC37875FB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ACE41DF-FA00-0657-DCEC-420EAF204A2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E0470A1-A0BB-4BF0-C6DB-C423591AE0E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78FA68B-E83B-1923-F81A-EBC29C25AF0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FD799E9-D2A0-35D3-3C87-9EE657294D4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2341E9-7528-DCDE-E2A4-EB2F2D7E79C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56E07F-2517-698B-0A56-5094B441B73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D280000-A186-BAD0-3A4E-8F54FE0D132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752F512-446B-6919-989D-679C0C342EA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CB1E644-2249-952B-0EA4-3BAD1C528B7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C3DF6A-79D3-E641-238A-3E143708CDE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6D672AD-9125-89BC-D806-7897A69B6EC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C959A4-F30E-4A28-37B5-F0F2A2FC325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D3A048-31D3-9206-F35B-B50C795CF36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D9DDD77-B2B4-18AC-7877-8E084156D35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43EC5B7-3EC5-2D14-7DA1-7A53CE4D96D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9821</a:t>
            </a:r>
          </a:p>
        </p:txBody>
      </p:sp>
    </p:spTree>
    <p:extLst>
      <p:ext uri="{BB962C8B-B14F-4D97-AF65-F5344CB8AC3E}">
        <p14:creationId xmlns:p14="http://schemas.microsoft.com/office/powerpoint/2010/main" val="4742143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EA2DE-BF9E-DBF3-DE57-014884F55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8DAE2B-8054-442C-19AD-2846587C79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 3.</a:t>
            </a:r>
          </a:p>
          <a:p>
            <a:r>
              <a:rPr lang="en-US" dirty="0"/>
              <a:t>Then, complete [11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E06FC8C-96E1-7077-357F-EE88EDF17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79E2388-AF5A-9E9C-AA94-DA344625C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06D6896-5263-FA91-2F7F-7AFF33D91E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C14A51E-28AC-3FAA-4818-ED6A6A0A88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D673CC4-EB2C-6AE1-906A-27093122007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3C8A42-9D74-F2D6-7133-FC2F0670217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E47B41-9F6B-9238-7A72-C15186DBDC8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976D74-A691-558C-06B4-59F376143E4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745915-8953-EA69-DCB3-9953EB3EB4E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A8C1EA-9DF3-895B-288C-865C3A37919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32BEE1-1D77-7FE9-C3A9-A8B2258EEC0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6D90C7-EE76-19AF-8EA8-FE95B8CEDB7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49A7EE-4923-E323-76AE-28B3C562D1C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E894EA-F7BB-40F3-CAA0-7003A7A6244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0101EB-8E1E-6485-688B-10779ED2015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09D6A6-CD86-5179-E108-9A287C86592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7D55FCB-EAA4-483B-A59C-326CE0BAEE0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03EBE9-8CE8-D9E8-697E-D6B45C98999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FA88985-AA4A-B07C-1776-0E14270182A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16BF0F-872D-A662-CC41-4D6B81D9D9C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4A1689-0326-3FB3-9C33-C7329317E65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2660EB1-4DAB-8623-3AB7-61711303BEF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A6ACC3-97C5-B159-7CE1-FE90675E671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64B0D8D-BF4B-2B8F-0D6B-B8AB54D0584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C54A0A0-7B99-F736-8D75-4482FA9CE41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02AFF99-8832-2AE2-A946-AFF90C06A26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BA090C1-1461-F94B-F061-AB709F13394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D19FDF3-7AC6-3F12-D294-F595D9F18D9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E6AE27B-6817-BA64-FCDA-C3CCB36F968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F78EFC-1C85-3447-B79F-6974357899C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8B79EC-3B09-66C5-9BB9-15AF6FB6377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7DE397-13B2-3645-9D9B-ACA97BE6BF1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22D0C9-9F41-3A2D-B36F-F9204ACD278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82DC16-71F8-0637-C4B4-54851B17FB4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B9996A-D387-32D3-5192-EC1AE60D4C2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0AB808-0046-F53B-2CD7-2C7196F2DE7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01975E-6411-3083-362E-C3F4592F105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FCC450-F2EC-7D8C-087E-4E05B134614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2B35D1-5972-AF80-A724-B0865F7B465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AD1BBE-F5D4-18ED-8CE5-D919B03C672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5241D4-2549-8B08-C33A-295558AA452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B3EBD92-FAC9-95E6-F459-A6EC328380F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E414C46-78BE-E1A3-D789-630ED3A9C7C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EB2D06-A4D6-4143-E225-D535DA9D548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4A638-8256-2E5F-9351-9EE007C4614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108C90-BFB2-70D2-8610-2C354D44D40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7182811-2A24-3267-26DB-87BE366DBD0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E025EA9-7072-5E27-90FF-F7E4D70E756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4CD179C-0AC4-5644-63C4-D1843CEE1D2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D2A662E-9C5E-71A8-D73E-CE7A4E76C5A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EBE5197-CE53-2150-F1E8-66BDA82E609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3C0B20E-6440-50AA-DD13-8DF92243AC0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57740AC-03D6-100E-874A-96FC5F43FA1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349E635-EAE0-7FA3-BADF-7B9788E444D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C34A8DE-7D5C-D570-4778-3B7C76E67DC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8AF53D4-4473-0D60-774F-4EA585F55F6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D8D08B-51EA-8550-24AA-422AE0B4114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0F48A3-285A-1384-AEC7-CA449BE157D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1631DF-25B2-023E-4103-71AD9AA946A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53CBB2D-3EF9-9C52-18E3-DF1A039B44C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1E71EB7-9312-5A93-70FF-A87B44B2FAD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EC1A5C-B812-2187-D6EE-035CBE5EE14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7DF1684-FD8C-D17C-0698-0E585435C79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4BEFA0-D542-A3B5-C45A-8E814259925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50CDCA-B554-2E53-2959-37C3DA9C807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E355623-3E5B-D303-5C8E-7735B8C2761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2FE7C9-6487-E711-240A-30B6DEB6501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39F8A18-177D-0C90-4A37-6A0BC9B5B96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B753DE4-E96C-04A8-BE64-9C320733E4F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EA4A1BC-1904-6780-EC2E-063E299CDA3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9821</a:t>
            </a:r>
          </a:p>
        </p:txBody>
      </p:sp>
    </p:spTree>
    <p:extLst>
      <p:ext uri="{BB962C8B-B14F-4D97-AF65-F5344CB8AC3E}">
        <p14:creationId xmlns:p14="http://schemas.microsoft.com/office/powerpoint/2010/main" val="25068736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9AAEA-9B95-05F1-6555-941F0D35C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E4249E-B322-700E-9C8F-1A384FBD68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4, [13 in 2] must contain an 8 or 9, and it must contain a 4 or 5. Indeed, this is the last possible 6 in Row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7D112DF-3899-FF02-0223-F364A6A32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D532A6C-8843-65A6-16D3-5E78F66CA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CDAD935-A6D6-F124-0C01-6E98BF0B15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4D7FF4D-54E2-0272-0E97-72EB38607F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0369950-0FC7-F6FC-FB5C-0AA28959414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43E021-35EC-E606-039D-258E300A447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FBFC28-391C-AF8D-179A-E614BB77372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E5510F-F8A0-CDDB-8C7B-D868247A49D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ED6488-9BD1-A2DB-4403-D9E077B9948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1E924B-EDCE-D8F4-43C1-32F062607FC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1E98DA-3217-54E4-3295-8F1AA83A842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813F7C-A2C3-8879-A799-008B49C031D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466591-9E37-1D2A-22E1-BAA9E86537C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F5C9B4-3035-B33C-0094-CD251F0F30C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88D2DF-8687-D8D9-9E62-979E3D2FBBC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8A04E1-935A-FA7F-07D4-89C8BC01FCE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D3E8BE-1AD6-45FD-FD1A-4E91748DDE2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EFB891-9795-BB21-4B74-69A3BD6EF06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7F95DF-294A-019C-210F-5FE66A2B3AD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E5A9DD-97F5-9D3B-A5EA-7F8E6A2E239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8BA2CA4-DA45-CD0C-E7E9-A5D17C30147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EA0955A-8E69-FA35-F979-DF49465D4FC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0260689-48D8-C948-DA07-12B3349FA5C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E145AFF-93C3-6E6B-F867-81A6A63EE78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AC6770E-3C41-D5B4-6DB6-5C0ABD814E2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E7EA5A0-19BE-D767-2823-9C3B70746BF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46959D2-D5A9-5C5C-10D4-625CB69C572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6BE0003-67E5-2F7D-0D42-CB96B862C68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A05D119-4018-D0C9-BAE6-9717D488758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283012-8EA7-AFDA-0C0D-52361BED67E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725C4F-17C2-4479-82E5-3310B598C4C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8896DB-7A8B-E64D-DA0B-53AAB6ACFDE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DDB0C3-2D70-2409-EB5F-DA6AF2332AB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362BD3-C85F-DEDF-B880-6D671F75755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A35AF0-0C32-7A48-CD41-C48D6DE92C4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23EF21-6A1F-2AC0-D5F2-F5B3023CA0D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B02BB3-D558-B27D-B4EE-23A355548A0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E27C43-58C1-0F2C-3F58-69B4A8904F7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1E7289-E44A-019E-5AD1-13298410925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B33FE3-7DF9-80B5-9FE7-861D80EED0E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36087D7-9D64-FD27-8385-B7949BCDE0B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2D879C-D27B-6293-5101-95570E393A9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BE2EF93-314A-5F4F-668C-873980D5555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172168-0C04-D86B-1071-9D713F59241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867185-B68C-7D0D-54B9-FC45BBCB7C8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C1B6CA-0AFD-A8F7-B18C-53A015F5DF5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87609B-136F-0BDB-3231-282DD4E69A6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3C29D29-CD38-E4B6-AA1E-9AD9B961CC3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651BC31-FBC4-3DBD-65C5-FA46AA9717F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55BBDD-9529-BBA1-CF27-FAA3665C57D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9450530-BF15-EF30-0F0C-3F475EFB855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F221C57-A041-A1EE-8E2C-6C23F234BFF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18F9B30-776B-63AA-DE24-90CFB5B1210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76C070D-B88F-B258-8646-FCAA7D68797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CA34ECF-8872-6B29-FEDD-C580AA7E82E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719FE0C-7D3E-DCAD-AC1C-046309F47EC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2B0C32-7D5B-6671-CDF7-4E0105E1174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7B637B-06D3-5B4F-A453-EB1AE118A7F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DD16C4C-3580-BE30-D2A3-6AD03E376E9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9A0FCC4-5198-4A8B-A408-F0388FEAB95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32D5516-57D8-7190-879C-61E6A81D6F8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7F0ED0-B06A-5FA1-C617-E240287B881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73535DB-8893-8716-C716-F1E6BDDD3E1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98FDC4-73B0-D565-D7D0-89CB8DEFDAE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0E439E-55AD-20A1-2D4A-BD84B09C6A1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A3B378-8D25-55AD-6F72-1CEB1DEB7DE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85FAEF2-34E9-418A-CF42-41DA5739596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C813CF9-3D8F-2D97-AC6E-D390D735BE9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DC0E644-5AC5-DD03-35B3-C93FDF631DE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15D51AB-F339-8FA5-B03E-323EBF7C24D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9821</a:t>
            </a:r>
          </a:p>
        </p:txBody>
      </p:sp>
    </p:spTree>
    <p:extLst>
      <p:ext uri="{BB962C8B-B14F-4D97-AF65-F5344CB8AC3E}">
        <p14:creationId xmlns:p14="http://schemas.microsoft.com/office/powerpoint/2010/main" val="15305131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67632-36C8-ED80-42D4-7CF7EF1F2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493B8C-1DE5-2A2F-6318-3DBD2D0AF4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0CE3393-206B-F59F-789D-FEFF71243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5604638-F78A-15FA-9ED2-BBD17E10D3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5D66B50-7DAA-D014-E59B-C03508B091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7D3417E-B1A0-BA1C-30B1-1749A24D71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78385B-F231-C371-3596-5C3C6D587F8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CE7B17-8EB0-5035-513B-E50821180DD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B5A6BE-B7FA-1F29-787B-117C2FD3268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62E2BE-31C7-DCBC-EB88-277F045B43B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F9B56A-963F-A1CF-18A4-E4499E543D3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67FFE5-E62C-5279-93E5-5220AB63BF2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C9143B-6E75-6843-AC0B-53E19F5002F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C784BD-4AEE-FF4B-22DC-55590821D54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179355-B7C6-AD93-4A4A-8B298EBF233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EA3B997-88B0-2BDA-0C23-A36307B903C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8C2FD7C-82E3-3CC4-66B1-47F4F075514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02FAC81-6057-449C-B9E0-44646AF071D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D80A4D5-3901-EA94-0C8C-BA81F129729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08612D4-A5A9-A629-31CF-EC0B2D03195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5F89E5-9E17-1035-895D-19C80B565EC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CC0960A-4B72-A993-053D-8BFAE7C1871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5444912-CDAF-1295-E84C-663C4F1B91E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598C0D-1C93-AE4E-EA95-2C00888F474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44840F-4496-2E54-98DE-926BBD5F03A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251261-0A8E-F886-B777-D479727F008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B7A070-B38A-9171-379A-11CAAB0A035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20BBA2-FE4D-E83C-E17D-115EE22EB3F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F15F1E-BA67-768A-482E-41098D02E8D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F300C2-EF10-1624-4492-43DA4B9956E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E1D696-8612-CEB8-339B-B18CA62B173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1D2D24-664C-9714-846B-0AC71B42D86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6D6D52A-EDDC-AFA7-19FD-CAE47E6FBC1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A83A16-98BD-7F3C-2AED-1DB67E61A9C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6A69300-F9EB-42A0-8AD4-96151C1ABCC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F9BDDB-0328-D09E-0CAB-65F85C0C171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2DF872-55DF-EA91-43FD-423119ABF97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EBAF0B-794B-1761-2C75-47704C6C8B9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B0D39E-5C32-A0C7-FFAA-4C5B3461DAD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FFB8DB2-0E2C-FF64-E482-D5B3903113C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C9258B4-5523-E6EF-4A44-88F7FF98161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0A2185B-21F2-3E38-67C8-98012DA8833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4243BF-0EAA-0314-BD5E-0404DD187B0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117D1D9-D4F9-D0B8-873E-E13679B90DF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9EC3591-576D-8B0A-1359-599915BF529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D6904DC-0A00-477F-7A7A-1347FD027AF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31F8000-0DC7-1B18-7C60-8ED45060B2C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80F12E2-A4EB-58A6-CDB2-EABBAC583A7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BFD99D-60A1-D01D-5991-5F505CA27C5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BF7747-9E71-2E55-0DED-130618F60FC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EABE771-3195-D745-E7D0-B9F06795514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A4C1D0A-82CF-26A9-EFF8-32429F9F7D5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05121F5-16AE-55F3-10C3-B7E2AB03BDB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98D9C7-0D12-DF75-8448-749DF79AC6B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490B164-6EF1-D19A-3C59-FE3B61572A7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44E25C-3F3E-9396-2AFB-133DAA1A011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689B4D-A9F4-823A-472E-7549F33274B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F53CC0-939F-A911-970D-BD889287721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B096D93-EA8A-BD8F-C50B-7EF0BC3BB60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F0FC0C7-4285-C945-0D84-2A52BDECFA6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8D8CB79-5297-7B4C-D75F-E04BCEA394F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08DB52B-EE7C-6A4B-CCD1-3EB04963330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D05D80-8F76-68E9-F05A-F4780665747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6FA26FC-C910-7629-152F-92ED00557AD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567AE90-4168-1A29-EE6B-711EF324611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E4F729E-08DE-B3B2-F672-DE3261DA83E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6DB95D8-B365-7BE2-EAF3-B0812465CDF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4D5D023-85D8-7BB3-8759-ED4E9176F46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A08B1FC-A891-D348-53B6-B84CCF3FFFF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5DE85F6-C64D-938A-82D2-48D194EBD25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A9AE438-60C2-6EFD-A4A1-F3ADB5934B4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DBCDBD4-70CC-7D2C-4AA1-8529997F832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9821</a:t>
            </a:r>
          </a:p>
        </p:txBody>
      </p:sp>
    </p:spTree>
    <p:extLst>
      <p:ext uri="{BB962C8B-B14F-4D97-AF65-F5344CB8AC3E}">
        <p14:creationId xmlns:p14="http://schemas.microsoft.com/office/powerpoint/2010/main" val="18818110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9A374-9805-318C-1794-22A81171C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307928-0B6A-03BF-A0ED-DDE5328B2D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5E54F21-27B3-2D2F-E5D5-00D61CD7D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0131EA2-4A5E-D968-BDCA-53D3F22DF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4848A41-CE36-48D1-B27A-C00D315088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E8F1ECD-A4B6-E544-0250-787D31F359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E6BC9B-F94D-6B6B-E1EB-4EC19A10506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E5097D-2406-3AE0-95BE-F493D9007B1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5F602D-8CFD-57D6-D47D-7B45DF1C5B3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90D113-7B84-1451-1A79-82E3F96AAFC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5031D2-74FF-9E2B-C368-69B0C227758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A59EBD9-D0D8-9D6C-68B4-EED00EBDA09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250F3C-91B2-CCF4-3745-C0CBBE51C46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BD6AB4F-F36C-1456-508C-2036E794FE2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5EEDF7-BEE6-D688-37D6-384076287BF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AC6B125-66B8-BF31-7356-4397D8C67E2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FD79E2E-45FE-6581-6F47-7235D2E560C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75FA80E-C9FE-4603-3EBB-4646CFD24DD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9D1F975-795E-E41F-2356-59ADCEAB61E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8BD019-0723-64E4-37CE-4AEBEDDED8B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D72898-7768-B65D-3B63-F33FF738A9A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F92E56-27BE-9EE2-C575-9386D37E8BB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1453A3-C17E-CE92-0D1A-4E19A048331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D28048-0E66-8949-968A-104078BFE78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F8EE5F-4F45-C8F3-508C-0FDF88ECB0B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DF9928-ECD1-5549-2CED-854EFFF029D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04AE930-1AE2-69B6-173B-90D13833F97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EF4E56-86C3-4831-0554-E09C1DA899F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8E46ED-7DFC-C2A4-0229-0E6A9990D39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29BA2E3-7DE6-E8E4-21AB-37AEB8B39B6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5776D41-CA41-959B-FCFB-56D8F212FB5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D7C4A6-D4DF-D153-2288-633D647A4AB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5320F5-0C2A-B252-6E65-EA814034888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C32FF3-7BFD-0E60-4B03-59AF027B29D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8EC6D1-8EB9-B792-05AC-9D2D50F8434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8B743AA-AE2A-6C1D-137A-A44FDDF2F76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D35F0F7-9DA9-BA56-D5EE-ACF23554509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E753327-7F4B-97AA-47EF-3D5E2E7F398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3E5D378-94F9-524E-920B-C89CF9ADEAF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C8308B8-D2FC-8C32-7A53-FB6213EED8A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C403A01-2CA8-3A87-9F25-60BF41FF1AB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5498C34-007E-1A52-A070-794AA74A291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DB9A9A9-3E78-A82B-38CF-6C496DF8CFE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AD53D67-B446-F26F-DF68-F185C9DC8D4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209485-3984-9B5E-5C53-C5964B0460C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791216-2B6B-3FF6-3948-C2945EE0E09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AFB962-4E81-8F68-78AF-B3EEE6DC3BE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634D918-7258-201B-65E3-7FAB1668FE0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DA725B1-6FAB-640F-0526-DCD0D65E408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A25F60-3349-C544-2475-29B7EC7660D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CD4008B-7446-8D07-2B33-9108684F766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98A4C6-9B4D-A1E6-5068-FBE71211DCA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8871FB-41B9-DCF1-410B-457E9EBE90E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B312AE1-0B34-4F2D-597D-1D4534DE1B4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9C9D336-5E50-0853-08CE-57D7C6D9D2D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52355B-40F1-CB93-5E10-2394BC10EA2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B67BA24-018B-51A4-854F-F5A4E9761A0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1C69E11-97C3-DACE-9989-F0CC184FA41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2D9F418-D186-DA66-85ED-CC7B82992BB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34AB7A3-31BF-22DB-D748-AF2BFB72C9B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F3982F1-48E8-77C1-43B1-CF9E84F3E93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BB2526D-F0C5-E10B-45A6-2F2EF5C0B88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D26F0D4-1C19-B74D-9236-DA67F1B71CC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209E8C3-AF76-738B-E1AC-B44E448D7BF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B266002-CE32-E209-FA87-F54489F6A4A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0248BF-8C7D-BEE1-77CA-1F624470EB4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6393E9-9CFD-2C75-3982-7A3FD93399C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30951A-EEB7-A1DB-BB0D-F0945A38C05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1A8B22-66A6-82F5-87C8-5F97F95EB40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0DC193-2B7D-010E-A6CC-8E3FE6706E2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0950C0-5180-6878-802E-5BB3A29A448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6A6DE8-E66D-6E7F-2530-096F752B724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9821</a:t>
            </a:r>
          </a:p>
        </p:txBody>
      </p:sp>
    </p:spTree>
    <p:extLst>
      <p:ext uri="{BB962C8B-B14F-4D97-AF65-F5344CB8AC3E}">
        <p14:creationId xmlns:p14="http://schemas.microsoft.com/office/powerpoint/2010/main" val="42679463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54EA5-B20B-8517-E09F-982F65000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C8A083-D448-8F20-9C20-4E944211EC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6FDE8E1-D9FA-240C-ECFE-9BF08B4FD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D14577B-B695-D977-E9A1-BDF753491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A0FE645-E105-6AE7-DCD2-ECC5EA21DD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28BF6BC-FEDC-E289-3172-929701EE89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3F8B71-23AA-DEDD-E74F-5C87B7B723D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3F20A-198F-F4D8-535F-667A1BF5DF3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BCC83B-7FFF-EDA2-4C07-06E273BF4BB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73D8E01-EA32-AA9B-672E-5841B13D4E0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B5F243-2683-5925-FB2D-457A8FD7F22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54D03C-93F6-35D5-D882-584FC413ADB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35ABEE8-3BA3-9BCF-24E9-0CA7926E526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D742DD-E945-C846-B57F-78A742D23EF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C6822AA-8902-997A-36E1-8BE5CDC0D68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8B1F76B-5F86-1396-49CF-3B9726383C2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276C164-6AB9-D6C9-636F-3F656BBD6E2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35ED7F-9E7F-170A-9378-0BAD82B5CDD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98EDA1-4B51-597C-7CA2-090A5296438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10D3C8-1506-1F80-6633-238B3A55D07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B16390-12E5-35E7-28C4-B1B41982716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C6B759-9021-6D13-4C92-3F8DB331781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1DDFBE-96F1-44B2-7BF5-B92FE4518E2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D3C07F-31A0-A0AB-65BC-9FE82F7DA5F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D19E86-8B26-B105-4BDD-BEAF1B25385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A7ADB7-8FB0-C438-78D7-1389B0E0332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C18AC7-0AD8-F30B-2A78-0DCE5BA33D7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18841D4-12E2-8C29-6C80-F3D12D3C129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A5E0430-0758-00FA-CDF7-9C48FE4354E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DCBADD-828A-09E8-D7C5-678ADFCE5AD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D9268E-7295-9C8E-E2A6-9E9B10745B7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5B15FD-BC96-0851-E112-2CC595C7718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94FDD07-AEAF-80B2-BECD-1FE38CA305E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6DF7EEA-A5A9-2E6E-912E-CF2B65BA7BC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5E363EE-4BF5-7FD7-E3E6-4398B3B24C0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989BF9E-68C6-CED0-D1E2-73023960C24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6E0EDC1-3488-6DEA-76BA-268E427C68A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8070ECE-0F50-D7A0-779C-6E4B1E5DA8F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F6D185C-17AA-B722-1395-857B3D4350F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7EA870C-6265-A07D-6164-A5D2ACA76F7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34EA47B-52A8-71FA-15C5-AF568F2D6EB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48749C7-0A6F-F9A6-BD27-D387A93FF8F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A9E107-DA5B-1C2A-58BC-6EE0E4FD56F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BC4F06-A2B5-2AAF-F70B-B8D07FE7AD7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D49A121-4E11-6F65-03E8-F6F024A2434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05A8F79-AC41-C9F9-25F6-E40C8DAF0F7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7FBA07B-4F6F-0473-9082-9951363C28C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097EF9-036C-3142-ADC9-18C299D0938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4EA86A6-33CB-4BB7-5EFF-0534536AA78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B9FAB1-1BF8-9806-5CEF-7D18F001E2A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C04A3D-1FF8-D236-CB2E-F423C24893E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F982429-B765-F060-406A-AF7F1757AAA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EF8981F-69C0-7D1B-8D05-45AD444F5F9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618A2B-0628-4B69-9727-48F095399E4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ED2F7D4-A9AF-097B-8380-B24D4B52A27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A452EAD-A6C7-18F5-DE97-F005C02F29E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C125B7A-B318-8BB7-0F42-8DE3CD3EB0F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7DABACB-44A1-F9CE-4FF7-4FB587EFCFA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0A99695-D279-E3A0-8D14-460E59731B7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5A1EC01-E596-7126-73F9-14B029F7902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9753BF-FDCB-D8F5-B88E-3F9461384C0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7C2FA7B-00B3-439F-E9EC-DDC94B49DA7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49954C8-0EAD-16F3-185E-07EBF5846A8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13B339-7704-3A17-0815-2CBE274C5C6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D731BB-2B80-56D1-FDF7-723ECC29373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EE8543-2E06-183C-235A-2033C4D6265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80D440-09A2-424E-5028-42B89A6EFB2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FC87DD-5D3D-7354-7393-2F1A85BE959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67CF47-72EF-31F2-0570-CE913D71F34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110C1B-6926-09B8-15AF-9B40ADC5973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0BA854-0B60-9317-29F3-ECB191A54F5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3A3FB0-218D-6633-8A06-5E4FF2DE94A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921</a:t>
            </a:r>
          </a:p>
        </p:txBody>
      </p:sp>
    </p:spTree>
    <p:extLst>
      <p:ext uri="{BB962C8B-B14F-4D97-AF65-F5344CB8AC3E}">
        <p14:creationId xmlns:p14="http://schemas.microsoft.com/office/powerpoint/2010/main" val="11420196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2F229-DEBA-B532-6C0C-DA89B0B9B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B86A33-AA4F-1F99-185C-615DD8DFF6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1A725DC-9978-FDA6-9558-36EF6E2EA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60F9ACB-EDAB-1249-DFC1-A7DD14BE3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D1907A4-9F92-4061-55BB-E8845D7E77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81FE276-5DA2-3451-8FB7-305658151E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C81D6E-7CAD-E500-F696-5EDC5BA40DC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ED35B0-21BB-45BF-E1AA-FA2662869DC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A01D41-7F9F-EE39-7D22-64A298E72AC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E1BC16-0A93-BB72-DC4B-FB7068037CA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2E121C3-48C4-5EC5-8A35-FBBF7D2B01E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50C3C8-0B70-1B32-6CA1-017CF3749F7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FE3299-E6DC-E225-9B2B-76F5A8DC3FE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81272A9-4706-8BF8-9EA4-9304B4587AF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4620F53-ECEC-8F71-09C1-583A52BEADD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C76F4E3-86EE-93DA-8274-9A9DF3A8547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6F6D6D7-AB45-B57B-F1D6-B468FCEABE4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86D77C-7E7A-43CA-B8E6-80E2F6051CB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5CD93B-2594-6294-D813-24109238ADE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0613A9-6E48-4675-51EC-FE1BE6B16A3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D965E2-38EB-7FBF-AEAF-A2485059D57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63CD66-EE2A-D9FB-08EB-3A4C2527F00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A07E3B-8A4D-7A8F-5371-9A6A961F043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88F01A-9608-E454-A316-6B9FF6B57C7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87A2C5-6BC9-A0E0-1320-1185824819D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ECBE30-4B68-E507-5C87-B72C2C21EC3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8866D7-2882-81C5-8568-99A13783F73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52F30B2-28B7-5B99-4076-E496C6A1A0D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F04E40-6109-9ED6-47CA-00C9C8D70BF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8E81BF-4714-F905-0AAA-FFD48096B20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5D8282-4545-068A-F739-D43C1DDD867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D776FB-9CD2-5981-8D33-67E39122F6B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1929D1E-D67D-A91D-353B-69402FDD857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4E8F61D-AC1A-2E2B-0C7C-189F3AD0B1C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1BC20B9-773C-EAF8-188C-D01BCFF9E28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87B58A3-E6FA-6715-5EF6-E55A763C5AF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BCDEE73-7B3A-182E-F0AB-8BEDD78FEA8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39ED6DA-46BC-3581-831D-FA8B212E377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4AB3C6B-89BF-AF70-E59D-F2FC21F3810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E21E6DB-E292-D2E0-78FE-CE8241C671C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56AE79-1A33-2654-3D00-0B286F18D7F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EBBCF1-0D58-8761-1670-32DC8DB2A3C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0983756-012F-233C-EC81-3CE90768B53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09BEE6C-3607-037A-C35E-486F2E7239E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0479F4C-2C35-80E6-6905-D1B2E89B1CE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3F8C28-8CD3-92CD-2512-47C3E13C5B6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52A8B17-8356-A368-5665-6C0FB917092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038664-89C5-D0B3-F405-3DCC6D6F11F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1FC5F5-5017-0361-8F59-F4B8ACDB3E4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958674D-D512-F650-F6A9-B7BD63268A6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FCA243F-9F06-4A4E-3FD4-A7929F97A17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2F75D56-8C19-5BE0-7A3C-9F2443F4AFE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81C36F6-F3B4-6B16-2614-50623971AE1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025D16B-7E8F-C918-B2A4-A0488319AC7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9556538-42A3-2A72-EA6A-EC4E31BBEB6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81DD971-2E21-4751-8735-259B875FA1F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4C532B3-FB56-63B3-13BC-B9536064610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40BDD84-6424-18BB-EA2D-C18B4C03111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04D250E-0A57-B416-E729-16AB334B74B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3F13474-5558-7785-3A56-A30E68CE35E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39F4F66-086B-C709-001C-A0201BAB83A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2537D6-16C3-DE25-2592-D5C6D838958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D7178B-37CF-03C4-EDE6-8B32D822B53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4F935E-5966-EF63-4D17-C25E464D404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BF63CA-CAC1-144E-2E81-DDF0E50C608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BA7A91-F561-D161-41EC-4E54C1ADDCE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E2B407-5F41-6981-5A4A-67619E98187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35F209-4D3D-BF11-D866-93DA652A861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A9A1C3-6D23-8433-446F-EBA5B6DFD5F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9546F3-65A0-F57D-FD93-6D194751F33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EAC118-5F77-A27D-2FDD-D6FBDB8EA1A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8E54B34-2334-CBC0-6ED2-0E270C8A1FE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921</a:t>
            </a:r>
          </a:p>
        </p:txBody>
      </p:sp>
    </p:spTree>
    <p:extLst>
      <p:ext uri="{BB962C8B-B14F-4D97-AF65-F5344CB8AC3E}">
        <p14:creationId xmlns:p14="http://schemas.microsoft.com/office/powerpoint/2010/main" val="4901515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695AD-C266-7C92-1383-9A966D0CF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5A2DB3-F33D-4710-91AE-D2DD30EC82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88E9D09-8FFC-B95A-B8CC-EC8C3FB58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D7AF770-46D5-169B-3C5A-0AFC12B52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54E3CEC-08A1-7E09-AE4D-822CCC03FC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4BEADC7-7CDA-E5B9-8025-FF3C3C39FE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02FC32-25D4-69EC-494E-7BAACB0AC5E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0803D5-D92D-BCDE-85D4-B4FE70629D0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1D5D3FB-61B5-E0B4-2ADC-F338F950FB3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AA2289-F7D3-9142-73D8-CD1E7BB51E5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B502737-DA78-055A-5DA0-19FD71815FA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C7733BA-8E9D-D327-9E18-DB40C0057C5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4D0316-CE89-4B18-1EFE-73C29CFD676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ECB46A0-7499-919D-C852-FF81F237F62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804ED21-8BCF-7AA8-531F-02AD4981562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D642D2B-DA5D-BE82-E45D-AC7CCF1FDAE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6D13C9A-D721-60EB-BD2F-8565184E3F4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069D4A-DABB-E251-F8C9-0ACA318194E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A918D1-18C2-15B4-B4B2-22B11507417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B1E80C-0B82-72CF-76A4-FF49BA88ECA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212F36-5FD9-9E97-7589-3A1B58795FC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5311C2-3EBD-4C90-84D2-54B1DCD5680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653273-70E6-3799-B2EB-F9482864F71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27653E-1B4D-5386-09FF-873370EB2E2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59E230-3223-E877-5458-335089A68C3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9EC583-DF90-0083-7ACE-0B138B410FC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87FE615-8D88-0EA4-AED5-68ADE66761D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C52B8F-51C7-C6F7-684E-8470225379E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1583E3-156E-972F-6BAD-32DFFC3BC18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B698BE-1A5B-4F26-44DE-850812F061A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501074-C547-58A8-BEAC-62F8BE569BA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4C4EB9C-A224-19A7-DD56-8B15B7014BF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B32CCDB-CDFD-5A96-9001-1F1A80AD225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6283556-B580-56C4-50D4-03BD1D1E3D3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B4DBD6-71EA-216A-96CD-675BDB9AACA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812B189-E5D7-670D-0A04-D56D0AC94C4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B71A057-CAE7-FD20-D2FA-D3F5CC0302D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9A1DE86-34FA-FB3B-BD26-7272F2C8D16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586C25B-884A-DDA6-E543-49F456CF6D4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CBA11D-F460-A34F-E29F-CDDDC012A95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AA9418-D261-FD91-E823-EF74BE1B3AD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70E23C-AA65-EB0F-94B9-42298A0D214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4288A5A-51FE-5878-41BE-0DEADE9D2B0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BB77D2A-2AB0-3ADC-6CA6-2144E8EAE3A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929453-0FF8-F686-FCC0-93E24E98D48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838182F-C5BF-1567-BCD2-5BE430E960C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C361F3-3988-1783-C76D-F8EC073117C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0AFACB-4490-14B4-DED0-2D3FE452FC7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413141A-E74A-1870-9FBF-DCC69262711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E81E6F8-3CC3-5233-8E23-B7FCDECB018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620947-84BC-BF36-92DF-0EBBE5445EA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7588863-F159-4F58-A48E-48FE905627B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C1C8854-EFDA-476C-9DF8-DFEDB8A33D6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0AFE1D7-8CAA-7B95-9766-7703D5AB872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5979A63-3185-464D-09D0-B33559C0224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F1795F7-FACF-D36C-10EE-AF4893155E3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EF4D5D2-07ED-913D-FB35-1DE25E31EA7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4543EA5-6CD9-1757-D0BA-3B8BBAEA543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0283E75-C76F-DB30-00EC-D35F6759E3A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30DB5A3-0B29-39DB-C105-329D775E5A1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41C82B-1D70-689E-2D79-4FB2F6FB5FB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68BB71-79FC-6114-4720-CA4B2CED465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B96A79-1B34-2E79-DAF6-CE0921B6806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4511BB-33F3-F5B2-E9C4-934FCA530B9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6A1E54-5A26-D2EE-50C8-6CEA79FEDF7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8B3CFF-E787-2891-3038-53C33DC6BAA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F42FFC-3360-8004-F29D-1BD07E40269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8D6BE5-7816-B95D-865B-0532B9AB110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003268-7396-96B5-C66C-BF5958BFEE5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95D029-E27A-4240-36C0-3677C7FEADD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834FF7-F68D-A987-E2C5-5870871191F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F7A717-C9D7-EB8B-8005-4ED8122ACA1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921</a:t>
            </a:r>
          </a:p>
        </p:txBody>
      </p:sp>
    </p:spTree>
    <p:extLst>
      <p:ext uri="{BB962C8B-B14F-4D97-AF65-F5344CB8AC3E}">
        <p14:creationId xmlns:p14="http://schemas.microsoft.com/office/powerpoint/2010/main" val="35769552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7F174-71FF-DC64-2F78-19F749429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153165-AE78-8FF3-E1E4-27E4983CDD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3BCC70B-60BA-52D0-70C4-100CA1BE1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9D70742-2010-15F7-D00F-A948B388B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5493FCB-F63D-0090-F07D-3C383A3D2C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AC183CD-E697-CD0F-28CB-B646C86590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054A9A-9A1D-73C5-3105-22462E80408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1B30B8-C89F-0181-03D5-BFD36E3E777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9A1B95-55DD-2DDA-2B8E-FE53E21E347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85F1C-1815-3400-3DE6-D3D55DCB8A9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3ED68D3-6EBB-C205-3223-B372C79F6F8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7CEBEA6-E0AA-ACEB-4074-12E94D35030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0289F7F-20C7-EC4B-D734-7E44E211A85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E20EB4B-083B-01D7-BE3D-6E526B33007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34C4111-03E1-1A60-5313-2468C6915C4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9749246-9BFD-4B75-51E9-47D62A852AC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9A50DB6-2513-2197-B4D0-20CD80F3E43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F24976-1AA4-2778-A10C-6B3CC0165E1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D24759-95F3-AEF8-29F1-B15C6A844BB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3928EB-B259-016C-2D28-2105EFC1A37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2B1AA4-5890-B5BE-A4B0-BD4F3321456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B608EE-BF72-3BED-9F21-6544011D9F7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05B8A7-998F-00E5-BBE4-BE52742D103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A4EBF7-C146-DA23-A009-79CE7624F37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D70FE1-29F1-E85A-A614-6FDB884A5D2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6C3471-8506-4529-5A10-EE291DD7E54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280B63-5326-2A0B-DF9C-B5F76B25EF6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890BCA-BA5B-E661-36C1-82D2135D706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9CA5AF-4548-DB41-8809-E93C4504F10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6BF31A-E294-0FDD-ED9C-DCB008FBD03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EC90F36-FDB5-EF59-70F1-7F68DFFD6A1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FF33805-FA02-BF4F-69DE-4320C85B457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1B91BD0-E160-CBFC-02B2-2A45F60D4A1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BED4F98-B38C-53B4-B827-52E9A9A5B4D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A1BEB43-C3CF-E701-B7F4-73DEAA6565E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107CC9B-0B9F-C1F7-2627-9C6FB21CA94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2B5FC6C-AB48-E50F-A6FE-FC0B950ED90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E60838E-8148-630F-A765-5E2C5FDCFCC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054F32-A17E-AE22-B829-F0D33C0F4CC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3EC044-F735-67A4-A3B2-063CA4EC22D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092E34-63B8-115C-326C-0FB944D5178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91D4376-53B0-DAB1-8DF2-F051AF7BDF7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96423CA-8FC3-C76E-A52B-2D883351D4D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13FDEC-23D3-566C-9C9F-B30C1516015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3CCC73D-F2C6-C18F-EE5D-0E7D3DBAF07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492BF7-BB12-BA6F-9D13-25E31A784A8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B16E4C-B9C3-4566-6B36-F306754AF43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730C685-31BA-446A-ADE3-02114F0639B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F156CEF-B806-C95B-107D-7F50C5BC307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1FE160B-DEE0-AC32-723A-1B5F41A7A61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0ADAB35-0148-F193-D363-0F3134A68D6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1D1A063-7F0C-8E66-65A5-AE08D43DB48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0D37CD3-7340-522D-C1EC-CA620DB7414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89B19C8-8AA6-28EF-DC6F-FCC186DA00C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63B91B3-9883-9613-C417-006C870536F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DD9C0B1-D338-C081-07A1-CEFC675AA4C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F6CD93B-DCD0-FB2E-8103-603C64709E8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4AE07C0-858B-C16E-6B08-B1943685313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C757A88-50DD-CDAB-B7F3-5F8C14AC086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90CF88-A6ED-516A-F750-5339FCB6C40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8237A5-8D5B-8337-66C8-39CCF0E9EFD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18A07A-7D26-DA6E-62F6-C4B3BF3C5C2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B2F8F7-EF83-2B5F-6589-3BE580C9A76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5E346F-638E-F612-5FCC-928D3FAD6B4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ED39B5-22B2-9881-5A58-721DCE0776B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433127-D623-3778-910A-3C4969ECAD0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5B1F18-4D87-FA09-9326-8C79530A0D5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7505DB-1DFA-05BA-1D95-33140305632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B5DEFF-27A5-2F69-5799-7FB78A21478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CFFD1B-A7BB-2A74-D191-6E333511A44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ED1900-E805-4D61-56AE-A902E17D85D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C8B95E-1BFA-1F02-D06F-5AABB6EBAB4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921</a:t>
            </a:r>
          </a:p>
        </p:txBody>
      </p:sp>
    </p:spTree>
    <p:extLst>
      <p:ext uri="{BB962C8B-B14F-4D97-AF65-F5344CB8AC3E}">
        <p14:creationId xmlns:p14="http://schemas.microsoft.com/office/powerpoint/2010/main" val="6675165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AD7DC-56E5-AFC2-E5BA-8A4ED719A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32BFF7-46A9-A295-7DB5-DC88C301E1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Columns 4 and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A8B019D-50CB-9E09-A146-8AE0B7E64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5AF4185-F600-B55B-4306-4DB1F56044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AE7CEA1-7A39-A461-6A6C-2DB8D33E89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B6A4E24-94EF-C8EF-FB5D-2A5C4D8462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89DCCC-DC83-9F27-54E2-D086417345A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63EF86-AE89-C91A-742A-353832E4BE6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281ECC-D942-4337-4C4B-3B3A23F2AE7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9C5E350-3763-7DDA-E9EB-45D0E6EE238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1871972-930B-94ED-43DD-A5863B24932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7FA8DF9-06E5-F4B5-5785-2BC54CD4669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D8AC88-18A9-98B8-A594-C8FEA84A318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C62BED1-CF23-C4CD-1222-9E68603593F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4DFA3CE-A6D4-B89E-0FBA-D27F0D9CA3A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0B58D59-8F3C-5448-3C40-FC7689C77E4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9855D0F-B0A2-9850-8F48-6AFF6301905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C508C3-96DF-624E-8C59-8CA89C6EC86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E7577D-383B-CD07-90E4-F76FCC8C600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FEB961-96DC-FC4E-C855-2D7361A6CEC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D535A7-E234-6DC0-8A31-913839C8573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439EEE-C7EA-52CE-84FC-711AC9E73EE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FAFCFB-3487-A1A3-6AE7-B206DF5D630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1A9D60-93F6-D9A6-96CA-B11C36419C0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3336A8-CB7A-D336-5E42-EC661029701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BF89EB1-0191-4FD8-6D81-3C3E0BF95C5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7E5B97-E132-0BF9-AE82-4183A18F9A9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090AE2-4E66-416C-5A12-4EAE9FB9D72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2A03B8-40B8-522D-CBC5-27981C9C151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D27470-2E67-133F-FFA9-7224D6A9F68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ABE30BF-7B4E-1349-F2B8-E4B3F35B5A8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97DCA91-47B1-94DE-9D3D-B2A6456BD30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ABB0FFA-14AC-8064-9AA4-1E73E702E01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CAC888-8FFE-4E94-CB56-98E24189AA1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BA67D54-00BC-D7C5-ACF5-F4BD9B84441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DA086D-1C10-2433-8304-86927AD0987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A4A2314-B4C3-A527-A885-F0F35A10B41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AB0D36C-2E1A-80CC-9409-638F6193005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3F7B7C-3208-9D92-90A5-8FBC277F7E8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694DAF-5364-FC53-A5F6-52BA0D8745F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A55A2C2-25DC-ABD2-B11C-E70DA22C9EE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4B900FA-024A-88FE-46B4-F783FA13BD6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CA14A7C-F7C1-87E4-32A6-3BC402AEBE5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741C1A-EE3B-0E15-8DA3-38ED05A596E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00673D9-3C0E-A4F0-976F-725815FE823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BFEB9B-1EB3-8070-A128-5AC11DE4C51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1A72E2-5A2D-8665-3592-9DC1B55A52E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A8F839A-9643-ABD4-A8B1-E4B26E4C322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BEA00A6-531E-E73F-C9BA-F85CC5E66E2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94DC6FF-EB72-1801-288C-9209A867993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E1584F5-0A4B-0189-0B45-E94663D62E7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A131C66-533B-1757-8886-5ADA4D2EECA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E56133A-D321-A8A7-8E4D-891FA522DCB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C16F0CB-0FAC-A318-7587-2840BD0863B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2083F86-07C4-2288-8F46-15221616CE7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11ACE24-42C3-63F5-2743-1E652DC3BB7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E6EADB6-CA8F-AEAB-CF62-939CF1CA135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03C9B6D-EE8B-5142-497D-70A57F24A72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CA53949-A6F2-24A5-9504-6D76128FB1B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24E534-05DB-1098-B2C0-20B8598F37E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1D3F1E-51EA-43B1-6EAD-2A795601B17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3B75BD-BD49-D456-4F31-AACAA43B7E0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CE5659-145D-B8A5-377E-E79719EDF2C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A97AAD-71F4-011C-2C53-8CD731200CC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209211-7EF2-D598-6876-C294EBE4999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72DF19-2F5F-6E83-7BBB-469C5139FC0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A1BDC5-FCB7-4083-2745-DD4EE4FDD4F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60E8AB-C423-A952-769D-93D7FC34534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91B989-B5C6-19ED-B358-C3AA848BA51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AD8DF56-B39E-B202-B228-984AFA96BD7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3212BE-2CCD-4106-ABC4-561B8EC45EA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D91751-92C5-6161-0B8F-25E109952CB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00C265-67DB-DCC5-E7AD-58310AEB85E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B08649-CB2C-C3AA-2421-07BF5188C69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921</a:t>
            </a:r>
          </a:p>
        </p:txBody>
      </p:sp>
    </p:spTree>
    <p:extLst>
      <p:ext uri="{BB962C8B-B14F-4D97-AF65-F5344CB8AC3E}">
        <p14:creationId xmlns:p14="http://schemas.microsoft.com/office/powerpoint/2010/main" val="14076452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8AA93-B00A-903E-7796-E80DF0929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7B981D-768C-DB3F-8D9F-C2B3957D5E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22A3D5A-B060-40A0-0D3C-178946E35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BBF33B4-8241-415E-5336-DD6D57F8FB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64068FF-E5F9-C244-92E9-4F5B6312BB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668743E-1AA1-D1C2-EC8D-289523D6BC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1012B6-A71A-29DA-F283-2996FA63778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2766F-871A-3F03-B941-895471D85CE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F694B2D-708C-571D-DAFA-2C4A9250575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83ADE7E-11E6-E51A-DDC5-FA447EC9161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6DF4AED-472A-A702-1C60-845F75DEC54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EC34E1-2181-F85F-ADBF-D79345A836E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2D26ACF-F375-2EE2-6D7D-0F1570FB00E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452C835-63D7-C20B-7151-246EDF5F2ED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CD3BCAC-3C16-624F-F28D-5DCCDA65DCB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C907AB-6CE0-0880-D8A6-DDF1E6CF838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A9EA75-8A31-FFF4-FE9A-6DF904E4C52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EF0879-0629-EEB1-649C-40BDC79CC7E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07DF94-89B2-EE27-9555-07E4B0071DE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2508E1-608E-D839-D55F-FAC69950EEC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150CC3-EE9C-0365-7FC0-14768D6A749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30FED5-B716-6EC0-F63A-7C7E41D5C51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38D8BA-0F5F-5E75-55F9-A954CAED1B8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673A17-3CB9-867B-063E-56A600D2FEF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7581EE-D7D9-4DBC-965E-97DA6F6CF3E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C291EF-B438-3189-22CB-22834384556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F4E95BF-0094-48F7-013E-320CFFA8D12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888172-E28B-CC3D-2E5A-F89877422F9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24C8979-24D4-A255-34EF-F35A32FBA02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EB8FB4-5989-0C3C-31A0-517D546ECDD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D1267D8-E3C7-3D95-A115-697819A8D47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A804D90-4BA6-383F-6461-746545D0A04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43A3985-D388-DD2A-3968-A81EADEA40B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17282AB-B24D-B6AC-CE94-AAAE7A1B04F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C3DCF7E-FA6E-B2A6-73E7-4C39282EBF7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69D2B43-5EF1-0555-EDA1-F5BAB5D94DE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5DE64F-A0FB-1D58-F0E1-E5BD0DF118D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1D8489-2FA6-FECB-CBF3-18999FEFA5B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B4B3700-8A21-22FA-6D19-F84485D85B0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36CBF82-59BF-2150-650A-FEEB0A7A036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36A8E5B-A655-B40E-7AB1-250E60A9828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544FD3-8E9D-818E-8E1D-48A1A76BF8C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BECB013-22CA-FAF3-EF90-F2A34FCFC2B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5C5CF5-6143-8D20-BF0B-D5A7E6BBD3B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AB0E4B-CF72-DA2A-9387-8B961B08D74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F73B290-CB3E-3876-E36F-47E1921AF8F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B0CF57F-A686-5F54-C935-F5E9F69BC90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BD9AF35-6235-74E7-D979-9C461978E5D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6CE23D5-AF0A-4320-FBFE-53682E52E78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8FEE5BC-88DF-503B-F910-FDB68EB7AC4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BF79BE0-AE46-F0FD-2BD4-BEFAF35944F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41B7663-6D27-8D51-AE7F-EED53677908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E42EAEF-D468-9C21-B720-940F3B60965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6948113-31CD-ED13-465D-BEBC92EEE65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525DEBE-4F98-380F-EEC0-A9554474DAE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AE69549-4540-31C6-2442-9901CC8D1EB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8BF3546-930B-5BCB-AE13-C8B994E38C4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733DF3-5DBD-884C-465C-4D2457A8AB7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51EB5E-1891-2363-B456-3E5999FE378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C18128-E17B-84BC-90F7-E546CCCC22F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14E97D-4BAD-A610-010F-CE98207F013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A71E4C-B29C-FAE0-5972-C318932746A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F8FA3A-B2DD-6FF9-DB01-E32671E750A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43D85C-307C-B617-1017-A517FAE134E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B1FA4C-9A1A-FDD7-D5D0-7A45F042856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867293-CED7-60B3-1FB0-A33E8EA4446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A40E10-26CC-3483-E07B-4477DDEB16A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98EB68-1952-94F4-5FD7-55076B604D6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88E3CA-B260-5AE9-7B0B-7E2BCA0DDC5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2F59D15-8BB9-3716-7B44-909FDBCA424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E2C554-F941-0E9D-601F-E00848F6A34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CE209E-B347-FA92-A77E-D893DAA8824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36903F9-7D2C-82E8-CFAC-BC24D7B0B01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D8244F9-D138-9816-058C-A1A1DBF9A81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921</a:t>
            </a:r>
          </a:p>
        </p:txBody>
      </p:sp>
    </p:spTree>
    <p:extLst>
      <p:ext uri="{BB962C8B-B14F-4D97-AF65-F5344CB8AC3E}">
        <p14:creationId xmlns:p14="http://schemas.microsoft.com/office/powerpoint/2010/main" val="18832663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7A059-A201-9FD0-6898-3A1C54005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BBDF9D-6138-5A52-FF8A-B91FA7DE58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644BC37-5A26-E7B2-4D5D-E4B0CC3CC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09FA548-5A35-1E6E-F9D7-342A01EB4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C988FB8-BC34-8CB9-29E0-74D3326BAD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0F45ED4-E548-C7DD-18C5-D0C4EEDBFB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8EE94F-1212-3017-5635-3FFA4450556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78986D-B14A-76AF-750D-D659E82E436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E7F645C-7246-21D1-C6C8-DB2E1834301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D91BC10-0BD4-6CC6-65EA-9FBE2884096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86842B7-CC6C-FAAB-6C54-D367021DB98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90B1F8C-1C8F-39B0-0EF6-2634D35980E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68B8BA3-D819-534D-1C8E-762331018E7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16C3287-74EF-A65B-0E80-6876908AA45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DAD051D-4D19-9D84-F7C6-65A044BDD39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1846BE-F20C-AE3F-1048-B1E0FD2E3F3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B19439-0911-0FC2-E5B9-04B610282F4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C04E68-99AE-A5A1-4FD3-DBC16D58B02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EB1C0B-F2FE-6911-9733-47321BD54D6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6DBD9-5453-59FB-2422-715A9AAD1A8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6169CB-A550-4054-C652-2C58B7C57AB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36EA3B-D907-9B29-FD3E-E2B0D3A0A91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FAE27A-E38C-2A02-7218-940B3954B0D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72D393-2F07-74D2-FB1F-33C0CAE3D66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C1C0E7-6A41-C7FC-00AE-84E3DDAA674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36A258-5C93-D2F1-3DB7-937FA306E88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BCE2473-2EBD-7A70-6E6A-C9FAAD3359C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96B85D2-4F79-9A67-7E2A-D3675ED7A4A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F896388-C6C9-3912-5BBB-BB3A6B40BB9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E7A1850-CF12-6C40-2FAC-285949B09B8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E16A2C2-1EC0-EFD1-DD31-AC97DAFA28C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7401DC1-5C57-2774-8D36-6EBA6517B2C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D38CB89-5BD3-2F19-0113-A7764A667A7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67406DB-C4FB-2D73-F01F-B494315D267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3FC9C9-C9F9-2BD9-EC89-2D6D876FABB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7A67DB-B3B4-FE6F-0A1C-9F83F24271E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9BBAD8-A858-9CC8-C8E4-6C3E1CF161A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E7BAE8B-2FBA-D132-97C3-7D551041B9A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5FE165E-D753-1C11-5625-D929E6A9BF1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FE7A6E-0252-1F7B-764F-5E5C679A329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8B7323F-4F30-B71E-3EA9-0AB6E9BD799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8C1E42-84F3-8486-F805-7EA02EBA498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3E146D-6C77-2914-8155-6A5D5EF2257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AEC578B-8D5F-F5F5-29B9-5053602006F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F18E52B-A36C-C70F-3E8D-A2DA887976E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F7DC154-51C4-992E-99B9-49613729939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FD896E8-3BDD-8B46-7C08-1E13B4B9305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74443EA-F271-717C-D8A5-FBA5043ADFE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E3B3E47-CD7C-A3A4-9983-2904B76CA83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9F647E9-32C7-9C9E-42E4-68BC7E285C3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A81A338-F17D-4FF7-AE6B-858C96F6E02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31F076A-1A93-8D6D-A6C5-EF45E117C43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33F6A85-DFB5-DE15-5934-D5EE052A567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4CA24D8-87CF-FA86-6E79-775850C91FF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69CCA54-A42F-B79B-CBAE-90CEAE827ED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9E6FF9-8E67-574E-30F2-13FEC831D62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D6A137-16F8-D130-9829-E02C88B9CA5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13371D-A56B-C943-EBEE-E3B8E037299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5AFAB0-22A2-D16C-4EBB-0F6D3564528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C04499-C1AE-C10A-E026-E0C84D53E67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A33F72-0280-5310-1B66-90D09D53F26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8AB504-47CE-CFAA-32E8-D79C63203A1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6E75B6-F3CF-91F1-CD5B-29FB495D489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D73ECE-CE34-5BBE-822A-E1EF0ED98CA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605C8E-1C11-559C-1F7E-14F8114B5A2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654832-D149-2AAA-BACD-86F455575BE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4FB428-5022-2BD0-D11C-B948D78EB42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4550F1-3CB0-1DE2-BED1-3DA35FE6CB9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2242451-6074-358E-3D27-5830ED3DEBE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5AFDC1-7C42-D05C-3102-B0F9B38E36E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708462-6A7D-939C-1510-8D6A526AD99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ADDD42-F653-5AC0-0A83-6BA39D01F3F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20D936-8E5C-DA7C-FE62-00834BD50BA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AF4E70-284A-8F39-5AFD-D97503034FA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921</a:t>
            </a:r>
          </a:p>
        </p:txBody>
      </p:sp>
    </p:spTree>
    <p:extLst>
      <p:ext uri="{BB962C8B-B14F-4D97-AF65-F5344CB8AC3E}">
        <p14:creationId xmlns:p14="http://schemas.microsoft.com/office/powerpoint/2010/main" val="28204088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8800B-80AF-8A60-5FBC-6F47C6D8C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B3E5EB-75A2-35DE-2D8B-82A90705C6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center block.</a:t>
            </a:r>
          </a:p>
          <a:p>
            <a:r>
              <a:rPr lang="en-US" dirty="0"/>
              <a:t>Then, complete Row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15120A7-8B24-7A65-1DFF-91747EC62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2E5387A-B63C-406F-031F-467A443FE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3493778-6DCF-342B-F767-C46EF8410F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A71960C-E411-6296-E779-1BD614A1CF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7D4C83-6529-5BA9-8F9F-D5F7665AAA7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C2C7D3-2AC3-4354-CF93-26F77FB5D36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5F8BB47-16AA-A27D-996F-318236319E4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760528D-2DCA-251C-EBCA-B3F7F33D5E7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D126970-B9E1-4C54-6703-6A04A075D86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AB763D6-B4F1-5E1E-8BA2-00DBFFEE276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29C453-4193-5BAD-BE0E-CDB5733C5A2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C509C62-A391-E812-2542-34733242F35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A1707D3-04EE-2E10-237B-B10EF923FE0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9FDA6E-245F-9E3C-6DAD-69E2A57A8B1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2E4282-7C6B-5E94-45DC-3993A5861E1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A221AE-3738-CB9D-6547-85CF72C314E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C9170C-9CFD-9730-3D48-B431E09B614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6CFE7A-C72E-F15D-5412-D8C7AF6CB3F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9E91C2-2378-9BC8-04EE-8673F8DF9BC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8A8DC6-1786-9CE8-C0CE-059F9F52C08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2EDAADA-1E5F-0100-1ABD-D2071538CA1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A9F7DA-3F14-172A-E37E-9E31583136D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3C0E72A-8FB1-065B-F3D1-184F0C588BD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22A134-3FC3-2E6D-7BB8-356CDAA3A82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0A71A8-FEB5-8373-6AC9-3729063B133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65F1516-C400-0932-7038-ECC81240F5F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8815291-27C8-10C7-98B5-3A21835946D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9440D7D-1EB2-29E2-FDE3-758BFB7B03B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54CC64E-4BD5-8151-6D09-4F53EB6BB9D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E8B328F-8904-7B94-85D9-9E416D01868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B2BE8F-0A5C-4DC3-2C9E-D5936AF27B9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781E083-F8BB-9408-8121-1F57CC1AB6B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4F7658-A545-D678-2CD6-E220695C9DC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AECD49-E9BC-B7D1-9409-0845C0E936D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A5FE5A-429E-9086-5061-0C97519503C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343D72A-4A32-2CBF-582F-CA06460D8EB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3A61A64-4ECF-949B-EE29-022213AA38E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EC9A1B-2723-3FF0-4AB1-FC1DDD1CD83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7740B6A-18E7-C3EF-8F8F-E9395C29CA8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85323A-3294-F65E-4CA1-AB9D087F886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0F3298-4265-7CB3-345C-C32316676B7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CEE8B3-8222-EF8F-A326-9379B3006B0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CBD3731-3818-BE85-2982-4BBBA4CE7DF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BB41D9-228A-C2B7-1D6C-7407405AFE1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0D83008-B7A8-DDEF-801D-A36EE3A5C25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B011075-3379-1581-A0EC-4DD62058BA0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DCE0551-10C0-DFF7-038D-8D70B676433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711405B-460B-A09A-7FC4-57FDA0F47C6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2111AE-8B9C-B5BB-B90E-CE07698CD1B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D4E37D8-BA73-AFAA-7C6D-B6D7424BBF9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2FBDAEE-816D-84D6-3931-FB81632B640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D2A3CC9-79B9-47A8-5959-9E8AABDC308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F384E10-7C43-64A8-6D62-07B75CE62F6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3583B6-3D26-F534-3580-A42FE1B2639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847173-5E32-3D40-80E1-2B5219EDCAE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10007F-4563-CEFE-9740-A6A54EA25E0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733E10-FCE7-BF0D-FAFE-F1569269532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B28862-03CE-A2C5-7BC5-98147A8628D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8D2192-71C1-AC7D-5420-25805A5553C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AF6395-22CA-4E6D-000F-7E50B48D18E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BD1FF9-56DD-10AA-220F-F332EAD8788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177AD4-E9C5-6CE7-D1AB-25DF768732F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F50EA8-3FFB-885B-E0E4-D2411244092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7668BD-0FDA-C330-8DE9-2A322650E0F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0F9093-ADF7-B224-FB02-69A742E9806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02D9B7-8B04-1362-05D1-B8FEC5D9532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BA4C8D6-CB25-D9F9-513B-84FFD3BB786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339FF7F-D592-34C1-9E55-4E68F4D9CFB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4A1871-02BC-7D01-6618-E69BE5206F3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32FAB3-07EE-C441-1E86-77CC5A40D36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C0F56D-6F06-7E9E-7F93-407FE573980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129739-979D-198E-8E86-D428EA11321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DA4B5A-6C25-D03D-7D93-0DCF5879FB3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CF683F7-B388-F446-B5D8-8AD08D9E13E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485B880-5CE1-07BC-A056-474D854E7FA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921</a:t>
            </a:r>
          </a:p>
        </p:txBody>
      </p:sp>
    </p:spTree>
    <p:extLst>
      <p:ext uri="{BB962C8B-B14F-4D97-AF65-F5344CB8AC3E}">
        <p14:creationId xmlns:p14="http://schemas.microsoft.com/office/powerpoint/2010/main" val="22859736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F4228-40BE-CFB5-800A-B6C31B44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7821F-2681-6633-52E8-E9A4A56BCA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[10 in 2] and [11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F97464F-FB91-2215-87F7-612E188E3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74B9418-D7E4-0F75-33FF-554DFF36B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BE76A4E-FC68-E5A3-8070-BE101A9DEB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A4CE927-5F58-E247-D4FB-9FF08C0BDD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867D76-7261-F32B-483D-6AF1E41942E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73D3C2-57DE-9AAB-B02B-52BCD045295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C333F5F-BF58-BEB6-9A76-04B8DCA5CA5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398291-4D9E-6682-EA4E-5F7ADDF26D8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4868296-B348-839E-5D86-09AA4DD58C7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2B0D17F-4ECF-49F5-C595-6350E441D79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296C490-4ACF-2DE2-9309-298C1C75185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4AEBEC0-9EA2-D5C9-F008-B20C158281C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EB44A3D-304B-5D51-D42E-D1D1C917846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62C25D-188D-8A15-53E5-35CE2EA9316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D0790C-4DF2-815B-231C-57EE4626D59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186627-D168-8D23-DAD9-C813BE35E05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2A9592-0BEB-8ABA-3BE0-B09C3A97901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2E830A-DBD6-A8A6-950E-E25FD559CE4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4D187E-B2B4-7719-66E4-90543C5793D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EAC02B-8F15-7F9F-BD41-5A804FBCAAE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6E0024-DE43-106B-DA8C-531331DF456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6E8AC6-8BFC-C08C-6600-11DE90E731C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82D834-7D99-7219-CF88-92E8466CFD6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47D0332-DA4E-8243-099B-D0F3A4D99D9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CE276C9-A006-2A61-961C-D281719BE24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CD6F6B9-3390-4F9C-B497-AD1162CA2AE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B6BA6E-078A-F56C-101F-5383576032A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7D7EDFA-AF27-4F3F-93BA-E17C5C50C68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76F8464-6CE4-648E-8F24-52D75A2A880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00C9D37-445B-F52E-4B16-722F0DC71E6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80100B2-6448-CC94-A4EA-6EDE02A453D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705F004-459C-E5A5-D0CD-AC3D94DFD14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CAF3BF-15B3-F0F6-3956-6F0FD417434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788AB3-F677-7181-0FEF-5093E7A2B52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DA4E43F-B183-6702-A663-388C561055D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889CDE2-D921-F685-D69F-D9137E7DB89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627CE7C-7565-98DA-037E-24499807B41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BC5FB0-1D32-8789-8654-D1B6684AF31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F4F3137-A7DB-E719-FA65-DE5F8F23631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ECD03F-53C0-E434-BE22-0546BD2EC70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0C14AB-0E43-8C7B-EA0C-608DAB24169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D8D6AF1-6AB7-D888-9FBE-A9EA949493A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6C60620-5F67-6B57-E068-C6248DC075A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5C779F-E045-EE70-ACCC-4E2C7C27E20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EA530A3-B073-825A-C86E-241CABB958E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E5C89F3-097E-71C5-4B35-3BE3341DE00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919B3E4-BC0F-86D8-9FAA-7004DB57F2E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48EC7D-3E66-4334-B249-2C34D506A0F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278C3E3-C0D0-937D-E925-3CB577CCB6F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4DC5854-807D-D6F0-DD63-A9DF09DF241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16C4CC1-74CA-BF25-C25A-AEAB690310B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8C0D420-0970-4448-5DE1-2420453A086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20933EF-7613-216B-F5F6-4F5B4EF37AB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A09957-12A7-F1E6-22C9-D57B33AC57B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639408-60E4-224B-3F78-F0788802DBC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E9E889-A7A1-B725-7514-7632E5B1121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032F92-D79B-E42C-6665-33C8EBCD57A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FF4077-CF7D-39D8-6BF6-A935993A380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750C89-A182-F698-E0E4-02254C9F301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7FE159-64A8-DBEC-0D92-AEEAC92F0E0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80035A-259E-C2BE-75B4-5068970894C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354807-A16C-5599-BD78-29E5234E2BA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7EB9EB-B909-4C98-026A-737CB7338D3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CF3A21-6CC3-949D-3341-AC661BFC098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7E3FF8-7D3E-0626-C4C5-96EE2F483FA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F2035-4316-B2A3-E3FA-F3554FF7CB9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D21102B-7CBA-3D3A-2713-B529D94F2CE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BD3741F-959F-080E-D989-99BDAA09C2B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3E92E2-BC16-3851-7EC0-7AD0D5DD975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13AE492-9702-7696-A31B-487D99A027D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73DF1B-CBE7-4222-330B-5FD9FDAAEB8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167EF7-F742-14CD-BAC6-D496177B1B0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10AA0B0-8F04-43F3-273A-1D584970CAB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8CE2A7B-5257-541C-1AF1-85779A24795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DDF6318-53DA-A591-C361-A5E95D09D11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99977F-A3F9-1EB6-96C1-C801C65B03E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B74F986-5AAE-FBEB-0231-D8BD00974C2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921</a:t>
            </a:r>
          </a:p>
        </p:txBody>
      </p:sp>
    </p:spTree>
    <p:extLst>
      <p:ext uri="{BB962C8B-B14F-4D97-AF65-F5344CB8AC3E}">
        <p14:creationId xmlns:p14="http://schemas.microsoft.com/office/powerpoint/2010/main" val="6310140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CDEC0-0CB5-18BC-CC11-C62EF655E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0A56D1-CAB5-C816-D823-479A33A775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B3BC493-7A20-2E06-54BB-9B2C40D80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C9470EF-02D2-6533-98AA-45217A75E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2534573-B34B-C704-64A3-7FBC1523A8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BF996F7-B42A-9857-2C54-BCB3C483CC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CD8402-B12E-9A29-FA58-02E0B28E6EB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C01638-1D14-410F-94B3-284A8BFEF09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3C3EEB-E743-A28D-4A85-5E535E4A4EB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1568250-4739-B92C-3557-80594FA5AC9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2EE373-41DC-723F-8B87-00C43612856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4446F7D-BB3C-8AA1-9E66-76BF222FAA6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92BA2F1-4B36-F5D2-2340-3DBD30D08A0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6E9D2B6-575C-4416-7B44-71B34870266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B6812FA-8D99-5F36-0FF7-51CCFB987A9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A6EB35-68D7-841A-0075-2D4DA38BF64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6B9020-C11D-0181-9B31-F3C835A3369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E72035-C086-C726-26BA-ED2FB40719A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3ED7A7-FDFB-BC6E-457F-88471047D37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C81DF3-EC30-5636-5AC8-5301F444230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6D0760-2C2F-68D6-65BB-11952C4B5C4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D8F542-FA3E-DA67-CAEB-DE8DC506F39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D7E9F7-B6E8-096B-7B37-CC18ED7E2CD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BEFDAD7-AEB8-31A5-11C1-E0B899AB95D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C6643B-9931-BBC2-2DBD-72CCDEC0B89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9823A1-C97A-1195-9FE2-37B839D4905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2CE9F5D-DCB4-51DB-4C49-4C5567577D9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A5F10B-BCBB-B984-1FFC-3644F4940A7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D714834-7A43-D3D9-9976-9950BC8CB64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DB7B0D3-47B1-8DAA-9271-79BC2EB03BB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4460DA6-E451-BEAA-BA2E-A6DEAB8D14F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5ADFADD-7531-E779-0A6F-3095E1EF3F2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F2BBE8C-9221-7FDF-B74C-2604F616E94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0EC6287-48F1-FB71-4243-D237197E27F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70F796-5424-9CC5-FF04-9A477BF86A0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E1A4D7-C9A0-869B-88FA-5C06B2DE92D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B1FD60-30A6-46CE-3BE6-715BDB87142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34CBCB4-BA62-9E83-C788-23E9A7B0B8B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882727E-A59F-C4EF-D462-DFFC05307BB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9F0C7F-5184-025D-B17B-0D6CFC5ED74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49B8A13-517B-A800-061D-96B1A17A492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068A9F-005B-4A86-E7E2-FFAE2C27A22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4DC030-9DB4-EC5B-E496-A9BDCBC5BC8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2C191C5-47B9-A31C-2D12-C8CE1ABF18D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D35BE96-3194-E9F3-752E-28FA2A2E2EB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1CD9D63-7AE8-D4C1-3617-5D1A8DFD806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1F4EA4-26D5-C3F1-5B62-6BF91EA313C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7193AD0-4328-8213-8DA4-F0D3CF4360F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5286041-CBEF-279D-6361-C3009AEB535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B10E555-0FC8-603C-DDFD-20FB5F8CF21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873379B-9607-4EE4-4244-3244C68BCE1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425AA68-26A0-00B5-E2E2-B1FB1A97001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A1990A1-0E41-0878-CEE1-8956EF06B13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0380934-CA55-D03C-40A5-7B35F3B878C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C137F6B-ACA8-4700-9ECE-4BB8927407C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0B1702-71B1-484B-7374-52CEB101B2B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586A8F-6F3A-E191-397D-22D023D0114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2F882F-B8F9-231E-AF21-2C092E0BAD5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EA619F-C6CA-DCAE-FA31-D50F7AC0974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DD2A62-ECED-285C-2077-FCD8E9E311E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7BE0A6-4D03-2FF8-60A2-2141B10D294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58783B-ED55-CE66-B902-77B001CCDE5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6CD58C-689A-0C46-B824-E930A646F24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87D72F-7FAC-8DE1-DF07-DC40D35766E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5DE85FA-5B58-3266-F385-F6B23100DE1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80A577-B56A-9304-70BE-533E6595165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53E750-7EE5-1F44-2DA3-4DE6AC8E13B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CCC777-5C5D-181F-F749-242627F6DC6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C96541C-5886-C1EC-E593-6FF1EE1C3DF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C2E572-20B5-17DC-5E59-B3FAB9140C9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F0062E-7F07-29F4-6343-BB7463853EE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E9558DF-3234-E3CC-FFED-D3331D41704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149BA-6DF5-F07A-7BBE-A7EFE841684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E05280-36A2-D62B-AF36-8836E98D332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DB036EE-3271-906D-E15B-DF62C6DCAC0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72DFB0B-48C1-6684-4145-DCB69129CB9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945DEC1-3825-16CC-2093-6F76EC865D7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5FDBF9B-4E97-A29D-7C5F-6BDAED96965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A67524D-E9CD-C4AC-8917-2FB4D19DDAF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921</a:t>
            </a:r>
          </a:p>
        </p:txBody>
      </p:sp>
    </p:spTree>
    <p:extLst>
      <p:ext uri="{BB962C8B-B14F-4D97-AF65-F5344CB8AC3E}">
        <p14:creationId xmlns:p14="http://schemas.microsoft.com/office/powerpoint/2010/main" val="26921687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E102D-A486-7BDC-89C0-DAF0E5478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4CB4B3-4177-33C5-0F41-A50B881D43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3BD3DBE-3FA8-5CF4-AD44-CB8331BF0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5AE85FA-7E74-7ACD-E0CB-05A35367A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DDA3864-D881-838B-8B5E-DC791E29AD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9AAA2B0-EE24-FE81-9237-00D2AFEB78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07B2C7-3E8E-3B42-736E-C15B8AE3441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6E9B7A-1F50-4B26-3854-111DFECE236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685CF95-4176-71E3-09B5-318CA65BBBF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6EE8F85-CAA7-7139-4BB8-3704AD92284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9A7A236-21D9-D19A-0018-3D1EA83FCE4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14203B7-86D4-C3E7-6189-2C1F9720EB8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7F5C111-A4DC-C5B4-79D4-74750248A86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4B155B-8480-76A9-605B-7692C0AC604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C2A387-24B1-1EF1-E073-AD53118F684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22D4A1-E811-2BEA-9ADD-3D6F10510A8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BD7961-0F06-C66E-17B3-9A285DABF48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E9A709-D84B-6789-CC99-3E9793ACAA2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FC4DE6-41B2-B460-A7B4-23EEADCA80E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0FD6C1-654E-F0B2-A5EA-2FA5FAE8E22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23A44B-AD90-AD00-3096-11DD645D4D4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357B7B-2876-4CD0-0982-AA312FBECEC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1813DF9-E965-AA15-AA62-AFED7A41CB6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419BBAC-3DF2-3973-207C-2590D16386D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1B08BB8-96E8-DC99-159B-0F481C700FA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94EFAD1-CC6F-B468-63C2-93AA57A0EB2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399FB3F-8550-B2F4-2AFB-FBF9B7C9665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33CD9DE-C92C-136E-938E-60B60DF7176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ED2196D-3E8F-316D-FA3F-C5E7FF77FE6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051AB4-A4D1-0EC3-E58A-89A4371118A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0B9155E-B2F3-8A31-E192-16DA2FD5213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B0592F3-F7D4-E422-7FBC-CE91774652F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5957EEF-1237-0C55-AB51-8B055266BDB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133F8D-4CAB-8ACD-668B-CAD90C7545D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C5D3A3B-2FDD-EF50-2C84-A82B4B946A4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4CC72D-87D7-31C8-7514-90993FE533C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599DEF-BE9C-23FA-7B33-C26F2D4E6D3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1B5F2D4-8AA3-8ABF-A396-19B2AD71DD3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79700B5-76D5-F138-C624-9DA4EEAABBE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847D24-1DE1-B4C5-D4A4-E587A824F31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A5744B2-3AE7-085A-1DC4-64602C30067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10A3B33-CB89-3551-3460-E4F8635D4FC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A792C5F-E409-9CB4-8137-058871521AF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1BD54D2-51C0-6DF7-E3A5-FF5E85EE840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06CC877-D9A0-9754-76FE-5FA56A8A574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B66E949-966D-C17D-2E56-085DAEFC3BF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723BE26-D952-5249-CF8A-98FD11CF23B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34EACC7-10B2-2FC6-A848-313D04FD1A2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15EF13E-2D02-9E8B-3554-409757B1C06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B2D4C7-24D3-F357-C9BC-4EC411AE4AD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090C32-A9BD-4A36-ACEA-A8FC8541F1B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36DF44-E61F-DB25-1A50-CC7FD88B99E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D8F5A1-9C49-4341-768E-449B0922572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3E5F27-6A0B-09AE-302A-A16B29F83AE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4ECA75-22CB-E7AB-BE0E-F00A18A4035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6E9C02-FBA2-6A16-89FF-C5BDACCC8C0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C4D9FE-954D-4AF2-4B1A-44E366523A5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4152A0-640A-B9D9-D1B5-E3AA9ECC899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CCBBCA-CB68-A576-5F5C-FEC1AAB3727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22B602-C574-2616-2282-B7E9CD38B11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6521A9-BAE3-2148-C09F-E82084E1CE1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D1C771C-AF2A-BBD6-9EA7-1911FDE8337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2FFC8DF-D60F-F62F-9B86-128BD8B6C68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5519DAC-EE79-A1F7-50D5-750FC14241A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F9F1E6-312F-82D3-6F37-D70176BB26A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9A09C89-1951-B177-89B1-EE499577B9A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7A42DB-80C0-B035-FC72-295ABB16C59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3B739E8-866A-BA4C-FDE4-554264D49A6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10E04A0-C7A6-4FA1-3A02-E04F3D4DA4C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BE97BF-B2DD-65B9-6BBC-1BAE5A94C5A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D5E8DAB-902C-C541-FABC-98C70E14DF8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80E93-571B-C913-769F-B7DC7B88D3C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7D3540-8672-0718-9BF1-9843035ECF7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219AE5-724D-8C7C-8C3A-CCCDD4CE132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D384849-B81A-D1B3-FBEA-1C2E6745673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7B07AF2-AF24-0DE6-2A5C-BA11E5F14BA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1A811B5-5243-7AF5-7780-8A01370104F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842244E-8CC6-3346-EE00-737C0DC18CE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DCDF13-892E-4B8A-F203-9D68525BAB2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566662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78892-1ABE-8000-6726-5CB916988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C2EC15-D4A1-60C4-11A5-38A513648A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A5CA73A-0E0F-9913-1D81-5CA7929C2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3696EBE-DD46-ECAB-2462-2F8D5F430A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545AC6F-430F-498D-31F5-8F5E0D047E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1089CF3-BF06-DE8A-A9AA-DFE0DE9AC7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9D22A9-9E84-925C-7412-03B2EC079DA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91AC35-D0E9-EB2F-D895-8DD9637CFAE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EF681A-F7FB-8987-9D65-11AA7829B86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B173D3-27B3-DB5C-345E-784AF54E936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01C47B-0029-A0B2-481D-1514B6CFA3F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4AA379-42AD-0342-7ECF-4138241C9D6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4142F9-9B5B-CE28-0703-B34868E350A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3E3F2B-943B-F17C-0AB0-12E390D9760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2AA48A4-DAA5-FA82-C5CF-7028ACF331E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1104132-3A8E-D44C-29F7-BA41549D957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347A692-B15D-32AD-0B75-65BC15F1208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6805156-223D-5FA0-33AE-036D04552EF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328F8D-FA0C-1E3F-3670-3B1C6658603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AB95629-7117-0265-6677-7DFC7AB4548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62F39E-8634-CBAE-C962-46BAB5F5DD6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D67505-9A8E-CE2A-A59B-7EEF667447B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546F9F3-7E9B-5188-FAE1-E50357D10B0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242A5B7-CBF2-CB2B-3E78-B069CE240C3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AB534C0-4D9D-9346-22D0-C9162102BEB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0C366B-BCF8-6D96-2E1F-A2766E8F550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1A82819-6ADF-C4BC-3B6B-CEB2FF1B799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249939-3FD9-32D9-6D1C-9E1A1B7B7CA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C4EAF0-BF50-3BF4-74E7-8E23D8A9FF0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E31D368-CCD0-CBC3-6CBC-BF336856ADD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41161EA-68A0-06C1-ADDB-EE8DE62A463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E170495-394A-5DBE-BF2A-0BD7B9E274E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A5B36F6-7E29-B384-9AF2-C30027FABE9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1FA7099-2DF4-E145-793E-D5551A38A4F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84D8F3E-2F01-6B4B-DE47-5D33AFFA655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D89A9D4-AE40-B0B1-7896-963FB36832F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A274BCF-3465-DF9C-158B-97EA3337003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165F928-CF73-04EC-3C05-AB595D0194B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31B9894-DED9-1B41-5E22-B4BB3A4A77A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5170146-99BA-2DE7-F392-A378FDC3040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C23686B-E508-A222-D8F7-A032E53965F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969E3D-F7FD-FB30-3A7B-3CDF3BD22DE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8C7A4C-0F7C-7214-D6C7-096FF3B6F0F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379BDA-A7B7-4301-A1A2-957A156489E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A1EE56-3C63-1E9F-7C97-E694B0B5BF0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C7992E-D002-A23B-7F1C-662CB5B296C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C77EC8-DBCB-69FC-C87D-F8577B2174B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F28A60-CF5A-FCB3-B45C-A93DEB59FD3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6653B1-C894-EB13-92DE-6F9D736774D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CDB9BA-CEC2-CF9B-DEB5-EB92C9F366D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AD7DEF-D838-0939-CD2C-044AFE7E761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8DD234-0A4C-5A3E-3B4F-359669E505D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6B9BC1-A994-0A5A-2D56-C49D44FFF94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DBB5F9-FF20-004B-351D-BE3034D89BD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11FADB1-3433-6B46-962A-F5C79A0342A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8EF9AC-ABF7-FA4D-E831-B39962AEF9C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7AB8DD-4171-16B2-011D-5D3D4926984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701BFF6-BD4F-7046-5995-1F3EB392E7A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0B3647-86D6-7C39-EE37-FF4A3B2175B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04A1AB3-32A2-15CD-2B32-9FF1CC4AFA0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1A12093-2AB5-E394-72B1-399688FE063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4DEAD8F-79FC-C439-0EBB-368DCF92A0B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FF50472-43ED-13AE-8D90-51160B0205D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E864BE-9317-A02C-2C68-24859033E8D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ABC3B70-195F-A44C-2707-DE3977D18E8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FCECCD9-C7C7-6B0C-2D6A-02E364A8096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AE97C37-B030-F156-9C7D-87A0BC3DE69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F7D589A-7E23-4904-F2E6-BB96EBD549D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C11688F-4CBC-0945-FEAF-44CB2116F00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61A4FD-89F3-DF8B-5585-156F12567A5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016E5F4-D42C-62BE-001B-F1B336861D1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56F694-2470-D319-22F9-7D13C5D3E7B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C8285D9-6136-2EE5-3BEE-CB4BFA780AE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D65AA32-0AF7-5EAC-7998-E5C6B12B563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CE8A49F-EF8C-A100-875F-A8582466D35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C92884B-BC8A-70C2-3141-16FE653F929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73C7501-8624-C8F3-2F05-3B45D3AA9EE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08237C4-CF8C-A7F8-92D3-960ACED44FB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BCBBACB-4BE1-62F9-10B2-A986D3CAE6F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618698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36700-DC45-B067-D0B1-66D6B6600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A48F31-FCEB-B4C6-AAE0-4F0D2218E1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lower left and right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0581390-E93A-EC3C-28BD-A08A33412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0727B43-C146-8FDE-B2FE-8C2E3C0438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FC9B33A-B406-35AA-091F-D756588FFC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AD82D60-6A6E-24A4-42B6-7C15623140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649170-A8A6-113A-1A48-1D3F47345F1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1E5DD4-5C4B-4CD6-4A99-413063D5AD9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BC7B0B-2F81-D923-D3AE-5D813AF9ADB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7EF6C8-3A80-0047-9131-509291A3E19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03D2E0-48DB-B549-3238-7662C5BB670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5BC5D7-71DE-8E84-E50C-59B68FCD617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C313C2-3D18-E484-956B-B7A776C8E54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FDC8FC-DE14-3E7D-7E17-65AB642B213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7B70FB1-196A-56BB-EA02-686ADBCA763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32CBB18-6DAD-D795-8D81-1C548C148B5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99B000A-875C-7ECF-3942-0417348A911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37C408B-9900-509D-8A28-0741416A9E7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385458A-7B4A-E755-E2E3-5BF0B8CBE1E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B73C0AA-23F5-AC1B-6C99-40063F51DC9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E43322-304C-3DC1-3976-BB0C55BA13C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0D5C66-9D7C-DC71-9DDE-F877C0E953A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F009D85-BAC4-E6B8-5708-9E88A633419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FB7E00B-82FB-40D3-B6BC-3C36ACAAF2E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F24663B-F956-93DA-B94E-A426872F630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5B71F3-0D81-4924-A388-9109DF91214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BB0ED6A-932E-B5D2-D651-F82D76A986C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059A5F-3E82-2456-B88C-73B1175F13C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CB06D1-4923-CDC9-2170-C331C9C4765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807B74E-9422-C182-CF6B-2EE9A9159D7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0505456-533C-4918-A9A3-8A08D61DFE5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A6B9EE4-97DB-057F-F281-5A992A259A4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C4F9A5E-863F-7DFA-78AD-4CCF63F8CD5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75DF2B-7F83-0B9A-5489-3F3520ADCB5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FB97B37-3E63-8F59-AE19-AB0CB678ECF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CC9F012-8331-3982-C9F8-A7B42154C31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BAB2810-389E-7459-1B3E-009EF102C1B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1C95BC9-C532-4507-BC44-DBA1AEF001A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AB25F44-FF5E-0242-D96C-3850638F193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6A94E7A-052E-9D71-11F4-E8EF75ABEED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41CE1A6-0795-29AF-3884-23FB519F90A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45E816-8EEB-A05E-D33D-B44AC9314D8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6F4D96-F064-859E-8B42-45F7B386667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E23351-FD2D-9D77-5A1D-43822F298D3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ECA352-CB1C-BDA1-6CB2-5956ED8C14C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5E2C27-7EA8-A086-5DC4-1B8ABF652C7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771FA9-F7BF-BCD7-D0F0-9F386BA4F72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3EE055-6569-CD8C-3395-43C6464F7AC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D4E1D1-69CE-F32E-380E-CC7454EAD26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E1A856-56A3-C2E8-90B0-4C3D35DB7BC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BE374A-75C1-1CE4-168F-88DDA760940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EFD4D5-0806-BEE2-23AB-67E68BCC672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5BEDF3-9C34-C6D2-C0E5-92CC843806E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656277B-95E0-13B8-6D8C-63536D35F75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FABDA56-452E-E34E-3B29-FBECF5AFAA2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B224CC-4C2F-BDCD-8C4B-CAD5C49D4DA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7E5824-768F-F151-1F42-10EC306F77B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9F80FEA-CE28-EED2-59AB-0406CC12A42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D15222-81BC-28CA-723D-F1DC5FCF82E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D6E69F-1A3E-C34C-2C61-F7F230315BA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CF7F1C-4793-8A78-7DCC-FF5441A3D89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AE176EC-1159-7175-7D02-2E68BA6282B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1412B5F-58E8-2D5C-1000-04F21F21707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BD567F-6F40-D2D2-5B75-0F16E54479C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A8C4115-868A-6601-0B62-2B9361F481C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7A79146-46C3-8D8A-D080-2A221CFF341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B2D973-7549-EF7E-740A-EAF27B219A4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EF934DC-FB43-14DF-B93D-256A77D53A0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6ECE77E-BF22-E49B-893A-19C5087A25A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DF04F8-ADB8-7B51-1545-4CAED912D4A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115E7B-4AB8-4A2D-730C-FA9E5E8B5DD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88D38D2-D8E3-5D73-1D45-86E92BDD451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DB64260-26CE-ED89-82E1-01296436BDE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A0F8978-ADE7-DE01-4897-B2BD73B4A80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E44B592-3403-BC56-3C52-9502DFCD7AC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7805811-D647-FECA-C515-E0EBECBA9C2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F7B0AD1-2717-7F18-0054-8F1A0EDF2CA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5FFB32A-C7E8-CA08-0804-5950CADDD14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6CBA4C6-F428-F462-A8DA-062D8C54491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0CA829-1DB4-C555-278F-9730F44D956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91CB3F-F70D-2C2E-C648-72C62261142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9114959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8D55E-FB8F-D52F-D86D-48DAB236C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4913BD-FB86-DC7F-E200-0EF45C8F35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Finish.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332042B-D522-2D47-DF26-6B55D2946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22568DB-8210-85BF-8C99-AA6606578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582673E-8A89-DB68-9E4C-EBF98A21FF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5BA2968-CEDB-74F2-E6BA-B5B9EB2A9A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5918A1-3F50-553E-C416-EB4606B198A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FAD47D-B44D-A3F4-FB14-83DFFC5C459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C20846-9C48-F6E0-BFCF-67F2A25A8A1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BFA1CE-1764-AB62-6A99-D98A050E5B3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72C0EB-44BE-A95F-72C1-47A6D27380F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9F33C9-04FF-DA3A-CB12-CA8F317F8C9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4D7F34-CFF7-70D5-D7A3-946D31A3131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749F59-0105-D63F-2444-398D4280FD8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CC9EA93-AFA6-0A67-99EE-9F10670AF32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267A61B-FE15-DAAD-6D1D-F6972A97065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C307AFB-058E-36AF-3ABC-ED326C16F41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2F09D6C-2392-915F-4EBA-6CDA5156D83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F9CE6DE-101F-9D3A-2C8F-99D716662D7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AF806B9-99C5-290E-B465-6700B3F88B8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5C3D4E-D1BA-112B-0D08-47AB9F1E4F5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ADC096-004C-958E-74A4-BF25FEAF5BE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FB563D-A37A-FA08-A89F-71EC54611FA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C03B680-4DB2-EAB6-4943-C9D7A9363D0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75190C7-43D9-C802-ABC2-AC55AC14195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B9726E-F3E5-18F7-9953-196FA6E417A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A6CF306-C22E-5F62-5A2D-EFF159E72A1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8B85BD-F4C7-61B0-8110-50BED3037DD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E10D06-CED5-C221-CC2A-4E81DD20CFF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751FA1-7AFE-AD4E-AC3E-2F7F45DE8C5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59C933E-2537-0A86-103E-676E23B5D9A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24BA412-DD33-55D1-DC63-4EE9D7DB42D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9E50917-49A4-0078-EEF5-6CAF6733506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BB084B5-D276-D54D-98D9-B5D6A74E353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AB85A36-265E-0EB6-88DE-56F0F4E10D2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0D38CBF-4FD7-24E7-3E6A-F15EF19B532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3DE6447-17BE-6AF4-844B-B9A2EF00298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B0BEBE5-6E00-B897-088C-A5F94316EE6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C8AF7EB-98FA-CD7F-8F7E-A973EED5267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C33938C-708D-0948-A1A1-7A3503B5408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1A4833E-8C73-68B0-6BF3-FD65545F204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21EFC9-0CB8-1DB4-4BE7-D8061F1BB72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8E2F20-52B2-DA62-DCC1-36DDC94A1D4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5C49F7-183C-8AF9-2164-14FF69947E3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86C02D-D331-E33D-20DC-C5BFE7220CC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E20346-EB85-E292-8CEF-ACB2B3C946B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9737BF-3C07-B5B8-3CCC-C7ACD3FEBCC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BEAEF8-F697-D747-C880-241FAB0694B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8A11A0-3CBE-B8E9-DDAD-A65A226C3C6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86C6BDD-573F-C8E1-8FBC-F18C8E5134C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3A57BE-9286-D25D-8EEA-66922E325FA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7D73C4-C93C-7B80-E10C-CAA6D6839D3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029728-9653-95C7-B003-24ACD9752BD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3A8810-925E-80AE-42E5-36D8C28800D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FCE498E-2F4B-D1D1-3254-AD0892C84FA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5C7734-1AAF-C0AE-D999-0A0BE3C6CF9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48AAE1-449B-B754-170A-86DD496AA35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BAAAC3-E244-B4BB-C07D-421096D4BCF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D46F10-FB6E-7EF7-C22B-298EE2471D7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BD90F6D-C826-D0F1-4060-30442279FBE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313CD87-2C9A-6F09-092F-9C5188C3368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3E66E01-F3BF-ECF1-B1C4-4CE5A59AC00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E92D48D-8A73-3316-E327-1CB041A2763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6BE0B1-AD7B-B550-7A01-731A91613DB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6EE1330-4955-F494-FEBB-D03E1184D2A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C0AE57-2EA2-D861-35B4-0FDD1E00FE6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8223F44-F5E4-137A-9084-D40F6D17EF9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C6DBCDE-8DA4-3D97-6FE0-92F802091F5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991E5F8-FBBA-2976-EA6F-AE180302A71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41AD06-1491-8EE9-CF5C-C34210BF5DF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DFB7478-246F-2F16-64CC-259FA288CA8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D99E821-C97C-3AF3-2AC3-CC41D2C20CB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DA1BBF-7E78-CFFF-F289-85F39352463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87633DE-272E-16B4-53F5-0064DE6DAB4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7FF394B-CC11-6E34-EB69-CF4FCFE2308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80F6910-23C6-94F5-B7E7-26CAC673E21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21F12ED-2DBD-F908-4F61-8E1036C41C0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28E8979-C73C-E3A9-DC32-A9BE37EDF93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0AD752C-C30D-FDCB-1F14-DF946B62191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9B74CD-AA2B-CD0D-564C-1E2CBBFE80E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B24D8B-E72E-68F2-3D4D-BEFE0B10FD8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FD6850-A53A-9AEC-CBB6-1B975EDDEDB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0AD835E-FD9A-8A5B-AE81-12984EC227A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08B2357-9E94-1DB3-909A-726CC0049AA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5938E78-403C-7467-6714-C6D09FF1F8A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8856519-FC06-C296-431D-004B71C2722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533B65-35AA-E21B-A942-DECABA915C7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58108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10176</TotalTime>
  <Words>2506</Words>
  <Application>Microsoft Macintosh PowerPoint</Application>
  <PresentationFormat>Widescreen</PresentationFormat>
  <Paragraphs>2268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389</cp:revision>
  <cp:lastPrinted>2025-12-02T00:08:17Z</cp:lastPrinted>
  <dcterms:created xsi:type="dcterms:W3CDTF">2024-03-19T02:13:08Z</dcterms:created>
  <dcterms:modified xsi:type="dcterms:W3CDTF">2026-06-06T11:32:25Z</dcterms:modified>
</cp:coreProperties>
</file>